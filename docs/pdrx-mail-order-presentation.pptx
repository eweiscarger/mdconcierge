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67" r:id="rId3"/>
    <p:sldId id="268" r:id="rId4"/>
    <p:sldId id="269" r:id="rId5"/>
    <p:sldId id="278" r:id="rId6"/>
    <p:sldId id="273" r:id="rId7"/>
    <p:sldId id="275" r:id="rId8"/>
    <p:sldId id="276" r:id="rId9"/>
    <p:sldId id="277" r:id="rId10"/>
    <p:sldId id="279" r:id="rId11"/>
    <p:sldId id="28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648E"/>
    <a:srgbClr val="338CA9"/>
    <a:srgbClr val="246891"/>
    <a:srgbClr val="FFFFFF"/>
    <a:srgbClr val="184C7E"/>
    <a:srgbClr val="0D326D"/>
    <a:srgbClr val="0155A5"/>
    <a:srgbClr val="ED174F"/>
    <a:srgbClr val="3795AF"/>
    <a:srgbClr val="0A2C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00" autoAdjust="0"/>
    <p:restoredTop sz="94733" autoAdjust="0"/>
  </p:normalViewPr>
  <p:slideViewPr>
    <p:cSldViewPr snapToGrid="0" showGuides="1">
      <p:cViewPr varScale="1">
        <p:scale>
          <a:sx n="102" d="100"/>
          <a:sy n="102" d="100"/>
        </p:scale>
        <p:origin x="1242" y="11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EEFBC-44D1-486D-AFE9-FEEA49E087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4746D4-13A2-4747-8C8B-1411296E5D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BC4FFA-A7B1-48B2-AA90-C4533A7504DB}"/>
              </a:ext>
            </a:extLst>
          </p:cNvPr>
          <p:cNvSpPr>
            <a:spLocks noGrp="1"/>
          </p:cNvSpPr>
          <p:nvPr>
            <p:ph type="dt" sz="half" idx="10"/>
          </p:nvPr>
        </p:nvSpPr>
        <p:spPr/>
        <p:txBody>
          <a:bodyPr/>
          <a:lstStyle/>
          <a:p>
            <a:fld id="{BC64903E-DF1C-4385-BAEC-DAF1B12A8983}" type="datetimeFigureOut">
              <a:rPr lang="en-US" smtClean="0"/>
              <a:t>4/9/2026</a:t>
            </a:fld>
            <a:endParaRPr lang="en-US"/>
          </a:p>
        </p:txBody>
      </p:sp>
      <p:sp>
        <p:nvSpPr>
          <p:cNvPr id="5" name="Footer Placeholder 4">
            <a:extLst>
              <a:ext uri="{FF2B5EF4-FFF2-40B4-BE49-F238E27FC236}">
                <a16:creationId xmlns:a16="http://schemas.microsoft.com/office/drawing/2014/main" id="{3273FD95-66C4-4743-8411-AC704648FA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AD08FA-20CB-4F46-9A7B-49102600CD45}"/>
              </a:ext>
            </a:extLst>
          </p:cNvPr>
          <p:cNvSpPr>
            <a:spLocks noGrp="1"/>
          </p:cNvSpPr>
          <p:nvPr>
            <p:ph type="sldNum" sz="quarter" idx="12"/>
          </p:nvPr>
        </p:nvSpPr>
        <p:spPr/>
        <p:txBody>
          <a:bodyPr/>
          <a:lstStyle/>
          <a:p>
            <a:fld id="{20AE50B1-0DDF-48C7-A2B7-12BC2741E2F0}" type="slidenum">
              <a:rPr lang="en-US" smtClean="0"/>
              <a:t>‹#›</a:t>
            </a:fld>
            <a:endParaRPr lang="en-US"/>
          </a:p>
        </p:txBody>
      </p:sp>
    </p:spTree>
    <p:extLst>
      <p:ext uri="{BB962C8B-B14F-4D97-AF65-F5344CB8AC3E}">
        <p14:creationId xmlns:p14="http://schemas.microsoft.com/office/powerpoint/2010/main" val="2113518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13902-B094-4567-8BAD-ED7C3305D0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B6851E-FD5A-408B-91DE-CD5CDC3F969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FBA276-72DF-4D93-BCDD-45BB521917B3}"/>
              </a:ext>
            </a:extLst>
          </p:cNvPr>
          <p:cNvSpPr>
            <a:spLocks noGrp="1"/>
          </p:cNvSpPr>
          <p:nvPr>
            <p:ph type="dt" sz="half" idx="10"/>
          </p:nvPr>
        </p:nvSpPr>
        <p:spPr/>
        <p:txBody>
          <a:bodyPr/>
          <a:lstStyle/>
          <a:p>
            <a:fld id="{BC64903E-DF1C-4385-BAEC-DAF1B12A8983}" type="datetimeFigureOut">
              <a:rPr lang="en-US" smtClean="0"/>
              <a:t>4/9/2026</a:t>
            </a:fld>
            <a:endParaRPr lang="en-US"/>
          </a:p>
        </p:txBody>
      </p:sp>
      <p:sp>
        <p:nvSpPr>
          <p:cNvPr id="5" name="Footer Placeholder 4">
            <a:extLst>
              <a:ext uri="{FF2B5EF4-FFF2-40B4-BE49-F238E27FC236}">
                <a16:creationId xmlns:a16="http://schemas.microsoft.com/office/drawing/2014/main" id="{C0345023-7F94-415F-8295-CA36661D98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B39E9-133B-482A-9E3E-22AE4980B564}"/>
              </a:ext>
            </a:extLst>
          </p:cNvPr>
          <p:cNvSpPr>
            <a:spLocks noGrp="1"/>
          </p:cNvSpPr>
          <p:nvPr>
            <p:ph type="sldNum" sz="quarter" idx="12"/>
          </p:nvPr>
        </p:nvSpPr>
        <p:spPr/>
        <p:txBody>
          <a:bodyPr/>
          <a:lstStyle/>
          <a:p>
            <a:fld id="{20AE50B1-0DDF-48C7-A2B7-12BC2741E2F0}" type="slidenum">
              <a:rPr lang="en-US" smtClean="0"/>
              <a:t>‹#›</a:t>
            </a:fld>
            <a:endParaRPr lang="en-US"/>
          </a:p>
        </p:txBody>
      </p:sp>
    </p:spTree>
    <p:extLst>
      <p:ext uri="{BB962C8B-B14F-4D97-AF65-F5344CB8AC3E}">
        <p14:creationId xmlns:p14="http://schemas.microsoft.com/office/powerpoint/2010/main" val="42726760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1658D-F0EE-41EC-BEDA-BEED85F955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AB57D7-CDE4-4AD3-894A-8BBB046746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C464FC3-427E-4E0B-82C1-DEF2C324ACD3}"/>
              </a:ext>
            </a:extLst>
          </p:cNvPr>
          <p:cNvSpPr>
            <a:spLocks noGrp="1"/>
          </p:cNvSpPr>
          <p:nvPr>
            <p:ph type="dt" sz="half" idx="10"/>
          </p:nvPr>
        </p:nvSpPr>
        <p:spPr/>
        <p:txBody>
          <a:bodyPr/>
          <a:lstStyle/>
          <a:p>
            <a:fld id="{BC64903E-DF1C-4385-BAEC-DAF1B12A8983}" type="datetimeFigureOut">
              <a:rPr lang="en-US" smtClean="0"/>
              <a:t>4/9/2026</a:t>
            </a:fld>
            <a:endParaRPr lang="en-US"/>
          </a:p>
        </p:txBody>
      </p:sp>
      <p:sp>
        <p:nvSpPr>
          <p:cNvPr id="5" name="Footer Placeholder 4">
            <a:extLst>
              <a:ext uri="{FF2B5EF4-FFF2-40B4-BE49-F238E27FC236}">
                <a16:creationId xmlns:a16="http://schemas.microsoft.com/office/drawing/2014/main" id="{4A9DB495-BB86-49D2-97C0-6161CDA5C9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33D156-E63B-4722-BBD9-F18177ACCD00}"/>
              </a:ext>
            </a:extLst>
          </p:cNvPr>
          <p:cNvSpPr>
            <a:spLocks noGrp="1"/>
          </p:cNvSpPr>
          <p:nvPr>
            <p:ph type="sldNum" sz="quarter" idx="12"/>
          </p:nvPr>
        </p:nvSpPr>
        <p:spPr/>
        <p:txBody>
          <a:bodyPr/>
          <a:lstStyle/>
          <a:p>
            <a:fld id="{20AE50B1-0DDF-48C7-A2B7-12BC2741E2F0}" type="slidenum">
              <a:rPr lang="en-US" smtClean="0"/>
              <a:t>‹#›</a:t>
            </a:fld>
            <a:endParaRPr lang="en-US"/>
          </a:p>
        </p:txBody>
      </p:sp>
    </p:spTree>
    <p:extLst>
      <p:ext uri="{BB962C8B-B14F-4D97-AF65-F5344CB8AC3E}">
        <p14:creationId xmlns:p14="http://schemas.microsoft.com/office/powerpoint/2010/main" val="2158067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9E17-0B80-4F6F-9D3F-FCBE6A9F35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F116B2-41FF-4996-83B6-60149B4D698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0C2E25-043E-4A07-8E58-2F4DC58E14D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BA0D25F-93E0-46E1-9C8C-C243CED00E42}"/>
              </a:ext>
            </a:extLst>
          </p:cNvPr>
          <p:cNvSpPr>
            <a:spLocks noGrp="1"/>
          </p:cNvSpPr>
          <p:nvPr>
            <p:ph type="dt" sz="half" idx="10"/>
          </p:nvPr>
        </p:nvSpPr>
        <p:spPr/>
        <p:txBody>
          <a:bodyPr/>
          <a:lstStyle/>
          <a:p>
            <a:fld id="{BC64903E-DF1C-4385-BAEC-DAF1B12A8983}" type="datetimeFigureOut">
              <a:rPr lang="en-US" smtClean="0"/>
              <a:t>4/9/2026</a:t>
            </a:fld>
            <a:endParaRPr lang="en-US"/>
          </a:p>
        </p:txBody>
      </p:sp>
      <p:sp>
        <p:nvSpPr>
          <p:cNvPr id="6" name="Footer Placeholder 5">
            <a:extLst>
              <a:ext uri="{FF2B5EF4-FFF2-40B4-BE49-F238E27FC236}">
                <a16:creationId xmlns:a16="http://schemas.microsoft.com/office/drawing/2014/main" id="{5BBDD905-86A4-4901-BF05-025E6DAB50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71DC14-4428-4DC5-B711-E4E13565CF3C}"/>
              </a:ext>
            </a:extLst>
          </p:cNvPr>
          <p:cNvSpPr>
            <a:spLocks noGrp="1"/>
          </p:cNvSpPr>
          <p:nvPr>
            <p:ph type="sldNum" sz="quarter" idx="12"/>
          </p:nvPr>
        </p:nvSpPr>
        <p:spPr/>
        <p:txBody>
          <a:bodyPr/>
          <a:lstStyle/>
          <a:p>
            <a:fld id="{20AE50B1-0DDF-48C7-A2B7-12BC2741E2F0}" type="slidenum">
              <a:rPr lang="en-US" smtClean="0"/>
              <a:t>‹#›</a:t>
            </a:fld>
            <a:endParaRPr lang="en-US"/>
          </a:p>
        </p:txBody>
      </p:sp>
    </p:spTree>
    <p:extLst>
      <p:ext uri="{BB962C8B-B14F-4D97-AF65-F5344CB8AC3E}">
        <p14:creationId xmlns:p14="http://schemas.microsoft.com/office/powerpoint/2010/main" val="3669086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41BEC-679B-4138-BCAE-FFD45E159E4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9DCCA1-3637-4974-BE40-94C2BBF124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44CE372-201F-4951-8B76-2313237C492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CC9886-547A-4D98-B2AB-366E3DCFDA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424447D-1CEB-49E1-B682-4EE58281604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86DDBC-345E-4F0B-8BFE-2A271B4A9212}"/>
              </a:ext>
            </a:extLst>
          </p:cNvPr>
          <p:cNvSpPr>
            <a:spLocks noGrp="1"/>
          </p:cNvSpPr>
          <p:nvPr>
            <p:ph type="dt" sz="half" idx="10"/>
          </p:nvPr>
        </p:nvSpPr>
        <p:spPr/>
        <p:txBody>
          <a:bodyPr/>
          <a:lstStyle/>
          <a:p>
            <a:fld id="{BC64903E-DF1C-4385-BAEC-DAF1B12A8983}" type="datetimeFigureOut">
              <a:rPr lang="en-US" smtClean="0"/>
              <a:t>4/9/2026</a:t>
            </a:fld>
            <a:endParaRPr lang="en-US"/>
          </a:p>
        </p:txBody>
      </p:sp>
      <p:sp>
        <p:nvSpPr>
          <p:cNvPr id="8" name="Footer Placeholder 7">
            <a:extLst>
              <a:ext uri="{FF2B5EF4-FFF2-40B4-BE49-F238E27FC236}">
                <a16:creationId xmlns:a16="http://schemas.microsoft.com/office/drawing/2014/main" id="{0CCB03D5-2C36-469B-B20A-BE2F5F6C11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FBB034-0964-4FFD-8100-8A3F45490992}"/>
              </a:ext>
            </a:extLst>
          </p:cNvPr>
          <p:cNvSpPr>
            <a:spLocks noGrp="1"/>
          </p:cNvSpPr>
          <p:nvPr>
            <p:ph type="sldNum" sz="quarter" idx="12"/>
          </p:nvPr>
        </p:nvSpPr>
        <p:spPr/>
        <p:txBody>
          <a:bodyPr/>
          <a:lstStyle/>
          <a:p>
            <a:fld id="{20AE50B1-0DDF-48C7-A2B7-12BC2741E2F0}" type="slidenum">
              <a:rPr lang="en-US" smtClean="0"/>
              <a:t>‹#›</a:t>
            </a:fld>
            <a:endParaRPr lang="en-US"/>
          </a:p>
        </p:txBody>
      </p:sp>
    </p:spTree>
    <p:extLst>
      <p:ext uri="{BB962C8B-B14F-4D97-AF65-F5344CB8AC3E}">
        <p14:creationId xmlns:p14="http://schemas.microsoft.com/office/powerpoint/2010/main" val="5896224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A1DD4-3416-40D2-8CC5-5CC88DB2D5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F0D6B4-B78C-4A15-AFE3-76322181CEDD}"/>
              </a:ext>
            </a:extLst>
          </p:cNvPr>
          <p:cNvSpPr>
            <a:spLocks noGrp="1"/>
          </p:cNvSpPr>
          <p:nvPr>
            <p:ph type="dt" sz="half" idx="10"/>
          </p:nvPr>
        </p:nvSpPr>
        <p:spPr/>
        <p:txBody>
          <a:bodyPr/>
          <a:lstStyle/>
          <a:p>
            <a:fld id="{BC64903E-DF1C-4385-BAEC-DAF1B12A8983}" type="datetimeFigureOut">
              <a:rPr lang="en-US" smtClean="0"/>
              <a:t>4/9/2026</a:t>
            </a:fld>
            <a:endParaRPr lang="en-US"/>
          </a:p>
        </p:txBody>
      </p:sp>
      <p:sp>
        <p:nvSpPr>
          <p:cNvPr id="4" name="Footer Placeholder 3">
            <a:extLst>
              <a:ext uri="{FF2B5EF4-FFF2-40B4-BE49-F238E27FC236}">
                <a16:creationId xmlns:a16="http://schemas.microsoft.com/office/drawing/2014/main" id="{96AFC0B5-6C04-413B-8D92-7CBBE0B36D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D53BEE-0773-4FCB-8273-0AC6A11669AF}"/>
              </a:ext>
            </a:extLst>
          </p:cNvPr>
          <p:cNvSpPr>
            <a:spLocks noGrp="1"/>
          </p:cNvSpPr>
          <p:nvPr>
            <p:ph type="sldNum" sz="quarter" idx="12"/>
          </p:nvPr>
        </p:nvSpPr>
        <p:spPr/>
        <p:txBody>
          <a:bodyPr/>
          <a:lstStyle/>
          <a:p>
            <a:fld id="{20AE50B1-0DDF-48C7-A2B7-12BC2741E2F0}" type="slidenum">
              <a:rPr lang="en-US" smtClean="0"/>
              <a:t>‹#›</a:t>
            </a:fld>
            <a:endParaRPr lang="en-US"/>
          </a:p>
        </p:txBody>
      </p:sp>
    </p:spTree>
    <p:extLst>
      <p:ext uri="{BB962C8B-B14F-4D97-AF65-F5344CB8AC3E}">
        <p14:creationId xmlns:p14="http://schemas.microsoft.com/office/powerpoint/2010/main" val="3596015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DE957F-3A53-47F6-800F-9C45D90CBD14}"/>
              </a:ext>
            </a:extLst>
          </p:cNvPr>
          <p:cNvSpPr>
            <a:spLocks noGrp="1"/>
          </p:cNvSpPr>
          <p:nvPr>
            <p:ph type="dt" sz="half" idx="10"/>
          </p:nvPr>
        </p:nvSpPr>
        <p:spPr/>
        <p:txBody>
          <a:bodyPr/>
          <a:lstStyle/>
          <a:p>
            <a:fld id="{BC64903E-DF1C-4385-BAEC-DAF1B12A8983}" type="datetimeFigureOut">
              <a:rPr lang="en-US" smtClean="0"/>
              <a:t>4/9/2026</a:t>
            </a:fld>
            <a:endParaRPr lang="en-US"/>
          </a:p>
        </p:txBody>
      </p:sp>
      <p:sp>
        <p:nvSpPr>
          <p:cNvPr id="3" name="Footer Placeholder 2">
            <a:extLst>
              <a:ext uri="{FF2B5EF4-FFF2-40B4-BE49-F238E27FC236}">
                <a16:creationId xmlns:a16="http://schemas.microsoft.com/office/drawing/2014/main" id="{7A888B7D-5F95-4A62-80DC-D16743E1FC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D5A1EE-AE4B-4A61-B188-3B09AA8E38FB}"/>
              </a:ext>
            </a:extLst>
          </p:cNvPr>
          <p:cNvSpPr>
            <a:spLocks noGrp="1"/>
          </p:cNvSpPr>
          <p:nvPr>
            <p:ph type="sldNum" sz="quarter" idx="12"/>
          </p:nvPr>
        </p:nvSpPr>
        <p:spPr/>
        <p:txBody>
          <a:bodyPr/>
          <a:lstStyle/>
          <a:p>
            <a:fld id="{20AE50B1-0DDF-48C7-A2B7-12BC2741E2F0}" type="slidenum">
              <a:rPr lang="en-US" smtClean="0"/>
              <a:t>‹#›</a:t>
            </a:fld>
            <a:endParaRPr lang="en-US"/>
          </a:p>
        </p:txBody>
      </p:sp>
    </p:spTree>
    <p:extLst>
      <p:ext uri="{BB962C8B-B14F-4D97-AF65-F5344CB8AC3E}">
        <p14:creationId xmlns:p14="http://schemas.microsoft.com/office/powerpoint/2010/main" val="41158552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CF0ED-B6D7-4886-9A0C-A72CF9C759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D06772-44EC-425F-A0A6-E74C281D74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84C1DD-4CEB-4A8C-A52E-96E3287E27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0B47C14-4F9E-4E9A-A7F6-DC59076617EC}"/>
              </a:ext>
            </a:extLst>
          </p:cNvPr>
          <p:cNvSpPr>
            <a:spLocks noGrp="1"/>
          </p:cNvSpPr>
          <p:nvPr>
            <p:ph type="dt" sz="half" idx="10"/>
          </p:nvPr>
        </p:nvSpPr>
        <p:spPr/>
        <p:txBody>
          <a:bodyPr/>
          <a:lstStyle/>
          <a:p>
            <a:fld id="{BC64903E-DF1C-4385-BAEC-DAF1B12A8983}" type="datetimeFigureOut">
              <a:rPr lang="en-US" smtClean="0"/>
              <a:t>4/9/2026</a:t>
            </a:fld>
            <a:endParaRPr lang="en-US"/>
          </a:p>
        </p:txBody>
      </p:sp>
      <p:sp>
        <p:nvSpPr>
          <p:cNvPr id="6" name="Footer Placeholder 5">
            <a:extLst>
              <a:ext uri="{FF2B5EF4-FFF2-40B4-BE49-F238E27FC236}">
                <a16:creationId xmlns:a16="http://schemas.microsoft.com/office/drawing/2014/main" id="{E512B64A-74A9-4F85-BBD7-339174B02F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8D9A03-6F87-4252-B270-9071EAD74444}"/>
              </a:ext>
            </a:extLst>
          </p:cNvPr>
          <p:cNvSpPr>
            <a:spLocks noGrp="1"/>
          </p:cNvSpPr>
          <p:nvPr>
            <p:ph type="sldNum" sz="quarter" idx="12"/>
          </p:nvPr>
        </p:nvSpPr>
        <p:spPr/>
        <p:txBody>
          <a:bodyPr/>
          <a:lstStyle/>
          <a:p>
            <a:fld id="{20AE50B1-0DDF-48C7-A2B7-12BC2741E2F0}" type="slidenum">
              <a:rPr lang="en-US" smtClean="0"/>
              <a:t>‹#›</a:t>
            </a:fld>
            <a:endParaRPr lang="en-US"/>
          </a:p>
        </p:txBody>
      </p:sp>
    </p:spTree>
    <p:extLst>
      <p:ext uri="{BB962C8B-B14F-4D97-AF65-F5344CB8AC3E}">
        <p14:creationId xmlns:p14="http://schemas.microsoft.com/office/powerpoint/2010/main" val="2499078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A1D1F-FFD8-4BBE-9361-BB6A32C542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8AB5C3-0664-485A-9896-40EAA095B1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71B009-6D8A-4EA4-A400-7C30B23F96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AF479FD-46CB-4CD8-A6B3-88A32DE7191D}"/>
              </a:ext>
            </a:extLst>
          </p:cNvPr>
          <p:cNvSpPr>
            <a:spLocks noGrp="1"/>
          </p:cNvSpPr>
          <p:nvPr>
            <p:ph type="dt" sz="half" idx="10"/>
          </p:nvPr>
        </p:nvSpPr>
        <p:spPr/>
        <p:txBody>
          <a:bodyPr/>
          <a:lstStyle/>
          <a:p>
            <a:fld id="{BC64903E-DF1C-4385-BAEC-DAF1B12A8983}" type="datetimeFigureOut">
              <a:rPr lang="en-US" smtClean="0"/>
              <a:t>4/9/2026</a:t>
            </a:fld>
            <a:endParaRPr lang="en-US"/>
          </a:p>
        </p:txBody>
      </p:sp>
      <p:sp>
        <p:nvSpPr>
          <p:cNvPr id="6" name="Footer Placeholder 5">
            <a:extLst>
              <a:ext uri="{FF2B5EF4-FFF2-40B4-BE49-F238E27FC236}">
                <a16:creationId xmlns:a16="http://schemas.microsoft.com/office/drawing/2014/main" id="{E737C192-DF74-4854-9295-8E6308EEC0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706937-C1DF-45D0-ACDC-6CD3ACFC59CC}"/>
              </a:ext>
            </a:extLst>
          </p:cNvPr>
          <p:cNvSpPr>
            <a:spLocks noGrp="1"/>
          </p:cNvSpPr>
          <p:nvPr>
            <p:ph type="sldNum" sz="quarter" idx="12"/>
          </p:nvPr>
        </p:nvSpPr>
        <p:spPr/>
        <p:txBody>
          <a:bodyPr/>
          <a:lstStyle/>
          <a:p>
            <a:fld id="{20AE50B1-0DDF-48C7-A2B7-12BC2741E2F0}" type="slidenum">
              <a:rPr lang="en-US" smtClean="0"/>
              <a:t>‹#›</a:t>
            </a:fld>
            <a:endParaRPr lang="en-US"/>
          </a:p>
        </p:txBody>
      </p:sp>
    </p:spTree>
    <p:extLst>
      <p:ext uri="{BB962C8B-B14F-4D97-AF65-F5344CB8AC3E}">
        <p14:creationId xmlns:p14="http://schemas.microsoft.com/office/powerpoint/2010/main" val="7441643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7FD62-C2E0-4C8B-8BE7-4DB9C6E89E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DC4923-BB20-4F2F-8E27-31B7E2F96F5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3E8808-CB99-4B83-921A-47F39260195F}"/>
              </a:ext>
            </a:extLst>
          </p:cNvPr>
          <p:cNvSpPr>
            <a:spLocks noGrp="1"/>
          </p:cNvSpPr>
          <p:nvPr>
            <p:ph type="dt" sz="half" idx="10"/>
          </p:nvPr>
        </p:nvSpPr>
        <p:spPr/>
        <p:txBody>
          <a:bodyPr/>
          <a:lstStyle/>
          <a:p>
            <a:fld id="{BC64903E-DF1C-4385-BAEC-DAF1B12A8983}" type="datetimeFigureOut">
              <a:rPr lang="en-US" smtClean="0"/>
              <a:t>4/9/2026</a:t>
            </a:fld>
            <a:endParaRPr lang="en-US"/>
          </a:p>
        </p:txBody>
      </p:sp>
      <p:sp>
        <p:nvSpPr>
          <p:cNvPr id="5" name="Footer Placeholder 4">
            <a:extLst>
              <a:ext uri="{FF2B5EF4-FFF2-40B4-BE49-F238E27FC236}">
                <a16:creationId xmlns:a16="http://schemas.microsoft.com/office/drawing/2014/main" id="{2FEC99B1-DF7E-43CB-9C0A-37D28FB541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73A775-4DFA-4EDE-B1E5-EF90ADC46E03}"/>
              </a:ext>
            </a:extLst>
          </p:cNvPr>
          <p:cNvSpPr>
            <a:spLocks noGrp="1"/>
          </p:cNvSpPr>
          <p:nvPr>
            <p:ph type="sldNum" sz="quarter" idx="12"/>
          </p:nvPr>
        </p:nvSpPr>
        <p:spPr/>
        <p:txBody>
          <a:bodyPr/>
          <a:lstStyle/>
          <a:p>
            <a:fld id="{20AE50B1-0DDF-48C7-A2B7-12BC2741E2F0}" type="slidenum">
              <a:rPr lang="en-US" smtClean="0"/>
              <a:t>‹#›</a:t>
            </a:fld>
            <a:endParaRPr lang="en-US"/>
          </a:p>
        </p:txBody>
      </p:sp>
    </p:spTree>
    <p:extLst>
      <p:ext uri="{BB962C8B-B14F-4D97-AF65-F5344CB8AC3E}">
        <p14:creationId xmlns:p14="http://schemas.microsoft.com/office/powerpoint/2010/main" val="8666864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8F418C-617B-4864-A22E-0CB7A5FFE3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6F4CD9-541D-4013-9AFF-D8903F26D39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0E5BB9-F16A-4AD7-8BEC-B18ED2591E48}"/>
              </a:ext>
            </a:extLst>
          </p:cNvPr>
          <p:cNvSpPr>
            <a:spLocks noGrp="1"/>
          </p:cNvSpPr>
          <p:nvPr>
            <p:ph type="dt" sz="half" idx="10"/>
          </p:nvPr>
        </p:nvSpPr>
        <p:spPr/>
        <p:txBody>
          <a:bodyPr/>
          <a:lstStyle/>
          <a:p>
            <a:fld id="{BC64903E-DF1C-4385-BAEC-DAF1B12A8983}" type="datetimeFigureOut">
              <a:rPr lang="en-US" smtClean="0"/>
              <a:t>4/9/2026</a:t>
            </a:fld>
            <a:endParaRPr lang="en-US"/>
          </a:p>
        </p:txBody>
      </p:sp>
      <p:sp>
        <p:nvSpPr>
          <p:cNvPr id="5" name="Footer Placeholder 4">
            <a:extLst>
              <a:ext uri="{FF2B5EF4-FFF2-40B4-BE49-F238E27FC236}">
                <a16:creationId xmlns:a16="http://schemas.microsoft.com/office/drawing/2014/main" id="{1E8428F6-869A-4307-B7DC-08C940C01E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4D1F4A-6FFC-4C89-9F61-68DB1A570F40}"/>
              </a:ext>
            </a:extLst>
          </p:cNvPr>
          <p:cNvSpPr>
            <a:spLocks noGrp="1"/>
          </p:cNvSpPr>
          <p:nvPr>
            <p:ph type="sldNum" sz="quarter" idx="12"/>
          </p:nvPr>
        </p:nvSpPr>
        <p:spPr/>
        <p:txBody>
          <a:bodyPr/>
          <a:lstStyle/>
          <a:p>
            <a:fld id="{20AE50B1-0DDF-48C7-A2B7-12BC2741E2F0}" type="slidenum">
              <a:rPr lang="en-US" smtClean="0"/>
              <a:t>‹#›</a:t>
            </a:fld>
            <a:endParaRPr lang="en-US"/>
          </a:p>
        </p:txBody>
      </p:sp>
    </p:spTree>
    <p:extLst>
      <p:ext uri="{BB962C8B-B14F-4D97-AF65-F5344CB8AC3E}">
        <p14:creationId xmlns:p14="http://schemas.microsoft.com/office/powerpoint/2010/main" val="23442217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0685CD-5071-4AF8-8DB5-AC79E1B616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598223-75F3-4D38-8E3F-54357ECAEA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76155-FE51-415D-A4FF-FC1170DF28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64903E-DF1C-4385-BAEC-DAF1B12A8983}" type="datetimeFigureOut">
              <a:rPr lang="en-US" smtClean="0"/>
              <a:t>4/9/2026</a:t>
            </a:fld>
            <a:endParaRPr lang="en-US"/>
          </a:p>
        </p:txBody>
      </p:sp>
      <p:sp>
        <p:nvSpPr>
          <p:cNvPr id="5" name="Footer Placeholder 4">
            <a:extLst>
              <a:ext uri="{FF2B5EF4-FFF2-40B4-BE49-F238E27FC236}">
                <a16:creationId xmlns:a16="http://schemas.microsoft.com/office/drawing/2014/main" id="{E2CFCFA0-E88F-4F2E-A044-4AEEBD23A9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2F59A3-CE67-41AA-8FA5-83A915F14D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AE50B1-0DDF-48C7-A2B7-12BC2741E2F0}" type="slidenum">
              <a:rPr lang="en-US" smtClean="0"/>
              <a:t>‹#›</a:t>
            </a:fld>
            <a:endParaRPr lang="en-US"/>
          </a:p>
        </p:txBody>
      </p:sp>
    </p:spTree>
    <p:extLst>
      <p:ext uri="{BB962C8B-B14F-4D97-AF65-F5344CB8AC3E}">
        <p14:creationId xmlns:p14="http://schemas.microsoft.com/office/powerpoint/2010/main" val="770204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microsoft.com/office/2007/relationships/hdphoto" Target="../media/hdphoto5.wdp"/><Relationship Id="rId3" Type="http://schemas.openxmlformats.org/officeDocument/2006/relationships/image" Target="../media/image2.jpg"/><Relationship Id="rId7" Type="http://schemas.microsoft.com/office/2007/relationships/hdphoto" Target="../media/hdphoto2.wdp"/><Relationship Id="rId12"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image" Target="../media/image4.png"/><Relationship Id="rId11" Type="http://schemas.microsoft.com/office/2007/relationships/hdphoto" Target="../media/hdphoto4.wdp"/><Relationship Id="rId5" Type="http://schemas.microsoft.com/office/2007/relationships/hdphoto" Target="../media/hdphoto1.wdp"/><Relationship Id="rId15" Type="http://schemas.microsoft.com/office/2007/relationships/hdphoto" Target="../media/hdphoto6.wdp"/><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3.wdp"/><Relationship Id="rId14"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8.png"/><Relationship Id="rId18" Type="http://schemas.microsoft.com/office/2007/relationships/hdphoto" Target="../media/hdphoto7.wdp"/><Relationship Id="rId3" Type="http://schemas.openxmlformats.org/officeDocument/2006/relationships/image" Target="../media/image3.png"/><Relationship Id="rId7" Type="http://schemas.openxmlformats.org/officeDocument/2006/relationships/image" Target="../media/image5.png"/><Relationship Id="rId12" Type="http://schemas.microsoft.com/office/2007/relationships/hdphoto" Target="../media/hdphoto5.wdp"/><Relationship Id="rId17" Type="http://schemas.openxmlformats.org/officeDocument/2006/relationships/image" Target="../media/image11.png"/><Relationship Id="rId2" Type="http://schemas.openxmlformats.org/officeDocument/2006/relationships/image" Target="../media/image2.jpg"/><Relationship Id="rId16" Type="http://schemas.openxmlformats.org/officeDocument/2006/relationships/image" Target="../media/image10.png"/><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7.png"/><Relationship Id="rId5" Type="http://schemas.openxmlformats.org/officeDocument/2006/relationships/image" Target="../media/image4.png"/><Relationship Id="rId15" Type="http://schemas.openxmlformats.org/officeDocument/2006/relationships/image" Target="../media/image9.jp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6.png"/><Relationship Id="rId14" Type="http://schemas.microsoft.com/office/2007/relationships/hdphoto" Target="../media/hdphoto6.wdp"/></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5.png"/><Relationship Id="rId3" Type="http://schemas.openxmlformats.org/officeDocument/2006/relationships/image" Target="../media/image10.png"/><Relationship Id="rId7" Type="http://schemas.microsoft.com/office/2007/relationships/hdphoto" Target="../media/hdphoto8.wdp"/><Relationship Id="rId12" Type="http://schemas.microsoft.com/office/2007/relationships/hdphoto" Target="../media/hdphoto10.wdp"/><Relationship Id="rId2" Type="http://schemas.openxmlformats.org/officeDocument/2006/relationships/image" Target="../media/image9.jpg"/><Relationship Id="rId16" Type="http://schemas.microsoft.com/office/2007/relationships/hdphoto" Target="../media/hdphoto11.wdp"/><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5.png"/><Relationship Id="rId5" Type="http://schemas.microsoft.com/office/2007/relationships/hdphoto" Target="../media/hdphoto7.wdp"/><Relationship Id="rId15" Type="http://schemas.openxmlformats.org/officeDocument/2006/relationships/image" Target="../media/image16.png"/><Relationship Id="rId10" Type="http://schemas.openxmlformats.org/officeDocument/2006/relationships/image" Target="../media/image14.emf"/><Relationship Id="rId4" Type="http://schemas.openxmlformats.org/officeDocument/2006/relationships/image" Target="../media/image11.png"/><Relationship Id="rId9" Type="http://schemas.microsoft.com/office/2007/relationships/hdphoto" Target="../media/hdphoto9.wdp"/><Relationship Id="rId14" Type="http://schemas.microsoft.com/office/2007/relationships/hdphoto" Target="../media/hdphoto3.wdp"/></Relationships>
</file>

<file path=ppt/slides/_rels/slide4.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17.png"/><Relationship Id="rId3" Type="http://schemas.openxmlformats.org/officeDocument/2006/relationships/image" Target="../media/image15.png"/><Relationship Id="rId7" Type="http://schemas.openxmlformats.org/officeDocument/2006/relationships/image" Target="../media/image5.png"/><Relationship Id="rId12" Type="http://schemas.microsoft.com/office/2007/relationships/hdphoto" Target="../media/hdphoto11.wdp"/><Relationship Id="rId17" Type="http://schemas.microsoft.com/office/2007/relationships/hdphoto" Target="../media/hdphoto13.wdp"/><Relationship Id="rId2" Type="http://schemas.openxmlformats.org/officeDocument/2006/relationships/image" Target="../media/image14.emf"/><Relationship Id="rId16" Type="http://schemas.openxmlformats.org/officeDocument/2006/relationships/image" Target="../media/image19.png"/><Relationship Id="rId1" Type="http://schemas.openxmlformats.org/officeDocument/2006/relationships/slideLayout" Target="../slideLayouts/slideLayout1.xml"/><Relationship Id="rId6" Type="http://schemas.microsoft.com/office/2007/relationships/hdphoto" Target="../media/hdphoto8.wdp"/><Relationship Id="rId11" Type="http://schemas.openxmlformats.org/officeDocument/2006/relationships/image" Target="../media/image16.png"/><Relationship Id="rId5" Type="http://schemas.openxmlformats.org/officeDocument/2006/relationships/image" Target="../media/image12.png"/><Relationship Id="rId15" Type="http://schemas.microsoft.com/office/2007/relationships/hdphoto" Target="../media/hdphoto12.wdp"/><Relationship Id="rId10" Type="http://schemas.microsoft.com/office/2007/relationships/hdphoto" Target="../media/hdphoto9.wdp"/><Relationship Id="rId4" Type="http://schemas.microsoft.com/office/2007/relationships/hdphoto" Target="../media/hdphoto10.wdp"/><Relationship Id="rId9" Type="http://schemas.openxmlformats.org/officeDocument/2006/relationships/image" Target="../media/image13.png"/><Relationship Id="rId14" Type="http://schemas.openxmlformats.org/officeDocument/2006/relationships/image" Target="../media/image18.png"/></Relationships>
</file>

<file path=ppt/slides/_rels/slide5.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microsoft.com/office/2007/relationships/hdphoto" Target="../media/hdphoto12.wdp"/><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6.png"/><Relationship Id="rId5" Type="http://schemas.microsoft.com/office/2007/relationships/hdphoto" Target="../media/hdphoto13.wdp"/><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18.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jpg"/><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microsoft.com/office/2007/relationships/hdphoto" Target="../media/hdphoto12.wdp"/></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8.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image" Target="../media/image31.jpg"/><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microsoft.com/office/2007/relationships/hdphoto" Target="../media/hdphoto12.wdp"/><Relationship Id="rId9" Type="http://schemas.openxmlformats.org/officeDocument/2006/relationships/image" Target="../media/image36.png"/></Relationships>
</file>

<file path=ppt/slides/_rels/slide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14.emf"/><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17.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10.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13" Type="http://schemas.microsoft.com/office/2007/relationships/hdphoto" Target="../media/hdphoto5.wdp"/><Relationship Id="rId3" Type="http://schemas.openxmlformats.org/officeDocument/2006/relationships/image" Target="../media/image2.jpg"/><Relationship Id="rId7" Type="http://schemas.microsoft.com/office/2007/relationships/hdphoto" Target="../media/hdphoto2.wdp"/><Relationship Id="rId12"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image" Target="../media/image4.png"/><Relationship Id="rId11" Type="http://schemas.microsoft.com/office/2007/relationships/hdphoto" Target="../media/hdphoto4.wdp"/><Relationship Id="rId5" Type="http://schemas.microsoft.com/office/2007/relationships/hdphoto" Target="../media/hdphoto1.wdp"/><Relationship Id="rId15" Type="http://schemas.microsoft.com/office/2007/relationships/hdphoto" Target="../media/hdphoto6.wdp"/><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3.wdp"/><Relationship Id="rId1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64B43AC1-B1AE-4EAA-A6F7-5812753AC6B0}"/>
              </a:ext>
            </a:extLst>
          </p:cNvPr>
          <p:cNvSpPr/>
          <p:nvPr/>
        </p:nvSpPr>
        <p:spPr>
          <a:xfrm flipH="1">
            <a:off x="0" y="-1599"/>
            <a:ext cx="10415067" cy="6859599"/>
          </a:xfrm>
          <a:custGeom>
            <a:avLst/>
            <a:gdLst>
              <a:gd name="connsiteX0" fmla="*/ 10313470 w 10415067"/>
              <a:gd name="connsiteY0" fmla="*/ 0 h 6859599"/>
              <a:gd name="connsiteX1" fmla="*/ 0 w 10415067"/>
              <a:gd name="connsiteY1" fmla="*/ 0 h 6859599"/>
              <a:gd name="connsiteX2" fmla="*/ 280832 w 10415067"/>
              <a:gd name="connsiteY2" fmla="*/ 312707 h 6859599"/>
              <a:gd name="connsiteX3" fmla="*/ 505992 w 10415067"/>
              <a:gd name="connsiteY3" fmla="*/ 563453 h 6859599"/>
              <a:gd name="connsiteX4" fmla="*/ 721875 w 10415067"/>
              <a:gd name="connsiteY4" fmla="*/ 803833 h 6859599"/>
              <a:gd name="connsiteX5" fmla="*/ 3981625 w 10415067"/>
              <a:gd name="connsiteY5" fmla="*/ 4433701 h 6859599"/>
              <a:gd name="connsiteX6" fmla="*/ 4197399 w 10415067"/>
              <a:gd name="connsiteY6" fmla="*/ 4673917 h 6859599"/>
              <a:gd name="connsiteX7" fmla="*/ 4422504 w 10415067"/>
              <a:gd name="connsiteY7" fmla="*/ 4924608 h 6859599"/>
              <a:gd name="connsiteX8" fmla="*/ 6157113 w 10415067"/>
              <a:gd name="connsiteY8" fmla="*/ 6856151 h 6859599"/>
              <a:gd name="connsiteX9" fmla="*/ 7548042 w 10415067"/>
              <a:gd name="connsiteY9" fmla="*/ 6856151 h 6859599"/>
              <a:gd name="connsiteX10" fmla="*/ 7548042 w 10415067"/>
              <a:gd name="connsiteY10" fmla="*/ 6859599 h 6859599"/>
              <a:gd name="connsiteX11" fmla="*/ 10415067 w 10415067"/>
              <a:gd name="connsiteY11" fmla="*/ 6859599 h 6859599"/>
              <a:gd name="connsiteX12" fmla="*/ 10415067 w 10415067"/>
              <a:gd name="connsiteY12" fmla="*/ 1599 h 6859599"/>
              <a:gd name="connsiteX13" fmla="*/ 10313470 w 10415067"/>
              <a:gd name="connsiteY13" fmla="*/ 1599 h 685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15067" h="6859599">
                <a:moveTo>
                  <a:pt x="10313470" y="0"/>
                </a:moveTo>
                <a:lnTo>
                  <a:pt x="0" y="0"/>
                </a:lnTo>
                <a:lnTo>
                  <a:pt x="280832" y="312707"/>
                </a:lnTo>
                <a:lnTo>
                  <a:pt x="505992" y="563453"/>
                </a:lnTo>
                <a:lnTo>
                  <a:pt x="721875" y="803833"/>
                </a:lnTo>
                <a:lnTo>
                  <a:pt x="3981625" y="4433701"/>
                </a:lnTo>
                <a:lnTo>
                  <a:pt x="4197399" y="4673917"/>
                </a:lnTo>
                <a:lnTo>
                  <a:pt x="4422504" y="4924608"/>
                </a:lnTo>
                <a:lnTo>
                  <a:pt x="6157113" y="6856151"/>
                </a:lnTo>
                <a:lnTo>
                  <a:pt x="7548042" y="6856151"/>
                </a:lnTo>
                <a:lnTo>
                  <a:pt x="7548042" y="6859599"/>
                </a:lnTo>
                <a:lnTo>
                  <a:pt x="10415067" y="6859599"/>
                </a:lnTo>
                <a:lnTo>
                  <a:pt x="10415067" y="1599"/>
                </a:lnTo>
                <a:lnTo>
                  <a:pt x="10313470" y="1599"/>
                </a:lnTo>
                <a:close/>
              </a:path>
            </a:pathLst>
          </a:custGeom>
          <a:gradFill flip="none" rotWithShape="1">
            <a:gsLst>
              <a:gs pos="100000">
                <a:srgbClr val="0A2C69"/>
              </a:gs>
              <a:gs pos="0">
                <a:srgbClr val="3795AF"/>
              </a:gs>
            </a:gsLst>
            <a:lin ang="18900000" scaled="1"/>
            <a:tileRect/>
          </a:gradFill>
          <a:ln w="4506"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530FD08B-8DE8-4500-B430-F05A3300EE63}"/>
              </a:ext>
            </a:extLst>
          </p:cNvPr>
          <p:cNvSpPr/>
          <p:nvPr/>
        </p:nvSpPr>
        <p:spPr>
          <a:xfrm flipH="1">
            <a:off x="4578109" y="-1600"/>
            <a:ext cx="7615491" cy="6858000"/>
          </a:xfrm>
          <a:custGeom>
            <a:avLst/>
            <a:gdLst>
              <a:gd name="connsiteX0" fmla="*/ 1600 w 7615490"/>
              <a:gd name="connsiteY0" fmla="*/ 1008612 h 6857999"/>
              <a:gd name="connsiteX1" fmla="*/ 5238840 w 7615490"/>
              <a:gd name="connsiteY1" fmla="*/ 6858969 h 6857999"/>
              <a:gd name="connsiteX2" fmla="*/ 7614341 w 7615490"/>
              <a:gd name="connsiteY2" fmla="*/ 6858969 h 6857999"/>
              <a:gd name="connsiteX3" fmla="*/ 1451790 w 7615490"/>
              <a:gd name="connsiteY3" fmla="*/ 1600 h 6857999"/>
              <a:gd name="connsiteX4" fmla="*/ 1600 w 7615490"/>
              <a:gd name="connsiteY4" fmla="*/ 1600 h 6857999"/>
              <a:gd name="connsiteX5" fmla="*/ 1600 w 7615490"/>
              <a:gd name="connsiteY5" fmla="*/ 100861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5490" h="6857999">
                <a:moveTo>
                  <a:pt x="1600" y="1008612"/>
                </a:moveTo>
                <a:lnTo>
                  <a:pt x="5238840" y="6858969"/>
                </a:lnTo>
                <a:lnTo>
                  <a:pt x="7614341" y="6858969"/>
                </a:lnTo>
                <a:lnTo>
                  <a:pt x="1451790" y="1600"/>
                </a:lnTo>
                <a:lnTo>
                  <a:pt x="1600" y="1600"/>
                </a:lnTo>
                <a:lnTo>
                  <a:pt x="1600" y="1008612"/>
                </a:lnTo>
                <a:close/>
              </a:path>
            </a:pathLst>
          </a:custGeom>
          <a:gradFill flip="none" rotWithShape="1">
            <a:gsLst>
              <a:gs pos="0">
                <a:srgbClr val="338CA9">
                  <a:shade val="30000"/>
                  <a:satMod val="115000"/>
                </a:srgbClr>
              </a:gs>
              <a:gs pos="50000">
                <a:srgbClr val="338CA9">
                  <a:shade val="67500"/>
                  <a:satMod val="115000"/>
                </a:srgbClr>
              </a:gs>
              <a:gs pos="100000">
                <a:srgbClr val="338CA9">
                  <a:shade val="100000"/>
                  <a:satMod val="115000"/>
                </a:srgbClr>
              </a:gs>
            </a:gsLst>
            <a:lin ang="5400000" scaled="1"/>
            <a:tileRect/>
          </a:gradFill>
          <a:ln w="4506" cap="flat">
            <a:noFill/>
            <a:prstDash val="solid"/>
            <a:miter/>
          </a:ln>
        </p:spPr>
        <p:txBody>
          <a:bodyPr rtlCol="0" anchor="ctr"/>
          <a:lstStyle/>
          <a:p>
            <a:endParaRPr lang="en-US" dirty="0"/>
          </a:p>
        </p:txBody>
      </p:sp>
      <p:sp>
        <p:nvSpPr>
          <p:cNvPr id="6" name="Freeform: Shape 5">
            <a:extLst>
              <a:ext uri="{FF2B5EF4-FFF2-40B4-BE49-F238E27FC236}">
                <a16:creationId xmlns:a16="http://schemas.microsoft.com/office/drawing/2014/main" id="{8E2ECA92-6828-4898-928D-80DAC1C21321}"/>
              </a:ext>
            </a:extLst>
          </p:cNvPr>
          <p:cNvSpPr/>
          <p:nvPr/>
        </p:nvSpPr>
        <p:spPr>
          <a:xfrm flipH="1">
            <a:off x="7278926" y="1385285"/>
            <a:ext cx="4914674" cy="5469266"/>
          </a:xfrm>
          <a:custGeom>
            <a:avLst/>
            <a:gdLst>
              <a:gd name="connsiteX0" fmla="*/ 4914381 w 4914674"/>
              <a:gd name="connsiteY0" fmla="*/ 5472084 h 5469266"/>
              <a:gd name="connsiteX1" fmla="*/ 4793182 w 4914674"/>
              <a:gd name="connsiteY1" fmla="*/ 5472084 h 5469266"/>
              <a:gd name="connsiteX2" fmla="*/ 4183176 w 4914674"/>
              <a:gd name="connsiteY2" fmla="*/ 4792821 h 5469266"/>
              <a:gd name="connsiteX3" fmla="*/ 3984966 w 4914674"/>
              <a:gd name="connsiteY3" fmla="*/ 4572112 h 5469266"/>
              <a:gd name="connsiteX4" fmla="*/ 3791400 w 4914674"/>
              <a:gd name="connsiteY4" fmla="*/ 4356633 h 5469266"/>
              <a:gd name="connsiteX5" fmla="*/ 1336227 w 4914674"/>
              <a:gd name="connsiteY5" fmla="*/ 1622676 h 5469266"/>
              <a:gd name="connsiteX6" fmla="*/ 1142706 w 4914674"/>
              <a:gd name="connsiteY6" fmla="*/ 1407197 h 5469266"/>
              <a:gd name="connsiteX7" fmla="*/ 944586 w 4914674"/>
              <a:gd name="connsiteY7" fmla="*/ 1186578 h 5469266"/>
              <a:gd name="connsiteX8" fmla="*/ 1600 w 4914674"/>
              <a:gd name="connsiteY8" fmla="*/ 136550 h 5469266"/>
              <a:gd name="connsiteX9" fmla="*/ 1600 w 4914674"/>
              <a:gd name="connsiteY9" fmla="*/ 1600 h 5469266"/>
              <a:gd name="connsiteX10" fmla="*/ 979530 w 4914674"/>
              <a:gd name="connsiteY10" fmla="*/ 1090538 h 5469266"/>
              <a:gd name="connsiteX11" fmla="*/ 1173186 w 4914674"/>
              <a:gd name="connsiteY11" fmla="*/ 1306198 h 5469266"/>
              <a:gd name="connsiteX12" fmla="*/ 1361071 w 4914674"/>
              <a:gd name="connsiteY12" fmla="*/ 1515410 h 5469266"/>
              <a:gd name="connsiteX13" fmla="*/ 3900786 w 4914674"/>
              <a:gd name="connsiteY13" fmla="*/ 4343422 h 5469266"/>
              <a:gd name="connsiteX14" fmla="*/ 4088715 w 4914674"/>
              <a:gd name="connsiteY14" fmla="*/ 4552679 h 5469266"/>
              <a:gd name="connsiteX15" fmla="*/ 4282507 w 4914674"/>
              <a:gd name="connsiteY15" fmla="*/ 4768474 h 5469266"/>
              <a:gd name="connsiteX16" fmla="*/ 4914381 w 4914674"/>
              <a:gd name="connsiteY16" fmla="*/ 5472084 h 546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14674" h="5469266">
                <a:moveTo>
                  <a:pt x="4914381" y="5472084"/>
                </a:moveTo>
                <a:lnTo>
                  <a:pt x="4793182" y="5472084"/>
                </a:lnTo>
                <a:lnTo>
                  <a:pt x="4183176" y="4792821"/>
                </a:lnTo>
                <a:lnTo>
                  <a:pt x="3984966" y="4572112"/>
                </a:lnTo>
                <a:lnTo>
                  <a:pt x="3791400" y="4356633"/>
                </a:lnTo>
                <a:lnTo>
                  <a:pt x="1336227" y="1622676"/>
                </a:lnTo>
                <a:lnTo>
                  <a:pt x="1142706" y="1407197"/>
                </a:lnTo>
                <a:lnTo>
                  <a:pt x="944586" y="1186578"/>
                </a:lnTo>
                <a:lnTo>
                  <a:pt x="1600" y="136550"/>
                </a:lnTo>
                <a:lnTo>
                  <a:pt x="1600" y="1600"/>
                </a:lnTo>
                <a:lnTo>
                  <a:pt x="979530" y="1090538"/>
                </a:lnTo>
                <a:lnTo>
                  <a:pt x="1173186" y="1306198"/>
                </a:lnTo>
                <a:lnTo>
                  <a:pt x="1361071" y="1515410"/>
                </a:lnTo>
                <a:lnTo>
                  <a:pt x="3900786" y="4343422"/>
                </a:lnTo>
                <a:lnTo>
                  <a:pt x="4088715" y="4552679"/>
                </a:lnTo>
                <a:lnTo>
                  <a:pt x="4282507" y="4768474"/>
                </a:lnTo>
                <a:lnTo>
                  <a:pt x="4914381" y="5472084"/>
                </a:lnTo>
                <a:close/>
              </a:path>
            </a:pathLst>
          </a:custGeom>
          <a:solidFill>
            <a:srgbClr val="22648E"/>
          </a:solidFill>
          <a:ln w="4506"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132B683-2432-4E5F-BDFA-CBEA9C677C4D}"/>
              </a:ext>
            </a:extLst>
          </p:cNvPr>
          <p:cNvSpPr/>
          <p:nvPr/>
        </p:nvSpPr>
        <p:spPr>
          <a:xfrm flipH="1">
            <a:off x="6195488" y="1117052"/>
            <a:ext cx="4860568" cy="4860568"/>
          </a:xfrm>
          <a:custGeom>
            <a:avLst/>
            <a:gdLst>
              <a:gd name="connsiteX0" fmla="*/ 4863430 w 4860567"/>
              <a:gd name="connsiteY0" fmla="*/ 2432515 h 4860568"/>
              <a:gd name="connsiteX1" fmla="*/ 2432515 w 4860567"/>
              <a:gd name="connsiteY1" fmla="*/ 4863431 h 4860568"/>
              <a:gd name="connsiteX2" fmla="*/ 1600 w 4860567"/>
              <a:gd name="connsiteY2" fmla="*/ 2432515 h 4860568"/>
              <a:gd name="connsiteX3" fmla="*/ 2432515 w 4860567"/>
              <a:gd name="connsiteY3" fmla="*/ 1600 h 4860568"/>
              <a:gd name="connsiteX4" fmla="*/ 4863430 w 4860567"/>
              <a:gd name="connsiteY4" fmla="*/ 2432515 h 4860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0567" h="4860568">
                <a:moveTo>
                  <a:pt x="4863430" y="2432515"/>
                </a:moveTo>
                <a:cubicBezTo>
                  <a:pt x="4863430" y="3775073"/>
                  <a:pt x="3775072" y="4863431"/>
                  <a:pt x="2432515" y="4863431"/>
                </a:cubicBezTo>
                <a:cubicBezTo>
                  <a:pt x="1089957" y="4863431"/>
                  <a:pt x="1600" y="3775073"/>
                  <a:pt x="1600" y="2432515"/>
                </a:cubicBezTo>
                <a:cubicBezTo>
                  <a:pt x="1600" y="1089958"/>
                  <a:pt x="1089957" y="1600"/>
                  <a:pt x="2432515" y="1600"/>
                </a:cubicBezTo>
                <a:cubicBezTo>
                  <a:pt x="3775072" y="1600"/>
                  <a:pt x="4863430" y="1089958"/>
                  <a:pt x="4863430" y="2432515"/>
                </a:cubicBezTo>
                <a:close/>
              </a:path>
            </a:pathLst>
          </a:custGeom>
          <a:noFill/>
          <a:ln w="4506" cap="flat">
            <a:noFill/>
            <a:prstDash val="solid"/>
            <a:miter/>
          </a:ln>
        </p:spPr>
        <p:txBody>
          <a:bodyPr rtlCol="0" anchor="ctr"/>
          <a:lstStyle/>
          <a:p>
            <a:endParaRPr lang="en-US"/>
          </a:p>
        </p:txBody>
      </p:sp>
      <p:grpSp>
        <p:nvGrpSpPr>
          <p:cNvPr id="42" name="Group 41">
            <a:extLst>
              <a:ext uri="{FF2B5EF4-FFF2-40B4-BE49-F238E27FC236}">
                <a16:creationId xmlns:a16="http://schemas.microsoft.com/office/drawing/2014/main" id="{9CCECBE5-F1B5-48AC-AA19-015DA75E15D7}"/>
              </a:ext>
            </a:extLst>
          </p:cNvPr>
          <p:cNvGrpSpPr/>
          <p:nvPr/>
        </p:nvGrpSpPr>
        <p:grpSpPr>
          <a:xfrm>
            <a:off x="5849296" y="695337"/>
            <a:ext cx="5550426" cy="5550426"/>
            <a:chOff x="5849296" y="695337"/>
            <a:chExt cx="5550426" cy="5550426"/>
          </a:xfrm>
        </p:grpSpPr>
        <p:sp>
          <p:nvSpPr>
            <p:cNvPr id="7" name="Freeform: Shape 6">
              <a:extLst>
                <a:ext uri="{FF2B5EF4-FFF2-40B4-BE49-F238E27FC236}">
                  <a16:creationId xmlns:a16="http://schemas.microsoft.com/office/drawing/2014/main" id="{A371FBF3-F787-4065-86DF-0F42A54B89A6}"/>
                </a:ext>
              </a:extLst>
            </p:cNvPr>
            <p:cNvSpPr/>
            <p:nvPr/>
          </p:nvSpPr>
          <p:spPr>
            <a:xfrm flipH="1">
              <a:off x="5849296" y="695337"/>
              <a:ext cx="5550426" cy="5550426"/>
            </a:xfrm>
            <a:custGeom>
              <a:avLst/>
              <a:gdLst>
                <a:gd name="connsiteX0" fmla="*/ 5550764 w 5550425"/>
                <a:gd name="connsiteY0" fmla="*/ 2776182 h 5550426"/>
                <a:gd name="connsiteX1" fmla="*/ 2776182 w 5550425"/>
                <a:gd name="connsiteY1" fmla="*/ 5550764 h 5550426"/>
                <a:gd name="connsiteX2" fmla="*/ 1600 w 5550425"/>
                <a:gd name="connsiteY2" fmla="*/ 2776182 h 5550426"/>
                <a:gd name="connsiteX3" fmla="*/ 2776182 w 5550425"/>
                <a:gd name="connsiteY3" fmla="*/ 1600 h 5550426"/>
                <a:gd name="connsiteX4" fmla="*/ 5550764 w 5550425"/>
                <a:gd name="connsiteY4" fmla="*/ 2776182 h 5550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0425" h="5550426">
                  <a:moveTo>
                    <a:pt x="5550764" y="2776182"/>
                  </a:moveTo>
                  <a:cubicBezTo>
                    <a:pt x="5550764" y="4308541"/>
                    <a:pt x="4308541" y="5550764"/>
                    <a:pt x="2776182" y="5550764"/>
                  </a:cubicBezTo>
                  <a:cubicBezTo>
                    <a:pt x="1243823" y="5550764"/>
                    <a:pt x="1600" y="4308541"/>
                    <a:pt x="1600" y="2776182"/>
                  </a:cubicBezTo>
                  <a:cubicBezTo>
                    <a:pt x="1600" y="1243823"/>
                    <a:pt x="1243823" y="1600"/>
                    <a:pt x="2776182" y="1600"/>
                  </a:cubicBezTo>
                  <a:cubicBezTo>
                    <a:pt x="4308541" y="1600"/>
                    <a:pt x="5550764" y="1243823"/>
                    <a:pt x="5550764" y="2776182"/>
                  </a:cubicBezTo>
                  <a:close/>
                </a:path>
              </a:pathLst>
            </a:custGeom>
            <a:solidFill>
              <a:schemeClr val="bg1"/>
            </a:solidFill>
            <a:ln w="4506"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08FBA7FD-64F4-4C31-88C5-9F833F5E5C9F}"/>
                </a:ext>
              </a:extLst>
            </p:cNvPr>
            <p:cNvSpPr/>
            <p:nvPr/>
          </p:nvSpPr>
          <p:spPr>
            <a:xfrm flipH="1">
              <a:off x="6104138" y="949998"/>
              <a:ext cx="5040923" cy="5040923"/>
            </a:xfrm>
            <a:custGeom>
              <a:avLst/>
              <a:gdLst>
                <a:gd name="connsiteX0" fmla="*/ 2521521 w 5040922"/>
                <a:gd name="connsiteY0" fmla="*/ 1600 h 5040923"/>
                <a:gd name="connsiteX1" fmla="*/ 1600 w 5040922"/>
                <a:gd name="connsiteY1" fmla="*/ 2521520 h 5040923"/>
                <a:gd name="connsiteX2" fmla="*/ 2521521 w 5040922"/>
                <a:gd name="connsiteY2" fmla="*/ 5041396 h 5040923"/>
                <a:gd name="connsiteX3" fmla="*/ 5041396 w 5040922"/>
                <a:gd name="connsiteY3" fmla="*/ 2521520 h 5040923"/>
                <a:gd name="connsiteX4" fmla="*/ 2521521 w 5040922"/>
                <a:gd name="connsiteY4" fmla="*/ 1600 h 5040923"/>
                <a:gd name="connsiteX5" fmla="*/ 2521521 w 5040922"/>
                <a:gd name="connsiteY5" fmla="*/ 4802516 h 5040923"/>
                <a:gd name="connsiteX6" fmla="*/ 240525 w 5040922"/>
                <a:gd name="connsiteY6" fmla="*/ 2521520 h 5040923"/>
                <a:gd name="connsiteX7" fmla="*/ 2521521 w 5040922"/>
                <a:gd name="connsiteY7" fmla="*/ 240525 h 5040923"/>
                <a:gd name="connsiteX8" fmla="*/ 4802471 w 5040922"/>
                <a:gd name="connsiteY8" fmla="*/ 2521520 h 5040923"/>
                <a:gd name="connsiteX9" fmla="*/ 2521521 w 5040922"/>
                <a:gd name="connsiteY9" fmla="*/ 4802516 h 504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0922" h="5040923">
                  <a:moveTo>
                    <a:pt x="2521521" y="1600"/>
                  </a:moveTo>
                  <a:cubicBezTo>
                    <a:pt x="1129811" y="1600"/>
                    <a:pt x="1600" y="1129811"/>
                    <a:pt x="1600" y="2521520"/>
                  </a:cubicBezTo>
                  <a:cubicBezTo>
                    <a:pt x="1600" y="3913230"/>
                    <a:pt x="1129811" y="5041396"/>
                    <a:pt x="2521521" y="5041396"/>
                  </a:cubicBezTo>
                  <a:cubicBezTo>
                    <a:pt x="3913230" y="5041396"/>
                    <a:pt x="5041396" y="3913230"/>
                    <a:pt x="5041396" y="2521520"/>
                  </a:cubicBezTo>
                  <a:cubicBezTo>
                    <a:pt x="5041396" y="1129811"/>
                    <a:pt x="3913185" y="1600"/>
                    <a:pt x="2521521" y="1600"/>
                  </a:cubicBezTo>
                  <a:close/>
                  <a:moveTo>
                    <a:pt x="2521521" y="4802516"/>
                  </a:moveTo>
                  <a:cubicBezTo>
                    <a:pt x="1261741" y="4802516"/>
                    <a:pt x="240525" y="3781255"/>
                    <a:pt x="240525" y="2521520"/>
                  </a:cubicBezTo>
                  <a:cubicBezTo>
                    <a:pt x="240525" y="1261786"/>
                    <a:pt x="1261741" y="240525"/>
                    <a:pt x="2521521" y="240525"/>
                  </a:cubicBezTo>
                  <a:cubicBezTo>
                    <a:pt x="3781300" y="240525"/>
                    <a:pt x="4802471" y="1261740"/>
                    <a:pt x="4802471" y="2521520"/>
                  </a:cubicBezTo>
                  <a:cubicBezTo>
                    <a:pt x="4802471" y="3781300"/>
                    <a:pt x="3781255" y="4802516"/>
                    <a:pt x="2521521" y="4802516"/>
                  </a:cubicBezTo>
                  <a:close/>
                </a:path>
              </a:pathLst>
            </a:custGeom>
            <a:solidFill>
              <a:srgbClr val="22648E"/>
            </a:solidFill>
            <a:ln w="4506" cap="flat">
              <a:noFill/>
              <a:prstDash val="solid"/>
              <a:miter/>
            </a:ln>
          </p:spPr>
          <p:txBody>
            <a:bodyPr rtlCol="0" anchor="ctr"/>
            <a:lstStyle/>
            <a:p>
              <a:endParaRPr lang="en-US" dirty="0"/>
            </a:p>
          </p:txBody>
        </p:sp>
        <p:grpSp>
          <p:nvGrpSpPr>
            <p:cNvPr id="46" name="Group 45">
              <a:extLst>
                <a:ext uri="{FF2B5EF4-FFF2-40B4-BE49-F238E27FC236}">
                  <a16:creationId xmlns:a16="http://schemas.microsoft.com/office/drawing/2014/main" id="{57BE44D8-DE08-4E08-A544-32A4EBF6927E}"/>
                </a:ext>
              </a:extLst>
            </p:cNvPr>
            <p:cNvGrpSpPr/>
            <p:nvPr/>
          </p:nvGrpSpPr>
          <p:grpSpPr>
            <a:xfrm>
              <a:off x="6957739" y="3024184"/>
              <a:ext cx="1045603" cy="1072415"/>
              <a:chOff x="7247382" y="3021368"/>
              <a:chExt cx="872776" cy="895155"/>
            </a:xfrm>
          </p:grpSpPr>
          <p:sp>
            <p:nvSpPr>
              <p:cNvPr id="11" name="Freeform: Shape 10">
                <a:extLst>
                  <a:ext uri="{FF2B5EF4-FFF2-40B4-BE49-F238E27FC236}">
                    <a16:creationId xmlns:a16="http://schemas.microsoft.com/office/drawing/2014/main" id="{25E0DB79-87B5-4B0D-85E2-D0609EC171AA}"/>
                  </a:ext>
                </a:extLst>
              </p:cNvPr>
              <p:cNvSpPr/>
              <p:nvPr/>
            </p:nvSpPr>
            <p:spPr>
              <a:xfrm>
                <a:off x="7247382" y="3294887"/>
                <a:ext cx="547039" cy="596770"/>
              </a:xfrm>
              <a:custGeom>
                <a:avLst/>
                <a:gdLst>
                  <a:gd name="connsiteX0" fmla="*/ 380082 w 547039"/>
                  <a:gd name="connsiteY0" fmla="*/ 383563 h 596770"/>
                  <a:gd name="connsiteX1" fmla="*/ 243819 w 547039"/>
                  <a:gd name="connsiteY1" fmla="*/ 234371 h 596770"/>
                  <a:gd name="connsiteX2" fmla="*/ 381076 w 547039"/>
                  <a:gd name="connsiteY2" fmla="*/ 234371 h 596770"/>
                  <a:gd name="connsiteX3" fmla="*/ 381076 w 547039"/>
                  <a:gd name="connsiteY3" fmla="*/ 194088 h 596770"/>
                  <a:gd name="connsiteX4" fmla="*/ 194088 w 547039"/>
                  <a:gd name="connsiteY4" fmla="*/ 194088 h 596770"/>
                  <a:gd name="connsiteX5" fmla="*/ 382568 w 547039"/>
                  <a:gd name="connsiteY5" fmla="*/ 431305 h 596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7039" h="596770">
                    <a:moveTo>
                      <a:pt x="380082" y="383563"/>
                    </a:moveTo>
                    <a:cubicBezTo>
                      <a:pt x="312750" y="359477"/>
                      <a:pt x="261720" y="303604"/>
                      <a:pt x="243819" y="234371"/>
                    </a:cubicBezTo>
                    <a:lnTo>
                      <a:pt x="381076" y="234371"/>
                    </a:lnTo>
                    <a:lnTo>
                      <a:pt x="381076" y="194088"/>
                    </a:lnTo>
                    <a:lnTo>
                      <a:pt x="194088" y="194088"/>
                    </a:lnTo>
                    <a:cubicBezTo>
                      <a:pt x="199771" y="305312"/>
                      <a:pt x="275507" y="400632"/>
                      <a:pt x="382568" y="431305"/>
                    </a:cubicBezTo>
                    <a:close/>
                  </a:path>
                </a:pathLst>
              </a:custGeom>
              <a:solidFill>
                <a:schemeClr val="bg1"/>
              </a:solidFill>
              <a:ln w="4956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7B98B42-F718-405D-8FA1-FF8A987BC3DD}"/>
                  </a:ext>
                </a:extLst>
              </p:cNvPr>
              <p:cNvSpPr/>
              <p:nvPr/>
            </p:nvSpPr>
            <p:spPr>
              <a:xfrm>
                <a:off x="7446305" y="3291406"/>
                <a:ext cx="397847" cy="596770"/>
              </a:xfrm>
              <a:custGeom>
                <a:avLst/>
                <a:gdLst>
                  <a:gd name="connsiteX0" fmla="*/ 194088 w 397846"/>
                  <a:gd name="connsiteY0" fmla="*/ 196575 h 596770"/>
                  <a:gd name="connsiteX1" fmla="*/ 194088 w 397846"/>
                  <a:gd name="connsiteY1" fmla="*/ 436775 h 596770"/>
                  <a:gd name="connsiteX2" fmla="*/ 236857 w 397846"/>
                  <a:gd name="connsiteY2" fmla="*/ 442743 h 596770"/>
                  <a:gd name="connsiteX3" fmla="*/ 236857 w 397846"/>
                  <a:gd name="connsiteY3" fmla="*/ 194088 h 596770"/>
                </a:gdLst>
                <a:ahLst/>
                <a:cxnLst>
                  <a:cxn ang="0">
                    <a:pos x="connsiteX0" y="connsiteY0"/>
                  </a:cxn>
                  <a:cxn ang="0">
                    <a:pos x="connsiteX1" y="connsiteY1"/>
                  </a:cxn>
                  <a:cxn ang="0">
                    <a:pos x="connsiteX2" y="connsiteY2"/>
                  </a:cxn>
                  <a:cxn ang="0">
                    <a:pos x="connsiteX3" y="connsiteY3"/>
                  </a:cxn>
                </a:cxnLst>
                <a:rect l="l" t="t" r="r" b="b"/>
                <a:pathLst>
                  <a:path w="397846" h="596770">
                    <a:moveTo>
                      <a:pt x="194088" y="196575"/>
                    </a:moveTo>
                    <a:lnTo>
                      <a:pt x="194088" y="436775"/>
                    </a:lnTo>
                    <a:cubicBezTo>
                      <a:pt x="208096" y="440258"/>
                      <a:pt x="222431" y="442258"/>
                      <a:pt x="236857" y="442743"/>
                    </a:cubicBezTo>
                    <a:lnTo>
                      <a:pt x="236857" y="194088"/>
                    </a:lnTo>
                    <a:close/>
                  </a:path>
                </a:pathLst>
              </a:custGeom>
              <a:solidFill>
                <a:schemeClr val="bg1"/>
              </a:solidFill>
              <a:ln w="4956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E529839-04F8-42F3-84E8-0C996575BE10}"/>
                  </a:ext>
                </a:extLst>
              </p:cNvPr>
              <p:cNvSpPr/>
              <p:nvPr/>
            </p:nvSpPr>
            <p:spPr>
              <a:xfrm>
                <a:off x="7523388" y="3021368"/>
                <a:ext cx="596770" cy="895155"/>
              </a:xfrm>
              <a:custGeom>
                <a:avLst/>
                <a:gdLst>
                  <a:gd name="connsiteX0" fmla="*/ 234868 w 596770"/>
                  <a:gd name="connsiteY0" fmla="*/ 199559 h 895155"/>
                  <a:gd name="connsiteX1" fmla="*/ 234868 w 596770"/>
                  <a:gd name="connsiteY1" fmla="*/ 199559 h 895155"/>
                  <a:gd name="connsiteX2" fmla="*/ 194088 w 596770"/>
                  <a:gd name="connsiteY2" fmla="*/ 194088 h 895155"/>
                  <a:gd name="connsiteX3" fmla="*/ 194088 w 596770"/>
                  <a:gd name="connsiteY3" fmla="*/ 199559 h 895155"/>
                  <a:gd name="connsiteX4" fmla="*/ 194088 w 596770"/>
                  <a:gd name="connsiteY4" fmla="*/ 199559 h 895155"/>
                  <a:gd name="connsiteX5" fmla="*/ 194088 w 596770"/>
                  <a:gd name="connsiteY5" fmla="*/ 696868 h 895155"/>
                  <a:gd name="connsiteX6" fmla="*/ 194088 w 596770"/>
                  <a:gd name="connsiteY6" fmla="*/ 696868 h 895155"/>
                  <a:gd name="connsiteX7" fmla="*/ 194088 w 596770"/>
                  <a:gd name="connsiteY7" fmla="*/ 714273 h 895155"/>
                  <a:gd name="connsiteX8" fmla="*/ 438267 w 596770"/>
                  <a:gd name="connsiteY8" fmla="*/ 454181 h 895155"/>
                  <a:gd name="connsiteX9" fmla="*/ 234868 w 596770"/>
                  <a:gd name="connsiteY9" fmla="*/ 199559 h 895155"/>
                  <a:gd name="connsiteX10" fmla="*/ 234868 w 596770"/>
                  <a:gd name="connsiteY10" fmla="*/ 661061 h 895155"/>
                  <a:gd name="connsiteX11" fmla="*/ 234868 w 596770"/>
                  <a:gd name="connsiteY11" fmla="*/ 245809 h 895155"/>
                  <a:gd name="connsiteX12" fmla="*/ 392017 w 596770"/>
                  <a:gd name="connsiteY12" fmla="*/ 453186 h 895155"/>
                  <a:gd name="connsiteX13" fmla="*/ 234868 w 596770"/>
                  <a:gd name="connsiteY13" fmla="*/ 661061 h 89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6770" h="895155">
                    <a:moveTo>
                      <a:pt x="234868" y="199559"/>
                    </a:moveTo>
                    <a:lnTo>
                      <a:pt x="234868" y="199559"/>
                    </a:lnTo>
                    <a:cubicBezTo>
                      <a:pt x="221472" y="196484"/>
                      <a:pt x="207821" y="194653"/>
                      <a:pt x="194088" y="194088"/>
                    </a:cubicBezTo>
                    <a:lnTo>
                      <a:pt x="194088" y="199559"/>
                    </a:lnTo>
                    <a:lnTo>
                      <a:pt x="194088" y="199559"/>
                    </a:lnTo>
                    <a:lnTo>
                      <a:pt x="194088" y="696868"/>
                    </a:lnTo>
                    <a:lnTo>
                      <a:pt x="194088" y="696868"/>
                    </a:lnTo>
                    <a:lnTo>
                      <a:pt x="194088" y="714273"/>
                    </a:lnTo>
                    <a:cubicBezTo>
                      <a:pt x="331371" y="705611"/>
                      <a:pt x="438278" y="591736"/>
                      <a:pt x="438267" y="454181"/>
                    </a:cubicBezTo>
                    <a:cubicBezTo>
                      <a:pt x="438447" y="332152"/>
                      <a:pt x="353922" y="226340"/>
                      <a:pt x="234868" y="199559"/>
                    </a:cubicBezTo>
                    <a:close/>
                    <a:moveTo>
                      <a:pt x="234868" y="661061"/>
                    </a:moveTo>
                    <a:lnTo>
                      <a:pt x="234868" y="245809"/>
                    </a:lnTo>
                    <a:cubicBezTo>
                      <a:pt x="327714" y="272041"/>
                      <a:pt x="391873" y="356706"/>
                      <a:pt x="392017" y="453186"/>
                    </a:cubicBezTo>
                    <a:cubicBezTo>
                      <a:pt x="391927" y="549795"/>
                      <a:pt x="327791" y="634633"/>
                      <a:pt x="234868" y="661061"/>
                    </a:cubicBezTo>
                    <a:close/>
                  </a:path>
                </a:pathLst>
              </a:custGeom>
              <a:solidFill>
                <a:schemeClr val="bg1"/>
              </a:solidFill>
              <a:ln w="4956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31D85193-1551-4A03-9C9A-92BA8FC9FF0C}"/>
                  </a:ext>
                </a:extLst>
              </p:cNvPr>
              <p:cNvSpPr/>
              <p:nvPr/>
            </p:nvSpPr>
            <p:spPr>
              <a:xfrm>
                <a:off x="7247382" y="3022362"/>
                <a:ext cx="596770" cy="596770"/>
              </a:xfrm>
              <a:custGeom>
                <a:avLst/>
                <a:gdLst>
                  <a:gd name="connsiteX0" fmla="*/ 437770 w 596770"/>
                  <a:gd name="connsiteY0" fmla="*/ 436278 h 596770"/>
                  <a:gd name="connsiteX1" fmla="*/ 437770 w 596770"/>
                  <a:gd name="connsiteY1" fmla="*/ 393012 h 596770"/>
                  <a:gd name="connsiteX2" fmla="*/ 437770 w 596770"/>
                  <a:gd name="connsiteY2" fmla="*/ 393012 h 596770"/>
                  <a:gd name="connsiteX3" fmla="*/ 437770 w 596770"/>
                  <a:gd name="connsiteY3" fmla="*/ 194088 h 596770"/>
                  <a:gd name="connsiteX4" fmla="*/ 194088 w 596770"/>
                  <a:gd name="connsiteY4" fmla="*/ 436278 h 596770"/>
                  <a:gd name="connsiteX5" fmla="*/ 437770 w 596770"/>
                  <a:gd name="connsiteY5" fmla="*/ 436278 h 596770"/>
                  <a:gd name="connsiteX6" fmla="*/ 393012 w 596770"/>
                  <a:gd name="connsiteY6" fmla="*/ 243819 h 596770"/>
                  <a:gd name="connsiteX7" fmla="*/ 393012 w 596770"/>
                  <a:gd name="connsiteY7" fmla="*/ 393012 h 596770"/>
                  <a:gd name="connsiteX8" fmla="*/ 243819 w 596770"/>
                  <a:gd name="connsiteY8" fmla="*/ 393012 h 596770"/>
                  <a:gd name="connsiteX9" fmla="*/ 393012 w 596770"/>
                  <a:gd name="connsiteY9" fmla="*/ 243819 h 596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6770" h="596770">
                    <a:moveTo>
                      <a:pt x="437770" y="436278"/>
                    </a:moveTo>
                    <a:lnTo>
                      <a:pt x="437770" y="393012"/>
                    </a:lnTo>
                    <a:lnTo>
                      <a:pt x="437770" y="393012"/>
                    </a:lnTo>
                    <a:lnTo>
                      <a:pt x="437770" y="194088"/>
                    </a:lnTo>
                    <a:cubicBezTo>
                      <a:pt x="307291" y="202263"/>
                      <a:pt x="203064" y="305851"/>
                      <a:pt x="194088" y="436278"/>
                    </a:cubicBezTo>
                    <a:lnTo>
                      <a:pt x="437770" y="436278"/>
                    </a:lnTo>
                    <a:close/>
                    <a:moveTo>
                      <a:pt x="393012" y="243819"/>
                    </a:moveTo>
                    <a:lnTo>
                      <a:pt x="393012" y="393012"/>
                    </a:lnTo>
                    <a:lnTo>
                      <a:pt x="243819" y="393012"/>
                    </a:lnTo>
                    <a:cubicBezTo>
                      <a:pt x="264369" y="320807"/>
                      <a:pt x="320807" y="264369"/>
                      <a:pt x="393012" y="243819"/>
                    </a:cubicBezTo>
                    <a:close/>
                  </a:path>
                </a:pathLst>
              </a:custGeom>
              <a:solidFill>
                <a:schemeClr val="bg1"/>
              </a:solidFill>
              <a:ln w="49565" cap="flat">
                <a:noFill/>
                <a:prstDash val="solid"/>
                <a:miter/>
              </a:ln>
            </p:spPr>
            <p:txBody>
              <a:bodyPr rtlCol="0" anchor="ctr"/>
              <a:lstStyle/>
              <a:p>
                <a:endParaRPr lang="en-US"/>
              </a:p>
            </p:txBody>
          </p:sp>
        </p:grpSp>
      </p:grpSp>
      <p:sp>
        <p:nvSpPr>
          <p:cNvPr id="47" name="Rectangle 46">
            <a:extLst>
              <a:ext uri="{FF2B5EF4-FFF2-40B4-BE49-F238E27FC236}">
                <a16:creationId xmlns:a16="http://schemas.microsoft.com/office/drawing/2014/main" id="{6E297C3D-5C3E-4B91-BC91-37A6341AAA43}"/>
              </a:ext>
            </a:extLst>
          </p:cNvPr>
          <p:cNvSpPr/>
          <p:nvPr/>
        </p:nvSpPr>
        <p:spPr>
          <a:xfrm>
            <a:off x="-46475" y="2424557"/>
            <a:ext cx="5532576" cy="1892826"/>
          </a:xfrm>
          <a:prstGeom prst="rect">
            <a:avLst/>
          </a:prstGeom>
        </p:spPr>
        <p:txBody>
          <a:bodyPr wrap="square">
            <a:spAutoFit/>
          </a:bodyPr>
          <a:lstStyle/>
          <a:p>
            <a:pPr algn="ctr"/>
            <a:r>
              <a:rPr lang="en-US" sz="5300" dirty="0">
                <a:solidFill>
                  <a:schemeClr val="bg1"/>
                </a:solidFill>
                <a:latin typeface="Poppins Light" panose="00000400000000000000" pitchFamily="2" charset="0"/>
                <a:cs typeface="Poppins Light" panose="00000400000000000000" pitchFamily="2" charset="0"/>
              </a:rPr>
              <a:t>HOME DELIVERY </a:t>
            </a:r>
            <a:r>
              <a:rPr lang="en-US" sz="6300" dirty="0">
                <a:solidFill>
                  <a:schemeClr val="bg1"/>
                </a:solidFill>
                <a:latin typeface="Poppins Black" panose="00000A00000000000000" pitchFamily="2" charset="0"/>
                <a:cs typeface="Poppins Black" panose="00000A00000000000000" pitchFamily="2" charset="0"/>
              </a:rPr>
              <a:t>PHARMACY</a:t>
            </a:r>
          </a:p>
        </p:txBody>
      </p:sp>
      <p:grpSp>
        <p:nvGrpSpPr>
          <p:cNvPr id="91" name="Group 90">
            <a:extLst>
              <a:ext uri="{FF2B5EF4-FFF2-40B4-BE49-F238E27FC236}">
                <a16:creationId xmlns:a16="http://schemas.microsoft.com/office/drawing/2014/main" id="{46942EE7-FBF9-4F8A-B5F0-B62CD104F66F}"/>
              </a:ext>
            </a:extLst>
          </p:cNvPr>
          <p:cNvGrpSpPr/>
          <p:nvPr/>
        </p:nvGrpSpPr>
        <p:grpSpPr>
          <a:xfrm>
            <a:off x="147477" y="2165014"/>
            <a:ext cx="5182278" cy="2382884"/>
            <a:chOff x="118624" y="2171727"/>
            <a:chExt cx="4935976" cy="2209800"/>
          </a:xfrm>
        </p:grpSpPr>
        <p:cxnSp>
          <p:nvCxnSpPr>
            <p:cNvPr id="88" name="Straight Connector 87">
              <a:extLst>
                <a:ext uri="{FF2B5EF4-FFF2-40B4-BE49-F238E27FC236}">
                  <a16:creationId xmlns:a16="http://schemas.microsoft.com/office/drawing/2014/main" id="{24A00099-B9F1-40BB-A37B-5180E19B572E}"/>
                </a:ext>
              </a:extLst>
            </p:cNvPr>
            <p:cNvCxnSpPr>
              <a:cxnSpLocks/>
            </p:cNvCxnSpPr>
            <p:nvPr/>
          </p:nvCxnSpPr>
          <p:spPr>
            <a:xfrm>
              <a:off x="118624" y="4381527"/>
              <a:ext cx="4935976" cy="0"/>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D955187-5464-4AE3-9612-B8098645B2D5}"/>
                </a:ext>
              </a:extLst>
            </p:cNvPr>
            <p:cNvCxnSpPr>
              <a:cxnSpLocks/>
            </p:cNvCxnSpPr>
            <p:nvPr/>
          </p:nvCxnSpPr>
          <p:spPr>
            <a:xfrm>
              <a:off x="118624" y="2171727"/>
              <a:ext cx="4935976" cy="0"/>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7CE87B29-FCF6-4EEA-8CB7-96F1908B585A}"/>
              </a:ext>
            </a:extLst>
          </p:cNvPr>
          <p:cNvGrpSpPr/>
          <p:nvPr/>
        </p:nvGrpSpPr>
        <p:grpSpPr>
          <a:xfrm>
            <a:off x="-2263129" y="3064457"/>
            <a:ext cx="8238235" cy="4601549"/>
            <a:chOff x="-2263129" y="3064457"/>
            <a:chExt cx="8238235" cy="4601549"/>
          </a:xfrm>
          <a:solidFill>
            <a:schemeClr val="bg1">
              <a:alpha val="5000"/>
            </a:schemeClr>
          </a:solidFill>
        </p:grpSpPr>
        <p:sp>
          <p:nvSpPr>
            <p:cNvPr id="97" name="Freeform: Shape 96">
              <a:extLst>
                <a:ext uri="{FF2B5EF4-FFF2-40B4-BE49-F238E27FC236}">
                  <a16:creationId xmlns:a16="http://schemas.microsoft.com/office/drawing/2014/main" id="{B3DB0594-660D-426A-89E7-808D2A8B0928}"/>
                </a:ext>
              </a:extLst>
            </p:cNvPr>
            <p:cNvSpPr/>
            <p:nvPr/>
          </p:nvSpPr>
          <p:spPr>
            <a:xfrm>
              <a:off x="-1866118" y="6273468"/>
              <a:ext cx="1392538" cy="1392538"/>
            </a:xfrm>
            <a:custGeom>
              <a:avLst/>
              <a:gdLst>
                <a:gd name="connsiteX0" fmla="*/ 2059031 w 2061620"/>
                <a:gd name="connsiteY0" fmla="*/ 690085 h 2061621"/>
                <a:gd name="connsiteX1" fmla="*/ 1372755 w 2061620"/>
                <a:gd name="connsiteY1" fmla="*/ 690085 h 2061621"/>
                <a:gd name="connsiteX2" fmla="*/ 1372755 w 2061620"/>
                <a:gd name="connsiteY2" fmla="*/ 3808 h 2061621"/>
                <a:gd name="connsiteX3" fmla="*/ 690034 w 2061620"/>
                <a:gd name="connsiteY3" fmla="*/ 3808 h 2061621"/>
                <a:gd name="connsiteX4" fmla="*/ 690034 w 2061620"/>
                <a:gd name="connsiteY4" fmla="*/ 690085 h 2061621"/>
                <a:gd name="connsiteX5" fmla="*/ 3808 w 2061620"/>
                <a:gd name="connsiteY5" fmla="*/ 690085 h 2061621"/>
                <a:gd name="connsiteX6" fmla="*/ 3808 w 2061620"/>
                <a:gd name="connsiteY6" fmla="*/ 1372755 h 2061621"/>
                <a:gd name="connsiteX7" fmla="*/ 690034 w 2061620"/>
                <a:gd name="connsiteY7" fmla="*/ 1372755 h 2061621"/>
                <a:gd name="connsiteX8" fmla="*/ 690034 w 2061620"/>
                <a:gd name="connsiteY8" fmla="*/ 2059031 h 2061621"/>
                <a:gd name="connsiteX9" fmla="*/ 1372755 w 2061620"/>
                <a:gd name="connsiteY9" fmla="*/ 2059031 h 2061621"/>
                <a:gd name="connsiteX10" fmla="*/ 1372755 w 2061620"/>
                <a:gd name="connsiteY10" fmla="*/ 1372755 h 2061621"/>
                <a:gd name="connsiteX11" fmla="*/ 2059031 w 2061620"/>
                <a:gd name="connsiteY11" fmla="*/ 1372755 h 2061621"/>
                <a:gd name="connsiteX12" fmla="*/ 2059031 w 2061620"/>
                <a:gd name="connsiteY12" fmla="*/ 690085 h 206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61620" h="2061621">
                  <a:moveTo>
                    <a:pt x="2059031" y="690085"/>
                  </a:moveTo>
                  <a:lnTo>
                    <a:pt x="1372755" y="690085"/>
                  </a:lnTo>
                  <a:lnTo>
                    <a:pt x="1372755" y="3808"/>
                  </a:lnTo>
                  <a:lnTo>
                    <a:pt x="690034" y="3808"/>
                  </a:lnTo>
                  <a:lnTo>
                    <a:pt x="690034" y="690085"/>
                  </a:lnTo>
                  <a:lnTo>
                    <a:pt x="3808" y="690085"/>
                  </a:lnTo>
                  <a:lnTo>
                    <a:pt x="3808" y="1372755"/>
                  </a:lnTo>
                  <a:lnTo>
                    <a:pt x="690034" y="1372755"/>
                  </a:lnTo>
                  <a:lnTo>
                    <a:pt x="690034" y="2059031"/>
                  </a:lnTo>
                  <a:lnTo>
                    <a:pt x="1372755" y="2059031"/>
                  </a:lnTo>
                  <a:lnTo>
                    <a:pt x="1372755" y="1372755"/>
                  </a:lnTo>
                  <a:lnTo>
                    <a:pt x="2059031" y="1372755"/>
                  </a:lnTo>
                  <a:lnTo>
                    <a:pt x="2059031" y="690085"/>
                  </a:ln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1AF4411F-D80B-4B68-9CFB-568665B95EEF}"/>
                </a:ext>
              </a:extLst>
            </p:cNvPr>
            <p:cNvSpPr/>
            <p:nvPr/>
          </p:nvSpPr>
          <p:spPr>
            <a:xfrm>
              <a:off x="1964665" y="6230217"/>
              <a:ext cx="336130" cy="336130"/>
            </a:xfrm>
            <a:custGeom>
              <a:avLst/>
              <a:gdLst>
                <a:gd name="connsiteX0" fmla="*/ 494992 w 497632"/>
                <a:gd name="connsiteY0" fmla="*/ 167774 h 497632"/>
                <a:gd name="connsiteX1" fmla="*/ 330977 w 497632"/>
                <a:gd name="connsiteY1" fmla="*/ 167774 h 497632"/>
                <a:gd name="connsiteX2" fmla="*/ 330977 w 497632"/>
                <a:gd name="connsiteY2" fmla="*/ 3808 h 497632"/>
                <a:gd name="connsiteX3" fmla="*/ 167824 w 497632"/>
                <a:gd name="connsiteY3" fmla="*/ 3808 h 497632"/>
                <a:gd name="connsiteX4" fmla="*/ 167824 w 497632"/>
                <a:gd name="connsiteY4" fmla="*/ 167774 h 497632"/>
                <a:gd name="connsiteX5" fmla="*/ 3808 w 497632"/>
                <a:gd name="connsiteY5" fmla="*/ 167774 h 497632"/>
                <a:gd name="connsiteX6" fmla="*/ 3808 w 497632"/>
                <a:gd name="connsiteY6" fmla="*/ 330976 h 497632"/>
                <a:gd name="connsiteX7" fmla="*/ 167824 w 497632"/>
                <a:gd name="connsiteY7" fmla="*/ 330976 h 497632"/>
                <a:gd name="connsiteX8" fmla="*/ 167824 w 497632"/>
                <a:gd name="connsiteY8" fmla="*/ 494992 h 497632"/>
                <a:gd name="connsiteX9" fmla="*/ 330977 w 497632"/>
                <a:gd name="connsiteY9" fmla="*/ 494992 h 497632"/>
                <a:gd name="connsiteX10" fmla="*/ 330977 w 497632"/>
                <a:gd name="connsiteY10" fmla="*/ 330976 h 497632"/>
                <a:gd name="connsiteX11" fmla="*/ 494992 w 497632"/>
                <a:gd name="connsiteY11" fmla="*/ 330976 h 497632"/>
                <a:gd name="connsiteX12" fmla="*/ 494992 w 497632"/>
                <a:gd name="connsiteY12" fmla="*/ 167774 h 49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632" h="497632">
                  <a:moveTo>
                    <a:pt x="494992" y="167774"/>
                  </a:moveTo>
                  <a:lnTo>
                    <a:pt x="330977" y="167774"/>
                  </a:lnTo>
                  <a:lnTo>
                    <a:pt x="330977" y="3808"/>
                  </a:lnTo>
                  <a:lnTo>
                    <a:pt x="167824" y="3808"/>
                  </a:lnTo>
                  <a:lnTo>
                    <a:pt x="167824" y="167774"/>
                  </a:lnTo>
                  <a:lnTo>
                    <a:pt x="3808" y="167774"/>
                  </a:lnTo>
                  <a:lnTo>
                    <a:pt x="3808" y="330976"/>
                  </a:lnTo>
                  <a:lnTo>
                    <a:pt x="167824" y="330976"/>
                  </a:lnTo>
                  <a:lnTo>
                    <a:pt x="167824" y="494992"/>
                  </a:lnTo>
                  <a:lnTo>
                    <a:pt x="330977" y="494992"/>
                  </a:lnTo>
                  <a:lnTo>
                    <a:pt x="330977" y="330976"/>
                  </a:lnTo>
                  <a:lnTo>
                    <a:pt x="494992" y="330976"/>
                  </a:lnTo>
                  <a:lnTo>
                    <a:pt x="494992" y="167774"/>
                  </a:ln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9C61FF11-BFCD-46D3-B578-6222CF82F402}"/>
                </a:ext>
              </a:extLst>
            </p:cNvPr>
            <p:cNvSpPr/>
            <p:nvPr/>
          </p:nvSpPr>
          <p:spPr>
            <a:xfrm>
              <a:off x="4955809" y="3064457"/>
              <a:ext cx="267532" cy="267532"/>
            </a:xfrm>
            <a:custGeom>
              <a:avLst/>
              <a:gdLst>
                <a:gd name="connsiteX0" fmla="*/ 394551 w 396074"/>
                <a:gd name="connsiteY0" fmla="*/ 134259 h 396074"/>
                <a:gd name="connsiteX1" fmla="*/ 264101 w 396074"/>
                <a:gd name="connsiteY1" fmla="*/ 134259 h 396074"/>
                <a:gd name="connsiteX2" fmla="*/ 264101 w 396074"/>
                <a:gd name="connsiteY2" fmla="*/ 3808 h 396074"/>
                <a:gd name="connsiteX3" fmla="*/ 134310 w 396074"/>
                <a:gd name="connsiteY3" fmla="*/ 3808 h 396074"/>
                <a:gd name="connsiteX4" fmla="*/ 134310 w 396074"/>
                <a:gd name="connsiteY4" fmla="*/ 134259 h 396074"/>
                <a:gd name="connsiteX5" fmla="*/ 3808 w 396074"/>
                <a:gd name="connsiteY5" fmla="*/ 134259 h 396074"/>
                <a:gd name="connsiteX6" fmla="*/ 3808 w 396074"/>
                <a:gd name="connsiteY6" fmla="*/ 264050 h 396074"/>
                <a:gd name="connsiteX7" fmla="*/ 134310 w 396074"/>
                <a:gd name="connsiteY7" fmla="*/ 264050 h 396074"/>
                <a:gd name="connsiteX8" fmla="*/ 134310 w 396074"/>
                <a:gd name="connsiteY8" fmla="*/ 394501 h 396074"/>
                <a:gd name="connsiteX9" fmla="*/ 264101 w 396074"/>
                <a:gd name="connsiteY9" fmla="*/ 394501 h 396074"/>
                <a:gd name="connsiteX10" fmla="*/ 264101 w 396074"/>
                <a:gd name="connsiteY10" fmla="*/ 264050 h 396074"/>
                <a:gd name="connsiteX11" fmla="*/ 394551 w 396074"/>
                <a:gd name="connsiteY11" fmla="*/ 264050 h 396074"/>
                <a:gd name="connsiteX12" fmla="*/ 394551 w 396074"/>
                <a:gd name="connsiteY12" fmla="*/ 134259 h 39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6074" h="396074">
                  <a:moveTo>
                    <a:pt x="394551" y="134259"/>
                  </a:moveTo>
                  <a:lnTo>
                    <a:pt x="264101" y="134259"/>
                  </a:lnTo>
                  <a:lnTo>
                    <a:pt x="264101" y="3808"/>
                  </a:lnTo>
                  <a:lnTo>
                    <a:pt x="134310" y="3808"/>
                  </a:lnTo>
                  <a:lnTo>
                    <a:pt x="134310" y="134259"/>
                  </a:lnTo>
                  <a:lnTo>
                    <a:pt x="3808" y="134259"/>
                  </a:lnTo>
                  <a:lnTo>
                    <a:pt x="3808" y="264050"/>
                  </a:lnTo>
                  <a:lnTo>
                    <a:pt x="134310" y="264050"/>
                  </a:lnTo>
                  <a:lnTo>
                    <a:pt x="134310" y="394501"/>
                  </a:lnTo>
                  <a:lnTo>
                    <a:pt x="264101" y="394501"/>
                  </a:lnTo>
                  <a:lnTo>
                    <a:pt x="264101" y="264050"/>
                  </a:lnTo>
                  <a:lnTo>
                    <a:pt x="394551" y="264050"/>
                  </a:lnTo>
                  <a:lnTo>
                    <a:pt x="394551" y="134259"/>
                  </a:ln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8B2E7A5A-6046-4A38-843C-B677DF9CECA7}"/>
                </a:ext>
              </a:extLst>
            </p:cNvPr>
            <p:cNvSpPr/>
            <p:nvPr/>
          </p:nvSpPr>
          <p:spPr>
            <a:xfrm>
              <a:off x="-2263129" y="6928373"/>
              <a:ext cx="185215" cy="185215"/>
            </a:xfrm>
            <a:custGeom>
              <a:avLst/>
              <a:gdLst>
                <a:gd name="connsiteX0" fmla="*/ 274663 w 274205"/>
                <a:gd name="connsiteY0" fmla="*/ 94245 h 274205"/>
                <a:gd name="connsiteX1" fmla="*/ 184226 w 274205"/>
                <a:gd name="connsiteY1" fmla="*/ 94245 h 274205"/>
                <a:gd name="connsiteX2" fmla="*/ 184226 w 274205"/>
                <a:gd name="connsiteY2" fmla="*/ 3808 h 274205"/>
                <a:gd name="connsiteX3" fmla="*/ 94246 w 274205"/>
                <a:gd name="connsiteY3" fmla="*/ 3808 h 274205"/>
                <a:gd name="connsiteX4" fmla="*/ 94246 w 274205"/>
                <a:gd name="connsiteY4" fmla="*/ 94245 h 274205"/>
                <a:gd name="connsiteX5" fmla="*/ 3808 w 274205"/>
                <a:gd name="connsiteY5" fmla="*/ 94245 h 274205"/>
                <a:gd name="connsiteX6" fmla="*/ 3808 w 274205"/>
                <a:gd name="connsiteY6" fmla="*/ 184225 h 274205"/>
                <a:gd name="connsiteX7" fmla="*/ 94246 w 274205"/>
                <a:gd name="connsiteY7" fmla="*/ 184225 h 274205"/>
                <a:gd name="connsiteX8" fmla="*/ 94246 w 274205"/>
                <a:gd name="connsiteY8" fmla="*/ 274663 h 274205"/>
                <a:gd name="connsiteX9" fmla="*/ 184226 w 274205"/>
                <a:gd name="connsiteY9" fmla="*/ 274663 h 274205"/>
                <a:gd name="connsiteX10" fmla="*/ 184226 w 274205"/>
                <a:gd name="connsiteY10" fmla="*/ 184225 h 274205"/>
                <a:gd name="connsiteX11" fmla="*/ 274663 w 274205"/>
                <a:gd name="connsiteY11" fmla="*/ 184225 h 274205"/>
                <a:gd name="connsiteX12" fmla="*/ 274663 w 274205"/>
                <a:gd name="connsiteY12" fmla="*/ 94245 h 27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4205" h="274205">
                  <a:moveTo>
                    <a:pt x="274663" y="94245"/>
                  </a:moveTo>
                  <a:lnTo>
                    <a:pt x="184226" y="94245"/>
                  </a:lnTo>
                  <a:lnTo>
                    <a:pt x="184226" y="3808"/>
                  </a:lnTo>
                  <a:lnTo>
                    <a:pt x="94246" y="3808"/>
                  </a:lnTo>
                  <a:lnTo>
                    <a:pt x="94246" y="94245"/>
                  </a:lnTo>
                  <a:lnTo>
                    <a:pt x="3808" y="94245"/>
                  </a:lnTo>
                  <a:lnTo>
                    <a:pt x="3808" y="184225"/>
                  </a:lnTo>
                  <a:lnTo>
                    <a:pt x="94246" y="184225"/>
                  </a:lnTo>
                  <a:lnTo>
                    <a:pt x="94246" y="274663"/>
                  </a:lnTo>
                  <a:lnTo>
                    <a:pt x="184226" y="274663"/>
                  </a:lnTo>
                  <a:lnTo>
                    <a:pt x="184226" y="184225"/>
                  </a:lnTo>
                  <a:lnTo>
                    <a:pt x="274663" y="184225"/>
                  </a:lnTo>
                  <a:lnTo>
                    <a:pt x="274663" y="94245"/>
                  </a:ln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28D3B9CD-7293-4A0B-921F-CEC28BB2E9A6}"/>
                </a:ext>
              </a:extLst>
            </p:cNvPr>
            <p:cNvSpPr/>
            <p:nvPr/>
          </p:nvSpPr>
          <p:spPr>
            <a:xfrm>
              <a:off x="756381" y="4742945"/>
              <a:ext cx="847184" cy="847184"/>
            </a:xfrm>
            <a:custGeom>
              <a:avLst/>
              <a:gdLst>
                <a:gd name="connsiteX0" fmla="*/ 1252968 w 1254237"/>
                <a:gd name="connsiteY0" fmla="*/ 420906 h 1254237"/>
                <a:gd name="connsiteX1" fmla="*/ 835870 w 1254237"/>
                <a:gd name="connsiteY1" fmla="*/ 420906 h 1254237"/>
                <a:gd name="connsiteX2" fmla="*/ 835870 w 1254237"/>
                <a:gd name="connsiteY2" fmla="*/ 3808 h 1254237"/>
                <a:gd name="connsiteX3" fmla="*/ 420906 w 1254237"/>
                <a:gd name="connsiteY3" fmla="*/ 3808 h 1254237"/>
                <a:gd name="connsiteX4" fmla="*/ 420906 w 1254237"/>
                <a:gd name="connsiteY4" fmla="*/ 420906 h 1254237"/>
                <a:gd name="connsiteX5" fmla="*/ 3808 w 1254237"/>
                <a:gd name="connsiteY5" fmla="*/ 420906 h 1254237"/>
                <a:gd name="connsiteX6" fmla="*/ 3808 w 1254237"/>
                <a:gd name="connsiteY6" fmla="*/ 835870 h 1254237"/>
                <a:gd name="connsiteX7" fmla="*/ 420906 w 1254237"/>
                <a:gd name="connsiteY7" fmla="*/ 835870 h 1254237"/>
                <a:gd name="connsiteX8" fmla="*/ 420906 w 1254237"/>
                <a:gd name="connsiteY8" fmla="*/ 1252968 h 1254237"/>
                <a:gd name="connsiteX9" fmla="*/ 835870 w 1254237"/>
                <a:gd name="connsiteY9" fmla="*/ 1252968 h 1254237"/>
                <a:gd name="connsiteX10" fmla="*/ 835870 w 1254237"/>
                <a:gd name="connsiteY10" fmla="*/ 835870 h 1254237"/>
                <a:gd name="connsiteX11" fmla="*/ 1252968 w 1254237"/>
                <a:gd name="connsiteY11" fmla="*/ 835870 h 1254237"/>
                <a:gd name="connsiteX12" fmla="*/ 1252968 w 1254237"/>
                <a:gd name="connsiteY12" fmla="*/ 420906 h 125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37" h="1254237">
                  <a:moveTo>
                    <a:pt x="1252968" y="420906"/>
                  </a:moveTo>
                  <a:lnTo>
                    <a:pt x="835870" y="420906"/>
                  </a:lnTo>
                  <a:lnTo>
                    <a:pt x="835870" y="3808"/>
                  </a:lnTo>
                  <a:lnTo>
                    <a:pt x="420906" y="3808"/>
                  </a:lnTo>
                  <a:lnTo>
                    <a:pt x="420906" y="420906"/>
                  </a:lnTo>
                  <a:lnTo>
                    <a:pt x="3808" y="420906"/>
                  </a:lnTo>
                  <a:lnTo>
                    <a:pt x="3808" y="835870"/>
                  </a:lnTo>
                  <a:lnTo>
                    <a:pt x="420906" y="835870"/>
                  </a:lnTo>
                  <a:lnTo>
                    <a:pt x="420906" y="1252968"/>
                  </a:lnTo>
                  <a:lnTo>
                    <a:pt x="835870" y="1252968"/>
                  </a:lnTo>
                  <a:lnTo>
                    <a:pt x="835870" y="835870"/>
                  </a:lnTo>
                  <a:lnTo>
                    <a:pt x="1252968" y="835870"/>
                  </a:lnTo>
                  <a:lnTo>
                    <a:pt x="1252968" y="420906"/>
                  </a:ln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B810B444-91A4-4F23-8F70-286E58CF9EEA}"/>
                </a:ext>
              </a:extLst>
            </p:cNvPr>
            <p:cNvSpPr/>
            <p:nvPr/>
          </p:nvSpPr>
          <p:spPr>
            <a:xfrm>
              <a:off x="2923698" y="4570525"/>
              <a:ext cx="716849" cy="716849"/>
            </a:xfrm>
            <a:custGeom>
              <a:avLst/>
              <a:gdLst>
                <a:gd name="connsiteX0" fmla="*/ 1061684 w 1061277"/>
                <a:gd name="connsiteY0" fmla="*/ 357026 h 1061277"/>
                <a:gd name="connsiteX1" fmla="*/ 708467 w 1061277"/>
                <a:gd name="connsiteY1" fmla="*/ 357026 h 1061277"/>
                <a:gd name="connsiteX2" fmla="*/ 708467 w 1061277"/>
                <a:gd name="connsiteY2" fmla="*/ 3808 h 1061277"/>
                <a:gd name="connsiteX3" fmla="*/ 357026 w 1061277"/>
                <a:gd name="connsiteY3" fmla="*/ 3808 h 1061277"/>
                <a:gd name="connsiteX4" fmla="*/ 357026 w 1061277"/>
                <a:gd name="connsiteY4" fmla="*/ 357026 h 1061277"/>
                <a:gd name="connsiteX5" fmla="*/ 3808 w 1061277"/>
                <a:gd name="connsiteY5" fmla="*/ 357026 h 1061277"/>
                <a:gd name="connsiteX6" fmla="*/ 3808 w 1061277"/>
                <a:gd name="connsiteY6" fmla="*/ 708466 h 1061277"/>
                <a:gd name="connsiteX7" fmla="*/ 357026 w 1061277"/>
                <a:gd name="connsiteY7" fmla="*/ 708466 h 1061277"/>
                <a:gd name="connsiteX8" fmla="*/ 357026 w 1061277"/>
                <a:gd name="connsiteY8" fmla="*/ 1061684 h 1061277"/>
                <a:gd name="connsiteX9" fmla="*/ 708467 w 1061277"/>
                <a:gd name="connsiteY9" fmla="*/ 1061684 h 1061277"/>
                <a:gd name="connsiteX10" fmla="*/ 708467 w 1061277"/>
                <a:gd name="connsiteY10" fmla="*/ 708466 h 1061277"/>
                <a:gd name="connsiteX11" fmla="*/ 1061684 w 1061277"/>
                <a:gd name="connsiteY11" fmla="*/ 708466 h 1061277"/>
                <a:gd name="connsiteX12" fmla="*/ 1061684 w 1061277"/>
                <a:gd name="connsiteY12" fmla="*/ 357026 h 106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1277" h="1061277">
                  <a:moveTo>
                    <a:pt x="1061684" y="357026"/>
                  </a:moveTo>
                  <a:lnTo>
                    <a:pt x="708467" y="357026"/>
                  </a:lnTo>
                  <a:lnTo>
                    <a:pt x="708467" y="3808"/>
                  </a:lnTo>
                  <a:lnTo>
                    <a:pt x="357026" y="3808"/>
                  </a:lnTo>
                  <a:lnTo>
                    <a:pt x="357026" y="357026"/>
                  </a:lnTo>
                  <a:lnTo>
                    <a:pt x="3808" y="357026"/>
                  </a:lnTo>
                  <a:lnTo>
                    <a:pt x="3808" y="708466"/>
                  </a:lnTo>
                  <a:lnTo>
                    <a:pt x="357026" y="708466"/>
                  </a:lnTo>
                  <a:lnTo>
                    <a:pt x="357026" y="1061684"/>
                  </a:lnTo>
                  <a:lnTo>
                    <a:pt x="708467" y="1061684"/>
                  </a:lnTo>
                  <a:lnTo>
                    <a:pt x="708467" y="708466"/>
                  </a:lnTo>
                  <a:lnTo>
                    <a:pt x="1061684" y="708466"/>
                  </a:lnTo>
                  <a:lnTo>
                    <a:pt x="1061684" y="357026"/>
                  </a:ln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35AF628-BA8C-4C51-8AB4-1BC44C6DBF75}"/>
                </a:ext>
              </a:extLst>
            </p:cNvPr>
            <p:cNvSpPr/>
            <p:nvPr/>
          </p:nvSpPr>
          <p:spPr>
            <a:xfrm>
              <a:off x="3646377" y="5006396"/>
              <a:ext cx="1330800" cy="1330800"/>
            </a:xfrm>
            <a:custGeom>
              <a:avLst/>
              <a:gdLst>
                <a:gd name="connsiteX0" fmla="*/ 1968138 w 1970219"/>
                <a:gd name="connsiteY0" fmla="*/ 659668 h 1970219"/>
                <a:gd name="connsiteX1" fmla="*/ 1312227 w 1970219"/>
                <a:gd name="connsiteY1" fmla="*/ 659668 h 1970219"/>
                <a:gd name="connsiteX2" fmla="*/ 1312227 w 1970219"/>
                <a:gd name="connsiteY2" fmla="*/ 3808 h 1970219"/>
                <a:gd name="connsiteX3" fmla="*/ 659719 w 1970219"/>
                <a:gd name="connsiteY3" fmla="*/ 3808 h 1970219"/>
                <a:gd name="connsiteX4" fmla="*/ 659719 w 1970219"/>
                <a:gd name="connsiteY4" fmla="*/ 659668 h 1970219"/>
                <a:gd name="connsiteX5" fmla="*/ 3808 w 1970219"/>
                <a:gd name="connsiteY5" fmla="*/ 659668 h 1970219"/>
                <a:gd name="connsiteX6" fmla="*/ 3808 w 1970219"/>
                <a:gd name="connsiteY6" fmla="*/ 1312176 h 1970219"/>
                <a:gd name="connsiteX7" fmla="*/ 659719 w 1970219"/>
                <a:gd name="connsiteY7" fmla="*/ 1312176 h 1970219"/>
                <a:gd name="connsiteX8" fmla="*/ 659719 w 1970219"/>
                <a:gd name="connsiteY8" fmla="*/ 1968087 h 1970219"/>
                <a:gd name="connsiteX9" fmla="*/ 1312227 w 1970219"/>
                <a:gd name="connsiteY9" fmla="*/ 1968087 h 1970219"/>
                <a:gd name="connsiteX10" fmla="*/ 1312227 w 1970219"/>
                <a:gd name="connsiteY10" fmla="*/ 1312176 h 1970219"/>
                <a:gd name="connsiteX11" fmla="*/ 1968138 w 1970219"/>
                <a:gd name="connsiteY11" fmla="*/ 1312176 h 1970219"/>
                <a:gd name="connsiteX12" fmla="*/ 1968138 w 1970219"/>
                <a:gd name="connsiteY12" fmla="*/ 659668 h 197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0219" h="1970219">
                  <a:moveTo>
                    <a:pt x="1968138" y="659668"/>
                  </a:moveTo>
                  <a:lnTo>
                    <a:pt x="1312227" y="659668"/>
                  </a:lnTo>
                  <a:lnTo>
                    <a:pt x="1312227" y="3808"/>
                  </a:lnTo>
                  <a:lnTo>
                    <a:pt x="659719" y="3808"/>
                  </a:lnTo>
                  <a:lnTo>
                    <a:pt x="659719" y="659668"/>
                  </a:lnTo>
                  <a:lnTo>
                    <a:pt x="3808" y="659668"/>
                  </a:lnTo>
                  <a:lnTo>
                    <a:pt x="3808" y="1312176"/>
                  </a:lnTo>
                  <a:lnTo>
                    <a:pt x="659719" y="1312176"/>
                  </a:lnTo>
                  <a:lnTo>
                    <a:pt x="659719" y="1968087"/>
                  </a:lnTo>
                  <a:lnTo>
                    <a:pt x="1312227" y="1968087"/>
                  </a:lnTo>
                  <a:lnTo>
                    <a:pt x="1312227" y="1312176"/>
                  </a:lnTo>
                  <a:lnTo>
                    <a:pt x="1968138" y="1312176"/>
                  </a:lnTo>
                  <a:lnTo>
                    <a:pt x="1968138" y="659668"/>
                  </a:ln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D0F9160A-D448-433D-BCB8-D3E615182207}"/>
                </a:ext>
              </a:extLst>
            </p:cNvPr>
            <p:cNvSpPr/>
            <p:nvPr/>
          </p:nvSpPr>
          <p:spPr>
            <a:xfrm>
              <a:off x="3318925" y="3834640"/>
              <a:ext cx="246953" cy="246953"/>
            </a:xfrm>
            <a:custGeom>
              <a:avLst/>
              <a:gdLst>
                <a:gd name="connsiteX0" fmla="*/ 362155 w 365607"/>
                <a:gd name="connsiteY0" fmla="*/ 123494 h 365607"/>
                <a:gd name="connsiteX1" fmla="*/ 242520 w 365607"/>
                <a:gd name="connsiteY1" fmla="*/ 123494 h 365607"/>
                <a:gd name="connsiteX2" fmla="*/ 242520 w 365607"/>
                <a:gd name="connsiteY2" fmla="*/ 3808 h 365607"/>
                <a:gd name="connsiteX3" fmla="*/ 123444 w 365607"/>
                <a:gd name="connsiteY3" fmla="*/ 3808 h 365607"/>
                <a:gd name="connsiteX4" fmla="*/ 123444 w 365607"/>
                <a:gd name="connsiteY4" fmla="*/ 123494 h 365607"/>
                <a:gd name="connsiteX5" fmla="*/ 3808 w 365607"/>
                <a:gd name="connsiteY5" fmla="*/ 123494 h 365607"/>
                <a:gd name="connsiteX6" fmla="*/ 3808 w 365607"/>
                <a:gd name="connsiteY6" fmla="*/ 242520 h 365607"/>
                <a:gd name="connsiteX7" fmla="*/ 123444 w 365607"/>
                <a:gd name="connsiteY7" fmla="*/ 242520 h 365607"/>
                <a:gd name="connsiteX8" fmla="*/ 123444 w 365607"/>
                <a:gd name="connsiteY8" fmla="*/ 362206 h 365607"/>
                <a:gd name="connsiteX9" fmla="*/ 242520 w 365607"/>
                <a:gd name="connsiteY9" fmla="*/ 362206 h 365607"/>
                <a:gd name="connsiteX10" fmla="*/ 242520 w 365607"/>
                <a:gd name="connsiteY10" fmla="*/ 242520 h 365607"/>
                <a:gd name="connsiteX11" fmla="*/ 362155 w 365607"/>
                <a:gd name="connsiteY11" fmla="*/ 242520 h 365607"/>
                <a:gd name="connsiteX12" fmla="*/ 362155 w 365607"/>
                <a:gd name="connsiteY12" fmla="*/ 123494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2155" y="123494"/>
                  </a:moveTo>
                  <a:lnTo>
                    <a:pt x="242520" y="123494"/>
                  </a:lnTo>
                  <a:lnTo>
                    <a:pt x="242520" y="3808"/>
                  </a:lnTo>
                  <a:lnTo>
                    <a:pt x="123444" y="3808"/>
                  </a:lnTo>
                  <a:lnTo>
                    <a:pt x="123444" y="123494"/>
                  </a:lnTo>
                  <a:lnTo>
                    <a:pt x="3808" y="123494"/>
                  </a:lnTo>
                  <a:lnTo>
                    <a:pt x="3808" y="242520"/>
                  </a:lnTo>
                  <a:lnTo>
                    <a:pt x="123444" y="242520"/>
                  </a:lnTo>
                  <a:lnTo>
                    <a:pt x="123444" y="362206"/>
                  </a:lnTo>
                  <a:lnTo>
                    <a:pt x="242520" y="362206"/>
                  </a:lnTo>
                  <a:lnTo>
                    <a:pt x="242520" y="242520"/>
                  </a:lnTo>
                  <a:lnTo>
                    <a:pt x="362155" y="242520"/>
                  </a:lnTo>
                  <a:lnTo>
                    <a:pt x="362155" y="123494"/>
                  </a:ln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65A9B11A-872D-4212-AD05-B40E73A50B87}"/>
                </a:ext>
              </a:extLst>
            </p:cNvPr>
            <p:cNvSpPr/>
            <p:nvPr/>
          </p:nvSpPr>
          <p:spPr>
            <a:xfrm>
              <a:off x="1466712" y="5596715"/>
              <a:ext cx="531634" cy="531634"/>
            </a:xfrm>
            <a:custGeom>
              <a:avLst/>
              <a:gdLst>
                <a:gd name="connsiteX0" fmla="*/ 787936 w 787072"/>
                <a:gd name="connsiteY0" fmla="*/ 265675 h 787072"/>
                <a:gd name="connsiteX1" fmla="*/ 526120 w 787072"/>
                <a:gd name="connsiteY1" fmla="*/ 265675 h 787072"/>
                <a:gd name="connsiteX2" fmla="*/ 526120 w 787072"/>
                <a:gd name="connsiteY2" fmla="*/ 3808 h 787072"/>
                <a:gd name="connsiteX3" fmla="*/ 265624 w 787072"/>
                <a:gd name="connsiteY3" fmla="*/ 3808 h 787072"/>
                <a:gd name="connsiteX4" fmla="*/ 265624 w 787072"/>
                <a:gd name="connsiteY4" fmla="*/ 265675 h 787072"/>
                <a:gd name="connsiteX5" fmla="*/ 3808 w 787072"/>
                <a:gd name="connsiteY5" fmla="*/ 265675 h 787072"/>
                <a:gd name="connsiteX6" fmla="*/ 3808 w 787072"/>
                <a:gd name="connsiteY6" fmla="*/ 526120 h 787072"/>
                <a:gd name="connsiteX7" fmla="*/ 265624 w 787072"/>
                <a:gd name="connsiteY7" fmla="*/ 526120 h 787072"/>
                <a:gd name="connsiteX8" fmla="*/ 265624 w 787072"/>
                <a:gd name="connsiteY8" fmla="*/ 787986 h 787072"/>
                <a:gd name="connsiteX9" fmla="*/ 526120 w 787072"/>
                <a:gd name="connsiteY9" fmla="*/ 787986 h 787072"/>
                <a:gd name="connsiteX10" fmla="*/ 526120 w 787072"/>
                <a:gd name="connsiteY10" fmla="*/ 526120 h 787072"/>
                <a:gd name="connsiteX11" fmla="*/ 787936 w 787072"/>
                <a:gd name="connsiteY11" fmla="*/ 526120 h 787072"/>
                <a:gd name="connsiteX12" fmla="*/ 787936 w 787072"/>
                <a:gd name="connsiteY12" fmla="*/ 265675 h 78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7072" h="787072">
                  <a:moveTo>
                    <a:pt x="787936" y="265675"/>
                  </a:moveTo>
                  <a:lnTo>
                    <a:pt x="526120" y="265675"/>
                  </a:lnTo>
                  <a:lnTo>
                    <a:pt x="526120" y="3808"/>
                  </a:lnTo>
                  <a:lnTo>
                    <a:pt x="265624" y="3808"/>
                  </a:lnTo>
                  <a:lnTo>
                    <a:pt x="265624" y="265675"/>
                  </a:lnTo>
                  <a:lnTo>
                    <a:pt x="3808" y="265675"/>
                  </a:lnTo>
                  <a:lnTo>
                    <a:pt x="3808" y="526120"/>
                  </a:lnTo>
                  <a:lnTo>
                    <a:pt x="265624" y="526120"/>
                  </a:lnTo>
                  <a:lnTo>
                    <a:pt x="265624" y="787986"/>
                  </a:lnTo>
                  <a:lnTo>
                    <a:pt x="526120" y="787986"/>
                  </a:lnTo>
                  <a:lnTo>
                    <a:pt x="526120" y="526120"/>
                  </a:lnTo>
                  <a:lnTo>
                    <a:pt x="787936" y="526120"/>
                  </a:lnTo>
                  <a:lnTo>
                    <a:pt x="787936" y="265675"/>
                  </a:ln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1E16F9AE-DB62-4DE8-9D6E-93C592DD422E}"/>
                </a:ext>
              </a:extLst>
            </p:cNvPr>
            <p:cNvSpPr/>
            <p:nvPr/>
          </p:nvSpPr>
          <p:spPr>
            <a:xfrm>
              <a:off x="-1866118" y="6309893"/>
              <a:ext cx="181785" cy="181785"/>
            </a:xfrm>
            <a:custGeom>
              <a:avLst/>
              <a:gdLst>
                <a:gd name="connsiteX0" fmla="*/ 269991 w 269127"/>
                <a:gd name="connsiteY0" fmla="*/ 92722 h 269127"/>
                <a:gd name="connsiteX1" fmla="*/ 181077 w 269127"/>
                <a:gd name="connsiteY1" fmla="*/ 92722 h 269127"/>
                <a:gd name="connsiteX2" fmla="*/ 181077 w 269127"/>
                <a:gd name="connsiteY2" fmla="*/ 3808 h 269127"/>
                <a:gd name="connsiteX3" fmla="*/ 92671 w 269127"/>
                <a:gd name="connsiteY3" fmla="*/ 3808 h 269127"/>
                <a:gd name="connsiteX4" fmla="*/ 92671 w 269127"/>
                <a:gd name="connsiteY4" fmla="*/ 92722 h 269127"/>
                <a:gd name="connsiteX5" fmla="*/ 3808 w 269127"/>
                <a:gd name="connsiteY5" fmla="*/ 92722 h 269127"/>
                <a:gd name="connsiteX6" fmla="*/ 3808 w 269127"/>
                <a:gd name="connsiteY6" fmla="*/ 181128 h 269127"/>
                <a:gd name="connsiteX7" fmla="*/ 92671 w 269127"/>
                <a:gd name="connsiteY7" fmla="*/ 181128 h 269127"/>
                <a:gd name="connsiteX8" fmla="*/ 92671 w 269127"/>
                <a:gd name="connsiteY8" fmla="*/ 269991 h 269127"/>
                <a:gd name="connsiteX9" fmla="*/ 181077 w 269127"/>
                <a:gd name="connsiteY9" fmla="*/ 269991 h 269127"/>
                <a:gd name="connsiteX10" fmla="*/ 181077 w 269127"/>
                <a:gd name="connsiteY10" fmla="*/ 181128 h 269127"/>
                <a:gd name="connsiteX11" fmla="*/ 269991 w 269127"/>
                <a:gd name="connsiteY11" fmla="*/ 181128 h 269127"/>
                <a:gd name="connsiteX12" fmla="*/ 269991 w 269127"/>
                <a:gd name="connsiteY12" fmla="*/ 92722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9991" y="92722"/>
                  </a:moveTo>
                  <a:lnTo>
                    <a:pt x="181077" y="92722"/>
                  </a:lnTo>
                  <a:lnTo>
                    <a:pt x="181077" y="3808"/>
                  </a:lnTo>
                  <a:lnTo>
                    <a:pt x="92671" y="3808"/>
                  </a:lnTo>
                  <a:lnTo>
                    <a:pt x="92671" y="92722"/>
                  </a:lnTo>
                  <a:lnTo>
                    <a:pt x="3808" y="92722"/>
                  </a:lnTo>
                  <a:lnTo>
                    <a:pt x="3808" y="181128"/>
                  </a:lnTo>
                  <a:lnTo>
                    <a:pt x="92671" y="181128"/>
                  </a:lnTo>
                  <a:lnTo>
                    <a:pt x="92671" y="269991"/>
                  </a:lnTo>
                  <a:lnTo>
                    <a:pt x="181077" y="269991"/>
                  </a:lnTo>
                  <a:lnTo>
                    <a:pt x="181077" y="181128"/>
                  </a:lnTo>
                  <a:lnTo>
                    <a:pt x="269991" y="181128"/>
                  </a:lnTo>
                  <a:lnTo>
                    <a:pt x="269991" y="92722"/>
                  </a:ln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853213CE-269F-45D6-BB7E-13D4F367DB86}"/>
                </a:ext>
              </a:extLst>
            </p:cNvPr>
            <p:cNvSpPr/>
            <p:nvPr/>
          </p:nvSpPr>
          <p:spPr>
            <a:xfrm>
              <a:off x="-743136" y="6020616"/>
              <a:ext cx="216084" cy="216084"/>
            </a:xfrm>
            <a:custGeom>
              <a:avLst/>
              <a:gdLst>
                <a:gd name="connsiteX0" fmla="*/ 317825 w 319906"/>
                <a:gd name="connsiteY0" fmla="*/ 108667 h 319906"/>
                <a:gd name="connsiteX1" fmla="*/ 212966 w 319906"/>
                <a:gd name="connsiteY1" fmla="*/ 108667 h 319906"/>
                <a:gd name="connsiteX2" fmla="*/ 212966 w 319906"/>
                <a:gd name="connsiteY2" fmla="*/ 3808 h 319906"/>
                <a:gd name="connsiteX3" fmla="*/ 108667 w 319906"/>
                <a:gd name="connsiteY3" fmla="*/ 3808 h 319906"/>
                <a:gd name="connsiteX4" fmla="*/ 108667 w 319906"/>
                <a:gd name="connsiteY4" fmla="*/ 108667 h 319906"/>
                <a:gd name="connsiteX5" fmla="*/ 3808 w 319906"/>
                <a:gd name="connsiteY5" fmla="*/ 108667 h 319906"/>
                <a:gd name="connsiteX6" fmla="*/ 3808 w 319906"/>
                <a:gd name="connsiteY6" fmla="*/ 213017 h 319906"/>
                <a:gd name="connsiteX7" fmla="*/ 108667 w 319906"/>
                <a:gd name="connsiteY7" fmla="*/ 213017 h 319906"/>
                <a:gd name="connsiteX8" fmla="*/ 108667 w 319906"/>
                <a:gd name="connsiteY8" fmla="*/ 317875 h 319906"/>
                <a:gd name="connsiteX9" fmla="*/ 212966 w 319906"/>
                <a:gd name="connsiteY9" fmla="*/ 317875 h 319906"/>
                <a:gd name="connsiteX10" fmla="*/ 212966 w 319906"/>
                <a:gd name="connsiteY10" fmla="*/ 213017 h 319906"/>
                <a:gd name="connsiteX11" fmla="*/ 317825 w 319906"/>
                <a:gd name="connsiteY11" fmla="*/ 213017 h 319906"/>
                <a:gd name="connsiteX12" fmla="*/ 317825 w 319906"/>
                <a:gd name="connsiteY12" fmla="*/ 108667 h 31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906" h="319906">
                  <a:moveTo>
                    <a:pt x="317825" y="108667"/>
                  </a:moveTo>
                  <a:lnTo>
                    <a:pt x="212966" y="108667"/>
                  </a:lnTo>
                  <a:lnTo>
                    <a:pt x="212966" y="3808"/>
                  </a:lnTo>
                  <a:lnTo>
                    <a:pt x="108667" y="3808"/>
                  </a:lnTo>
                  <a:lnTo>
                    <a:pt x="108667" y="108667"/>
                  </a:lnTo>
                  <a:lnTo>
                    <a:pt x="3808" y="108667"/>
                  </a:lnTo>
                  <a:lnTo>
                    <a:pt x="3808" y="213017"/>
                  </a:lnTo>
                  <a:lnTo>
                    <a:pt x="108667" y="213017"/>
                  </a:lnTo>
                  <a:lnTo>
                    <a:pt x="108667" y="317875"/>
                  </a:lnTo>
                  <a:lnTo>
                    <a:pt x="212966" y="317875"/>
                  </a:lnTo>
                  <a:lnTo>
                    <a:pt x="212966" y="213017"/>
                  </a:lnTo>
                  <a:lnTo>
                    <a:pt x="317825" y="213017"/>
                  </a:lnTo>
                  <a:lnTo>
                    <a:pt x="317825" y="108667"/>
                  </a:ln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47C3FCB9-CF56-4F33-BA96-2B4416723219}"/>
                </a:ext>
              </a:extLst>
            </p:cNvPr>
            <p:cNvSpPr/>
            <p:nvPr/>
          </p:nvSpPr>
          <p:spPr>
            <a:xfrm>
              <a:off x="-443809" y="5480133"/>
              <a:ext cx="240093" cy="240093"/>
            </a:xfrm>
            <a:custGeom>
              <a:avLst/>
              <a:gdLst>
                <a:gd name="connsiteX0" fmla="*/ 354030 w 355451"/>
                <a:gd name="connsiteY0" fmla="*/ 120752 h 355451"/>
                <a:gd name="connsiteX1" fmla="*/ 237086 w 355451"/>
                <a:gd name="connsiteY1" fmla="*/ 120752 h 355451"/>
                <a:gd name="connsiteX2" fmla="*/ 237086 w 355451"/>
                <a:gd name="connsiteY2" fmla="*/ 3808 h 355451"/>
                <a:gd name="connsiteX3" fmla="*/ 120752 w 355451"/>
                <a:gd name="connsiteY3" fmla="*/ 3808 h 355451"/>
                <a:gd name="connsiteX4" fmla="*/ 120752 w 355451"/>
                <a:gd name="connsiteY4" fmla="*/ 120752 h 355451"/>
                <a:gd name="connsiteX5" fmla="*/ 3808 w 355451"/>
                <a:gd name="connsiteY5" fmla="*/ 120752 h 355451"/>
                <a:gd name="connsiteX6" fmla="*/ 3808 w 355451"/>
                <a:gd name="connsiteY6" fmla="*/ 237086 h 355451"/>
                <a:gd name="connsiteX7" fmla="*/ 120752 w 355451"/>
                <a:gd name="connsiteY7" fmla="*/ 237086 h 355451"/>
                <a:gd name="connsiteX8" fmla="*/ 120752 w 355451"/>
                <a:gd name="connsiteY8" fmla="*/ 354030 h 355451"/>
                <a:gd name="connsiteX9" fmla="*/ 237086 w 355451"/>
                <a:gd name="connsiteY9" fmla="*/ 354030 h 355451"/>
                <a:gd name="connsiteX10" fmla="*/ 237086 w 355451"/>
                <a:gd name="connsiteY10" fmla="*/ 237086 h 355451"/>
                <a:gd name="connsiteX11" fmla="*/ 354030 w 355451"/>
                <a:gd name="connsiteY11" fmla="*/ 237086 h 355451"/>
                <a:gd name="connsiteX12" fmla="*/ 354030 w 355451"/>
                <a:gd name="connsiteY12" fmla="*/ 120752 h 35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5451" h="355451">
                  <a:moveTo>
                    <a:pt x="354030" y="120752"/>
                  </a:moveTo>
                  <a:lnTo>
                    <a:pt x="237086" y="120752"/>
                  </a:lnTo>
                  <a:lnTo>
                    <a:pt x="237086" y="3808"/>
                  </a:lnTo>
                  <a:lnTo>
                    <a:pt x="120752" y="3808"/>
                  </a:lnTo>
                  <a:lnTo>
                    <a:pt x="120752" y="120752"/>
                  </a:lnTo>
                  <a:lnTo>
                    <a:pt x="3808" y="120752"/>
                  </a:lnTo>
                  <a:lnTo>
                    <a:pt x="3808" y="237086"/>
                  </a:lnTo>
                  <a:lnTo>
                    <a:pt x="120752" y="237086"/>
                  </a:lnTo>
                  <a:lnTo>
                    <a:pt x="120752" y="354030"/>
                  </a:lnTo>
                  <a:lnTo>
                    <a:pt x="237086" y="354030"/>
                  </a:lnTo>
                  <a:lnTo>
                    <a:pt x="237086" y="237086"/>
                  </a:lnTo>
                  <a:lnTo>
                    <a:pt x="354030" y="237086"/>
                  </a:lnTo>
                  <a:lnTo>
                    <a:pt x="354030" y="120752"/>
                  </a:ln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89FCABBF-7522-4103-BA9F-8A3EC091ED94}"/>
                </a:ext>
              </a:extLst>
            </p:cNvPr>
            <p:cNvSpPr/>
            <p:nvPr/>
          </p:nvSpPr>
          <p:spPr>
            <a:xfrm>
              <a:off x="1994299" y="6284204"/>
              <a:ext cx="1197034" cy="1197034"/>
            </a:xfrm>
            <a:custGeom>
              <a:avLst/>
              <a:gdLst>
                <a:gd name="connsiteX0" fmla="*/ 1769135 w 1772181"/>
                <a:gd name="connsiteY0" fmla="*/ 593250 h 1772181"/>
                <a:gd name="connsiteX1" fmla="*/ 1179694 w 1772181"/>
                <a:gd name="connsiteY1" fmla="*/ 593250 h 1772181"/>
                <a:gd name="connsiteX2" fmla="*/ 1179694 w 1772181"/>
                <a:gd name="connsiteY2" fmla="*/ 3808 h 1772181"/>
                <a:gd name="connsiteX3" fmla="*/ 593300 w 1772181"/>
                <a:gd name="connsiteY3" fmla="*/ 3808 h 1772181"/>
                <a:gd name="connsiteX4" fmla="*/ 593300 w 1772181"/>
                <a:gd name="connsiteY4" fmla="*/ 593250 h 1772181"/>
                <a:gd name="connsiteX5" fmla="*/ 3808 w 1772181"/>
                <a:gd name="connsiteY5" fmla="*/ 593250 h 1772181"/>
                <a:gd name="connsiteX6" fmla="*/ 3808 w 1772181"/>
                <a:gd name="connsiteY6" fmla="*/ 1179644 h 1772181"/>
                <a:gd name="connsiteX7" fmla="*/ 593300 w 1772181"/>
                <a:gd name="connsiteY7" fmla="*/ 1179644 h 1772181"/>
                <a:gd name="connsiteX8" fmla="*/ 593300 w 1772181"/>
                <a:gd name="connsiteY8" fmla="*/ 1769135 h 1772181"/>
                <a:gd name="connsiteX9" fmla="*/ 1179694 w 1772181"/>
                <a:gd name="connsiteY9" fmla="*/ 1769135 h 1772181"/>
                <a:gd name="connsiteX10" fmla="*/ 1179694 w 1772181"/>
                <a:gd name="connsiteY10" fmla="*/ 1179644 h 1772181"/>
                <a:gd name="connsiteX11" fmla="*/ 1769135 w 1772181"/>
                <a:gd name="connsiteY11" fmla="*/ 1179644 h 1772181"/>
                <a:gd name="connsiteX12" fmla="*/ 1769135 w 1772181"/>
                <a:gd name="connsiteY12" fmla="*/ 593250 h 1772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181" h="1772181">
                  <a:moveTo>
                    <a:pt x="1769135" y="593250"/>
                  </a:moveTo>
                  <a:lnTo>
                    <a:pt x="1179694" y="593250"/>
                  </a:lnTo>
                  <a:lnTo>
                    <a:pt x="1179694" y="3808"/>
                  </a:lnTo>
                  <a:lnTo>
                    <a:pt x="593300" y="3808"/>
                  </a:lnTo>
                  <a:lnTo>
                    <a:pt x="593300" y="593250"/>
                  </a:lnTo>
                  <a:lnTo>
                    <a:pt x="3808" y="593250"/>
                  </a:lnTo>
                  <a:lnTo>
                    <a:pt x="3808" y="1179644"/>
                  </a:lnTo>
                  <a:lnTo>
                    <a:pt x="593300" y="1179644"/>
                  </a:lnTo>
                  <a:lnTo>
                    <a:pt x="593300" y="1769135"/>
                  </a:lnTo>
                  <a:lnTo>
                    <a:pt x="1179694" y="1769135"/>
                  </a:lnTo>
                  <a:lnTo>
                    <a:pt x="1179694" y="1179644"/>
                  </a:lnTo>
                  <a:lnTo>
                    <a:pt x="1769135" y="1179644"/>
                  </a:lnTo>
                  <a:lnTo>
                    <a:pt x="1769135" y="593250"/>
                  </a:ln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5C672F70-CABB-4A95-AE91-915026181708}"/>
                </a:ext>
              </a:extLst>
            </p:cNvPr>
            <p:cNvSpPr/>
            <p:nvPr/>
          </p:nvSpPr>
          <p:spPr>
            <a:xfrm>
              <a:off x="386740" y="4983724"/>
              <a:ext cx="260672" cy="260672"/>
            </a:xfrm>
            <a:custGeom>
              <a:avLst/>
              <a:gdLst>
                <a:gd name="connsiteX0" fmla="*/ 382212 w 385919"/>
                <a:gd name="connsiteY0" fmla="*/ 130146 h 385919"/>
                <a:gd name="connsiteX1" fmla="*/ 255874 w 385919"/>
                <a:gd name="connsiteY1" fmla="*/ 130146 h 385919"/>
                <a:gd name="connsiteX2" fmla="*/ 255874 w 385919"/>
                <a:gd name="connsiteY2" fmla="*/ 3808 h 385919"/>
                <a:gd name="connsiteX3" fmla="*/ 130146 w 385919"/>
                <a:gd name="connsiteY3" fmla="*/ 3808 h 385919"/>
                <a:gd name="connsiteX4" fmla="*/ 130146 w 385919"/>
                <a:gd name="connsiteY4" fmla="*/ 130146 h 385919"/>
                <a:gd name="connsiteX5" fmla="*/ 3808 w 385919"/>
                <a:gd name="connsiteY5" fmla="*/ 130146 h 385919"/>
                <a:gd name="connsiteX6" fmla="*/ 3808 w 385919"/>
                <a:gd name="connsiteY6" fmla="*/ 255824 h 385919"/>
                <a:gd name="connsiteX7" fmla="*/ 130146 w 385919"/>
                <a:gd name="connsiteY7" fmla="*/ 255824 h 385919"/>
                <a:gd name="connsiteX8" fmla="*/ 130146 w 385919"/>
                <a:gd name="connsiteY8" fmla="*/ 382162 h 385919"/>
                <a:gd name="connsiteX9" fmla="*/ 255874 w 385919"/>
                <a:gd name="connsiteY9" fmla="*/ 382162 h 385919"/>
                <a:gd name="connsiteX10" fmla="*/ 255874 w 385919"/>
                <a:gd name="connsiteY10" fmla="*/ 255824 h 385919"/>
                <a:gd name="connsiteX11" fmla="*/ 382212 w 385919"/>
                <a:gd name="connsiteY11" fmla="*/ 255824 h 385919"/>
                <a:gd name="connsiteX12" fmla="*/ 382212 w 385919"/>
                <a:gd name="connsiteY12" fmla="*/ 130146 h 38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5919" h="385919">
                  <a:moveTo>
                    <a:pt x="382212" y="130146"/>
                  </a:moveTo>
                  <a:lnTo>
                    <a:pt x="255874" y="130146"/>
                  </a:lnTo>
                  <a:lnTo>
                    <a:pt x="255874" y="3808"/>
                  </a:lnTo>
                  <a:lnTo>
                    <a:pt x="130146" y="3808"/>
                  </a:lnTo>
                  <a:lnTo>
                    <a:pt x="130146" y="130146"/>
                  </a:lnTo>
                  <a:lnTo>
                    <a:pt x="3808" y="130146"/>
                  </a:lnTo>
                  <a:lnTo>
                    <a:pt x="3808" y="255824"/>
                  </a:lnTo>
                  <a:lnTo>
                    <a:pt x="130146" y="255824"/>
                  </a:lnTo>
                  <a:lnTo>
                    <a:pt x="130146" y="382162"/>
                  </a:lnTo>
                  <a:lnTo>
                    <a:pt x="255874" y="382162"/>
                  </a:lnTo>
                  <a:lnTo>
                    <a:pt x="255874" y="255824"/>
                  </a:lnTo>
                  <a:lnTo>
                    <a:pt x="382212" y="255824"/>
                  </a:lnTo>
                  <a:lnTo>
                    <a:pt x="382212" y="130146"/>
                  </a:ln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6FCE6E85-7029-4C24-9B01-C6696F464B58}"/>
                </a:ext>
              </a:extLst>
            </p:cNvPr>
            <p:cNvSpPr/>
            <p:nvPr/>
          </p:nvSpPr>
          <p:spPr>
            <a:xfrm>
              <a:off x="-184817" y="5337038"/>
              <a:ext cx="1540024" cy="1540024"/>
            </a:xfrm>
            <a:custGeom>
              <a:avLst/>
              <a:gdLst>
                <a:gd name="connsiteX0" fmla="*/ 2276212 w 2279970"/>
                <a:gd name="connsiteY0" fmla="*/ 762546 h 2279970"/>
                <a:gd name="connsiteX1" fmla="*/ 1517424 w 2279970"/>
                <a:gd name="connsiteY1" fmla="*/ 762546 h 2279970"/>
                <a:gd name="connsiteX2" fmla="*/ 1517424 w 2279970"/>
                <a:gd name="connsiteY2" fmla="*/ 3808 h 2279970"/>
                <a:gd name="connsiteX3" fmla="*/ 762597 w 2279970"/>
                <a:gd name="connsiteY3" fmla="*/ 3808 h 2279970"/>
                <a:gd name="connsiteX4" fmla="*/ 762597 w 2279970"/>
                <a:gd name="connsiteY4" fmla="*/ 762546 h 2279970"/>
                <a:gd name="connsiteX5" fmla="*/ 3808 w 2279970"/>
                <a:gd name="connsiteY5" fmla="*/ 762546 h 2279970"/>
                <a:gd name="connsiteX6" fmla="*/ 3808 w 2279970"/>
                <a:gd name="connsiteY6" fmla="*/ 1517424 h 2279970"/>
                <a:gd name="connsiteX7" fmla="*/ 762597 w 2279970"/>
                <a:gd name="connsiteY7" fmla="*/ 1517424 h 2279970"/>
                <a:gd name="connsiteX8" fmla="*/ 762597 w 2279970"/>
                <a:gd name="connsiteY8" fmla="*/ 2276212 h 2279970"/>
                <a:gd name="connsiteX9" fmla="*/ 1517424 w 2279970"/>
                <a:gd name="connsiteY9" fmla="*/ 2276212 h 2279970"/>
                <a:gd name="connsiteX10" fmla="*/ 1517424 w 2279970"/>
                <a:gd name="connsiteY10" fmla="*/ 1517424 h 2279970"/>
                <a:gd name="connsiteX11" fmla="*/ 2276212 w 2279970"/>
                <a:gd name="connsiteY11" fmla="*/ 1517424 h 2279970"/>
                <a:gd name="connsiteX12" fmla="*/ 2276212 w 2279970"/>
                <a:gd name="connsiteY12" fmla="*/ 762546 h 2279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9970" h="2279970">
                  <a:moveTo>
                    <a:pt x="2276212" y="762546"/>
                  </a:moveTo>
                  <a:lnTo>
                    <a:pt x="1517424" y="762546"/>
                  </a:lnTo>
                  <a:lnTo>
                    <a:pt x="1517424" y="3808"/>
                  </a:lnTo>
                  <a:lnTo>
                    <a:pt x="762597" y="3808"/>
                  </a:lnTo>
                  <a:lnTo>
                    <a:pt x="762597" y="762546"/>
                  </a:lnTo>
                  <a:lnTo>
                    <a:pt x="3808" y="762546"/>
                  </a:lnTo>
                  <a:lnTo>
                    <a:pt x="3808" y="1517424"/>
                  </a:lnTo>
                  <a:lnTo>
                    <a:pt x="762597" y="1517424"/>
                  </a:lnTo>
                  <a:lnTo>
                    <a:pt x="762597" y="2276212"/>
                  </a:lnTo>
                  <a:lnTo>
                    <a:pt x="1517424" y="2276212"/>
                  </a:lnTo>
                  <a:lnTo>
                    <a:pt x="1517424" y="1517424"/>
                  </a:lnTo>
                  <a:lnTo>
                    <a:pt x="2276212" y="1517424"/>
                  </a:lnTo>
                  <a:lnTo>
                    <a:pt x="2276212" y="762546"/>
                  </a:ln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CB1DAB7A-701A-406C-8196-7F54A420B5CC}"/>
                </a:ext>
              </a:extLst>
            </p:cNvPr>
            <p:cNvSpPr/>
            <p:nvPr/>
          </p:nvSpPr>
          <p:spPr>
            <a:xfrm>
              <a:off x="2951549" y="5586700"/>
              <a:ext cx="661970" cy="661970"/>
            </a:xfrm>
            <a:custGeom>
              <a:avLst/>
              <a:gdLst>
                <a:gd name="connsiteX0" fmla="*/ 979219 w 980031"/>
                <a:gd name="connsiteY0" fmla="*/ 329504 h 980031"/>
                <a:gd name="connsiteX1" fmla="*/ 653524 w 980031"/>
                <a:gd name="connsiteY1" fmla="*/ 329504 h 980031"/>
                <a:gd name="connsiteX2" fmla="*/ 653524 w 980031"/>
                <a:gd name="connsiteY2" fmla="*/ 3808 h 980031"/>
                <a:gd name="connsiteX3" fmla="*/ 329504 w 980031"/>
                <a:gd name="connsiteY3" fmla="*/ 3808 h 980031"/>
                <a:gd name="connsiteX4" fmla="*/ 329504 w 980031"/>
                <a:gd name="connsiteY4" fmla="*/ 329504 h 980031"/>
                <a:gd name="connsiteX5" fmla="*/ 3808 w 980031"/>
                <a:gd name="connsiteY5" fmla="*/ 329504 h 980031"/>
                <a:gd name="connsiteX6" fmla="*/ 3808 w 980031"/>
                <a:gd name="connsiteY6" fmla="*/ 653524 h 980031"/>
                <a:gd name="connsiteX7" fmla="*/ 329504 w 980031"/>
                <a:gd name="connsiteY7" fmla="*/ 653524 h 980031"/>
                <a:gd name="connsiteX8" fmla="*/ 329504 w 980031"/>
                <a:gd name="connsiteY8" fmla="*/ 979219 h 980031"/>
                <a:gd name="connsiteX9" fmla="*/ 653524 w 980031"/>
                <a:gd name="connsiteY9" fmla="*/ 979219 h 980031"/>
                <a:gd name="connsiteX10" fmla="*/ 653524 w 980031"/>
                <a:gd name="connsiteY10" fmla="*/ 653524 h 980031"/>
                <a:gd name="connsiteX11" fmla="*/ 979219 w 980031"/>
                <a:gd name="connsiteY11" fmla="*/ 653524 h 980031"/>
                <a:gd name="connsiteX12" fmla="*/ 979219 w 980031"/>
                <a:gd name="connsiteY12" fmla="*/ 329504 h 98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0031" h="980031">
                  <a:moveTo>
                    <a:pt x="979219" y="329504"/>
                  </a:moveTo>
                  <a:lnTo>
                    <a:pt x="653524" y="329504"/>
                  </a:lnTo>
                  <a:lnTo>
                    <a:pt x="653524" y="3808"/>
                  </a:lnTo>
                  <a:lnTo>
                    <a:pt x="329504" y="3808"/>
                  </a:lnTo>
                  <a:lnTo>
                    <a:pt x="329504" y="329504"/>
                  </a:lnTo>
                  <a:lnTo>
                    <a:pt x="3808" y="329504"/>
                  </a:lnTo>
                  <a:lnTo>
                    <a:pt x="3808" y="653524"/>
                  </a:lnTo>
                  <a:lnTo>
                    <a:pt x="329504" y="653524"/>
                  </a:lnTo>
                  <a:lnTo>
                    <a:pt x="329504" y="979219"/>
                  </a:lnTo>
                  <a:lnTo>
                    <a:pt x="653524" y="979219"/>
                  </a:lnTo>
                  <a:lnTo>
                    <a:pt x="653524" y="653524"/>
                  </a:lnTo>
                  <a:lnTo>
                    <a:pt x="979219" y="653524"/>
                  </a:lnTo>
                  <a:lnTo>
                    <a:pt x="979219" y="329504"/>
                  </a:ln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875970B2-177F-4FEA-AECB-DD3AE42C93DF}"/>
                </a:ext>
              </a:extLst>
            </p:cNvPr>
            <p:cNvSpPr/>
            <p:nvPr/>
          </p:nvSpPr>
          <p:spPr>
            <a:xfrm>
              <a:off x="1502006" y="4570525"/>
              <a:ext cx="198934" cy="198934"/>
            </a:xfrm>
            <a:custGeom>
              <a:avLst/>
              <a:gdLst>
                <a:gd name="connsiteX0" fmla="*/ 294416 w 294517"/>
                <a:gd name="connsiteY0" fmla="*/ 100796 h 294517"/>
                <a:gd name="connsiteX1" fmla="*/ 197377 w 294517"/>
                <a:gd name="connsiteY1" fmla="*/ 100796 h 294517"/>
                <a:gd name="connsiteX2" fmla="*/ 197377 w 294517"/>
                <a:gd name="connsiteY2" fmla="*/ 3808 h 294517"/>
                <a:gd name="connsiteX3" fmla="*/ 100847 w 294517"/>
                <a:gd name="connsiteY3" fmla="*/ 3808 h 294517"/>
                <a:gd name="connsiteX4" fmla="*/ 100847 w 294517"/>
                <a:gd name="connsiteY4" fmla="*/ 100796 h 294517"/>
                <a:gd name="connsiteX5" fmla="*/ 3808 w 294517"/>
                <a:gd name="connsiteY5" fmla="*/ 100796 h 294517"/>
                <a:gd name="connsiteX6" fmla="*/ 3808 w 294517"/>
                <a:gd name="connsiteY6" fmla="*/ 197377 h 294517"/>
                <a:gd name="connsiteX7" fmla="*/ 100847 w 294517"/>
                <a:gd name="connsiteY7" fmla="*/ 197377 h 294517"/>
                <a:gd name="connsiteX8" fmla="*/ 100847 w 294517"/>
                <a:gd name="connsiteY8" fmla="*/ 294365 h 294517"/>
                <a:gd name="connsiteX9" fmla="*/ 197377 w 294517"/>
                <a:gd name="connsiteY9" fmla="*/ 294365 h 294517"/>
                <a:gd name="connsiteX10" fmla="*/ 197377 w 294517"/>
                <a:gd name="connsiteY10" fmla="*/ 197377 h 294517"/>
                <a:gd name="connsiteX11" fmla="*/ 294416 w 294517"/>
                <a:gd name="connsiteY11" fmla="*/ 197377 h 294517"/>
                <a:gd name="connsiteX12" fmla="*/ 294416 w 294517"/>
                <a:gd name="connsiteY12" fmla="*/ 100796 h 29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4517" h="294517">
                  <a:moveTo>
                    <a:pt x="294416" y="100796"/>
                  </a:moveTo>
                  <a:lnTo>
                    <a:pt x="197377" y="100796"/>
                  </a:lnTo>
                  <a:lnTo>
                    <a:pt x="197377" y="3808"/>
                  </a:lnTo>
                  <a:lnTo>
                    <a:pt x="100847" y="3808"/>
                  </a:lnTo>
                  <a:lnTo>
                    <a:pt x="100847" y="100796"/>
                  </a:lnTo>
                  <a:lnTo>
                    <a:pt x="3808" y="100796"/>
                  </a:lnTo>
                  <a:lnTo>
                    <a:pt x="3808" y="197377"/>
                  </a:lnTo>
                  <a:lnTo>
                    <a:pt x="100847" y="197377"/>
                  </a:lnTo>
                  <a:lnTo>
                    <a:pt x="100847" y="294365"/>
                  </a:lnTo>
                  <a:lnTo>
                    <a:pt x="197377" y="294365"/>
                  </a:lnTo>
                  <a:lnTo>
                    <a:pt x="197377" y="197377"/>
                  </a:lnTo>
                  <a:lnTo>
                    <a:pt x="294416" y="197377"/>
                  </a:lnTo>
                  <a:lnTo>
                    <a:pt x="294416" y="100796"/>
                  </a:ln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9AB5C7F-F556-4024-868E-0E95E3466D7C}"/>
                </a:ext>
              </a:extLst>
            </p:cNvPr>
            <p:cNvSpPr/>
            <p:nvPr/>
          </p:nvSpPr>
          <p:spPr>
            <a:xfrm>
              <a:off x="4189536" y="3257731"/>
              <a:ext cx="246953" cy="246953"/>
            </a:xfrm>
            <a:custGeom>
              <a:avLst/>
              <a:gdLst>
                <a:gd name="connsiteX0" fmla="*/ 364643 w 365607"/>
                <a:gd name="connsiteY0" fmla="*/ 124307 h 365607"/>
                <a:gd name="connsiteX1" fmla="*/ 244144 w 365607"/>
                <a:gd name="connsiteY1" fmla="*/ 124307 h 365607"/>
                <a:gd name="connsiteX2" fmla="*/ 244144 w 365607"/>
                <a:gd name="connsiteY2" fmla="*/ 3808 h 365607"/>
                <a:gd name="connsiteX3" fmla="*/ 124256 w 365607"/>
                <a:gd name="connsiteY3" fmla="*/ 3808 h 365607"/>
                <a:gd name="connsiteX4" fmla="*/ 124256 w 365607"/>
                <a:gd name="connsiteY4" fmla="*/ 124307 h 365607"/>
                <a:gd name="connsiteX5" fmla="*/ 3808 w 365607"/>
                <a:gd name="connsiteY5" fmla="*/ 124307 h 365607"/>
                <a:gd name="connsiteX6" fmla="*/ 3808 w 365607"/>
                <a:gd name="connsiteY6" fmla="*/ 244145 h 365607"/>
                <a:gd name="connsiteX7" fmla="*/ 124256 w 365607"/>
                <a:gd name="connsiteY7" fmla="*/ 244145 h 365607"/>
                <a:gd name="connsiteX8" fmla="*/ 124256 w 365607"/>
                <a:gd name="connsiteY8" fmla="*/ 364643 h 365607"/>
                <a:gd name="connsiteX9" fmla="*/ 244144 w 365607"/>
                <a:gd name="connsiteY9" fmla="*/ 364643 h 365607"/>
                <a:gd name="connsiteX10" fmla="*/ 244144 w 365607"/>
                <a:gd name="connsiteY10" fmla="*/ 244145 h 365607"/>
                <a:gd name="connsiteX11" fmla="*/ 364643 w 365607"/>
                <a:gd name="connsiteY11" fmla="*/ 244145 h 365607"/>
                <a:gd name="connsiteX12" fmla="*/ 364643 w 365607"/>
                <a:gd name="connsiteY12" fmla="*/ 124307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4643" y="124307"/>
                  </a:moveTo>
                  <a:lnTo>
                    <a:pt x="244144" y="124307"/>
                  </a:lnTo>
                  <a:lnTo>
                    <a:pt x="244144" y="3808"/>
                  </a:lnTo>
                  <a:lnTo>
                    <a:pt x="124256" y="3808"/>
                  </a:lnTo>
                  <a:lnTo>
                    <a:pt x="124256" y="124307"/>
                  </a:lnTo>
                  <a:lnTo>
                    <a:pt x="3808" y="124307"/>
                  </a:lnTo>
                  <a:lnTo>
                    <a:pt x="3808" y="244145"/>
                  </a:lnTo>
                  <a:lnTo>
                    <a:pt x="124256" y="244145"/>
                  </a:lnTo>
                  <a:lnTo>
                    <a:pt x="124256" y="364643"/>
                  </a:lnTo>
                  <a:lnTo>
                    <a:pt x="244144" y="364643"/>
                  </a:lnTo>
                  <a:lnTo>
                    <a:pt x="244144" y="244145"/>
                  </a:lnTo>
                  <a:lnTo>
                    <a:pt x="364643" y="244145"/>
                  </a:lnTo>
                  <a:lnTo>
                    <a:pt x="364643" y="124307"/>
                  </a:ln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A288BFA6-76BA-40F3-AFA5-9DEE68BB12BC}"/>
                </a:ext>
              </a:extLst>
            </p:cNvPr>
            <p:cNvSpPr/>
            <p:nvPr/>
          </p:nvSpPr>
          <p:spPr>
            <a:xfrm>
              <a:off x="-1218005" y="5844560"/>
              <a:ext cx="226373" cy="226373"/>
            </a:xfrm>
            <a:custGeom>
              <a:avLst/>
              <a:gdLst>
                <a:gd name="connsiteX0" fmla="*/ 332551 w 335140"/>
                <a:gd name="connsiteY0" fmla="*/ 113592 h 335140"/>
                <a:gd name="connsiteX1" fmla="*/ 222767 w 335140"/>
                <a:gd name="connsiteY1" fmla="*/ 113592 h 335140"/>
                <a:gd name="connsiteX2" fmla="*/ 222767 w 335140"/>
                <a:gd name="connsiteY2" fmla="*/ 3808 h 335140"/>
                <a:gd name="connsiteX3" fmla="*/ 113592 w 335140"/>
                <a:gd name="connsiteY3" fmla="*/ 3808 h 335140"/>
                <a:gd name="connsiteX4" fmla="*/ 113592 w 335140"/>
                <a:gd name="connsiteY4" fmla="*/ 113592 h 335140"/>
                <a:gd name="connsiteX5" fmla="*/ 3808 w 335140"/>
                <a:gd name="connsiteY5" fmla="*/ 113592 h 335140"/>
                <a:gd name="connsiteX6" fmla="*/ 3808 w 335140"/>
                <a:gd name="connsiteY6" fmla="*/ 222767 h 335140"/>
                <a:gd name="connsiteX7" fmla="*/ 113592 w 335140"/>
                <a:gd name="connsiteY7" fmla="*/ 222767 h 335140"/>
                <a:gd name="connsiteX8" fmla="*/ 113592 w 335140"/>
                <a:gd name="connsiteY8" fmla="*/ 332551 h 335140"/>
                <a:gd name="connsiteX9" fmla="*/ 222767 w 335140"/>
                <a:gd name="connsiteY9" fmla="*/ 332551 h 335140"/>
                <a:gd name="connsiteX10" fmla="*/ 222767 w 335140"/>
                <a:gd name="connsiteY10" fmla="*/ 222767 h 335140"/>
                <a:gd name="connsiteX11" fmla="*/ 332551 w 335140"/>
                <a:gd name="connsiteY11" fmla="*/ 222767 h 335140"/>
                <a:gd name="connsiteX12" fmla="*/ 332551 w 335140"/>
                <a:gd name="connsiteY12" fmla="*/ 113592 h 33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5140" h="335140">
                  <a:moveTo>
                    <a:pt x="332551" y="113592"/>
                  </a:moveTo>
                  <a:lnTo>
                    <a:pt x="222767" y="113592"/>
                  </a:lnTo>
                  <a:lnTo>
                    <a:pt x="222767" y="3808"/>
                  </a:lnTo>
                  <a:lnTo>
                    <a:pt x="113592" y="3808"/>
                  </a:lnTo>
                  <a:lnTo>
                    <a:pt x="113592" y="113592"/>
                  </a:lnTo>
                  <a:lnTo>
                    <a:pt x="3808" y="113592"/>
                  </a:lnTo>
                  <a:lnTo>
                    <a:pt x="3808" y="222767"/>
                  </a:lnTo>
                  <a:lnTo>
                    <a:pt x="113592" y="222767"/>
                  </a:lnTo>
                  <a:lnTo>
                    <a:pt x="113592" y="332551"/>
                  </a:lnTo>
                  <a:lnTo>
                    <a:pt x="222767" y="332551"/>
                  </a:lnTo>
                  <a:lnTo>
                    <a:pt x="222767" y="222767"/>
                  </a:lnTo>
                  <a:lnTo>
                    <a:pt x="332551" y="222767"/>
                  </a:lnTo>
                  <a:lnTo>
                    <a:pt x="332551" y="113592"/>
                  </a:ln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55646844-DB63-4587-B169-B59DBB3E6FD6}"/>
                </a:ext>
              </a:extLst>
            </p:cNvPr>
            <p:cNvSpPr/>
            <p:nvPr/>
          </p:nvSpPr>
          <p:spPr>
            <a:xfrm>
              <a:off x="2116506" y="3965422"/>
              <a:ext cx="926072" cy="926072"/>
            </a:xfrm>
            <a:custGeom>
              <a:avLst/>
              <a:gdLst>
                <a:gd name="connsiteX0" fmla="*/ 1372044 w 1371028"/>
                <a:gd name="connsiteY0" fmla="*/ 460666 h 1371028"/>
                <a:gd name="connsiteX1" fmla="*/ 915187 w 1371028"/>
                <a:gd name="connsiteY1" fmla="*/ 460666 h 1371028"/>
                <a:gd name="connsiteX2" fmla="*/ 915187 w 1371028"/>
                <a:gd name="connsiteY2" fmla="*/ 3808 h 1371028"/>
                <a:gd name="connsiteX3" fmla="*/ 460666 w 1371028"/>
                <a:gd name="connsiteY3" fmla="*/ 3808 h 1371028"/>
                <a:gd name="connsiteX4" fmla="*/ 460666 w 1371028"/>
                <a:gd name="connsiteY4" fmla="*/ 460666 h 1371028"/>
                <a:gd name="connsiteX5" fmla="*/ 3808 w 1371028"/>
                <a:gd name="connsiteY5" fmla="*/ 460666 h 1371028"/>
                <a:gd name="connsiteX6" fmla="*/ 3808 w 1371028"/>
                <a:gd name="connsiteY6" fmla="*/ 915187 h 1371028"/>
                <a:gd name="connsiteX7" fmla="*/ 460666 w 1371028"/>
                <a:gd name="connsiteY7" fmla="*/ 915187 h 1371028"/>
                <a:gd name="connsiteX8" fmla="*/ 460666 w 1371028"/>
                <a:gd name="connsiteY8" fmla="*/ 1372095 h 1371028"/>
                <a:gd name="connsiteX9" fmla="*/ 915187 w 1371028"/>
                <a:gd name="connsiteY9" fmla="*/ 1372095 h 1371028"/>
                <a:gd name="connsiteX10" fmla="*/ 915187 w 1371028"/>
                <a:gd name="connsiteY10" fmla="*/ 915187 h 1371028"/>
                <a:gd name="connsiteX11" fmla="*/ 1372044 w 1371028"/>
                <a:gd name="connsiteY11" fmla="*/ 915187 h 1371028"/>
                <a:gd name="connsiteX12" fmla="*/ 1372044 w 1371028"/>
                <a:gd name="connsiteY12" fmla="*/ 460666 h 137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1028" h="1371028">
                  <a:moveTo>
                    <a:pt x="1372044" y="460666"/>
                  </a:moveTo>
                  <a:lnTo>
                    <a:pt x="915187" y="460666"/>
                  </a:lnTo>
                  <a:lnTo>
                    <a:pt x="915187" y="3808"/>
                  </a:lnTo>
                  <a:lnTo>
                    <a:pt x="460666" y="3808"/>
                  </a:lnTo>
                  <a:lnTo>
                    <a:pt x="460666" y="460666"/>
                  </a:lnTo>
                  <a:lnTo>
                    <a:pt x="3808" y="460666"/>
                  </a:lnTo>
                  <a:lnTo>
                    <a:pt x="3808" y="915187"/>
                  </a:lnTo>
                  <a:lnTo>
                    <a:pt x="460666" y="915187"/>
                  </a:lnTo>
                  <a:lnTo>
                    <a:pt x="460666" y="1372095"/>
                  </a:lnTo>
                  <a:lnTo>
                    <a:pt x="915187" y="1372095"/>
                  </a:lnTo>
                  <a:lnTo>
                    <a:pt x="915187" y="915187"/>
                  </a:lnTo>
                  <a:lnTo>
                    <a:pt x="1372044" y="915187"/>
                  </a:lnTo>
                  <a:lnTo>
                    <a:pt x="1372044" y="460666"/>
                  </a:ln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5F18226E-9D1B-4B21-8C16-73C13430A39B}"/>
                </a:ext>
              </a:extLst>
            </p:cNvPr>
            <p:cNvSpPr/>
            <p:nvPr/>
          </p:nvSpPr>
          <p:spPr>
            <a:xfrm>
              <a:off x="4693628" y="4822107"/>
              <a:ext cx="836895" cy="836895"/>
            </a:xfrm>
            <a:custGeom>
              <a:avLst/>
              <a:gdLst>
                <a:gd name="connsiteX0" fmla="*/ 1235500 w 1239003"/>
                <a:gd name="connsiteY0" fmla="*/ 415066 h 1239003"/>
                <a:gd name="connsiteX1" fmla="*/ 824243 w 1239003"/>
                <a:gd name="connsiteY1" fmla="*/ 415066 h 1239003"/>
                <a:gd name="connsiteX2" fmla="*/ 824243 w 1239003"/>
                <a:gd name="connsiteY2" fmla="*/ 3808 h 1239003"/>
                <a:gd name="connsiteX3" fmla="*/ 415066 w 1239003"/>
                <a:gd name="connsiteY3" fmla="*/ 3808 h 1239003"/>
                <a:gd name="connsiteX4" fmla="*/ 415066 w 1239003"/>
                <a:gd name="connsiteY4" fmla="*/ 415066 h 1239003"/>
                <a:gd name="connsiteX5" fmla="*/ 3808 w 1239003"/>
                <a:gd name="connsiteY5" fmla="*/ 415066 h 1239003"/>
                <a:gd name="connsiteX6" fmla="*/ 3808 w 1239003"/>
                <a:gd name="connsiteY6" fmla="*/ 824191 h 1239003"/>
                <a:gd name="connsiteX7" fmla="*/ 415066 w 1239003"/>
                <a:gd name="connsiteY7" fmla="*/ 824191 h 1239003"/>
                <a:gd name="connsiteX8" fmla="*/ 415066 w 1239003"/>
                <a:gd name="connsiteY8" fmla="*/ 1235500 h 1239003"/>
                <a:gd name="connsiteX9" fmla="*/ 824243 w 1239003"/>
                <a:gd name="connsiteY9" fmla="*/ 1235500 h 1239003"/>
                <a:gd name="connsiteX10" fmla="*/ 824243 w 1239003"/>
                <a:gd name="connsiteY10" fmla="*/ 824191 h 1239003"/>
                <a:gd name="connsiteX11" fmla="*/ 1235500 w 1239003"/>
                <a:gd name="connsiteY11" fmla="*/ 824191 h 1239003"/>
                <a:gd name="connsiteX12" fmla="*/ 1235500 w 1239003"/>
                <a:gd name="connsiteY12" fmla="*/ 415066 h 1239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9003" h="1239003">
                  <a:moveTo>
                    <a:pt x="1235500" y="415066"/>
                  </a:moveTo>
                  <a:lnTo>
                    <a:pt x="824243" y="415066"/>
                  </a:lnTo>
                  <a:lnTo>
                    <a:pt x="824243" y="3808"/>
                  </a:lnTo>
                  <a:lnTo>
                    <a:pt x="415066" y="3808"/>
                  </a:lnTo>
                  <a:lnTo>
                    <a:pt x="415066" y="415066"/>
                  </a:lnTo>
                  <a:lnTo>
                    <a:pt x="3808" y="415066"/>
                  </a:lnTo>
                  <a:lnTo>
                    <a:pt x="3808" y="824191"/>
                  </a:lnTo>
                  <a:lnTo>
                    <a:pt x="415066" y="824191"/>
                  </a:lnTo>
                  <a:lnTo>
                    <a:pt x="415066" y="1235500"/>
                  </a:lnTo>
                  <a:lnTo>
                    <a:pt x="824243" y="1235500"/>
                  </a:lnTo>
                  <a:lnTo>
                    <a:pt x="824243" y="824191"/>
                  </a:lnTo>
                  <a:lnTo>
                    <a:pt x="1235500" y="824191"/>
                  </a:lnTo>
                  <a:lnTo>
                    <a:pt x="1235500" y="415066"/>
                  </a:ln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0D5DEAAE-2498-4C08-B521-D3E13155C9C9}"/>
                </a:ext>
              </a:extLst>
            </p:cNvPr>
            <p:cNvSpPr/>
            <p:nvPr/>
          </p:nvSpPr>
          <p:spPr>
            <a:xfrm>
              <a:off x="4688894" y="3833302"/>
              <a:ext cx="1286212" cy="1286212"/>
            </a:xfrm>
            <a:custGeom>
              <a:avLst/>
              <a:gdLst>
                <a:gd name="connsiteX0" fmla="*/ 1904918 w 1904206"/>
                <a:gd name="connsiteY0" fmla="*/ 638595 h 1904206"/>
                <a:gd name="connsiteX1" fmla="*/ 1270131 w 1904206"/>
                <a:gd name="connsiteY1" fmla="*/ 638595 h 1904206"/>
                <a:gd name="connsiteX2" fmla="*/ 1270131 w 1904206"/>
                <a:gd name="connsiteY2" fmla="*/ 3808 h 1904206"/>
                <a:gd name="connsiteX3" fmla="*/ 638645 w 1904206"/>
                <a:gd name="connsiteY3" fmla="*/ 3808 h 1904206"/>
                <a:gd name="connsiteX4" fmla="*/ 638645 w 1904206"/>
                <a:gd name="connsiteY4" fmla="*/ 638595 h 1904206"/>
                <a:gd name="connsiteX5" fmla="*/ 3808 w 1904206"/>
                <a:gd name="connsiteY5" fmla="*/ 638595 h 1904206"/>
                <a:gd name="connsiteX6" fmla="*/ 3808 w 1904206"/>
                <a:gd name="connsiteY6" fmla="*/ 1270131 h 1904206"/>
                <a:gd name="connsiteX7" fmla="*/ 638645 w 1904206"/>
                <a:gd name="connsiteY7" fmla="*/ 1270131 h 1904206"/>
                <a:gd name="connsiteX8" fmla="*/ 638645 w 1904206"/>
                <a:gd name="connsiteY8" fmla="*/ 1904918 h 1904206"/>
                <a:gd name="connsiteX9" fmla="*/ 1270131 w 1904206"/>
                <a:gd name="connsiteY9" fmla="*/ 1904918 h 1904206"/>
                <a:gd name="connsiteX10" fmla="*/ 1270131 w 1904206"/>
                <a:gd name="connsiteY10" fmla="*/ 1270131 h 1904206"/>
                <a:gd name="connsiteX11" fmla="*/ 1904918 w 1904206"/>
                <a:gd name="connsiteY11" fmla="*/ 1270131 h 1904206"/>
                <a:gd name="connsiteX12" fmla="*/ 1904918 w 1904206"/>
                <a:gd name="connsiteY12" fmla="*/ 638595 h 190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4206" h="1904206">
                  <a:moveTo>
                    <a:pt x="1904918" y="638595"/>
                  </a:moveTo>
                  <a:lnTo>
                    <a:pt x="1270131" y="638595"/>
                  </a:lnTo>
                  <a:lnTo>
                    <a:pt x="1270131" y="3808"/>
                  </a:lnTo>
                  <a:lnTo>
                    <a:pt x="638645" y="3808"/>
                  </a:lnTo>
                  <a:lnTo>
                    <a:pt x="638645" y="638595"/>
                  </a:lnTo>
                  <a:lnTo>
                    <a:pt x="3808" y="638595"/>
                  </a:lnTo>
                  <a:lnTo>
                    <a:pt x="3808" y="1270131"/>
                  </a:lnTo>
                  <a:lnTo>
                    <a:pt x="638645" y="1270131"/>
                  </a:lnTo>
                  <a:lnTo>
                    <a:pt x="638645" y="1904918"/>
                  </a:lnTo>
                  <a:lnTo>
                    <a:pt x="1270131" y="1904918"/>
                  </a:lnTo>
                  <a:lnTo>
                    <a:pt x="1270131" y="1270131"/>
                  </a:lnTo>
                  <a:lnTo>
                    <a:pt x="1904918" y="1270131"/>
                  </a:lnTo>
                  <a:lnTo>
                    <a:pt x="1904918" y="638595"/>
                  </a:ln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CCDC0ED4-6804-420D-9BAE-E7C784B4103A}"/>
                </a:ext>
              </a:extLst>
            </p:cNvPr>
            <p:cNvSpPr/>
            <p:nvPr/>
          </p:nvSpPr>
          <p:spPr>
            <a:xfrm>
              <a:off x="3327054" y="6159561"/>
              <a:ext cx="483616" cy="483616"/>
            </a:xfrm>
            <a:custGeom>
              <a:avLst/>
              <a:gdLst>
                <a:gd name="connsiteX0" fmla="*/ 715170 w 715981"/>
                <a:gd name="connsiteY0" fmla="*/ 241352 h 715981"/>
                <a:gd name="connsiteX1" fmla="*/ 477626 w 715981"/>
                <a:gd name="connsiteY1" fmla="*/ 241352 h 715981"/>
                <a:gd name="connsiteX2" fmla="*/ 477626 w 715981"/>
                <a:gd name="connsiteY2" fmla="*/ 3808 h 715981"/>
                <a:gd name="connsiteX3" fmla="*/ 241352 w 715981"/>
                <a:gd name="connsiteY3" fmla="*/ 3808 h 715981"/>
                <a:gd name="connsiteX4" fmla="*/ 241352 w 715981"/>
                <a:gd name="connsiteY4" fmla="*/ 241352 h 715981"/>
                <a:gd name="connsiteX5" fmla="*/ 3808 w 715981"/>
                <a:gd name="connsiteY5" fmla="*/ 241352 h 715981"/>
                <a:gd name="connsiteX6" fmla="*/ 3808 w 715981"/>
                <a:gd name="connsiteY6" fmla="*/ 477626 h 715981"/>
                <a:gd name="connsiteX7" fmla="*/ 241352 w 715981"/>
                <a:gd name="connsiteY7" fmla="*/ 477626 h 715981"/>
                <a:gd name="connsiteX8" fmla="*/ 241352 w 715981"/>
                <a:gd name="connsiteY8" fmla="*/ 715169 h 715981"/>
                <a:gd name="connsiteX9" fmla="*/ 477626 w 715981"/>
                <a:gd name="connsiteY9" fmla="*/ 715169 h 715981"/>
                <a:gd name="connsiteX10" fmla="*/ 477626 w 715981"/>
                <a:gd name="connsiteY10" fmla="*/ 477626 h 715981"/>
                <a:gd name="connsiteX11" fmla="*/ 715170 w 715981"/>
                <a:gd name="connsiteY11" fmla="*/ 477626 h 715981"/>
                <a:gd name="connsiteX12" fmla="*/ 715170 w 715981"/>
                <a:gd name="connsiteY12" fmla="*/ 241352 h 71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5981" h="715981">
                  <a:moveTo>
                    <a:pt x="715170" y="241352"/>
                  </a:moveTo>
                  <a:lnTo>
                    <a:pt x="477626" y="241352"/>
                  </a:lnTo>
                  <a:lnTo>
                    <a:pt x="477626" y="3808"/>
                  </a:lnTo>
                  <a:lnTo>
                    <a:pt x="241352" y="3808"/>
                  </a:lnTo>
                  <a:lnTo>
                    <a:pt x="241352" y="241352"/>
                  </a:lnTo>
                  <a:lnTo>
                    <a:pt x="3808" y="241352"/>
                  </a:lnTo>
                  <a:lnTo>
                    <a:pt x="3808" y="477626"/>
                  </a:lnTo>
                  <a:lnTo>
                    <a:pt x="241352" y="477626"/>
                  </a:lnTo>
                  <a:lnTo>
                    <a:pt x="241352" y="715169"/>
                  </a:lnTo>
                  <a:lnTo>
                    <a:pt x="477626" y="715169"/>
                  </a:lnTo>
                  <a:lnTo>
                    <a:pt x="477626" y="477626"/>
                  </a:lnTo>
                  <a:lnTo>
                    <a:pt x="715170" y="477626"/>
                  </a:lnTo>
                  <a:lnTo>
                    <a:pt x="715170" y="241352"/>
                  </a:ln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91E0FC76-48C5-4962-9901-D0521B9E76BC}"/>
                </a:ext>
              </a:extLst>
            </p:cNvPr>
            <p:cNvSpPr/>
            <p:nvPr/>
          </p:nvSpPr>
          <p:spPr>
            <a:xfrm>
              <a:off x="5576141" y="5434653"/>
              <a:ext cx="181785" cy="181785"/>
            </a:xfrm>
            <a:custGeom>
              <a:avLst/>
              <a:gdLst>
                <a:gd name="connsiteX0" fmla="*/ 268011 w 269127"/>
                <a:gd name="connsiteY0" fmla="*/ 92011 h 269127"/>
                <a:gd name="connsiteX1" fmla="*/ 179807 w 269127"/>
                <a:gd name="connsiteY1" fmla="*/ 92011 h 269127"/>
                <a:gd name="connsiteX2" fmla="*/ 179807 w 269127"/>
                <a:gd name="connsiteY2" fmla="*/ 3808 h 269127"/>
                <a:gd name="connsiteX3" fmla="*/ 92011 w 269127"/>
                <a:gd name="connsiteY3" fmla="*/ 3808 h 269127"/>
                <a:gd name="connsiteX4" fmla="*/ 92011 w 269127"/>
                <a:gd name="connsiteY4" fmla="*/ 92011 h 269127"/>
                <a:gd name="connsiteX5" fmla="*/ 3808 w 269127"/>
                <a:gd name="connsiteY5" fmla="*/ 92011 h 269127"/>
                <a:gd name="connsiteX6" fmla="*/ 3808 w 269127"/>
                <a:gd name="connsiteY6" fmla="*/ 179808 h 269127"/>
                <a:gd name="connsiteX7" fmla="*/ 92011 w 269127"/>
                <a:gd name="connsiteY7" fmla="*/ 179808 h 269127"/>
                <a:gd name="connsiteX8" fmla="*/ 92011 w 269127"/>
                <a:gd name="connsiteY8" fmla="*/ 268011 h 269127"/>
                <a:gd name="connsiteX9" fmla="*/ 179807 w 269127"/>
                <a:gd name="connsiteY9" fmla="*/ 268011 h 269127"/>
                <a:gd name="connsiteX10" fmla="*/ 179807 w 269127"/>
                <a:gd name="connsiteY10" fmla="*/ 179808 h 269127"/>
                <a:gd name="connsiteX11" fmla="*/ 268011 w 269127"/>
                <a:gd name="connsiteY11" fmla="*/ 179808 h 269127"/>
                <a:gd name="connsiteX12" fmla="*/ 268011 w 269127"/>
                <a:gd name="connsiteY12" fmla="*/ 92011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8011" y="92011"/>
                  </a:moveTo>
                  <a:lnTo>
                    <a:pt x="179807" y="92011"/>
                  </a:lnTo>
                  <a:lnTo>
                    <a:pt x="179807" y="3808"/>
                  </a:lnTo>
                  <a:lnTo>
                    <a:pt x="92011" y="3808"/>
                  </a:lnTo>
                  <a:lnTo>
                    <a:pt x="92011" y="92011"/>
                  </a:lnTo>
                  <a:lnTo>
                    <a:pt x="3808" y="92011"/>
                  </a:lnTo>
                  <a:lnTo>
                    <a:pt x="3808" y="179808"/>
                  </a:lnTo>
                  <a:lnTo>
                    <a:pt x="92011" y="179808"/>
                  </a:lnTo>
                  <a:lnTo>
                    <a:pt x="92011" y="268011"/>
                  </a:lnTo>
                  <a:lnTo>
                    <a:pt x="179807" y="268011"/>
                  </a:lnTo>
                  <a:lnTo>
                    <a:pt x="179807" y="179808"/>
                  </a:lnTo>
                  <a:lnTo>
                    <a:pt x="268011" y="179808"/>
                  </a:lnTo>
                  <a:lnTo>
                    <a:pt x="268011" y="92011"/>
                  </a:ln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57A8742E-34A8-4C74-961F-07D5E5A710DF}"/>
                </a:ext>
              </a:extLst>
            </p:cNvPr>
            <p:cNvSpPr/>
            <p:nvPr/>
          </p:nvSpPr>
          <p:spPr>
            <a:xfrm>
              <a:off x="3554250" y="3833302"/>
              <a:ext cx="1100997" cy="1100997"/>
            </a:xfrm>
            <a:custGeom>
              <a:avLst/>
              <a:gdLst>
                <a:gd name="connsiteX0" fmla="*/ 1630864 w 1630000"/>
                <a:gd name="connsiteY0" fmla="*/ 547091 h 1630000"/>
                <a:gd name="connsiteX1" fmla="*/ 1087582 w 1630000"/>
                <a:gd name="connsiteY1" fmla="*/ 547091 h 1630000"/>
                <a:gd name="connsiteX2" fmla="*/ 1087582 w 1630000"/>
                <a:gd name="connsiteY2" fmla="*/ 3808 h 1630000"/>
                <a:gd name="connsiteX3" fmla="*/ 547091 w 1630000"/>
                <a:gd name="connsiteY3" fmla="*/ 3808 h 1630000"/>
                <a:gd name="connsiteX4" fmla="*/ 547091 w 1630000"/>
                <a:gd name="connsiteY4" fmla="*/ 547091 h 1630000"/>
                <a:gd name="connsiteX5" fmla="*/ 3808 w 1630000"/>
                <a:gd name="connsiteY5" fmla="*/ 547091 h 1630000"/>
                <a:gd name="connsiteX6" fmla="*/ 3808 w 1630000"/>
                <a:gd name="connsiteY6" fmla="*/ 1087581 h 1630000"/>
                <a:gd name="connsiteX7" fmla="*/ 547091 w 1630000"/>
                <a:gd name="connsiteY7" fmla="*/ 1087581 h 1630000"/>
                <a:gd name="connsiteX8" fmla="*/ 547091 w 1630000"/>
                <a:gd name="connsiteY8" fmla="*/ 1630864 h 1630000"/>
                <a:gd name="connsiteX9" fmla="*/ 1087582 w 1630000"/>
                <a:gd name="connsiteY9" fmla="*/ 1630864 h 1630000"/>
                <a:gd name="connsiteX10" fmla="*/ 1087582 w 1630000"/>
                <a:gd name="connsiteY10" fmla="*/ 1087581 h 1630000"/>
                <a:gd name="connsiteX11" fmla="*/ 1630864 w 1630000"/>
                <a:gd name="connsiteY11" fmla="*/ 1087581 h 1630000"/>
                <a:gd name="connsiteX12" fmla="*/ 1630864 w 1630000"/>
                <a:gd name="connsiteY12" fmla="*/ 547091 h 163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000" h="1630000">
                  <a:moveTo>
                    <a:pt x="1630864" y="547091"/>
                  </a:moveTo>
                  <a:lnTo>
                    <a:pt x="1087582" y="547091"/>
                  </a:lnTo>
                  <a:lnTo>
                    <a:pt x="1087582" y="3808"/>
                  </a:lnTo>
                  <a:lnTo>
                    <a:pt x="547091" y="3808"/>
                  </a:lnTo>
                  <a:lnTo>
                    <a:pt x="547091" y="547091"/>
                  </a:lnTo>
                  <a:lnTo>
                    <a:pt x="3808" y="547091"/>
                  </a:lnTo>
                  <a:lnTo>
                    <a:pt x="3808" y="1087581"/>
                  </a:lnTo>
                  <a:lnTo>
                    <a:pt x="547091" y="1087581"/>
                  </a:lnTo>
                  <a:lnTo>
                    <a:pt x="547091" y="1630864"/>
                  </a:lnTo>
                  <a:lnTo>
                    <a:pt x="1087582" y="1630864"/>
                  </a:lnTo>
                  <a:lnTo>
                    <a:pt x="1087582" y="1087581"/>
                  </a:lnTo>
                  <a:lnTo>
                    <a:pt x="1630864" y="1087581"/>
                  </a:lnTo>
                  <a:lnTo>
                    <a:pt x="1630864" y="547091"/>
                  </a:lnTo>
                  <a:close/>
                </a:path>
              </a:pathLst>
            </a:custGeom>
            <a:grpFill/>
            <a:ln w="9525" cap="flat">
              <a:noFill/>
              <a:prstDash val="solid"/>
              <a:miter/>
            </a:ln>
          </p:spPr>
          <p:txBody>
            <a:bodyPr rtlCol="0" anchor="ctr"/>
            <a:lstStyle/>
            <a:p>
              <a:endParaRPr lang="en-US"/>
            </a:p>
          </p:txBody>
        </p:sp>
      </p:grpSp>
      <p:grpSp>
        <p:nvGrpSpPr>
          <p:cNvPr id="82" name="Group 81">
            <a:extLst>
              <a:ext uri="{FF2B5EF4-FFF2-40B4-BE49-F238E27FC236}">
                <a16:creationId xmlns:a16="http://schemas.microsoft.com/office/drawing/2014/main" id="{39BFB6D7-9651-4FDF-B6FB-95C7AD237D79}"/>
              </a:ext>
            </a:extLst>
          </p:cNvPr>
          <p:cNvGrpSpPr/>
          <p:nvPr/>
        </p:nvGrpSpPr>
        <p:grpSpPr>
          <a:xfrm>
            <a:off x="-637084" y="3731195"/>
            <a:ext cx="5560412" cy="3711148"/>
            <a:chOff x="2403515" y="1010099"/>
            <a:chExt cx="8232063" cy="5494271"/>
          </a:xfrm>
        </p:grpSpPr>
        <p:sp>
          <p:nvSpPr>
            <p:cNvPr id="83" name="Freeform: Shape 82">
              <a:extLst>
                <a:ext uri="{FF2B5EF4-FFF2-40B4-BE49-F238E27FC236}">
                  <a16:creationId xmlns:a16="http://schemas.microsoft.com/office/drawing/2014/main" id="{93EA279C-0B0E-415C-B255-672D31503111}"/>
                </a:ext>
              </a:extLst>
            </p:cNvPr>
            <p:cNvSpPr/>
            <p:nvPr/>
          </p:nvSpPr>
          <p:spPr>
            <a:xfrm>
              <a:off x="4789816" y="5168886"/>
              <a:ext cx="1335484" cy="1335484"/>
            </a:xfrm>
            <a:custGeom>
              <a:avLst/>
              <a:gdLst>
                <a:gd name="connsiteX0" fmla="*/ 1336651 w 1335483"/>
                <a:gd name="connsiteY0" fmla="*/ 448885 h 1335483"/>
                <a:gd name="connsiteX1" fmla="*/ 891626 w 1335483"/>
                <a:gd name="connsiteY1" fmla="*/ 448885 h 1335483"/>
                <a:gd name="connsiteX2" fmla="*/ 891626 w 1335483"/>
                <a:gd name="connsiteY2" fmla="*/ 3808 h 1335483"/>
                <a:gd name="connsiteX3" fmla="*/ 448834 w 1335483"/>
                <a:gd name="connsiteY3" fmla="*/ 3808 h 1335483"/>
                <a:gd name="connsiteX4" fmla="*/ 448834 w 1335483"/>
                <a:gd name="connsiteY4" fmla="*/ 448885 h 1335483"/>
                <a:gd name="connsiteX5" fmla="*/ 3808 w 1335483"/>
                <a:gd name="connsiteY5" fmla="*/ 448885 h 1335483"/>
                <a:gd name="connsiteX6" fmla="*/ 3808 w 1335483"/>
                <a:gd name="connsiteY6" fmla="*/ 891626 h 1335483"/>
                <a:gd name="connsiteX7" fmla="*/ 448834 w 1335483"/>
                <a:gd name="connsiteY7" fmla="*/ 891626 h 1335483"/>
                <a:gd name="connsiteX8" fmla="*/ 448834 w 1335483"/>
                <a:gd name="connsiteY8" fmla="*/ 1336702 h 1335483"/>
                <a:gd name="connsiteX9" fmla="*/ 891626 w 1335483"/>
                <a:gd name="connsiteY9" fmla="*/ 1336702 h 1335483"/>
                <a:gd name="connsiteX10" fmla="*/ 891626 w 1335483"/>
                <a:gd name="connsiteY10" fmla="*/ 891626 h 1335483"/>
                <a:gd name="connsiteX11" fmla="*/ 1336651 w 1335483"/>
                <a:gd name="connsiteY11" fmla="*/ 891626 h 1335483"/>
                <a:gd name="connsiteX12" fmla="*/ 1336651 w 1335483"/>
                <a:gd name="connsiteY12" fmla="*/ 448885 h 1335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5483" h="1335483">
                  <a:moveTo>
                    <a:pt x="1336651" y="448885"/>
                  </a:moveTo>
                  <a:lnTo>
                    <a:pt x="891626" y="448885"/>
                  </a:lnTo>
                  <a:lnTo>
                    <a:pt x="891626" y="3808"/>
                  </a:lnTo>
                  <a:lnTo>
                    <a:pt x="448834" y="3808"/>
                  </a:lnTo>
                  <a:lnTo>
                    <a:pt x="448834" y="448885"/>
                  </a:lnTo>
                  <a:lnTo>
                    <a:pt x="3808" y="448885"/>
                  </a:lnTo>
                  <a:lnTo>
                    <a:pt x="3808" y="891626"/>
                  </a:lnTo>
                  <a:lnTo>
                    <a:pt x="448834" y="891626"/>
                  </a:lnTo>
                  <a:lnTo>
                    <a:pt x="448834" y="1336702"/>
                  </a:lnTo>
                  <a:lnTo>
                    <a:pt x="891626" y="1336702"/>
                  </a:lnTo>
                  <a:lnTo>
                    <a:pt x="891626" y="891626"/>
                  </a:lnTo>
                  <a:lnTo>
                    <a:pt x="1336651" y="891626"/>
                  </a:lnTo>
                  <a:lnTo>
                    <a:pt x="1336651" y="448885"/>
                  </a:lnTo>
                  <a:close/>
                </a:path>
              </a:pathLst>
            </a:custGeom>
            <a:solidFill>
              <a:schemeClr val="bg1">
                <a:alpha val="27000"/>
              </a:schemeClr>
            </a:solid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40EC73A7-92A3-4346-A35A-D10F2BC28136}"/>
                </a:ext>
              </a:extLst>
            </p:cNvPr>
            <p:cNvSpPr/>
            <p:nvPr/>
          </p:nvSpPr>
          <p:spPr>
            <a:xfrm>
              <a:off x="10183646" y="1010099"/>
              <a:ext cx="451932" cy="451932"/>
            </a:xfrm>
            <a:custGeom>
              <a:avLst/>
              <a:gdLst>
                <a:gd name="connsiteX0" fmla="*/ 451272 w 451931"/>
                <a:gd name="connsiteY0" fmla="*/ 153200 h 451931"/>
                <a:gd name="connsiteX1" fmla="*/ 301829 w 451931"/>
                <a:gd name="connsiteY1" fmla="*/ 153200 h 451931"/>
                <a:gd name="connsiteX2" fmla="*/ 301829 w 451931"/>
                <a:gd name="connsiteY2" fmla="*/ 3808 h 451931"/>
                <a:gd name="connsiteX3" fmla="*/ 153200 w 451931"/>
                <a:gd name="connsiteY3" fmla="*/ 3808 h 451931"/>
                <a:gd name="connsiteX4" fmla="*/ 153200 w 451931"/>
                <a:gd name="connsiteY4" fmla="*/ 153200 h 451931"/>
                <a:gd name="connsiteX5" fmla="*/ 3808 w 451931"/>
                <a:gd name="connsiteY5" fmla="*/ 153200 h 451931"/>
                <a:gd name="connsiteX6" fmla="*/ 3808 w 451931"/>
                <a:gd name="connsiteY6" fmla="*/ 301829 h 451931"/>
                <a:gd name="connsiteX7" fmla="*/ 153200 w 451931"/>
                <a:gd name="connsiteY7" fmla="*/ 301829 h 451931"/>
                <a:gd name="connsiteX8" fmla="*/ 153200 w 451931"/>
                <a:gd name="connsiteY8" fmla="*/ 451272 h 451931"/>
                <a:gd name="connsiteX9" fmla="*/ 301829 w 451931"/>
                <a:gd name="connsiteY9" fmla="*/ 451272 h 451931"/>
                <a:gd name="connsiteX10" fmla="*/ 301829 w 451931"/>
                <a:gd name="connsiteY10" fmla="*/ 301829 h 451931"/>
                <a:gd name="connsiteX11" fmla="*/ 451272 w 451931"/>
                <a:gd name="connsiteY11" fmla="*/ 301829 h 451931"/>
                <a:gd name="connsiteX12" fmla="*/ 451272 w 451931"/>
                <a:gd name="connsiteY12" fmla="*/ 153200 h 45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1931" h="451931">
                  <a:moveTo>
                    <a:pt x="451272" y="153200"/>
                  </a:moveTo>
                  <a:lnTo>
                    <a:pt x="301829" y="153200"/>
                  </a:lnTo>
                  <a:lnTo>
                    <a:pt x="301829" y="3808"/>
                  </a:lnTo>
                  <a:lnTo>
                    <a:pt x="153200" y="3808"/>
                  </a:lnTo>
                  <a:lnTo>
                    <a:pt x="153200" y="153200"/>
                  </a:lnTo>
                  <a:lnTo>
                    <a:pt x="3808" y="153200"/>
                  </a:lnTo>
                  <a:lnTo>
                    <a:pt x="3808" y="301829"/>
                  </a:lnTo>
                  <a:lnTo>
                    <a:pt x="153200" y="301829"/>
                  </a:lnTo>
                  <a:lnTo>
                    <a:pt x="153200" y="451272"/>
                  </a:lnTo>
                  <a:lnTo>
                    <a:pt x="301829" y="451272"/>
                  </a:lnTo>
                  <a:lnTo>
                    <a:pt x="301829" y="301829"/>
                  </a:lnTo>
                  <a:lnTo>
                    <a:pt x="451272" y="301829"/>
                  </a:lnTo>
                  <a:lnTo>
                    <a:pt x="451272" y="153200"/>
                  </a:lnTo>
                  <a:close/>
                </a:path>
              </a:pathLst>
            </a:custGeom>
            <a:solidFill>
              <a:schemeClr val="bg1">
                <a:alpha val="19000"/>
              </a:schemeClr>
            </a:solid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3E745D51-595C-4223-9B88-1DD1C16DACCA}"/>
                </a:ext>
              </a:extLst>
            </p:cNvPr>
            <p:cNvSpPr/>
            <p:nvPr/>
          </p:nvSpPr>
          <p:spPr>
            <a:xfrm>
              <a:off x="2403515" y="4607576"/>
              <a:ext cx="1142524" cy="1142524"/>
            </a:xfrm>
            <a:custGeom>
              <a:avLst/>
              <a:gdLst>
                <a:gd name="connsiteX0" fmla="*/ 1139681 w 1142523"/>
                <a:gd name="connsiteY0" fmla="*/ 383076 h 1142523"/>
                <a:gd name="connsiteX1" fmla="*/ 760413 w 1142523"/>
                <a:gd name="connsiteY1" fmla="*/ 383076 h 1142523"/>
                <a:gd name="connsiteX2" fmla="*/ 760413 w 1142523"/>
                <a:gd name="connsiteY2" fmla="*/ 3808 h 1142523"/>
                <a:gd name="connsiteX3" fmla="*/ 383076 w 1142523"/>
                <a:gd name="connsiteY3" fmla="*/ 3808 h 1142523"/>
                <a:gd name="connsiteX4" fmla="*/ 383076 w 1142523"/>
                <a:gd name="connsiteY4" fmla="*/ 383076 h 1142523"/>
                <a:gd name="connsiteX5" fmla="*/ 3808 w 1142523"/>
                <a:gd name="connsiteY5" fmla="*/ 383076 h 1142523"/>
                <a:gd name="connsiteX6" fmla="*/ 3808 w 1142523"/>
                <a:gd name="connsiteY6" fmla="*/ 760413 h 1142523"/>
                <a:gd name="connsiteX7" fmla="*/ 383076 w 1142523"/>
                <a:gd name="connsiteY7" fmla="*/ 760413 h 1142523"/>
                <a:gd name="connsiteX8" fmla="*/ 383076 w 1142523"/>
                <a:gd name="connsiteY8" fmla="*/ 1139681 h 1142523"/>
                <a:gd name="connsiteX9" fmla="*/ 760413 w 1142523"/>
                <a:gd name="connsiteY9" fmla="*/ 1139681 h 1142523"/>
                <a:gd name="connsiteX10" fmla="*/ 760413 w 1142523"/>
                <a:gd name="connsiteY10" fmla="*/ 760413 h 1142523"/>
                <a:gd name="connsiteX11" fmla="*/ 1139681 w 1142523"/>
                <a:gd name="connsiteY11" fmla="*/ 760413 h 1142523"/>
                <a:gd name="connsiteX12" fmla="*/ 1139681 w 1142523"/>
                <a:gd name="connsiteY12" fmla="*/ 383076 h 1142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2523" h="1142523">
                  <a:moveTo>
                    <a:pt x="1139681" y="383076"/>
                  </a:moveTo>
                  <a:lnTo>
                    <a:pt x="760413" y="383076"/>
                  </a:lnTo>
                  <a:lnTo>
                    <a:pt x="760413" y="3808"/>
                  </a:lnTo>
                  <a:lnTo>
                    <a:pt x="383076" y="3808"/>
                  </a:lnTo>
                  <a:lnTo>
                    <a:pt x="383076" y="383076"/>
                  </a:lnTo>
                  <a:lnTo>
                    <a:pt x="3808" y="383076"/>
                  </a:lnTo>
                  <a:lnTo>
                    <a:pt x="3808" y="760413"/>
                  </a:lnTo>
                  <a:lnTo>
                    <a:pt x="383076" y="760413"/>
                  </a:lnTo>
                  <a:lnTo>
                    <a:pt x="383076" y="1139681"/>
                  </a:lnTo>
                  <a:lnTo>
                    <a:pt x="760413" y="1139681"/>
                  </a:lnTo>
                  <a:lnTo>
                    <a:pt x="760413" y="760413"/>
                  </a:lnTo>
                  <a:lnTo>
                    <a:pt x="1139681" y="760413"/>
                  </a:lnTo>
                  <a:lnTo>
                    <a:pt x="1139681" y="383076"/>
                  </a:lnTo>
                  <a:close/>
                </a:path>
              </a:pathLst>
            </a:custGeom>
            <a:solidFill>
              <a:schemeClr val="bg1">
                <a:alpha val="17000"/>
              </a:schemeClr>
            </a:solid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C4881CA4-0F9D-4DF8-B27D-73573B025C26}"/>
                </a:ext>
              </a:extLst>
            </p:cNvPr>
            <p:cNvSpPr/>
            <p:nvPr/>
          </p:nvSpPr>
          <p:spPr>
            <a:xfrm>
              <a:off x="5832541" y="2625170"/>
              <a:ext cx="2158100" cy="2158101"/>
            </a:xfrm>
            <a:custGeom>
              <a:avLst/>
              <a:gdLst>
                <a:gd name="connsiteX0" fmla="*/ 2158964 w 2158100"/>
                <a:gd name="connsiteY0" fmla="*/ 723446 h 2158100"/>
                <a:gd name="connsiteX1" fmla="*/ 1439326 w 2158100"/>
                <a:gd name="connsiteY1" fmla="*/ 723446 h 2158100"/>
                <a:gd name="connsiteX2" fmla="*/ 1439326 w 2158100"/>
                <a:gd name="connsiteY2" fmla="*/ 3808 h 2158100"/>
                <a:gd name="connsiteX3" fmla="*/ 723446 w 2158100"/>
                <a:gd name="connsiteY3" fmla="*/ 3808 h 2158100"/>
                <a:gd name="connsiteX4" fmla="*/ 723446 w 2158100"/>
                <a:gd name="connsiteY4" fmla="*/ 723446 h 2158100"/>
                <a:gd name="connsiteX5" fmla="*/ 3808 w 2158100"/>
                <a:gd name="connsiteY5" fmla="*/ 723446 h 2158100"/>
                <a:gd name="connsiteX6" fmla="*/ 3808 w 2158100"/>
                <a:gd name="connsiteY6" fmla="*/ 1439326 h 2158100"/>
                <a:gd name="connsiteX7" fmla="*/ 723446 w 2158100"/>
                <a:gd name="connsiteY7" fmla="*/ 1439326 h 2158100"/>
                <a:gd name="connsiteX8" fmla="*/ 723446 w 2158100"/>
                <a:gd name="connsiteY8" fmla="*/ 2159015 h 2158100"/>
                <a:gd name="connsiteX9" fmla="*/ 1439326 w 2158100"/>
                <a:gd name="connsiteY9" fmla="*/ 2159015 h 2158100"/>
                <a:gd name="connsiteX10" fmla="*/ 1439326 w 2158100"/>
                <a:gd name="connsiteY10" fmla="*/ 1439326 h 2158100"/>
                <a:gd name="connsiteX11" fmla="*/ 2158964 w 2158100"/>
                <a:gd name="connsiteY11" fmla="*/ 1439326 h 2158100"/>
                <a:gd name="connsiteX12" fmla="*/ 2158964 w 2158100"/>
                <a:gd name="connsiteY12" fmla="*/ 723446 h 215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8100" h="2158100">
                  <a:moveTo>
                    <a:pt x="2158964" y="723446"/>
                  </a:moveTo>
                  <a:lnTo>
                    <a:pt x="1439326" y="723446"/>
                  </a:lnTo>
                  <a:lnTo>
                    <a:pt x="1439326" y="3808"/>
                  </a:lnTo>
                  <a:lnTo>
                    <a:pt x="723446" y="3808"/>
                  </a:lnTo>
                  <a:lnTo>
                    <a:pt x="723446" y="723446"/>
                  </a:lnTo>
                  <a:lnTo>
                    <a:pt x="3808" y="723446"/>
                  </a:lnTo>
                  <a:lnTo>
                    <a:pt x="3808" y="1439326"/>
                  </a:lnTo>
                  <a:lnTo>
                    <a:pt x="723446" y="1439326"/>
                  </a:lnTo>
                  <a:lnTo>
                    <a:pt x="723446" y="2159015"/>
                  </a:lnTo>
                  <a:lnTo>
                    <a:pt x="1439326" y="2159015"/>
                  </a:lnTo>
                  <a:lnTo>
                    <a:pt x="1439326" y="1439326"/>
                  </a:lnTo>
                  <a:lnTo>
                    <a:pt x="2158964" y="1439326"/>
                  </a:lnTo>
                  <a:lnTo>
                    <a:pt x="2158964" y="723446"/>
                  </a:lnTo>
                  <a:close/>
                </a:path>
              </a:pathLst>
            </a:custGeom>
            <a:solidFill>
              <a:schemeClr val="bg1">
                <a:alpha val="15000"/>
              </a:schemeClr>
            </a:solidFill>
            <a:ln w="9525" cap="flat">
              <a:solidFill>
                <a:schemeClr val="bg1">
                  <a:alpha val="52000"/>
                </a:schemeClr>
              </a:solidFill>
              <a:prstDash val="solid"/>
              <a:miter/>
            </a:ln>
          </p:spPr>
          <p:txBody>
            <a:bodyPr rtlCol="0" anchor="ctr"/>
            <a:lstStyle/>
            <a:p>
              <a:endParaRPr lang="en-US"/>
            </a:p>
          </p:txBody>
        </p:sp>
      </p:grpSp>
      <p:pic>
        <p:nvPicPr>
          <p:cNvPr id="44" name="Graphic 43">
            <a:extLst>
              <a:ext uri="{FF2B5EF4-FFF2-40B4-BE49-F238E27FC236}">
                <a16:creationId xmlns:a16="http://schemas.microsoft.com/office/drawing/2014/main" id="{2EA46E58-2960-E880-4C86-88099C1665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95391" y="2044942"/>
            <a:ext cx="3856389" cy="2645292"/>
          </a:xfrm>
          <a:prstGeom prst="rect">
            <a:avLst/>
          </a:prstGeom>
        </p:spPr>
      </p:pic>
      <p:grpSp>
        <p:nvGrpSpPr>
          <p:cNvPr id="2" name="Group 1">
            <a:extLst>
              <a:ext uri="{FF2B5EF4-FFF2-40B4-BE49-F238E27FC236}">
                <a16:creationId xmlns:a16="http://schemas.microsoft.com/office/drawing/2014/main" id="{06124BDD-A640-8A74-470B-279CB413765E}"/>
              </a:ext>
            </a:extLst>
          </p:cNvPr>
          <p:cNvGrpSpPr/>
          <p:nvPr/>
        </p:nvGrpSpPr>
        <p:grpSpPr>
          <a:xfrm>
            <a:off x="4860587" y="9359832"/>
            <a:ext cx="2500435" cy="2487313"/>
            <a:chOff x="4860587" y="2579142"/>
            <a:chExt cx="2500435" cy="2487313"/>
          </a:xfrm>
        </p:grpSpPr>
        <p:sp>
          <p:nvSpPr>
            <p:cNvPr id="4" name="Freeform: Shape 3">
              <a:extLst>
                <a:ext uri="{FF2B5EF4-FFF2-40B4-BE49-F238E27FC236}">
                  <a16:creationId xmlns:a16="http://schemas.microsoft.com/office/drawing/2014/main" id="{FF82BEE2-A81D-7CE6-FE93-0AC2CACCAF4D}"/>
                </a:ext>
              </a:extLst>
            </p:cNvPr>
            <p:cNvSpPr/>
            <p:nvPr/>
          </p:nvSpPr>
          <p:spPr>
            <a:xfrm flipH="1">
              <a:off x="5391903" y="2579142"/>
              <a:ext cx="1969119" cy="2487313"/>
            </a:xfrm>
            <a:custGeom>
              <a:avLst/>
              <a:gdLst>
                <a:gd name="connsiteX0" fmla="*/ 2599244 w 2725427"/>
                <a:gd name="connsiteY0" fmla="*/ 3174389 h 3442645"/>
                <a:gd name="connsiteX1" fmla="*/ 275682 w 2725427"/>
                <a:gd name="connsiteY1" fmla="*/ 2598994 h 3442645"/>
                <a:gd name="connsiteX2" fmla="*/ 851078 w 2725427"/>
                <a:gd name="connsiteY2" fmla="*/ 275432 h 3442645"/>
                <a:gd name="connsiteX3" fmla="*/ 2697216 w 2725427"/>
                <a:gd name="connsiteY3" fmla="*/ 339227 h 3442645"/>
              </a:gdLst>
              <a:ahLst/>
              <a:cxnLst>
                <a:cxn ang="0">
                  <a:pos x="connsiteX0" y="connsiteY0"/>
                </a:cxn>
                <a:cxn ang="0">
                  <a:pos x="connsiteX1" y="connsiteY1"/>
                </a:cxn>
                <a:cxn ang="0">
                  <a:pos x="connsiteX2" y="connsiteY2"/>
                </a:cxn>
                <a:cxn ang="0">
                  <a:pos x="connsiteX3" y="connsiteY3"/>
                </a:cxn>
              </a:cxnLst>
              <a:rect l="l" t="t" r="r" b="b"/>
              <a:pathLst>
                <a:path w="2725427" h="3442645">
                  <a:moveTo>
                    <a:pt x="2599244" y="3174389"/>
                  </a:moveTo>
                  <a:cubicBezTo>
                    <a:pt x="1798719" y="3657132"/>
                    <a:pt x="758425" y="3399518"/>
                    <a:pt x="275682" y="2598994"/>
                  </a:cubicBezTo>
                  <a:cubicBezTo>
                    <a:pt x="-207060" y="1798469"/>
                    <a:pt x="50553" y="758175"/>
                    <a:pt x="851078" y="275432"/>
                  </a:cubicBezTo>
                  <a:cubicBezTo>
                    <a:pt x="1424844" y="-70568"/>
                    <a:pt x="2148702" y="-45555"/>
                    <a:pt x="2697216" y="339227"/>
                  </a:cubicBezTo>
                </a:path>
              </a:pathLst>
            </a:custGeom>
            <a:noFill/>
            <a:ln w="12700" cap="rnd">
              <a:solidFill>
                <a:schemeClr val="bg1"/>
              </a:solidFill>
              <a:prstDash val="lgDash"/>
              <a:round/>
            </a:ln>
          </p:spPr>
          <p:txBody>
            <a:bodyPr rtlCol="0" anchor="ctr"/>
            <a:lstStyle/>
            <a:p>
              <a:pPr algn="r"/>
              <a:endParaRPr lang="en-US" dirty="0">
                <a:latin typeface="Abd Elrady Pro" panose="020F0803030102020204" pitchFamily="34" charset="-78"/>
                <a:cs typeface="Abd Elrady Pro" panose="020F0803030102020204" pitchFamily="34" charset="-78"/>
              </a:endParaRPr>
            </a:p>
          </p:txBody>
        </p:sp>
        <p:sp>
          <p:nvSpPr>
            <p:cNvPr id="15" name="Freeform: Shape 14">
              <a:extLst>
                <a:ext uri="{FF2B5EF4-FFF2-40B4-BE49-F238E27FC236}">
                  <a16:creationId xmlns:a16="http://schemas.microsoft.com/office/drawing/2014/main" id="{B0BD7B75-AD0D-8851-6675-7721ABC10025}"/>
                </a:ext>
              </a:extLst>
            </p:cNvPr>
            <p:cNvSpPr/>
            <p:nvPr/>
          </p:nvSpPr>
          <p:spPr>
            <a:xfrm>
              <a:off x="4860587" y="2579142"/>
              <a:ext cx="1969119" cy="2487313"/>
            </a:xfrm>
            <a:custGeom>
              <a:avLst/>
              <a:gdLst>
                <a:gd name="connsiteX0" fmla="*/ 2599244 w 2725427"/>
                <a:gd name="connsiteY0" fmla="*/ 3174389 h 3442645"/>
                <a:gd name="connsiteX1" fmla="*/ 275682 w 2725427"/>
                <a:gd name="connsiteY1" fmla="*/ 2598994 h 3442645"/>
                <a:gd name="connsiteX2" fmla="*/ 851078 w 2725427"/>
                <a:gd name="connsiteY2" fmla="*/ 275432 h 3442645"/>
                <a:gd name="connsiteX3" fmla="*/ 2697216 w 2725427"/>
                <a:gd name="connsiteY3" fmla="*/ 339227 h 3442645"/>
              </a:gdLst>
              <a:ahLst/>
              <a:cxnLst>
                <a:cxn ang="0">
                  <a:pos x="connsiteX0" y="connsiteY0"/>
                </a:cxn>
                <a:cxn ang="0">
                  <a:pos x="connsiteX1" y="connsiteY1"/>
                </a:cxn>
                <a:cxn ang="0">
                  <a:pos x="connsiteX2" y="connsiteY2"/>
                </a:cxn>
                <a:cxn ang="0">
                  <a:pos x="connsiteX3" y="connsiteY3"/>
                </a:cxn>
              </a:cxnLst>
              <a:rect l="l" t="t" r="r" b="b"/>
              <a:pathLst>
                <a:path w="2725427" h="3442645">
                  <a:moveTo>
                    <a:pt x="2599244" y="3174389"/>
                  </a:moveTo>
                  <a:cubicBezTo>
                    <a:pt x="1798719" y="3657132"/>
                    <a:pt x="758425" y="3399518"/>
                    <a:pt x="275682" y="2598994"/>
                  </a:cubicBezTo>
                  <a:cubicBezTo>
                    <a:pt x="-207060" y="1798469"/>
                    <a:pt x="50553" y="758175"/>
                    <a:pt x="851078" y="275432"/>
                  </a:cubicBezTo>
                  <a:cubicBezTo>
                    <a:pt x="1424844" y="-70568"/>
                    <a:pt x="2148702" y="-45555"/>
                    <a:pt x="2697216" y="339227"/>
                  </a:cubicBezTo>
                </a:path>
              </a:pathLst>
            </a:custGeom>
            <a:noFill/>
            <a:ln w="12700" cap="rnd">
              <a:solidFill>
                <a:schemeClr val="bg1"/>
              </a:solidFill>
              <a:prstDash val="lgDash"/>
              <a:round/>
            </a:ln>
          </p:spPr>
          <p:txBody>
            <a:bodyPr rtlCol="0" anchor="ctr"/>
            <a:lstStyle/>
            <a:p>
              <a:pPr algn="r"/>
              <a:endParaRPr lang="en-US" dirty="0">
                <a:latin typeface="Abd Elrady Pro" panose="020F0803030102020204" pitchFamily="34" charset="-78"/>
                <a:cs typeface="Abd Elrady Pro" panose="020F0803030102020204" pitchFamily="34" charset="-78"/>
              </a:endParaRPr>
            </a:p>
          </p:txBody>
        </p:sp>
        <p:sp>
          <p:nvSpPr>
            <p:cNvPr id="16" name="Oval 15">
              <a:extLst>
                <a:ext uri="{FF2B5EF4-FFF2-40B4-BE49-F238E27FC236}">
                  <a16:creationId xmlns:a16="http://schemas.microsoft.com/office/drawing/2014/main" id="{030A395A-A3DD-3392-5DAF-F9CD52CF83B2}"/>
                </a:ext>
              </a:extLst>
            </p:cNvPr>
            <p:cNvSpPr/>
            <p:nvPr/>
          </p:nvSpPr>
          <p:spPr>
            <a:xfrm>
              <a:off x="5117142" y="2808817"/>
              <a:ext cx="2022704" cy="2022706"/>
            </a:xfrm>
            <a:prstGeom prst="ellipse">
              <a:avLst/>
            </a:prstGeom>
            <a:blipFill>
              <a:blip r:embed="rId3"/>
              <a:stretch>
                <a:fillRect l="-37413" r="-3047"/>
              </a:stretch>
            </a:blipFill>
            <a:ln>
              <a:noFill/>
            </a:ln>
            <a:effectLst>
              <a:innerShdw blurRad="241300">
                <a:prstClr val="black">
                  <a:alpha val="3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AE" sz="2000" b="1" dirty="0">
                <a:solidFill>
                  <a:schemeClr val="bg1"/>
                </a:solidFill>
                <a:latin typeface="Abd Elrady Pro" panose="020F0803030102020204" pitchFamily="34" charset="-78"/>
                <a:cs typeface="Abd Elrady Pro" panose="020F0803030102020204" pitchFamily="34" charset="-78"/>
              </a:endParaRPr>
            </a:p>
          </p:txBody>
        </p:sp>
        <p:sp>
          <p:nvSpPr>
            <p:cNvPr id="17" name="Freeform: Shape 16">
              <a:extLst>
                <a:ext uri="{FF2B5EF4-FFF2-40B4-BE49-F238E27FC236}">
                  <a16:creationId xmlns:a16="http://schemas.microsoft.com/office/drawing/2014/main" id="{9A78679A-5A29-5F65-D3A9-BEA7B0BFA0B4}"/>
                </a:ext>
              </a:extLst>
            </p:cNvPr>
            <p:cNvSpPr/>
            <p:nvPr/>
          </p:nvSpPr>
          <p:spPr>
            <a:xfrm flipH="1">
              <a:off x="4879069" y="3007154"/>
              <a:ext cx="321277" cy="1627118"/>
            </a:xfrm>
            <a:custGeom>
              <a:avLst/>
              <a:gdLst>
                <a:gd name="connsiteX0" fmla="*/ 21517 w 444674"/>
                <a:gd name="connsiteY0" fmla="*/ 2243170 h 2252063"/>
                <a:gd name="connsiteX1" fmla="*/ 21517 w 444674"/>
                <a:gd name="connsiteY1" fmla="*/ 21517 h 2252063"/>
              </a:gdLst>
              <a:ahLst/>
              <a:cxnLst>
                <a:cxn ang="0">
                  <a:pos x="connsiteX0" y="connsiteY0"/>
                </a:cxn>
                <a:cxn ang="0">
                  <a:pos x="connsiteX1" y="connsiteY1"/>
                </a:cxn>
              </a:cxnLst>
              <a:rect l="l" t="t" r="r" b="b"/>
              <a:pathLst>
                <a:path w="444674" h="2252063">
                  <a:moveTo>
                    <a:pt x="21517" y="2243170"/>
                  </a:moveTo>
                  <a:cubicBezTo>
                    <a:pt x="575516" y="1606229"/>
                    <a:pt x="575516" y="658458"/>
                    <a:pt x="21517" y="21517"/>
                  </a:cubicBezTo>
                </a:path>
              </a:pathLst>
            </a:custGeom>
            <a:noFill/>
            <a:ln w="19050" cap="rnd">
              <a:solidFill>
                <a:schemeClr val="bg1"/>
              </a:solidFill>
              <a:prstDash val="solid"/>
              <a:round/>
            </a:ln>
          </p:spPr>
          <p:txBody>
            <a:bodyPr rtlCol="0" anchor="ctr"/>
            <a:lstStyle/>
            <a:p>
              <a:pPr algn="r"/>
              <a:endParaRPr lang="en-US">
                <a:latin typeface="Abd Elrady Pro" panose="020F0803030102020204" pitchFamily="34" charset="-78"/>
                <a:cs typeface="Abd Elrady Pro" panose="020F0803030102020204" pitchFamily="34" charset="-78"/>
              </a:endParaRPr>
            </a:p>
          </p:txBody>
        </p:sp>
        <p:sp>
          <p:nvSpPr>
            <p:cNvPr id="18" name="Freeform: Shape 17">
              <a:extLst>
                <a:ext uri="{FF2B5EF4-FFF2-40B4-BE49-F238E27FC236}">
                  <a16:creationId xmlns:a16="http://schemas.microsoft.com/office/drawing/2014/main" id="{0EFBD098-9623-A3C7-DEC6-9BEF4FE9A952}"/>
                </a:ext>
              </a:extLst>
            </p:cNvPr>
            <p:cNvSpPr/>
            <p:nvPr/>
          </p:nvSpPr>
          <p:spPr>
            <a:xfrm>
              <a:off x="7013698" y="3007154"/>
              <a:ext cx="321277" cy="1627118"/>
            </a:xfrm>
            <a:custGeom>
              <a:avLst/>
              <a:gdLst>
                <a:gd name="connsiteX0" fmla="*/ 21517 w 444674"/>
                <a:gd name="connsiteY0" fmla="*/ 2243170 h 2252063"/>
                <a:gd name="connsiteX1" fmla="*/ 21517 w 444674"/>
                <a:gd name="connsiteY1" fmla="*/ 21517 h 2252063"/>
              </a:gdLst>
              <a:ahLst/>
              <a:cxnLst>
                <a:cxn ang="0">
                  <a:pos x="connsiteX0" y="connsiteY0"/>
                </a:cxn>
                <a:cxn ang="0">
                  <a:pos x="connsiteX1" y="connsiteY1"/>
                </a:cxn>
              </a:cxnLst>
              <a:rect l="l" t="t" r="r" b="b"/>
              <a:pathLst>
                <a:path w="444674" h="2252063">
                  <a:moveTo>
                    <a:pt x="21517" y="2243170"/>
                  </a:moveTo>
                  <a:cubicBezTo>
                    <a:pt x="575516" y="1606229"/>
                    <a:pt x="575516" y="658458"/>
                    <a:pt x="21517" y="21517"/>
                  </a:cubicBezTo>
                </a:path>
              </a:pathLst>
            </a:custGeom>
            <a:noFill/>
            <a:ln w="19050" cap="rnd">
              <a:solidFill>
                <a:schemeClr val="bg1"/>
              </a:solidFill>
              <a:prstDash val="solid"/>
              <a:round/>
            </a:ln>
          </p:spPr>
          <p:txBody>
            <a:bodyPr rtlCol="0" anchor="ctr"/>
            <a:lstStyle/>
            <a:p>
              <a:pPr algn="r"/>
              <a:endParaRPr lang="en-US">
                <a:latin typeface="Abd Elrady Pro" panose="020F0803030102020204" pitchFamily="34" charset="-78"/>
                <a:cs typeface="Abd Elrady Pro" panose="020F0803030102020204" pitchFamily="34" charset="-78"/>
              </a:endParaRPr>
            </a:p>
          </p:txBody>
        </p:sp>
      </p:grpSp>
      <p:grpSp>
        <p:nvGrpSpPr>
          <p:cNvPr id="19" name="Group 18">
            <a:extLst>
              <a:ext uri="{FF2B5EF4-FFF2-40B4-BE49-F238E27FC236}">
                <a16:creationId xmlns:a16="http://schemas.microsoft.com/office/drawing/2014/main" id="{DE68CD8F-90B5-CB54-08E6-A3B2230C2B93}"/>
              </a:ext>
            </a:extLst>
          </p:cNvPr>
          <p:cNvGrpSpPr/>
          <p:nvPr/>
        </p:nvGrpSpPr>
        <p:grpSpPr>
          <a:xfrm>
            <a:off x="-10718561" y="-2161734"/>
            <a:ext cx="4911674" cy="1122134"/>
            <a:chOff x="330439" y="2030376"/>
            <a:chExt cx="4911674" cy="1122134"/>
          </a:xfrm>
        </p:grpSpPr>
        <p:grpSp>
          <p:nvGrpSpPr>
            <p:cNvPr id="20" name="Group 19">
              <a:extLst>
                <a:ext uri="{FF2B5EF4-FFF2-40B4-BE49-F238E27FC236}">
                  <a16:creationId xmlns:a16="http://schemas.microsoft.com/office/drawing/2014/main" id="{48BD44AE-E61D-F909-B992-F01B1CDD101F}"/>
                </a:ext>
              </a:extLst>
            </p:cNvPr>
            <p:cNvGrpSpPr/>
            <p:nvPr/>
          </p:nvGrpSpPr>
          <p:grpSpPr>
            <a:xfrm flipH="1">
              <a:off x="330439" y="2030376"/>
              <a:ext cx="4911674" cy="1122134"/>
              <a:chOff x="3087355" y="1442788"/>
              <a:chExt cx="6431087" cy="1469262"/>
            </a:xfrm>
          </p:grpSpPr>
          <p:sp>
            <p:nvSpPr>
              <p:cNvPr id="22" name="Freeform: Shape 21">
                <a:extLst>
                  <a:ext uri="{FF2B5EF4-FFF2-40B4-BE49-F238E27FC236}">
                    <a16:creationId xmlns:a16="http://schemas.microsoft.com/office/drawing/2014/main" id="{C69DBC48-7444-53F4-B372-8399D93541AC}"/>
                  </a:ext>
                </a:extLst>
              </p:cNvPr>
              <p:cNvSpPr/>
              <p:nvPr/>
            </p:nvSpPr>
            <p:spPr>
              <a:xfrm>
                <a:off x="3142041" y="2161161"/>
                <a:ext cx="1791215" cy="597072"/>
              </a:xfrm>
              <a:custGeom>
                <a:avLst/>
                <a:gdLst>
                  <a:gd name="connsiteX0" fmla="*/ 21517 w 1893454"/>
                  <a:gd name="connsiteY0" fmla="*/ 614082 h 631151"/>
                  <a:gd name="connsiteX1" fmla="*/ 614082 w 1893454"/>
                  <a:gd name="connsiteY1" fmla="*/ 21517 h 631151"/>
                  <a:gd name="connsiteX2" fmla="*/ 1879111 w 1893454"/>
                  <a:gd name="connsiteY2" fmla="*/ 21517 h 631151"/>
                </a:gdLst>
                <a:ahLst/>
                <a:cxnLst>
                  <a:cxn ang="0">
                    <a:pos x="connsiteX0" y="connsiteY0"/>
                  </a:cxn>
                  <a:cxn ang="0">
                    <a:pos x="connsiteX1" y="connsiteY1"/>
                  </a:cxn>
                  <a:cxn ang="0">
                    <a:pos x="connsiteX2" y="connsiteY2"/>
                  </a:cxn>
                </a:cxnLst>
                <a:rect l="l" t="t" r="r" b="b"/>
                <a:pathLst>
                  <a:path w="1893454" h="631151">
                    <a:moveTo>
                      <a:pt x="21517" y="614082"/>
                    </a:moveTo>
                    <a:lnTo>
                      <a:pt x="614082" y="21517"/>
                    </a:lnTo>
                    <a:lnTo>
                      <a:pt x="1879111" y="21517"/>
                    </a:lnTo>
                  </a:path>
                </a:pathLst>
              </a:custGeom>
              <a:noFill/>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23" name="Freeform: Shape 22">
                <a:extLst>
                  <a:ext uri="{FF2B5EF4-FFF2-40B4-BE49-F238E27FC236}">
                    <a16:creationId xmlns:a16="http://schemas.microsoft.com/office/drawing/2014/main" id="{381BDF28-6190-C3C3-D5A0-5514562F0C1C}"/>
                  </a:ext>
                </a:extLst>
              </p:cNvPr>
              <p:cNvSpPr/>
              <p:nvPr/>
            </p:nvSpPr>
            <p:spPr>
              <a:xfrm>
                <a:off x="3087355" y="2629591"/>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solidFill>
                <a:srgbClr val="ED174F"/>
              </a:solidFill>
              <a:ln w="38100" cap="flat">
                <a:solidFill>
                  <a:schemeClr val="bg1"/>
                </a:solidFill>
                <a:prstDash val="solid"/>
                <a:miter/>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grpSp>
            <p:nvGrpSpPr>
              <p:cNvPr id="24" name="Group 23">
                <a:extLst>
                  <a:ext uri="{FF2B5EF4-FFF2-40B4-BE49-F238E27FC236}">
                    <a16:creationId xmlns:a16="http://schemas.microsoft.com/office/drawing/2014/main" id="{FA4E2A48-904D-3E3F-43FC-EB6842B8A865}"/>
                  </a:ext>
                </a:extLst>
              </p:cNvPr>
              <p:cNvGrpSpPr/>
              <p:nvPr/>
            </p:nvGrpSpPr>
            <p:grpSpPr>
              <a:xfrm>
                <a:off x="4482705" y="1442788"/>
                <a:ext cx="5035737" cy="1469262"/>
                <a:chOff x="4482705" y="1442788"/>
                <a:chExt cx="5035737" cy="1469262"/>
              </a:xfrm>
            </p:grpSpPr>
            <p:sp>
              <p:nvSpPr>
                <p:cNvPr id="25" name="Rectangle 24">
                  <a:extLst>
                    <a:ext uri="{FF2B5EF4-FFF2-40B4-BE49-F238E27FC236}">
                      <a16:creationId xmlns:a16="http://schemas.microsoft.com/office/drawing/2014/main" id="{330481D6-BB9F-553B-BE80-0CB14D8B32E6}"/>
                    </a:ext>
                  </a:extLst>
                </p:cNvPr>
                <p:cNvSpPr/>
                <p:nvPr/>
              </p:nvSpPr>
              <p:spPr>
                <a:xfrm>
                  <a:off x="4482705" y="1442788"/>
                  <a:ext cx="5035737" cy="1469262"/>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26" name="Oval 25">
                  <a:extLst>
                    <a:ext uri="{FF2B5EF4-FFF2-40B4-BE49-F238E27FC236}">
                      <a16:creationId xmlns:a16="http://schemas.microsoft.com/office/drawing/2014/main" id="{4EB38640-AA56-B58B-4052-3705AB8165A9}"/>
                    </a:ext>
                  </a:extLst>
                </p:cNvPr>
                <p:cNvSpPr/>
                <p:nvPr/>
              </p:nvSpPr>
              <p:spPr>
                <a:xfrm>
                  <a:off x="4791075" y="1761398"/>
                  <a:ext cx="832040" cy="832040"/>
                </a:xfrm>
                <a:prstGeom prst="ellipse">
                  <a:avLst/>
                </a:prstGeom>
                <a:solidFill>
                  <a:srgbClr val="ED174F"/>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27" name="Rectangle 26">
                  <a:extLst>
                    <a:ext uri="{FF2B5EF4-FFF2-40B4-BE49-F238E27FC236}">
                      <a16:creationId xmlns:a16="http://schemas.microsoft.com/office/drawing/2014/main" id="{75095A2A-8A8B-7621-8C8B-FCC74698374B}"/>
                    </a:ext>
                  </a:extLst>
                </p:cNvPr>
                <p:cNvSpPr/>
                <p:nvPr/>
              </p:nvSpPr>
              <p:spPr>
                <a:xfrm>
                  <a:off x="5640602" y="1996991"/>
                  <a:ext cx="3319189" cy="407016"/>
                </a:xfrm>
                <a:prstGeom prst="rect">
                  <a:avLst/>
                </a:prstGeom>
              </p:spPr>
              <p:txBody>
                <a:bodyPr wrap="square" anchor="ctr">
                  <a:spAutoFit/>
                </a:bodyPr>
                <a:lstStyle/>
                <a:p>
                  <a:pPr marL="0" lvl="1" algn="r">
                    <a:buClr>
                      <a:srgbClr val="002E8A"/>
                    </a:buClr>
                  </a:pPr>
                  <a:r>
                    <a:rPr lang="en-US" sz="1400" dirty="0">
                      <a:solidFill>
                        <a:schemeClr val="bg1"/>
                      </a:solidFill>
                      <a:latin typeface="Poppins Light" panose="00000400000000000000" pitchFamily="2" charset="0"/>
                      <a:cs typeface="Abd Elrady Pro" panose="020F0803030102020204" pitchFamily="34" charset="-78"/>
                    </a:rPr>
                    <a:t>20 Year Track Record</a:t>
                  </a:r>
                  <a:endParaRPr lang="en-US" sz="1400" dirty="0">
                    <a:solidFill>
                      <a:schemeClr val="bg1"/>
                    </a:solidFill>
                    <a:latin typeface="Poppins Light" panose="00000400000000000000" pitchFamily="2" charset="0"/>
                    <a:cs typeface="Poppins Light" panose="00000400000000000000" pitchFamily="2" charset="0"/>
                  </a:endParaRPr>
                </a:p>
              </p:txBody>
            </p:sp>
          </p:grpSp>
        </p:grpSp>
        <p:pic>
          <p:nvPicPr>
            <p:cNvPr id="21" name="Picture 20">
              <a:extLst>
                <a:ext uri="{FF2B5EF4-FFF2-40B4-BE49-F238E27FC236}">
                  <a16:creationId xmlns:a16="http://schemas.microsoft.com/office/drawing/2014/main" id="{EB9A28C9-B558-CCB6-A791-00B5F50F1E8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468448" y="2473893"/>
              <a:ext cx="270352" cy="270352"/>
            </a:xfrm>
            <a:prstGeom prst="rect">
              <a:avLst/>
            </a:prstGeom>
          </p:spPr>
        </p:pic>
      </p:grpSp>
      <p:grpSp>
        <p:nvGrpSpPr>
          <p:cNvPr id="28" name="Group 27">
            <a:extLst>
              <a:ext uri="{FF2B5EF4-FFF2-40B4-BE49-F238E27FC236}">
                <a16:creationId xmlns:a16="http://schemas.microsoft.com/office/drawing/2014/main" id="{CCFD0549-8D11-9F16-5AE5-AE5DAB606ACF}"/>
              </a:ext>
            </a:extLst>
          </p:cNvPr>
          <p:cNvGrpSpPr/>
          <p:nvPr/>
        </p:nvGrpSpPr>
        <p:grpSpPr>
          <a:xfrm>
            <a:off x="-14147560" y="996844"/>
            <a:ext cx="4641488" cy="1122131"/>
            <a:chOff x="330440" y="3261731"/>
            <a:chExt cx="4641488" cy="1122131"/>
          </a:xfrm>
        </p:grpSpPr>
        <p:grpSp>
          <p:nvGrpSpPr>
            <p:cNvPr id="29" name="Group 28">
              <a:extLst>
                <a:ext uri="{FF2B5EF4-FFF2-40B4-BE49-F238E27FC236}">
                  <a16:creationId xmlns:a16="http://schemas.microsoft.com/office/drawing/2014/main" id="{6EBC30BF-DB99-9A86-B672-AF175524C4DA}"/>
                </a:ext>
              </a:extLst>
            </p:cNvPr>
            <p:cNvGrpSpPr/>
            <p:nvPr/>
          </p:nvGrpSpPr>
          <p:grpSpPr>
            <a:xfrm flipH="1">
              <a:off x="330440" y="3261731"/>
              <a:ext cx="4641488" cy="1122131"/>
              <a:chOff x="3441120" y="3055060"/>
              <a:chExt cx="6077322" cy="1469260"/>
            </a:xfrm>
          </p:grpSpPr>
          <p:sp>
            <p:nvSpPr>
              <p:cNvPr id="31" name="Rectangle 30">
                <a:extLst>
                  <a:ext uri="{FF2B5EF4-FFF2-40B4-BE49-F238E27FC236}">
                    <a16:creationId xmlns:a16="http://schemas.microsoft.com/office/drawing/2014/main" id="{286C7D2F-1356-3C66-026C-5AE48B998C7F}"/>
                  </a:ext>
                </a:extLst>
              </p:cNvPr>
              <p:cNvSpPr/>
              <p:nvPr/>
            </p:nvSpPr>
            <p:spPr>
              <a:xfrm>
                <a:off x="4482706" y="3055060"/>
                <a:ext cx="5035736" cy="1469260"/>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a:latin typeface="Abd Elrady Pro" panose="020F0803030102020204" pitchFamily="34" charset="-78"/>
                  <a:cs typeface="Abd Elrady Pro" panose="020F0803030102020204" pitchFamily="34" charset="-78"/>
                </a:endParaRPr>
              </a:p>
            </p:txBody>
          </p:sp>
          <p:grpSp>
            <p:nvGrpSpPr>
              <p:cNvPr id="32" name="Group 31">
                <a:extLst>
                  <a:ext uri="{FF2B5EF4-FFF2-40B4-BE49-F238E27FC236}">
                    <a16:creationId xmlns:a16="http://schemas.microsoft.com/office/drawing/2014/main" id="{AC5C1EE8-C453-97B3-B729-04038F8B5301}"/>
                  </a:ext>
                </a:extLst>
              </p:cNvPr>
              <p:cNvGrpSpPr/>
              <p:nvPr/>
            </p:nvGrpSpPr>
            <p:grpSpPr>
              <a:xfrm>
                <a:off x="3441120" y="3373671"/>
                <a:ext cx="5827043" cy="832039"/>
                <a:chOff x="3441120" y="3373671"/>
                <a:chExt cx="5827043" cy="832039"/>
              </a:xfrm>
            </p:grpSpPr>
            <p:sp>
              <p:nvSpPr>
                <p:cNvPr id="33" name="Freeform: Shape 32">
                  <a:extLst>
                    <a:ext uri="{FF2B5EF4-FFF2-40B4-BE49-F238E27FC236}">
                      <a16:creationId xmlns:a16="http://schemas.microsoft.com/office/drawing/2014/main" id="{55699163-FB6F-D35D-618D-A09B01CFD5A4}"/>
                    </a:ext>
                  </a:extLst>
                </p:cNvPr>
                <p:cNvSpPr/>
                <p:nvPr/>
              </p:nvSpPr>
              <p:spPr>
                <a:xfrm>
                  <a:off x="3524438" y="3772577"/>
                  <a:ext cx="1682657" cy="40709"/>
                </a:xfrm>
                <a:custGeom>
                  <a:avLst/>
                  <a:gdLst>
                    <a:gd name="connsiteX0" fmla="*/ 1761774 w 1778699"/>
                    <a:gd name="connsiteY0" fmla="*/ 21517 h 43033"/>
                    <a:gd name="connsiteX1" fmla="*/ 21517 w 1778699"/>
                    <a:gd name="connsiteY1" fmla="*/ 21517 h 43033"/>
                  </a:gdLst>
                  <a:ahLst/>
                  <a:cxnLst>
                    <a:cxn ang="0">
                      <a:pos x="connsiteX0" y="connsiteY0"/>
                    </a:cxn>
                    <a:cxn ang="0">
                      <a:pos x="connsiteX1" y="connsiteY1"/>
                    </a:cxn>
                  </a:cxnLst>
                  <a:rect l="l" t="t" r="r" b="b"/>
                  <a:pathLst>
                    <a:path w="1778699" h="43033">
                      <a:moveTo>
                        <a:pt x="1761774" y="21517"/>
                      </a:moveTo>
                      <a:lnTo>
                        <a:pt x="21517" y="21517"/>
                      </a:lnTo>
                    </a:path>
                  </a:pathLst>
                </a:custGeom>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34" name="Freeform: Shape 33">
                  <a:extLst>
                    <a:ext uri="{FF2B5EF4-FFF2-40B4-BE49-F238E27FC236}">
                      <a16:creationId xmlns:a16="http://schemas.microsoft.com/office/drawing/2014/main" id="{5F6D5A06-95B3-C09D-AC22-0CA974EEDDE9}"/>
                    </a:ext>
                  </a:extLst>
                </p:cNvPr>
                <p:cNvSpPr/>
                <p:nvPr/>
              </p:nvSpPr>
              <p:spPr>
                <a:xfrm>
                  <a:off x="3441120" y="3680438"/>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gradFill>
                  <a:gsLst>
                    <a:gs pos="100000">
                      <a:srgbClr val="0A2C69"/>
                    </a:gs>
                    <a:gs pos="0">
                      <a:srgbClr val="3795AF"/>
                    </a:gs>
                  </a:gsLst>
                  <a:path path="circle">
                    <a:fillToRect l="100000" t="100000"/>
                  </a:path>
                </a:gradFill>
                <a:ln w="38100" cap="flat">
                  <a:solidFill>
                    <a:schemeClr val="bg1"/>
                  </a:solidFill>
                  <a:prstDash val="solid"/>
                  <a:miter/>
                </a:ln>
              </p:spPr>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35" name="Oval 34">
                  <a:extLst>
                    <a:ext uri="{FF2B5EF4-FFF2-40B4-BE49-F238E27FC236}">
                      <a16:creationId xmlns:a16="http://schemas.microsoft.com/office/drawing/2014/main" id="{B881E259-D76F-B1B9-0CF3-3AD120C1A7CC}"/>
                    </a:ext>
                  </a:extLst>
                </p:cNvPr>
                <p:cNvSpPr/>
                <p:nvPr/>
              </p:nvSpPr>
              <p:spPr>
                <a:xfrm>
                  <a:off x="4791075" y="3373671"/>
                  <a:ext cx="832040" cy="832039"/>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36" name="Rectangle 35">
                  <a:extLst>
                    <a:ext uri="{FF2B5EF4-FFF2-40B4-BE49-F238E27FC236}">
                      <a16:creationId xmlns:a16="http://schemas.microsoft.com/office/drawing/2014/main" id="{B6E6992E-E222-B231-AF63-41A31AE22BE6}"/>
                    </a:ext>
                  </a:extLst>
                </p:cNvPr>
                <p:cNvSpPr/>
                <p:nvPr/>
              </p:nvSpPr>
              <p:spPr>
                <a:xfrm>
                  <a:off x="5640603" y="3593520"/>
                  <a:ext cx="3627560" cy="407017"/>
                </a:xfrm>
                <a:prstGeom prst="rect">
                  <a:avLst/>
                </a:prstGeom>
              </p:spPr>
              <p:txBody>
                <a:bodyPr wrap="square" anchor="ctr">
                  <a:spAutoFit/>
                </a:bodyPr>
                <a:lstStyle/>
                <a:p>
                  <a:pPr marL="0" lvl="1" algn="r">
                    <a:buClr>
                      <a:srgbClr val="002E8A"/>
                    </a:buClr>
                  </a:pPr>
                  <a:r>
                    <a:rPr lang="en-US" sz="1400" dirty="0">
                      <a:solidFill>
                        <a:schemeClr val="bg1"/>
                      </a:solidFill>
                      <a:latin typeface="Poppins Light" panose="00000400000000000000" pitchFamily="2" charset="0"/>
                      <a:cs typeface="Abd Elrady Pro" panose="020F0803030102020204" pitchFamily="34" charset="-78"/>
                    </a:rPr>
                    <a:t>Compliant and Safe Solution</a:t>
                  </a:r>
                  <a:endParaRPr lang="en-US" sz="1400" dirty="0">
                    <a:solidFill>
                      <a:schemeClr val="bg1"/>
                    </a:solidFill>
                    <a:latin typeface="Poppins Light" panose="00000400000000000000" pitchFamily="2" charset="0"/>
                    <a:cs typeface="Poppins Light" panose="00000400000000000000" pitchFamily="2" charset="0"/>
                  </a:endParaRPr>
                </a:p>
              </p:txBody>
            </p:sp>
          </p:grpSp>
        </p:grpSp>
        <p:pic>
          <p:nvPicPr>
            <p:cNvPr id="30" name="Picture 29">
              <a:extLst>
                <a:ext uri="{FF2B5EF4-FFF2-40B4-BE49-F238E27FC236}">
                  <a16:creationId xmlns:a16="http://schemas.microsoft.com/office/drawing/2014/main" id="{0942B87B-B72C-EEBD-A17C-2264CF12799D}"/>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468448" y="3674550"/>
              <a:ext cx="270352" cy="270352"/>
            </a:xfrm>
            <a:prstGeom prst="rect">
              <a:avLst/>
            </a:prstGeom>
          </p:spPr>
        </p:pic>
      </p:grpSp>
      <p:grpSp>
        <p:nvGrpSpPr>
          <p:cNvPr id="37" name="Group 36">
            <a:extLst>
              <a:ext uri="{FF2B5EF4-FFF2-40B4-BE49-F238E27FC236}">
                <a16:creationId xmlns:a16="http://schemas.microsoft.com/office/drawing/2014/main" id="{62CD8B5B-5760-5902-6750-B21B63857A0D}"/>
              </a:ext>
            </a:extLst>
          </p:cNvPr>
          <p:cNvGrpSpPr/>
          <p:nvPr/>
        </p:nvGrpSpPr>
        <p:grpSpPr>
          <a:xfrm>
            <a:off x="-11046304" y="8465589"/>
            <a:ext cx="4911671" cy="1122131"/>
            <a:chOff x="330441" y="4492545"/>
            <a:chExt cx="4911671" cy="1122131"/>
          </a:xfrm>
        </p:grpSpPr>
        <p:grpSp>
          <p:nvGrpSpPr>
            <p:cNvPr id="38" name="Group 37">
              <a:extLst>
                <a:ext uri="{FF2B5EF4-FFF2-40B4-BE49-F238E27FC236}">
                  <a16:creationId xmlns:a16="http://schemas.microsoft.com/office/drawing/2014/main" id="{8C41A15F-7BCE-6CB9-BCCD-AA75339D9EBA}"/>
                </a:ext>
              </a:extLst>
            </p:cNvPr>
            <p:cNvGrpSpPr/>
            <p:nvPr/>
          </p:nvGrpSpPr>
          <p:grpSpPr>
            <a:xfrm flipH="1">
              <a:off x="330441" y="4492545"/>
              <a:ext cx="4911671" cy="1122131"/>
              <a:chOff x="3087355" y="4666625"/>
              <a:chExt cx="6431086" cy="1469260"/>
            </a:xfrm>
          </p:grpSpPr>
          <p:sp>
            <p:nvSpPr>
              <p:cNvPr id="40" name="Freeform: Shape 39">
                <a:extLst>
                  <a:ext uri="{FF2B5EF4-FFF2-40B4-BE49-F238E27FC236}">
                    <a16:creationId xmlns:a16="http://schemas.microsoft.com/office/drawing/2014/main" id="{171DC4B6-3AAB-4650-D67A-EE99066E08DC}"/>
                  </a:ext>
                </a:extLst>
              </p:cNvPr>
              <p:cNvSpPr/>
              <p:nvPr/>
            </p:nvSpPr>
            <p:spPr>
              <a:xfrm>
                <a:off x="3142041" y="4823424"/>
                <a:ext cx="1791215" cy="597072"/>
              </a:xfrm>
              <a:custGeom>
                <a:avLst/>
                <a:gdLst>
                  <a:gd name="connsiteX0" fmla="*/ 21517 w 1893454"/>
                  <a:gd name="connsiteY0" fmla="*/ 21517 h 631151"/>
                  <a:gd name="connsiteX1" fmla="*/ 614082 w 1893454"/>
                  <a:gd name="connsiteY1" fmla="*/ 614082 h 631151"/>
                  <a:gd name="connsiteX2" fmla="*/ 1879111 w 1893454"/>
                  <a:gd name="connsiteY2" fmla="*/ 614082 h 631151"/>
                </a:gdLst>
                <a:ahLst/>
                <a:cxnLst>
                  <a:cxn ang="0">
                    <a:pos x="connsiteX0" y="connsiteY0"/>
                  </a:cxn>
                  <a:cxn ang="0">
                    <a:pos x="connsiteX1" y="connsiteY1"/>
                  </a:cxn>
                  <a:cxn ang="0">
                    <a:pos x="connsiteX2" y="connsiteY2"/>
                  </a:cxn>
                </a:cxnLst>
                <a:rect l="l" t="t" r="r" b="b"/>
                <a:pathLst>
                  <a:path w="1893454" h="631151">
                    <a:moveTo>
                      <a:pt x="21517" y="21517"/>
                    </a:moveTo>
                    <a:lnTo>
                      <a:pt x="614082" y="614082"/>
                    </a:lnTo>
                    <a:lnTo>
                      <a:pt x="1879111" y="614082"/>
                    </a:lnTo>
                  </a:path>
                </a:pathLst>
              </a:custGeom>
              <a:noFill/>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41" name="Freeform: Shape 40">
                <a:extLst>
                  <a:ext uri="{FF2B5EF4-FFF2-40B4-BE49-F238E27FC236}">
                    <a16:creationId xmlns:a16="http://schemas.microsoft.com/office/drawing/2014/main" id="{37DCC57D-50DF-4398-4313-60BBE961D330}"/>
                  </a:ext>
                </a:extLst>
              </p:cNvPr>
              <p:cNvSpPr/>
              <p:nvPr/>
            </p:nvSpPr>
            <p:spPr>
              <a:xfrm>
                <a:off x="3087355" y="4731285"/>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solidFill>
                <a:srgbClr val="ED174F"/>
              </a:solidFill>
              <a:ln w="38100" cap="flat">
                <a:solidFill>
                  <a:schemeClr val="bg1"/>
                </a:solidFill>
                <a:prstDash val="solid"/>
                <a:miter/>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43" name="Rectangle 42">
                <a:extLst>
                  <a:ext uri="{FF2B5EF4-FFF2-40B4-BE49-F238E27FC236}">
                    <a16:creationId xmlns:a16="http://schemas.microsoft.com/office/drawing/2014/main" id="{62376573-87CF-AC16-8307-9167B7ECDE29}"/>
                  </a:ext>
                </a:extLst>
              </p:cNvPr>
              <p:cNvSpPr/>
              <p:nvPr/>
            </p:nvSpPr>
            <p:spPr>
              <a:xfrm>
                <a:off x="4482708" y="4666625"/>
                <a:ext cx="5035733" cy="1469260"/>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45" name="Oval 44">
                <a:extLst>
                  <a:ext uri="{FF2B5EF4-FFF2-40B4-BE49-F238E27FC236}">
                    <a16:creationId xmlns:a16="http://schemas.microsoft.com/office/drawing/2014/main" id="{44A57970-3F83-1BCF-7928-43747B12FA93}"/>
                  </a:ext>
                </a:extLst>
              </p:cNvPr>
              <p:cNvSpPr/>
              <p:nvPr/>
            </p:nvSpPr>
            <p:spPr>
              <a:xfrm>
                <a:off x="4791075" y="4985235"/>
                <a:ext cx="832040" cy="832039"/>
              </a:xfrm>
              <a:prstGeom prst="ellipse">
                <a:avLst/>
              </a:prstGeom>
              <a:solidFill>
                <a:srgbClr val="ED174F"/>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48" name="Rectangle 47">
                <a:extLst>
                  <a:ext uri="{FF2B5EF4-FFF2-40B4-BE49-F238E27FC236}">
                    <a16:creationId xmlns:a16="http://schemas.microsoft.com/office/drawing/2014/main" id="{D094A391-7E85-16F6-700D-D72065D4B059}"/>
                  </a:ext>
                </a:extLst>
              </p:cNvPr>
              <p:cNvSpPr/>
              <p:nvPr/>
            </p:nvSpPr>
            <p:spPr>
              <a:xfrm>
                <a:off x="5640603" y="5066410"/>
                <a:ext cx="3557281" cy="685077"/>
              </a:xfrm>
              <a:prstGeom prst="rect">
                <a:avLst/>
              </a:prstGeom>
            </p:spPr>
            <p:txBody>
              <a:bodyPr wrap="square" anchor="ctr">
                <a:spAutoFit/>
              </a:bodyPr>
              <a:lstStyle/>
              <a:p>
                <a:pPr marL="0" lvl="1" algn="r">
                  <a:buClr>
                    <a:srgbClr val="002E8A"/>
                  </a:buClr>
                </a:pPr>
                <a:r>
                  <a:rPr lang="en-US" sz="1400" dirty="0">
                    <a:solidFill>
                      <a:schemeClr val="bg1"/>
                    </a:solidFill>
                    <a:latin typeface="Poppins Light" panose="00000400000000000000" pitchFamily="2" charset="0"/>
                    <a:cs typeface="Abd Elrady Pro" panose="020F0803030102020204" pitchFamily="34" charset="-78"/>
                  </a:rPr>
                  <a:t>Multiple Ways to Submit Prescriptions</a:t>
                </a:r>
                <a:endParaRPr lang="en-US" sz="1400" dirty="0">
                  <a:solidFill>
                    <a:schemeClr val="bg1"/>
                  </a:solidFill>
                  <a:latin typeface="Poppins Light" panose="00000400000000000000" pitchFamily="2" charset="0"/>
                  <a:cs typeface="Poppins Light" panose="00000400000000000000" pitchFamily="2" charset="0"/>
                </a:endParaRPr>
              </a:p>
            </p:txBody>
          </p:sp>
        </p:grpSp>
        <p:pic>
          <p:nvPicPr>
            <p:cNvPr id="39" name="Picture 38">
              <a:extLst>
                <a:ext uri="{FF2B5EF4-FFF2-40B4-BE49-F238E27FC236}">
                  <a16:creationId xmlns:a16="http://schemas.microsoft.com/office/drawing/2014/main" id="{89605A70-F229-212A-3235-92323FA934DC}"/>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468448" y="4905901"/>
              <a:ext cx="270352" cy="270352"/>
            </a:xfrm>
            <a:prstGeom prst="rect">
              <a:avLst/>
            </a:prstGeom>
          </p:spPr>
        </p:pic>
      </p:grpSp>
      <p:grpSp>
        <p:nvGrpSpPr>
          <p:cNvPr id="49" name="Group 48">
            <a:extLst>
              <a:ext uri="{FF2B5EF4-FFF2-40B4-BE49-F238E27FC236}">
                <a16:creationId xmlns:a16="http://schemas.microsoft.com/office/drawing/2014/main" id="{7C07C587-6172-0DB3-E696-79CCDBE58F2F}"/>
              </a:ext>
            </a:extLst>
          </p:cNvPr>
          <p:cNvGrpSpPr/>
          <p:nvPr/>
        </p:nvGrpSpPr>
        <p:grpSpPr>
          <a:xfrm>
            <a:off x="14566532" y="-3203134"/>
            <a:ext cx="4911674" cy="1122134"/>
            <a:chOff x="6971932" y="2030376"/>
            <a:chExt cx="4911674" cy="1122134"/>
          </a:xfrm>
        </p:grpSpPr>
        <p:grpSp>
          <p:nvGrpSpPr>
            <p:cNvPr id="50" name="Group 49">
              <a:extLst>
                <a:ext uri="{FF2B5EF4-FFF2-40B4-BE49-F238E27FC236}">
                  <a16:creationId xmlns:a16="http://schemas.microsoft.com/office/drawing/2014/main" id="{5B753870-C4D1-C231-FB96-9EDF1300FD5D}"/>
                </a:ext>
              </a:extLst>
            </p:cNvPr>
            <p:cNvGrpSpPr/>
            <p:nvPr/>
          </p:nvGrpSpPr>
          <p:grpSpPr>
            <a:xfrm>
              <a:off x="6971932" y="2030376"/>
              <a:ext cx="4911674" cy="1122134"/>
              <a:chOff x="3087355" y="1442788"/>
              <a:chExt cx="6431087" cy="1469262"/>
            </a:xfrm>
          </p:grpSpPr>
          <p:sp>
            <p:nvSpPr>
              <p:cNvPr id="52" name="Freeform: Shape 51">
                <a:extLst>
                  <a:ext uri="{FF2B5EF4-FFF2-40B4-BE49-F238E27FC236}">
                    <a16:creationId xmlns:a16="http://schemas.microsoft.com/office/drawing/2014/main" id="{EFC4BD8B-F142-9757-1683-D2445768876A}"/>
                  </a:ext>
                </a:extLst>
              </p:cNvPr>
              <p:cNvSpPr/>
              <p:nvPr/>
            </p:nvSpPr>
            <p:spPr>
              <a:xfrm>
                <a:off x="3142041" y="2161161"/>
                <a:ext cx="1791215" cy="597072"/>
              </a:xfrm>
              <a:custGeom>
                <a:avLst/>
                <a:gdLst>
                  <a:gd name="connsiteX0" fmla="*/ 21517 w 1893454"/>
                  <a:gd name="connsiteY0" fmla="*/ 614082 h 631151"/>
                  <a:gd name="connsiteX1" fmla="*/ 614082 w 1893454"/>
                  <a:gd name="connsiteY1" fmla="*/ 21517 h 631151"/>
                  <a:gd name="connsiteX2" fmla="*/ 1879111 w 1893454"/>
                  <a:gd name="connsiteY2" fmla="*/ 21517 h 631151"/>
                </a:gdLst>
                <a:ahLst/>
                <a:cxnLst>
                  <a:cxn ang="0">
                    <a:pos x="connsiteX0" y="connsiteY0"/>
                  </a:cxn>
                  <a:cxn ang="0">
                    <a:pos x="connsiteX1" y="connsiteY1"/>
                  </a:cxn>
                  <a:cxn ang="0">
                    <a:pos x="connsiteX2" y="connsiteY2"/>
                  </a:cxn>
                </a:cxnLst>
                <a:rect l="l" t="t" r="r" b="b"/>
                <a:pathLst>
                  <a:path w="1893454" h="631151">
                    <a:moveTo>
                      <a:pt x="21517" y="614082"/>
                    </a:moveTo>
                    <a:lnTo>
                      <a:pt x="614082" y="21517"/>
                    </a:lnTo>
                    <a:lnTo>
                      <a:pt x="1879111" y="21517"/>
                    </a:lnTo>
                  </a:path>
                </a:pathLst>
              </a:custGeom>
              <a:noFill/>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53" name="Freeform: Shape 52">
                <a:extLst>
                  <a:ext uri="{FF2B5EF4-FFF2-40B4-BE49-F238E27FC236}">
                    <a16:creationId xmlns:a16="http://schemas.microsoft.com/office/drawing/2014/main" id="{1B2475EA-BD9B-F747-661D-439D4617AA9F}"/>
                  </a:ext>
                </a:extLst>
              </p:cNvPr>
              <p:cNvSpPr/>
              <p:nvPr/>
            </p:nvSpPr>
            <p:spPr>
              <a:xfrm>
                <a:off x="3087355" y="2629591"/>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gradFill>
                <a:gsLst>
                  <a:gs pos="0">
                    <a:srgbClr val="0092E2"/>
                  </a:gs>
                  <a:gs pos="100000">
                    <a:srgbClr val="0063E5"/>
                  </a:gs>
                </a:gsLst>
                <a:lin ang="0" scaled="1"/>
              </a:gradFill>
              <a:ln w="38100" cap="flat">
                <a:solidFill>
                  <a:schemeClr val="bg1"/>
                </a:solidFill>
                <a:prstDash val="solid"/>
                <a:miter/>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grpSp>
            <p:nvGrpSpPr>
              <p:cNvPr id="54" name="Group 53">
                <a:extLst>
                  <a:ext uri="{FF2B5EF4-FFF2-40B4-BE49-F238E27FC236}">
                    <a16:creationId xmlns:a16="http://schemas.microsoft.com/office/drawing/2014/main" id="{922CBBE0-FC88-5BB8-3C97-5405AA75A5F8}"/>
                  </a:ext>
                </a:extLst>
              </p:cNvPr>
              <p:cNvGrpSpPr/>
              <p:nvPr/>
            </p:nvGrpSpPr>
            <p:grpSpPr>
              <a:xfrm>
                <a:off x="4482705" y="1442788"/>
                <a:ext cx="5035737" cy="1469262"/>
                <a:chOff x="4482705" y="1442788"/>
                <a:chExt cx="5035737" cy="1469262"/>
              </a:xfrm>
            </p:grpSpPr>
            <p:sp>
              <p:nvSpPr>
                <p:cNvPr id="55" name="Rectangle 54">
                  <a:extLst>
                    <a:ext uri="{FF2B5EF4-FFF2-40B4-BE49-F238E27FC236}">
                      <a16:creationId xmlns:a16="http://schemas.microsoft.com/office/drawing/2014/main" id="{C8EC6035-A3AC-1B76-CB21-D72A30526E1C}"/>
                    </a:ext>
                  </a:extLst>
                </p:cNvPr>
                <p:cNvSpPr/>
                <p:nvPr/>
              </p:nvSpPr>
              <p:spPr>
                <a:xfrm>
                  <a:off x="4482705" y="1442788"/>
                  <a:ext cx="5035737" cy="1469262"/>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56" name="Oval 55">
                  <a:extLst>
                    <a:ext uri="{FF2B5EF4-FFF2-40B4-BE49-F238E27FC236}">
                      <a16:creationId xmlns:a16="http://schemas.microsoft.com/office/drawing/2014/main" id="{53F692D1-5C8D-DCCB-0D2A-EA8009BBA656}"/>
                    </a:ext>
                  </a:extLst>
                </p:cNvPr>
                <p:cNvSpPr/>
                <p:nvPr/>
              </p:nvSpPr>
              <p:spPr>
                <a:xfrm>
                  <a:off x="4791075" y="1761398"/>
                  <a:ext cx="832040" cy="832040"/>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57" name="Rectangle 56">
                  <a:extLst>
                    <a:ext uri="{FF2B5EF4-FFF2-40B4-BE49-F238E27FC236}">
                      <a16:creationId xmlns:a16="http://schemas.microsoft.com/office/drawing/2014/main" id="{D2C018D3-6053-62F2-71E8-D1BC274A5555}"/>
                    </a:ext>
                  </a:extLst>
                </p:cNvPr>
                <p:cNvSpPr/>
                <p:nvPr/>
              </p:nvSpPr>
              <p:spPr>
                <a:xfrm>
                  <a:off x="5651872" y="1996991"/>
                  <a:ext cx="3616290" cy="407016"/>
                </a:xfrm>
                <a:prstGeom prst="rect">
                  <a:avLst/>
                </a:prstGeom>
              </p:spPr>
              <p:txBody>
                <a:bodyPr wrap="square" anchor="ctr">
                  <a:spAutoFit/>
                </a:bodyPr>
                <a:lstStyle/>
                <a:p>
                  <a:pPr marL="0" lvl="1">
                    <a:buClr>
                      <a:srgbClr val="002E8A"/>
                    </a:buClr>
                  </a:pPr>
                  <a:r>
                    <a:rPr lang="en-US" sz="1400" dirty="0">
                      <a:solidFill>
                        <a:schemeClr val="bg1"/>
                      </a:solidFill>
                      <a:latin typeface="Poppins Light" panose="00000400000000000000" pitchFamily="2" charset="0"/>
                      <a:cs typeface="Abd Elrady Pro" panose="020F0803030102020204" pitchFamily="34" charset="-78"/>
                    </a:rPr>
                    <a:t>Licensed in 49 States</a:t>
                  </a:r>
                  <a:endParaRPr lang="en-US" sz="1400" dirty="0">
                    <a:solidFill>
                      <a:schemeClr val="bg1"/>
                    </a:solidFill>
                    <a:latin typeface="Poppins Light" panose="00000400000000000000" pitchFamily="2" charset="0"/>
                    <a:cs typeface="Poppins Light" panose="00000400000000000000" pitchFamily="2" charset="0"/>
                  </a:endParaRPr>
                </a:p>
              </p:txBody>
            </p:sp>
          </p:grpSp>
        </p:grpSp>
        <p:pic>
          <p:nvPicPr>
            <p:cNvPr id="51" name="Picture 50">
              <a:extLst>
                <a:ext uri="{FF2B5EF4-FFF2-40B4-BE49-F238E27FC236}">
                  <a16:creationId xmlns:a16="http://schemas.microsoft.com/office/drawing/2014/main" id="{72D4469A-4ED7-557F-FDB0-CE579D7E69A4}"/>
                </a:ext>
              </a:extLst>
            </p:cNvPr>
            <p:cNvPicPr>
              <a:picLocks noChangeAspect="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457081" y="2473893"/>
              <a:ext cx="270352" cy="270352"/>
            </a:xfrm>
            <a:prstGeom prst="rect">
              <a:avLst/>
            </a:prstGeom>
          </p:spPr>
        </p:pic>
      </p:grpSp>
      <p:grpSp>
        <p:nvGrpSpPr>
          <p:cNvPr id="58" name="Group 57">
            <a:extLst>
              <a:ext uri="{FF2B5EF4-FFF2-40B4-BE49-F238E27FC236}">
                <a16:creationId xmlns:a16="http://schemas.microsoft.com/office/drawing/2014/main" id="{D4AC73AD-669F-323B-9D56-26878ACCE9F0}"/>
              </a:ext>
            </a:extLst>
          </p:cNvPr>
          <p:cNvGrpSpPr/>
          <p:nvPr/>
        </p:nvGrpSpPr>
        <p:grpSpPr>
          <a:xfrm>
            <a:off x="22863117" y="1459079"/>
            <a:ext cx="4641488" cy="1122131"/>
            <a:chOff x="7242117" y="3261731"/>
            <a:chExt cx="4641488" cy="1122131"/>
          </a:xfrm>
        </p:grpSpPr>
        <p:grpSp>
          <p:nvGrpSpPr>
            <p:cNvPr id="59" name="Group 58">
              <a:extLst>
                <a:ext uri="{FF2B5EF4-FFF2-40B4-BE49-F238E27FC236}">
                  <a16:creationId xmlns:a16="http://schemas.microsoft.com/office/drawing/2014/main" id="{87F4B0F6-6F25-D480-8448-5530A34E5873}"/>
                </a:ext>
              </a:extLst>
            </p:cNvPr>
            <p:cNvGrpSpPr/>
            <p:nvPr/>
          </p:nvGrpSpPr>
          <p:grpSpPr>
            <a:xfrm>
              <a:off x="7242117" y="3261731"/>
              <a:ext cx="4641488" cy="1122131"/>
              <a:chOff x="3441120" y="3055060"/>
              <a:chExt cx="6077322" cy="1469260"/>
            </a:xfrm>
          </p:grpSpPr>
          <p:sp>
            <p:nvSpPr>
              <p:cNvPr id="61" name="Rectangle 60">
                <a:extLst>
                  <a:ext uri="{FF2B5EF4-FFF2-40B4-BE49-F238E27FC236}">
                    <a16:creationId xmlns:a16="http://schemas.microsoft.com/office/drawing/2014/main" id="{AD4BB8BF-D499-6927-6F2F-11D7C5C7823C}"/>
                  </a:ext>
                </a:extLst>
              </p:cNvPr>
              <p:cNvSpPr/>
              <p:nvPr/>
            </p:nvSpPr>
            <p:spPr>
              <a:xfrm>
                <a:off x="4482706" y="3055060"/>
                <a:ext cx="5035736" cy="1469260"/>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a:latin typeface="Abd Elrady Pro" panose="020F0803030102020204" pitchFamily="34" charset="-78"/>
                  <a:cs typeface="Abd Elrady Pro" panose="020F0803030102020204" pitchFamily="34" charset="-78"/>
                </a:endParaRPr>
              </a:p>
            </p:txBody>
          </p:sp>
          <p:grpSp>
            <p:nvGrpSpPr>
              <p:cNvPr id="62" name="Group 61">
                <a:extLst>
                  <a:ext uri="{FF2B5EF4-FFF2-40B4-BE49-F238E27FC236}">
                    <a16:creationId xmlns:a16="http://schemas.microsoft.com/office/drawing/2014/main" id="{B2FFB494-B8C2-0FD2-BCDD-0443219A6EB3}"/>
                  </a:ext>
                </a:extLst>
              </p:cNvPr>
              <p:cNvGrpSpPr/>
              <p:nvPr/>
            </p:nvGrpSpPr>
            <p:grpSpPr>
              <a:xfrm>
                <a:off x="3441120" y="3373671"/>
                <a:ext cx="5792057" cy="832039"/>
                <a:chOff x="3441120" y="3373671"/>
                <a:chExt cx="5792057" cy="832039"/>
              </a:xfrm>
            </p:grpSpPr>
            <p:sp>
              <p:nvSpPr>
                <p:cNvPr id="63" name="Freeform: Shape 62">
                  <a:extLst>
                    <a:ext uri="{FF2B5EF4-FFF2-40B4-BE49-F238E27FC236}">
                      <a16:creationId xmlns:a16="http://schemas.microsoft.com/office/drawing/2014/main" id="{001E91C5-4679-102E-8C7B-BE05C0575F3B}"/>
                    </a:ext>
                  </a:extLst>
                </p:cNvPr>
                <p:cNvSpPr/>
                <p:nvPr/>
              </p:nvSpPr>
              <p:spPr>
                <a:xfrm>
                  <a:off x="3524438" y="3772577"/>
                  <a:ext cx="1682657" cy="40709"/>
                </a:xfrm>
                <a:custGeom>
                  <a:avLst/>
                  <a:gdLst>
                    <a:gd name="connsiteX0" fmla="*/ 1761774 w 1778699"/>
                    <a:gd name="connsiteY0" fmla="*/ 21517 h 43033"/>
                    <a:gd name="connsiteX1" fmla="*/ 21517 w 1778699"/>
                    <a:gd name="connsiteY1" fmla="*/ 21517 h 43033"/>
                  </a:gdLst>
                  <a:ahLst/>
                  <a:cxnLst>
                    <a:cxn ang="0">
                      <a:pos x="connsiteX0" y="connsiteY0"/>
                    </a:cxn>
                    <a:cxn ang="0">
                      <a:pos x="connsiteX1" y="connsiteY1"/>
                    </a:cxn>
                  </a:cxnLst>
                  <a:rect l="l" t="t" r="r" b="b"/>
                  <a:pathLst>
                    <a:path w="1778699" h="43033">
                      <a:moveTo>
                        <a:pt x="1761774" y="21517"/>
                      </a:moveTo>
                      <a:lnTo>
                        <a:pt x="21517" y="21517"/>
                      </a:lnTo>
                    </a:path>
                  </a:pathLst>
                </a:custGeom>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64" name="Freeform: Shape 63">
                  <a:extLst>
                    <a:ext uri="{FF2B5EF4-FFF2-40B4-BE49-F238E27FC236}">
                      <a16:creationId xmlns:a16="http://schemas.microsoft.com/office/drawing/2014/main" id="{2E2FE4FD-D084-A719-7F62-048CD75FDAED}"/>
                    </a:ext>
                  </a:extLst>
                </p:cNvPr>
                <p:cNvSpPr/>
                <p:nvPr/>
              </p:nvSpPr>
              <p:spPr>
                <a:xfrm>
                  <a:off x="3441120" y="3680438"/>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solidFill>
                  <a:srgbClr val="ED174F"/>
                </a:solidFill>
                <a:ln w="38100" cap="flat">
                  <a:solidFill>
                    <a:schemeClr val="bg1"/>
                  </a:solidFill>
                  <a:prstDash val="solid"/>
                  <a:miter/>
                </a:ln>
              </p:spPr>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65" name="Oval 64">
                  <a:extLst>
                    <a:ext uri="{FF2B5EF4-FFF2-40B4-BE49-F238E27FC236}">
                      <a16:creationId xmlns:a16="http://schemas.microsoft.com/office/drawing/2014/main" id="{72EEC863-3A27-DE41-78FB-EC9A266CBFFD}"/>
                    </a:ext>
                  </a:extLst>
                </p:cNvPr>
                <p:cNvSpPr/>
                <p:nvPr/>
              </p:nvSpPr>
              <p:spPr>
                <a:xfrm>
                  <a:off x="4791075" y="3373671"/>
                  <a:ext cx="832040" cy="832039"/>
                </a:xfrm>
                <a:prstGeom prst="ellipse">
                  <a:avLst/>
                </a:prstGeom>
                <a:solidFill>
                  <a:srgbClr val="ED174F"/>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66" name="Rectangle 65">
                  <a:extLst>
                    <a:ext uri="{FF2B5EF4-FFF2-40B4-BE49-F238E27FC236}">
                      <a16:creationId xmlns:a16="http://schemas.microsoft.com/office/drawing/2014/main" id="{2308FACB-A741-3785-678D-C0F61E5C1BBA}"/>
                    </a:ext>
                  </a:extLst>
                </p:cNvPr>
                <p:cNvSpPr/>
                <p:nvPr/>
              </p:nvSpPr>
              <p:spPr>
                <a:xfrm>
                  <a:off x="5651875" y="3593520"/>
                  <a:ext cx="3581302" cy="407017"/>
                </a:xfrm>
                <a:prstGeom prst="rect">
                  <a:avLst/>
                </a:prstGeom>
              </p:spPr>
              <p:txBody>
                <a:bodyPr wrap="square" anchor="ctr">
                  <a:spAutoFit/>
                </a:bodyPr>
                <a:lstStyle/>
                <a:p>
                  <a:pPr marL="0" lvl="1">
                    <a:buClr>
                      <a:srgbClr val="002E8A"/>
                    </a:buClr>
                  </a:pPr>
                  <a:r>
                    <a:rPr lang="en-US" sz="1400" dirty="0">
                      <a:solidFill>
                        <a:schemeClr val="bg1"/>
                      </a:solidFill>
                      <a:latin typeface="Poppins Light" panose="00000400000000000000" pitchFamily="2" charset="0"/>
                      <a:cs typeface="Abd Elrady Pro" panose="020F0803030102020204" pitchFamily="34" charset="-78"/>
                    </a:rPr>
                    <a:t>Convenient for Patients</a:t>
                  </a:r>
                  <a:endParaRPr lang="en-US" sz="1400" dirty="0">
                    <a:solidFill>
                      <a:schemeClr val="bg1"/>
                    </a:solidFill>
                    <a:latin typeface="Poppins Light" panose="00000400000000000000" pitchFamily="2" charset="0"/>
                    <a:cs typeface="Poppins Light" panose="00000400000000000000" pitchFamily="2" charset="0"/>
                  </a:endParaRPr>
                </a:p>
              </p:txBody>
            </p:sp>
          </p:grpSp>
        </p:grpSp>
        <p:pic>
          <p:nvPicPr>
            <p:cNvPr id="60" name="Picture 59">
              <a:extLst>
                <a:ext uri="{FF2B5EF4-FFF2-40B4-BE49-F238E27FC236}">
                  <a16:creationId xmlns:a16="http://schemas.microsoft.com/office/drawing/2014/main" id="{3EBD460C-39CC-64AF-2399-5325444559CA}"/>
                </a:ext>
              </a:extLst>
            </p:cNvPr>
            <p:cNvPicPr>
              <a:picLocks noChangeAspect="1"/>
            </p:cNvPicPr>
            <p:nvPr/>
          </p:nvPicPr>
          <p:blipFill>
            <a:blip r:embed="rId12">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457081" y="3674550"/>
              <a:ext cx="270352" cy="270352"/>
            </a:xfrm>
            <a:prstGeom prst="rect">
              <a:avLst/>
            </a:prstGeom>
          </p:spPr>
        </p:pic>
      </p:grpSp>
      <p:grpSp>
        <p:nvGrpSpPr>
          <p:cNvPr id="67" name="Group 66">
            <a:extLst>
              <a:ext uri="{FF2B5EF4-FFF2-40B4-BE49-F238E27FC236}">
                <a16:creationId xmlns:a16="http://schemas.microsoft.com/office/drawing/2014/main" id="{B1A8B3F8-3F02-0051-441F-4C85E16C9044}"/>
              </a:ext>
            </a:extLst>
          </p:cNvPr>
          <p:cNvGrpSpPr/>
          <p:nvPr/>
        </p:nvGrpSpPr>
        <p:grpSpPr>
          <a:xfrm>
            <a:off x="19436762" y="7441183"/>
            <a:ext cx="4911671" cy="1122131"/>
            <a:chOff x="6971932" y="4492545"/>
            <a:chExt cx="4911671" cy="1122131"/>
          </a:xfrm>
        </p:grpSpPr>
        <p:grpSp>
          <p:nvGrpSpPr>
            <p:cNvPr id="68" name="Group 67">
              <a:extLst>
                <a:ext uri="{FF2B5EF4-FFF2-40B4-BE49-F238E27FC236}">
                  <a16:creationId xmlns:a16="http://schemas.microsoft.com/office/drawing/2014/main" id="{714DD7EC-D3CD-C4D0-DC34-A612CFEB2064}"/>
                </a:ext>
              </a:extLst>
            </p:cNvPr>
            <p:cNvGrpSpPr/>
            <p:nvPr/>
          </p:nvGrpSpPr>
          <p:grpSpPr>
            <a:xfrm>
              <a:off x="6971932" y="4492545"/>
              <a:ext cx="4911671" cy="1122131"/>
              <a:chOff x="3087355" y="4666625"/>
              <a:chExt cx="6431086" cy="1469260"/>
            </a:xfrm>
          </p:grpSpPr>
          <p:sp>
            <p:nvSpPr>
              <p:cNvPr id="70" name="Freeform: Shape 69">
                <a:extLst>
                  <a:ext uri="{FF2B5EF4-FFF2-40B4-BE49-F238E27FC236}">
                    <a16:creationId xmlns:a16="http://schemas.microsoft.com/office/drawing/2014/main" id="{0C518903-CE29-2F2A-2F11-3AFE4A610F2A}"/>
                  </a:ext>
                </a:extLst>
              </p:cNvPr>
              <p:cNvSpPr/>
              <p:nvPr/>
            </p:nvSpPr>
            <p:spPr>
              <a:xfrm>
                <a:off x="3142041" y="4823424"/>
                <a:ext cx="1791215" cy="597072"/>
              </a:xfrm>
              <a:custGeom>
                <a:avLst/>
                <a:gdLst>
                  <a:gd name="connsiteX0" fmla="*/ 21517 w 1893454"/>
                  <a:gd name="connsiteY0" fmla="*/ 21517 h 631151"/>
                  <a:gd name="connsiteX1" fmla="*/ 614082 w 1893454"/>
                  <a:gd name="connsiteY1" fmla="*/ 614082 h 631151"/>
                  <a:gd name="connsiteX2" fmla="*/ 1879111 w 1893454"/>
                  <a:gd name="connsiteY2" fmla="*/ 614082 h 631151"/>
                </a:gdLst>
                <a:ahLst/>
                <a:cxnLst>
                  <a:cxn ang="0">
                    <a:pos x="connsiteX0" y="connsiteY0"/>
                  </a:cxn>
                  <a:cxn ang="0">
                    <a:pos x="connsiteX1" y="connsiteY1"/>
                  </a:cxn>
                  <a:cxn ang="0">
                    <a:pos x="connsiteX2" y="connsiteY2"/>
                  </a:cxn>
                </a:cxnLst>
                <a:rect l="l" t="t" r="r" b="b"/>
                <a:pathLst>
                  <a:path w="1893454" h="631151">
                    <a:moveTo>
                      <a:pt x="21517" y="21517"/>
                    </a:moveTo>
                    <a:lnTo>
                      <a:pt x="614082" y="614082"/>
                    </a:lnTo>
                    <a:lnTo>
                      <a:pt x="1879111" y="614082"/>
                    </a:lnTo>
                  </a:path>
                </a:pathLst>
              </a:custGeom>
              <a:noFill/>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71" name="Freeform: Shape 70">
                <a:extLst>
                  <a:ext uri="{FF2B5EF4-FFF2-40B4-BE49-F238E27FC236}">
                    <a16:creationId xmlns:a16="http://schemas.microsoft.com/office/drawing/2014/main" id="{7164CB2B-D2B2-16E9-580E-E782BAE4E64D}"/>
                  </a:ext>
                </a:extLst>
              </p:cNvPr>
              <p:cNvSpPr/>
              <p:nvPr/>
            </p:nvSpPr>
            <p:spPr>
              <a:xfrm>
                <a:off x="3087355" y="4731285"/>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gradFill>
                <a:gsLst>
                  <a:gs pos="0">
                    <a:srgbClr val="0092E2"/>
                  </a:gs>
                  <a:gs pos="100000">
                    <a:srgbClr val="0063E5"/>
                  </a:gs>
                </a:gsLst>
                <a:lin ang="0" scaled="1"/>
              </a:gradFill>
              <a:ln w="38100" cap="flat">
                <a:solidFill>
                  <a:schemeClr val="bg1"/>
                </a:solidFill>
                <a:prstDash val="solid"/>
                <a:miter/>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72" name="Rectangle 71">
                <a:extLst>
                  <a:ext uri="{FF2B5EF4-FFF2-40B4-BE49-F238E27FC236}">
                    <a16:creationId xmlns:a16="http://schemas.microsoft.com/office/drawing/2014/main" id="{96717999-F7DC-31C6-6BDC-5CC79D192D8C}"/>
                  </a:ext>
                </a:extLst>
              </p:cNvPr>
              <p:cNvSpPr/>
              <p:nvPr/>
            </p:nvSpPr>
            <p:spPr>
              <a:xfrm>
                <a:off x="4482708" y="4666625"/>
                <a:ext cx="5035733" cy="1469260"/>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73" name="Oval 72">
                <a:extLst>
                  <a:ext uri="{FF2B5EF4-FFF2-40B4-BE49-F238E27FC236}">
                    <a16:creationId xmlns:a16="http://schemas.microsoft.com/office/drawing/2014/main" id="{DD241BB9-C451-6C99-0BC7-EE8E27F321CD}"/>
                  </a:ext>
                </a:extLst>
              </p:cNvPr>
              <p:cNvSpPr/>
              <p:nvPr/>
            </p:nvSpPr>
            <p:spPr>
              <a:xfrm>
                <a:off x="4791075" y="4985235"/>
                <a:ext cx="832040" cy="832039"/>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74" name="Rectangle 73">
                <a:extLst>
                  <a:ext uri="{FF2B5EF4-FFF2-40B4-BE49-F238E27FC236}">
                    <a16:creationId xmlns:a16="http://schemas.microsoft.com/office/drawing/2014/main" id="{EDB7F4BB-D819-E151-5731-29E1B01E0631}"/>
                  </a:ext>
                </a:extLst>
              </p:cNvPr>
              <p:cNvSpPr/>
              <p:nvPr/>
            </p:nvSpPr>
            <p:spPr>
              <a:xfrm>
                <a:off x="5710880" y="5066411"/>
                <a:ext cx="3676339" cy="685077"/>
              </a:xfrm>
              <a:prstGeom prst="rect">
                <a:avLst/>
              </a:prstGeom>
            </p:spPr>
            <p:txBody>
              <a:bodyPr wrap="square" anchor="ctr">
                <a:spAutoFit/>
              </a:bodyPr>
              <a:lstStyle/>
              <a:p>
                <a:pPr marL="0" lvl="1">
                  <a:buClr>
                    <a:srgbClr val="002E8A"/>
                  </a:buClr>
                </a:pPr>
                <a:r>
                  <a:rPr lang="en-US" sz="1400" dirty="0">
                    <a:solidFill>
                      <a:schemeClr val="bg1"/>
                    </a:solidFill>
                    <a:latin typeface="Poppins Light" panose="00000400000000000000" pitchFamily="2" charset="0"/>
                    <a:cs typeface="Abd Elrady Pro" panose="020F0803030102020204" pitchFamily="34" charset="-78"/>
                  </a:rPr>
                  <a:t>Increase Patient Compliance with Treatment Protocols</a:t>
                </a:r>
                <a:endParaRPr lang="en-US" sz="1400" dirty="0">
                  <a:solidFill>
                    <a:schemeClr val="bg1"/>
                  </a:solidFill>
                  <a:latin typeface="Poppins Light" panose="00000400000000000000" pitchFamily="2" charset="0"/>
                  <a:cs typeface="Poppins Light" panose="00000400000000000000" pitchFamily="2" charset="0"/>
                </a:endParaRPr>
              </a:p>
            </p:txBody>
          </p:sp>
        </p:grpSp>
        <p:pic>
          <p:nvPicPr>
            <p:cNvPr id="69" name="Picture 68">
              <a:extLst>
                <a:ext uri="{FF2B5EF4-FFF2-40B4-BE49-F238E27FC236}">
                  <a16:creationId xmlns:a16="http://schemas.microsoft.com/office/drawing/2014/main" id="{A839B37C-10ED-FF2A-6E83-9B923FACC3EA}"/>
                </a:ext>
              </a:extLst>
            </p:cNvPr>
            <p:cNvPicPr>
              <a:picLocks noChangeAspect="1"/>
            </p:cNvPicPr>
            <p:nvPr/>
          </p:nvPicPr>
          <p:blipFill>
            <a:blip r:embed="rId14">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457081" y="4905901"/>
              <a:ext cx="270352" cy="270352"/>
            </a:xfrm>
            <a:prstGeom prst="rect">
              <a:avLst/>
            </a:prstGeom>
          </p:spPr>
        </p:pic>
      </p:grpSp>
    </p:spTree>
    <p:extLst>
      <p:ext uri="{BB962C8B-B14F-4D97-AF65-F5344CB8AC3E}">
        <p14:creationId xmlns:p14="http://schemas.microsoft.com/office/powerpoint/2010/main" val="1578716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0A2C69"/>
            </a:gs>
            <a:gs pos="0">
              <a:srgbClr val="3795AF"/>
            </a:gs>
          </a:gsLst>
          <a:path path="circle">
            <a:fillToRect l="100000" t="100000"/>
          </a:path>
        </a:gradFill>
        <a:effectLst/>
      </p:bgPr>
    </p:bg>
    <p:spTree>
      <p:nvGrpSpPr>
        <p:cNvPr id="1" name=""/>
        <p:cNvGrpSpPr/>
        <p:nvPr/>
      </p:nvGrpSpPr>
      <p:grpSpPr>
        <a:xfrm>
          <a:off x="0" y="0"/>
          <a:ext cx="0" cy="0"/>
          <a:chOff x="0" y="0"/>
          <a:chExt cx="0" cy="0"/>
        </a:xfrm>
      </p:grpSpPr>
      <p:grpSp>
        <p:nvGrpSpPr>
          <p:cNvPr id="303" name="Group 302">
            <a:extLst>
              <a:ext uri="{FF2B5EF4-FFF2-40B4-BE49-F238E27FC236}">
                <a16:creationId xmlns:a16="http://schemas.microsoft.com/office/drawing/2014/main" id="{29220F74-AB9D-412D-81EF-44936EE3FF9F}"/>
              </a:ext>
            </a:extLst>
          </p:cNvPr>
          <p:cNvGrpSpPr/>
          <p:nvPr/>
        </p:nvGrpSpPr>
        <p:grpSpPr>
          <a:xfrm>
            <a:off x="4860587" y="2579142"/>
            <a:ext cx="2500435" cy="2487313"/>
            <a:chOff x="4860587" y="2579142"/>
            <a:chExt cx="2500435" cy="2487313"/>
          </a:xfrm>
        </p:grpSpPr>
        <p:sp>
          <p:nvSpPr>
            <p:cNvPr id="179" name="Freeform: Shape 178">
              <a:extLst>
                <a:ext uri="{FF2B5EF4-FFF2-40B4-BE49-F238E27FC236}">
                  <a16:creationId xmlns:a16="http://schemas.microsoft.com/office/drawing/2014/main" id="{6FD546A1-BD43-4599-A609-3A9291C9B68F}"/>
                </a:ext>
              </a:extLst>
            </p:cNvPr>
            <p:cNvSpPr/>
            <p:nvPr/>
          </p:nvSpPr>
          <p:spPr>
            <a:xfrm flipH="1">
              <a:off x="5391903" y="2579142"/>
              <a:ext cx="1969119" cy="2487313"/>
            </a:xfrm>
            <a:custGeom>
              <a:avLst/>
              <a:gdLst>
                <a:gd name="connsiteX0" fmla="*/ 2599244 w 2725427"/>
                <a:gd name="connsiteY0" fmla="*/ 3174389 h 3442645"/>
                <a:gd name="connsiteX1" fmla="*/ 275682 w 2725427"/>
                <a:gd name="connsiteY1" fmla="*/ 2598994 h 3442645"/>
                <a:gd name="connsiteX2" fmla="*/ 851078 w 2725427"/>
                <a:gd name="connsiteY2" fmla="*/ 275432 h 3442645"/>
                <a:gd name="connsiteX3" fmla="*/ 2697216 w 2725427"/>
                <a:gd name="connsiteY3" fmla="*/ 339227 h 3442645"/>
              </a:gdLst>
              <a:ahLst/>
              <a:cxnLst>
                <a:cxn ang="0">
                  <a:pos x="connsiteX0" y="connsiteY0"/>
                </a:cxn>
                <a:cxn ang="0">
                  <a:pos x="connsiteX1" y="connsiteY1"/>
                </a:cxn>
                <a:cxn ang="0">
                  <a:pos x="connsiteX2" y="connsiteY2"/>
                </a:cxn>
                <a:cxn ang="0">
                  <a:pos x="connsiteX3" y="connsiteY3"/>
                </a:cxn>
              </a:cxnLst>
              <a:rect l="l" t="t" r="r" b="b"/>
              <a:pathLst>
                <a:path w="2725427" h="3442645">
                  <a:moveTo>
                    <a:pt x="2599244" y="3174389"/>
                  </a:moveTo>
                  <a:cubicBezTo>
                    <a:pt x="1798719" y="3657132"/>
                    <a:pt x="758425" y="3399518"/>
                    <a:pt x="275682" y="2598994"/>
                  </a:cubicBezTo>
                  <a:cubicBezTo>
                    <a:pt x="-207060" y="1798469"/>
                    <a:pt x="50553" y="758175"/>
                    <a:pt x="851078" y="275432"/>
                  </a:cubicBezTo>
                  <a:cubicBezTo>
                    <a:pt x="1424844" y="-70568"/>
                    <a:pt x="2148702" y="-45555"/>
                    <a:pt x="2697216" y="339227"/>
                  </a:cubicBezTo>
                </a:path>
              </a:pathLst>
            </a:custGeom>
            <a:noFill/>
            <a:ln w="12700" cap="rnd">
              <a:solidFill>
                <a:schemeClr val="bg1"/>
              </a:solidFill>
              <a:prstDash val="lgDash"/>
              <a:round/>
            </a:ln>
          </p:spPr>
          <p:txBody>
            <a:bodyPr rtlCol="0" anchor="ctr"/>
            <a:lstStyle/>
            <a:p>
              <a:pPr algn="r"/>
              <a:endParaRPr lang="en-US" dirty="0">
                <a:latin typeface="Abd Elrady Pro" panose="020F0803030102020204" pitchFamily="34" charset="-78"/>
                <a:cs typeface="Abd Elrady Pro" panose="020F0803030102020204" pitchFamily="34" charset="-78"/>
              </a:endParaRPr>
            </a:p>
          </p:txBody>
        </p:sp>
        <p:sp>
          <p:nvSpPr>
            <p:cNvPr id="180" name="Freeform: Shape 179">
              <a:extLst>
                <a:ext uri="{FF2B5EF4-FFF2-40B4-BE49-F238E27FC236}">
                  <a16:creationId xmlns:a16="http://schemas.microsoft.com/office/drawing/2014/main" id="{583E6A09-00DE-4C4B-BD9A-7CC1FAD507CD}"/>
                </a:ext>
              </a:extLst>
            </p:cNvPr>
            <p:cNvSpPr/>
            <p:nvPr/>
          </p:nvSpPr>
          <p:spPr>
            <a:xfrm>
              <a:off x="4860587" y="2579142"/>
              <a:ext cx="1969119" cy="2487313"/>
            </a:xfrm>
            <a:custGeom>
              <a:avLst/>
              <a:gdLst>
                <a:gd name="connsiteX0" fmla="*/ 2599244 w 2725427"/>
                <a:gd name="connsiteY0" fmla="*/ 3174389 h 3442645"/>
                <a:gd name="connsiteX1" fmla="*/ 275682 w 2725427"/>
                <a:gd name="connsiteY1" fmla="*/ 2598994 h 3442645"/>
                <a:gd name="connsiteX2" fmla="*/ 851078 w 2725427"/>
                <a:gd name="connsiteY2" fmla="*/ 275432 h 3442645"/>
                <a:gd name="connsiteX3" fmla="*/ 2697216 w 2725427"/>
                <a:gd name="connsiteY3" fmla="*/ 339227 h 3442645"/>
              </a:gdLst>
              <a:ahLst/>
              <a:cxnLst>
                <a:cxn ang="0">
                  <a:pos x="connsiteX0" y="connsiteY0"/>
                </a:cxn>
                <a:cxn ang="0">
                  <a:pos x="connsiteX1" y="connsiteY1"/>
                </a:cxn>
                <a:cxn ang="0">
                  <a:pos x="connsiteX2" y="connsiteY2"/>
                </a:cxn>
                <a:cxn ang="0">
                  <a:pos x="connsiteX3" y="connsiteY3"/>
                </a:cxn>
              </a:cxnLst>
              <a:rect l="l" t="t" r="r" b="b"/>
              <a:pathLst>
                <a:path w="2725427" h="3442645">
                  <a:moveTo>
                    <a:pt x="2599244" y="3174389"/>
                  </a:moveTo>
                  <a:cubicBezTo>
                    <a:pt x="1798719" y="3657132"/>
                    <a:pt x="758425" y="3399518"/>
                    <a:pt x="275682" y="2598994"/>
                  </a:cubicBezTo>
                  <a:cubicBezTo>
                    <a:pt x="-207060" y="1798469"/>
                    <a:pt x="50553" y="758175"/>
                    <a:pt x="851078" y="275432"/>
                  </a:cubicBezTo>
                  <a:cubicBezTo>
                    <a:pt x="1424844" y="-70568"/>
                    <a:pt x="2148702" y="-45555"/>
                    <a:pt x="2697216" y="339227"/>
                  </a:cubicBezTo>
                </a:path>
              </a:pathLst>
            </a:custGeom>
            <a:noFill/>
            <a:ln w="12700" cap="rnd">
              <a:solidFill>
                <a:schemeClr val="bg1"/>
              </a:solidFill>
              <a:prstDash val="lgDash"/>
              <a:round/>
            </a:ln>
          </p:spPr>
          <p:txBody>
            <a:bodyPr rtlCol="0" anchor="ctr"/>
            <a:lstStyle/>
            <a:p>
              <a:pPr algn="r"/>
              <a:endParaRPr lang="en-US" dirty="0">
                <a:latin typeface="Abd Elrady Pro" panose="020F0803030102020204" pitchFamily="34" charset="-78"/>
                <a:cs typeface="Abd Elrady Pro" panose="020F0803030102020204" pitchFamily="34" charset="-78"/>
              </a:endParaRPr>
            </a:p>
          </p:txBody>
        </p:sp>
        <p:sp>
          <p:nvSpPr>
            <p:cNvPr id="181" name="Oval 180">
              <a:extLst>
                <a:ext uri="{FF2B5EF4-FFF2-40B4-BE49-F238E27FC236}">
                  <a16:creationId xmlns:a16="http://schemas.microsoft.com/office/drawing/2014/main" id="{BB5F2B19-C6BB-477C-802F-77113881D086}"/>
                </a:ext>
              </a:extLst>
            </p:cNvPr>
            <p:cNvSpPr/>
            <p:nvPr/>
          </p:nvSpPr>
          <p:spPr>
            <a:xfrm>
              <a:off x="5117142" y="2808817"/>
              <a:ext cx="2022704" cy="2022706"/>
            </a:xfrm>
            <a:prstGeom prst="ellipse">
              <a:avLst/>
            </a:prstGeom>
            <a:blipFill>
              <a:blip r:embed="rId2"/>
              <a:stretch>
                <a:fillRect l="-37413" r="-3047"/>
              </a:stretch>
            </a:blipFill>
            <a:ln>
              <a:noFill/>
            </a:ln>
            <a:effectLst>
              <a:innerShdw blurRad="241300">
                <a:prstClr val="black">
                  <a:alpha val="3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AE" sz="2000" b="1" dirty="0">
                <a:solidFill>
                  <a:schemeClr val="bg1"/>
                </a:solidFill>
                <a:latin typeface="Abd Elrady Pro" panose="020F0803030102020204" pitchFamily="34" charset="-78"/>
                <a:cs typeface="Abd Elrady Pro" panose="020F0803030102020204" pitchFamily="34" charset="-78"/>
              </a:endParaRPr>
            </a:p>
          </p:txBody>
        </p:sp>
        <p:sp>
          <p:nvSpPr>
            <p:cNvPr id="184" name="Freeform: Shape 183">
              <a:extLst>
                <a:ext uri="{FF2B5EF4-FFF2-40B4-BE49-F238E27FC236}">
                  <a16:creationId xmlns:a16="http://schemas.microsoft.com/office/drawing/2014/main" id="{BF2DBFCC-0D99-40D8-AB31-D57AFFCD6F8C}"/>
                </a:ext>
              </a:extLst>
            </p:cNvPr>
            <p:cNvSpPr/>
            <p:nvPr/>
          </p:nvSpPr>
          <p:spPr>
            <a:xfrm flipH="1">
              <a:off x="4879069" y="3007154"/>
              <a:ext cx="321277" cy="1627118"/>
            </a:xfrm>
            <a:custGeom>
              <a:avLst/>
              <a:gdLst>
                <a:gd name="connsiteX0" fmla="*/ 21517 w 444674"/>
                <a:gd name="connsiteY0" fmla="*/ 2243170 h 2252063"/>
                <a:gd name="connsiteX1" fmla="*/ 21517 w 444674"/>
                <a:gd name="connsiteY1" fmla="*/ 21517 h 2252063"/>
              </a:gdLst>
              <a:ahLst/>
              <a:cxnLst>
                <a:cxn ang="0">
                  <a:pos x="connsiteX0" y="connsiteY0"/>
                </a:cxn>
                <a:cxn ang="0">
                  <a:pos x="connsiteX1" y="connsiteY1"/>
                </a:cxn>
              </a:cxnLst>
              <a:rect l="l" t="t" r="r" b="b"/>
              <a:pathLst>
                <a:path w="444674" h="2252063">
                  <a:moveTo>
                    <a:pt x="21517" y="2243170"/>
                  </a:moveTo>
                  <a:cubicBezTo>
                    <a:pt x="575516" y="1606229"/>
                    <a:pt x="575516" y="658458"/>
                    <a:pt x="21517" y="21517"/>
                  </a:cubicBezTo>
                </a:path>
              </a:pathLst>
            </a:custGeom>
            <a:noFill/>
            <a:ln w="19050" cap="rnd">
              <a:solidFill>
                <a:schemeClr val="bg1"/>
              </a:solidFill>
              <a:prstDash val="solid"/>
              <a:round/>
            </a:ln>
          </p:spPr>
          <p:txBody>
            <a:bodyPr rtlCol="0" anchor="ctr"/>
            <a:lstStyle/>
            <a:p>
              <a:pPr algn="r"/>
              <a:endParaRPr lang="en-US">
                <a:latin typeface="Abd Elrady Pro" panose="020F0803030102020204" pitchFamily="34" charset="-78"/>
                <a:cs typeface="Abd Elrady Pro" panose="020F0803030102020204" pitchFamily="34" charset="-78"/>
              </a:endParaRPr>
            </a:p>
          </p:txBody>
        </p:sp>
        <p:sp>
          <p:nvSpPr>
            <p:cNvPr id="302" name="Freeform: Shape 301">
              <a:extLst>
                <a:ext uri="{FF2B5EF4-FFF2-40B4-BE49-F238E27FC236}">
                  <a16:creationId xmlns:a16="http://schemas.microsoft.com/office/drawing/2014/main" id="{79EBAA3F-12A0-4E07-9F75-9526E4193B57}"/>
                </a:ext>
              </a:extLst>
            </p:cNvPr>
            <p:cNvSpPr/>
            <p:nvPr/>
          </p:nvSpPr>
          <p:spPr>
            <a:xfrm>
              <a:off x="7013698" y="3007154"/>
              <a:ext cx="321277" cy="1627118"/>
            </a:xfrm>
            <a:custGeom>
              <a:avLst/>
              <a:gdLst>
                <a:gd name="connsiteX0" fmla="*/ 21517 w 444674"/>
                <a:gd name="connsiteY0" fmla="*/ 2243170 h 2252063"/>
                <a:gd name="connsiteX1" fmla="*/ 21517 w 444674"/>
                <a:gd name="connsiteY1" fmla="*/ 21517 h 2252063"/>
              </a:gdLst>
              <a:ahLst/>
              <a:cxnLst>
                <a:cxn ang="0">
                  <a:pos x="connsiteX0" y="connsiteY0"/>
                </a:cxn>
                <a:cxn ang="0">
                  <a:pos x="connsiteX1" y="connsiteY1"/>
                </a:cxn>
              </a:cxnLst>
              <a:rect l="l" t="t" r="r" b="b"/>
              <a:pathLst>
                <a:path w="444674" h="2252063">
                  <a:moveTo>
                    <a:pt x="21517" y="2243170"/>
                  </a:moveTo>
                  <a:cubicBezTo>
                    <a:pt x="575516" y="1606229"/>
                    <a:pt x="575516" y="658458"/>
                    <a:pt x="21517" y="21517"/>
                  </a:cubicBezTo>
                </a:path>
              </a:pathLst>
            </a:custGeom>
            <a:noFill/>
            <a:ln w="19050" cap="rnd">
              <a:solidFill>
                <a:schemeClr val="bg1"/>
              </a:solidFill>
              <a:prstDash val="solid"/>
              <a:round/>
            </a:ln>
          </p:spPr>
          <p:txBody>
            <a:bodyPr rtlCol="0" anchor="ctr"/>
            <a:lstStyle/>
            <a:p>
              <a:pPr algn="r"/>
              <a:endParaRPr lang="en-US">
                <a:latin typeface="Abd Elrady Pro" panose="020F0803030102020204" pitchFamily="34" charset="-78"/>
                <a:cs typeface="Abd Elrady Pro" panose="020F0803030102020204" pitchFamily="34" charset="-78"/>
              </a:endParaRPr>
            </a:p>
          </p:txBody>
        </p:sp>
      </p:grpSp>
      <p:sp>
        <p:nvSpPr>
          <p:cNvPr id="2" name="Rectangle 1">
            <a:extLst>
              <a:ext uri="{FF2B5EF4-FFF2-40B4-BE49-F238E27FC236}">
                <a16:creationId xmlns:a16="http://schemas.microsoft.com/office/drawing/2014/main" id="{D1F5D632-C815-404A-AEE4-83209A0656DB}"/>
              </a:ext>
            </a:extLst>
          </p:cNvPr>
          <p:cNvSpPr/>
          <p:nvPr/>
        </p:nvSpPr>
        <p:spPr>
          <a:xfrm>
            <a:off x="1" y="221323"/>
            <a:ext cx="12192000" cy="641472"/>
          </a:xfrm>
          <a:prstGeom prst="rect">
            <a:avLst/>
          </a:prstGeom>
          <a:solidFill>
            <a:schemeClr val="bg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0B723D77-3A82-4F5A-ADCE-FC084D18A00C}"/>
              </a:ext>
            </a:extLst>
          </p:cNvPr>
          <p:cNvGrpSpPr/>
          <p:nvPr/>
        </p:nvGrpSpPr>
        <p:grpSpPr>
          <a:xfrm>
            <a:off x="11046546" y="269723"/>
            <a:ext cx="942696" cy="503396"/>
            <a:chOff x="10971702" y="243966"/>
            <a:chExt cx="990783" cy="523835"/>
          </a:xfrm>
        </p:grpSpPr>
        <p:sp>
          <p:nvSpPr>
            <p:cNvPr id="120" name="Freeform: Shape 119">
              <a:extLst>
                <a:ext uri="{FF2B5EF4-FFF2-40B4-BE49-F238E27FC236}">
                  <a16:creationId xmlns:a16="http://schemas.microsoft.com/office/drawing/2014/main" id="{5A1EB76F-80D1-47F3-AED0-A4C15DC4FB4B}"/>
                </a:ext>
              </a:extLst>
            </p:cNvPr>
            <p:cNvSpPr/>
            <p:nvPr/>
          </p:nvSpPr>
          <p:spPr>
            <a:xfrm>
              <a:off x="10971702" y="243966"/>
              <a:ext cx="379328" cy="523835"/>
            </a:xfrm>
            <a:custGeom>
              <a:avLst/>
              <a:gdLst>
                <a:gd name="connsiteX0" fmla="*/ 177742 w 200025"/>
                <a:gd name="connsiteY0" fmla="*/ 93536 h 276225"/>
                <a:gd name="connsiteX1" fmla="*/ 165265 w 200025"/>
                <a:gd name="connsiteY1" fmla="*/ 93536 h 276225"/>
                <a:gd name="connsiteX2" fmla="*/ 179171 w 200025"/>
                <a:gd name="connsiteY2" fmla="*/ 52674 h 276225"/>
                <a:gd name="connsiteX3" fmla="*/ 196602 w 200025"/>
                <a:gd name="connsiteY3" fmla="*/ 30290 h 276225"/>
                <a:gd name="connsiteX4" fmla="*/ 173457 w 200025"/>
                <a:gd name="connsiteY4" fmla="*/ 7144 h 276225"/>
                <a:gd name="connsiteX5" fmla="*/ 173266 w 200025"/>
                <a:gd name="connsiteY5" fmla="*/ 7145 h 276225"/>
                <a:gd name="connsiteX6" fmla="*/ 150120 w 200025"/>
                <a:gd name="connsiteY6" fmla="*/ 30290 h 276225"/>
                <a:gd name="connsiteX7" fmla="*/ 154216 w 200025"/>
                <a:gd name="connsiteY7" fmla="*/ 42768 h 276225"/>
                <a:gd name="connsiteX8" fmla="*/ 136975 w 200025"/>
                <a:gd name="connsiteY8" fmla="*/ 93536 h 276225"/>
                <a:gd name="connsiteX9" fmla="*/ 19913 w 200025"/>
                <a:gd name="connsiteY9" fmla="*/ 93536 h 276225"/>
                <a:gd name="connsiteX10" fmla="*/ 7150 w 200025"/>
                <a:gd name="connsiteY10" fmla="*/ 106395 h 276225"/>
                <a:gd name="connsiteX11" fmla="*/ 7150 w 200025"/>
                <a:gd name="connsiteY11" fmla="*/ 107824 h 276225"/>
                <a:gd name="connsiteX12" fmla="*/ 19913 w 200025"/>
                <a:gd name="connsiteY12" fmla="*/ 120587 h 276225"/>
                <a:gd name="connsiteX13" fmla="*/ 25723 w 200025"/>
                <a:gd name="connsiteY13" fmla="*/ 120587 h 276225"/>
                <a:gd name="connsiteX14" fmla="*/ 25723 w 200025"/>
                <a:gd name="connsiteY14" fmla="*/ 121254 h 276225"/>
                <a:gd name="connsiteX15" fmla="*/ 41154 w 200025"/>
                <a:gd name="connsiteY15" fmla="*/ 184595 h 276225"/>
                <a:gd name="connsiteX16" fmla="*/ 25723 w 200025"/>
                <a:gd name="connsiteY16" fmla="*/ 247841 h 276225"/>
                <a:gd name="connsiteX17" fmla="*/ 25723 w 200025"/>
                <a:gd name="connsiteY17" fmla="*/ 248508 h 276225"/>
                <a:gd name="connsiteX18" fmla="*/ 19913 w 200025"/>
                <a:gd name="connsiteY18" fmla="*/ 248508 h 276225"/>
                <a:gd name="connsiteX19" fmla="*/ 7150 w 200025"/>
                <a:gd name="connsiteY19" fmla="*/ 261272 h 276225"/>
                <a:gd name="connsiteX20" fmla="*/ 7150 w 200025"/>
                <a:gd name="connsiteY20" fmla="*/ 262796 h 276225"/>
                <a:gd name="connsiteX21" fmla="*/ 19526 w 200025"/>
                <a:gd name="connsiteY21" fmla="*/ 275934 h 276225"/>
                <a:gd name="connsiteX22" fmla="*/ 19913 w 200025"/>
                <a:gd name="connsiteY22" fmla="*/ 275940 h 276225"/>
                <a:gd name="connsiteX23" fmla="*/ 177742 w 200025"/>
                <a:gd name="connsiteY23" fmla="*/ 275940 h 276225"/>
                <a:gd name="connsiteX24" fmla="*/ 190506 w 200025"/>
                <a:gd name="connsiteY24" fmla="*/ 263177 h 276225"/>
                <a:gd name="connsiteX25" fmla="*/ 190506 w 200025"/>
                <a:gd name="connsiteY25" fmla="*/ 261653 h 276225"/>
                <a:gd name="connsiteX26" fmla="*/ 177742 w 200025"/>
                <a:gd name="connsiteY26" fmla="*/ 248889 h 276225"/>
                <a:gd name="connsiteX27" fmla="*/ 172027 w 200025"/>
                <a:gd name="connsiteY27" fmla="*/ 248889 h 276225"/>
                <a:gd name="connsiteX28" fmla="*/ 172027 w 200025"/>
                <a:gd name="connsiteY28" fmla="*/ 248222 h 276225"/>
                <a:gd name="connsiteX29" fmla="*/ 156597 w 200025"/>
                <a:gd name="connsiteY29" fmla="*/ 184976 h 276225"/>
                <a:gd name="connsiteX30" fmla="*/ 172027 w 200025"/>
                <a:gd name="connsiteY30" fmla="*/ 121635 h 276225"/>
                <a:gd name="connsiteX31" fmla="*/ 172027 w 200025"/>
                <a:gd name="connsiteY31" fmla="*/ 120968 h 276225"/>
                <a:gd name="connsiteX32" fmla="*/ 177742 w 200025"/>
                <a:gd name="connsiteY32" fmla="*/ 120968 h 276225"/>
                <a:gd name="connsiteX33" fmla="*/ 190506 w 200025"/>
                <a:gd name="connsiteY33" fmla="*/ 108205 h 276225"/>
                <a:gd name="connsiteX34" fmla="*/ 190506 w 200025"/>
                <a:gd name="connsiteY34" fmla="*/ 106776 h 276225"/>
                <a:gd name="connsiteX35" fmla="*/ 178034 w 200025"/>
                <a:gd name="connsiteY35" fmla="*/ 93542 h 276225"/>
                <a:gd name="connsiteX36" fmla="*/ 177742 w 200025"/>
                <a:gd name="connsiteY36" fmla="*/ 93536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0025" h="276225">
                  <a:moveTo>
                    <a:pt x="177742" y="93536"/>
                  </a:moveTo>
                  <a:lnTo>
                    <a:pt x="165265" y="93536"/>
                  </a:lnTo>
                  <a:lnTo>
                    <a:pt x="179171" y="52674"/>
                  </a:lnTo>
                  <a:cubicBezTo>
                    <a:pt x="189429" y="50095"/>
                    <a:pt x="196615" y="40867"/>
                    <a:pt x="196602" y="30290"/>
                  </a:cubicBezTo>
                  <a:cubicBezTo>
                    <a:pt x="196602" y="17507"/>
                    <a:pt x="186240" y="7144"/>
                    <a:pt x="173457" y="7144"/>
                  </a:cubicBezTo>
                  <a:cubicBezTo>
                    <a:pt x="173393" y="7144"/>
                    <a:pt x="173329" y="7144"/>
                    <a:pt x="173266" y="7145"/>
                  </a:cubicBezTo>
                  <a:cubicBezTo>
                    <a:pt x="160483" y="7145"/>
                    <a:pt x="150120" y="17507"/>
                    <a:pt x="150120" y="30290"/>
                  </a:cubicBezTo>
                  <a:cubicBezTo>
                    <a:pt x="150262" y="34756"/>
                    <a:pt x="151684" y="39087"/>
                    <a:pt x="154216" y="42768"/>
                  </a:cubicBezTo>
                  <a:lnTo>
                    <a:pt x="136975" y="93536"/>
                  </a:lnTo>
                  <a:lnTo>
                    <a:pt x="19913" y="93536"/>
                  </a:lnTo>
                  <a:cubicBezTo>
                    <a:pt x="12849" y="93589"/>
                    <a:pt x="7149" y="99330"/>
                    <a:pt x="7150" y="106395"/>
                  </a:cubicBezTo>
                  <a:lnTo>
                    <a:pt x="7150" y="107824"/>
                  </a:lnTo>
                  <a:cubicBezTo>
                    <a:pt x="7150" y="114873"/>
                    <a:pt x="12864" y="120587"/>
                    <a:pt x="19913" y="120587"/>
                  </a:cubicBezTo>
                  <a:lnTo>
                    <a:pt x="25723" y="120587"/>
                  </a:lnTo>
                  <a:lnTo>
                    <a:pt x="25723" y="121254"/>
                  </a:lnTo>
                  <a:cubicBezTo>
                    <a:pt x="36402" y="140622"/>
                    <a:pt x="41728" y="162486"/>
                    <a:pt x="41154" y="184595"/>
                  </a:cubicBezTo>
                  <a:cubicBezTo>
                    <a:pt x="41744" y="206676"/>
                    <a:pt x="36416" y="228513"/>
                    <a:pt x="25723" y="247841"/>
                  </a:cubicBezTo>
                  <a:lnTo>
                    <a:pt x="25723" y="248508"/>
                  </a:lnTo>
                  <a:lnTo>
                    <a:pt x="19913" y="248508"/>
                  </a:lnTo>
                  <a:cubicBezTo>
                    <a:pt x="12886" y="248560"/>
                    <a:pt x="7201" y="254244"/>
                    <a:pt x="7150" y="261272"/>
                  </a:cubicBezTo>
                  <a:lnTo>
                    <a:pt x="7150" y="262796"/>
                  </a:lnTo>
                  <a:cubicBezTo>
                    <a:pt x="6939" y="269841"/>
                    <a:pt x="12480" y="275724"/>
                    <a:pt x="19526" y="275934"/>
                  </a:cubicBezTo>
                  <a:cubicBezTo>
                    <a:pt x="19655" y="275938"/>
                    <a:pt x="19784" y="275940"/>
                    <a:pt x="19913" y="275940"/>
                  </a:cubicBezTo>
                  <a:lnTo>
                    <a:pt x="177742" y="275940"/>
                  </a:lnTo>
                  <a:cubicBezTo>
                    <a:pt x="184791" y="275940"/>
                    <a:pt x="190506" y="270226"/>
                    <a:pt x="190506" y="263177"/>
                  </a:cubicBezTo>
                  <a:lnTo>
                    <a:pt x="190506" y="261653"/>
                  </a:lnTo>
                  <a:cubicBezTo>
                    <a:pt x="190454" y="254625"/>
                    <a:pt x="184770" y="248941"/>
                    <a:pt x="177742" y="248889"/>
                  </a:cubicBezTo>
                  <a:lnTo>
                    <a:pt x="172027" y="248889"/>
                  </a:lnTo>
                  <a:lnTo>
                    <a:pt x="172027" y="248222"/>
                  </a:lnTo>
                  <a:cubicBezTo>
                    <a:pt x="161335" y="228894"/>
                    <a:pt x="156007" y="207057"/>
                    <a:pt x="156597" y="184976"/>
                  </a:cubicBezTo>
                  <a:cubicBezTo>
                    <a:pt x="156022" y="162867"/>
                    <a:pt x="161349" y="141003"/>
                    <a:pt x="172027" y="121635"/>
                  </a:cubicBezTo>
                  <a:lnTo>
                    <a:pt x="172027" y="120968"/>
                  </a:lnTo>
                  <a:lnTo>
                    <a:pt x="177742" y="120968"/>
                  </a:lnTo>
                  <a:cubicBezTo>
                    <a:pt x="184791" y="120968"/>
                    <a:pt x="190506" y="115254"/>
                    <a:pt x="190506" y="108205"/>
                  </a:cubicBezTo>
                  <a:lnTo>
                    <a:pt x="190506" y="106776"/>
                  </a:lnTo>
                  <a:cubicBezTo>
                    <a:pt x="190716" y="99677"/>
                    <a:pt x="185133" y="93752"/>
                    <a:pt x="178034" y="93542"/>
                  </a:cubicBezTo>
                  <a:cubicBezTo>
                    <a:pt x="177937" y="93539"/>
                    <a:pt x="177840" y="93537"/>
                    <a:pt x="177742" y="93536"/>
                  </a:cubicBezTo>
                  <a:close/>
                </a:path>
              </a:pathLst>
            </a:custGeom>
            <a:solidFill>
              <a:srgbClr val="FFFFFF"/>
            </a:solid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07062DF7-4D09-4289-B519-26824946FB45}"/>
                </a:ext>
              </a:extLst>
            </p:cNvPr>
            <p:cNvSpPr/>
            <p:nvPr/>
          </p:nvSpPr>
          <p:spPr>
            <a:xfrm>
              <a:off x="11051914" y="594576"/>
              <a:ext cx="90316" cy="108380"/>
            </a:xfrm>
            <a:custGeom>
              <a:avLst/>
              <a:gdLst>
                <a:gd name="connsiteX0" fmla="*/ 42767 w 47625"/>
                <a:gd name="connsiteY0" fmla="*/ 43434 h 57150"/>
                <a:gd name="connsiteX1" fmla="*/ 16669 w 47625"/>
                <a:gd name="connsiteY1" fmla="*/ 14859 h 57150"/>
                <a:gd name="connsiteX2" fmla="*/ 42958 w 47625"/>
                <a:gd name="connsiteY2" fmla="*/ 14859 h 57150"/>
                <a:gd name="connsiteX3" fmla="*/ 42958 w 47625"/>
                <a:gd name="connsiteY3" fmla="*/ 7144 h 57150"/>
                <a:gd name="connsiteX4" fmla="*/ 7144 w 47625"/>
                <a:gd name="connsiteY4" fmla="*/ 7144 h 57150"/>
                <a:gd name="connsiteX5" fmla="*/ 43244 w 47625"/>
                <a:gd name="connsiteY5" fmla="*/ 52578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25" h="57150">
                  <a:moveTo>
                    <a:pt x="42767" y="43434"/>
                  </a:moveTo>
                  <a:cubicBezTo>
                    <a:pt x="29871" y="38821"/>
                    <a:pt x="20097" y="28119"/>
                    <a:pt x="16669" y="14859"/>
                  </a:cubicBezTo>
                  <a:lnTo>
                    <a:pt x="42958" y="14859"/>
                  </a:lnTo>
                  <a:lnTo>
                    <a:pt x="42958" y="7144"/>
                  </a:lnTo>
                  <a:lnTo>
                    <a:pt x="7144" y="7144"/>
                  </a:lnTo>
                  <a:cubicBezTo>
                    <a:pt x="8232" y="28447"/>
                    <a:pt x="22738" y="46703"/>
                    <a:pt x="43244" y="52578"/>
                  </a:cubicBezTo>
                  <a:close/>
                </a:path>
              </a:pathLst>
            </a:custGeom>
            <a:solidFill>
              <a:srgbClr val="0055A5"/>
            </a:solid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AA81E50F-AAD3-45B7-A10A-65F49E9FD6C2}"/>
                </a:ext>
              </a:extLst>
            </p:cNvPr>
            <p:cNvSpPr/>
            <p:nvPr/>
          </p:nvSpPr>
          <p:spPr>
            <a:xfrm>
              <a:off x="11124168" y="593313"/>
              <a:ext cx="36127" cy="108380"/>
            </a:xfrm>
            <a:custGeom>
              <a:avLst/>
              <a:gdLst>
                <a:gd name="connsiteX0" fmla="*/ 7144 w 19050"/>
                <a:gd name="connsiteY0" fmla="*/ 7620 h 57150"/>
                <a:gd name="connsiteX1" fmla="*/ 7144 w 19050"/>
                <a:gd name="connsiteY1" fmla="*/ 53626 h 57150"/>
                <a:gd name="connsiteX2" fmla="*/ 15335 w 19050"/>
                <a:gd name="connsiteY2" fmla="*/ 54769 h 57150"/>
                <a:gd name="connsiteX3" fmla="*/ 15335 w 19050"/>
                <a:gd name="connsiteY3" fmla="*/ 7144 h 57150"/>
              </a:gdLst>
              <a:ahLst/>
              <a:cxnLst>
                <a:cxn ang="0">
                  <a:pos x="connsiteX0" y="connsiteY0"/>
                </a:cxn>
                <a:cxn ang="0">
                  <a:pos x="connsiteX1" y="connsiteY1"/>
                </a:cxn>
                <a:cxn ang="0">
                  <a:pos x="connsiteX2" y="connsiteY2"/>
                </a:cxn>
                <a:cxn ang="0">
                  <a:pos x="connsiteX3" y="connsiteY3"/>
                </a:cxn>
              </a:cxnLst>
              <a:rect l="l" t="t" r="r" b="b"/>
              <a:pathLst>
                <a:path w="19050" h="57150">
                  <a:moveTo>
                    <a:pt x="7144" y="7620"/>
                  </a:moveTo>
                  <a:lnTo>
                    <a:pt x="7144" y="53626"/>
                  </a:lnTo>
                  <a:cubicBezTo>
                    <a:pt x="9827" y="54293"/>
                    <a:pt x="12572" y="54676"/>
                    <a:pt x="15335" y="54769"/>
                  </a:cubicBezTo>
                  <a:lnTo>
                    <a:pt x="15335" y="7144"/>
                  </a:lnTo>
                  <a:close/>
                </a:path>
              </a:pathLst>
            </a:custGeom>
            <a:solidFill>
              <a:srgbClr val="ED174F"/>
            </a:solid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25BD4E3B-95A6-47D9-8CC0-A2564798CEE3}"/>
                </a:ext>
              </a:extLst>
            </p:cNvPr>
            <p:cNvSpPr/>
            <p:nvPr/>
          </p:nvSpPr>
          <p:spPr>
            <a:xfrm>
              <a:off x="11152166" y="495228"/>
              <a:ext cx="108380" cy="198696"/>
            </a:xfrm>
            <a:custGeom>
              <a:avLst/>
              <a:gdLst>
                <a:gd name="connsiteX0" fmla="*/ 14954 w 57150"/>
                <a:gd name="connsiteY0" fmla="*/ 8192 h 104775"/>
                <a:gd name="connsiteX1" fmla="*/ 14954 w 57150"/>
                <a:gd name="connsiteY1" fmla="*/ 8192 h 104775"/>
                <a:gd name="connsiteX2" fmla="*/ 7144 w 57150"/>
                <a:gd name="connsiteY2" fmla="*/ 7144 h 104775"/>
                <a:gd name="connsiteX3" fmla="*/ 7144 w 57150"/>
                <a:gd name="connsiteY3" fmla="*/ 8192 h 104775"/>
                <a:gd name="connsiteX4" fmla="*/ 7144 w 57150"/>
                <a:gd name="connsiteY4" fmla="*/ 8192 h 104775"/>
                <a:gd name="connsiteX5" fmla="*/ 7144 w 57150"/>
                <a:gd name="connsiteY5" fmla="*/ 103442 h 104775"/>
                <a:gd name="connsiteX6" fmla="*/ 7144 w 57150"/>
                <a:gd name="connsiteY6" fmla="*/ 103442 h 104775"/>
                <a:gd name="connsiteX7" fmla="*/ 7144 w 57150"/>
                <a:gd name="connsiteY7" fmla="*/ 106775 h 104775"/>
                <a:gd name="connsiteX8" fmla="*/ 53912 w 57150"/>
                <a:gd name="connsiteY8" fmla="*/ 56960 h 104775"/>
                <a:gd name="connsiteX9" fmla="*/ 14954 w 57150"/>
                <a:gd name="connsiteY9" fmla="*/ 8192 h 104775"/>
                <a:gd name="connsiteX10" fmla="*/ 14954 w 57150"/>
                <a:gd name="connsiteY10" fmla="*/ 96584 h 104775"/>
                <a:gd name="connsiteX11" fmla="*/ 14954 w 57150"/>
                <a:gd name="connsiteY11" fmla="*/ 17050 h 104775"/>
                <a:gd name="connsiteX12" fmla="*/ 45053 w 57150"/>
                <a:gd name="connsiteY12" fmla="*/ 56769 h 104775"/>
                <a:gd name="connsiteX13" fmla="*/ 14954 w 57150"/>
                <a:gd name="connsiteY13" fmla="*/ 96584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150" h="104775">
                  <a:moveTo>
                    <a:pt x="14954" y="8192"/>
                  </a:moveTo>
                  <a:lnTo>
                    <a:pt x="14954" y="8192"/>
                  </a:lnTo>
                  <a:cubicBezTo>
                    <a:pt x="12389" y="7603"/>
                    <a:pt x="9774" y="7252"/>
                    <a:pt x="7144" y="7144"/>
                  </a:cubicBezTo>
                  <a:lnTo>
                    <a:pt x="7144" y="8192"/>
                  </a:lnTo>
                  <a:lnTo>
                    <a:pt x="7144" y="8192"/>
                  </a:lnTo>
                  <a:lnTo>
                    <a:pt x="7144" y="103442"/>
                  </a:lnTo>
                  <a:lnTo>
                    <a:pt x="7144" y="103442"/>
                  </a:lnTo>
                  <a:lnTo>
                    <a:pt x="7144" y="106775"/>
                  </a:lnTo>
                  <a:cubicBezTo>
                    <a:pt x="33438" y="105116"/>
                    <a:pt x="53914" y="83306"/>
                    <a:pt x="53912" y="56960"/>
                  </a:cubicBezTo>
                  <a:cubicBezTo>
                    <a:pt x="53946" y="33587"/>
                    <a:pt x="37757" y="13321"/>
                    <a:pt x="14954" y="8192"/>
                  </a:cubicBezTo>
                  <a:close/>
                  <a:moveTo>
                    <a:pt x="14954" y="96584"/>
                  </a:moveTo>
                  <a:lnTo>
                    <a:pt x="14954" y="17050"/>
                  </a:lnTo>
                  <a:cubicBezTo>
                    <a:pt x="32737" y="22074"/>
                    <a:pt x="45026" y="38290"/>
                    <a:pt x="45053" y="56769"/>
                  </a:cubicBezTo>
                  <a:cubicBezTo>
                    <a:pt x="45036" y="75273"/>
                    <a:pt x="32752" y="91522"/>
                    <a:pt x="14954" y="96584"/>
                  </a:cubicBezTo>
                  <a:close/>
                </a:path>
              </a:pathLst>
            </a:custGeom>
            <a:solidFill>
              <a:srgbClr val="ED174F"/>
            </a:solid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E530307-34A9-48FA-A5F7-17F35DA8E410}"/>
                </a:ext>
              </a:extLst>
            </p:cNvPr>
            <p:cNvSpPr/>
            <p:nvPr/>
          </p:nvSpPr>
          <p:spPr>
            <a:xfrm>
              <a:off x="11051914" y="495589"/>
              <a:ext cx="108380" cy="108380"/>
            </a:xfrm>
            <a:custGeom>
              <a:avLst/>
              <a:gdLst>
                <a:gd name="connsiteX0" fmla="*/ 53816 w 57150"/>
                <a:gd name="connsiteY0" fmla="*/ 53531 h 57150"/>
                <a:gd name="connsiteX1" fmla="*/ 53816 w 57150"/>
                <a:gd name="connsiteY1" fmla="*/ 45244 h 57150"/>
                <a:gd name="connsiteX2" fmla="*/ 53816 w 57150"/>
                <a:gd name="connsiteY2" fmla="*/ 45244 h 57150"/>
                <a:gd name="connsiteX3" fmla="*/ 53816 w 57150"/>
                <a:gd name="connsiteY3" fmla="*/ 7144 h 57150"/>
                <a:gd name="connsiteX4" fmla="*/ 7144 w 57150"/>
                <a:gd name="connsiteY4" fmla="*/ 53531 h 57150"/>
                <a:gd name="connsiteX5" fmla="*/ 53816 w 57150"/>
                <a:gd name="connsiteY5" fmla="*/ 53531 h 57150"/>
                <a:gd name="connsiteX6" fmla="*/ 45244 w 57150"/>
                <a:gd name="connsiteY6" fmla="*/ 16669 h 57150"/>
                <a:gd name="connsiteX7" fmla="*/ 45244 w 57150"/>
                <a:gd name="connsiteY7" fmla="*/ 45244 h 57150"/>
                <a:gd name="connsiteX8" fmla="*/ 16669 w 57150"/>
                <a:gd name="connsiteY8" fmla="*/ 45244 h 57150"/>
                <a:gd name="connsiteX9" fmla="*/ 45244 w 57150"/>
                <a:gd name="connsiteY9" fmla="*/ 166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50" h="57150">
                  <a:moveTo>
                    <a:pt x="53816" y="53531"/>
                  </a:moveTo>
                  <a:lnTo>
                    <a:pt x="53816" y="45244"/>
                  </a:lnTo>
                  <a:lnTo>
                    <a:pt x="53816" y="45244"/>
                  </a:lnTo>
                  <a:lnTo>
                    <a:pt x="53816" y="7144"/>
                  </a:lnTo>
                  <a:cubicBezTo>
                    <a:pt x="28825" y="8709"/>
                    <a:pt x="8863" y="28550"/>
                    <a:pt x="7144" y="53531"/>
                  </a:cubicBezTo>
                  <a:lnTo>
                    <a:pt x="53816" y="53531"/>
                  </a:lnTo>
                  <a:close/>
                  <a:moveTo>
                    <a:pt x="45244" y="16669"/>
                  </a:moveTo>
                  <a:lnTo>
                    <a:pt x="45244" y="45244"/>
                  </a:lnTo>
                  <a:lnTo>
                    <a:pt x="16669" y="45244"/>
                  </a:lnTo>
                  <a:cubicBezTo>
                    <a:pt x="20605" y="31414"/>
                    <a:pt x="31414" y="20605"/>
                    <a:pt x="45244" y="16669"/>
                  </a:cubicBezTo>
                  <a:close/>
                </a:path>
              </a:pathLst>
            </a:custGeom>
            <a:solidFill>
              <a:srgbClr val="ED174F"/>
            </a:solid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501022F3-7047-4695-9B19-DFD52928A5AF}"/>
                </a:ext>
              </a:extLst>
            </p:cNvPr>
            <p:cNvSpPr/>
            <p:nvPr/>
          </p:nvSpPr>
          <p:spPr>
            <a:xfrm>
              <a:off x="11357545" y="416827"/>
              <a:ext cx="108380" cy="234823"/>
            </a:xfrm>
            <a:custGeom>
              <a:avLst/>
              <a:gdLst>
                <a:gd name="connsiteX0" fmla="*/ 7144 w 57150"/>
                <a:gd name="connsiteY0" fmla="*/ 120209 h 123825"/>
                <a:gd name="connsiteX1" fmla="*/ 7144 w 57150"/>
                <a:gd name="connsiteY1" fmla="*/ 7147 h 123825"/>
                <a:gd name="connsiteX2" fmla="*/ 14573 w 57150"/>
                <a:gd name="connsiteY2" fmla="*/ 7147 h 123825"/>
                <a:gd name="connsiteX3" fmla="*/ 46006 w 57150"/>
                <a:gd name="connsiteY3" fmla="*/ 20387 h 123825"/>
                <a:gd name="connsiteX4" fmla="*/ 59055 w 57150"/>
                <a:gd name="connsiteY4" fmla="*/ 52772 h 123825"/>
                <a:gd name="connsiteX5" fmla="*/ 53435 w 57150"/>
                <a:gd name="connsiteY5" fmla="*/ 74584 h 123825"/>
                <a:gd name="connsiteX6" fmla="*/ 38481 w 57150"/>
                <a:gd name="connsiteY6" fmla="*/ 91158 h 123825"/>
                <a:gd name="connsiteX7" fmla="*/ 15145 w 57150"/>
                <a:gd name="connsiteY7" fmla="*/ 98873 h 123825"/>
                <a:gd name="connsiteX8" fmla="*/ 15145 w 57150"/>
                <a:gd name="connsiteY8" fmla="*/ 120209 h 123825"/>
                <a:gd name="connsiteX9" fmla="*/ 15431 w 57150"/>
                <a:gd name="connsiteY9" fmla="*/ 15434 h 123825"/>
                <a:gd name="connsiteX10" fmla="*/ 15431 w 57150"/>
                <a:gd name="connsiteY10" fmla="*/ 90777 h 123825"/>
                <a:gd name="connsiteX11" fmla="*/ 40958 w 57150"/>
                <a:gd name="connsiteY11" fmla="*/ 78870 h 123825"/>
                <a:gd name="connsiteX12" fmla="*/ 51054 w 57150"/>
                <a:gd name="connsiteY12" fmla="*/ 52962 h 123825"/>
                <a:gd name="connsiteX13" fmla="*/ 36481 w 57150"/>
                <a:gd name="connsiteY13" fmla="*/ 22863 h 123825"/>
                <a:gd name="connsiteX14" fmla="*/ 15431 w 57150"/>
                <a:gd name="connsiteY14" fmla="*/ 15053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50" h="123825">
                  <a:moveTo>
                    <a:pt x="7144" y="120209"/>
                  </a:moveTo>
                  <a:lnTo>
                    <a:pt x="7144" y="7147"/>
                  </a:lnTo>
                  <a:lnTo>
                    <a:pt x="14573" y="7147"/>
                  </a:lnTo>
                  <a:cubicBezTo>
                    <a:pt x="26436" y="6999"/>
                    <a:pt x="37824" y="11796"/>
                    <a:pt x="46006" y="20387"/>
                  </a:cubicBezTo>
                  <a:cubicBezTo>
                    <a:pt x="54587" y="28952"/>
                    <a:pt x="59301" y="40649"/>
                    <a:pt x="59055" y="52772"/>
                  </a:cubicBezTo>
                  <a:cubicBezTo>
                    <a:pt x="59093" y="60405"/>
                    <a:pt x="57157" y="67919"/>
                    <a:pt x="53435" y="74584"/>
                  </a:cubicBezTo>
                  <a:cubicBezTo>
                    <a:pt x="49951" y="81297"/>
                    <a:pt x="44802" y="87004"/>
                    <a:pt x="38481" y="91158"/>
                  </a:cubicBezTo>
                  <a:cubicBezTo>
                    <a:pt x="31410" y="95514"/>
                    <a:pt x="23419" y="98156"/>
                    <a:pt x="15145" y="98873"/>
                  </a:cubicBezTo>
                  <a:lnTo>
                    <a:pt x="15145" y="120209"/>
                  </a:lnTo>
                  <a:close/>
                  <a:moveTo>
                    <a:pt x="15431" y="15434"/>
                  </a:moveTo>
                  <a:lnTo>
                    <a:pt x="15431" y="90777"/>
                  </a:lnTo>
                  <a:cubicBezTo>
                    <a:pt x="25148" y="90214"/>
                    <a:pt x="34282" y="85954"/>
                    <a:pt x="40958" y="78870"/>
                  </a:cubicBezTo>
                  <a:cubicBezTo>
                    <a:pt x="47638" y="71923"/>
                    <a:pt x="51272" y="62598"/>
                    <a:pt x="51054" y="52962"/>
                  </a:cubicBezTo>
                  <a:cubicBezTo>
                    <a:pt x="51517" y="41127"/>
                    <a:pt x="46052" y="29840"/>
                    <a:pt x="36481" y="22863"/>
                  </a:cubicBezTo>
                  <a:cubicBezTo>
                    <a:pt x="30324" y="18359"/>
                    <a:pt x="23036" y="15655"/>
                    <a:pt x="15431" y="15053"/>
                  </a:cubicBezTo>
                  <a:close/>
                </a:path>
              </a:pathLst>
            </a:custGeom>
            <a:solidFill>
              <a:srgbClr val="FFFFFF"/>
            </a:solid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40D87325-00F3-4FDF-A0CE-B3A5DBEC3AA8}"/>
                </a:ext>
              </a:extLst>
            </p:cNvPr>
            <p:cNvSpPr/>
            <p:nvPr/>
          </p:nvSpPr>
          <p:spPr>
            <a:xfrm>
              <a:off x="11356240" y="413040"/>
              <a:ext cx="126443" cy="234823"/>
            </a:xfrm>
            <a:custGeom>
              <a:avLst/>
              <a:gdLst>
                <a:gd name="connsiteX0" fmla="*/ 7832 w 66675"/>
                <a:gd name="connsiteY0" fmla="*/ 122206 h 123825"/>
                <a:gd name="connsiteX1" fmla="*/ 7355 w 66675"/>
                <a:gd name="connsiteY1" fmla="*/ 93631 h 123825"/>
                <a:gd name="connsiteX2" fmla="*/ 7355 w 66675"/>
                <a:gd name="connsiteY2" fmla="*/ 65056 h 123825"/>
                <a:gd name="connsiteX3" fmla="*/ 7355 w 66675"/>
                <a:gd name="connsiteY3" fmla="*/ 36481 h 123825"/>
                <a:gd name="connsiteX4" fmla="*/ 7355 w 66675"/>
                <a:gd name="connsiteY4" fmla="*/ 7144 h 123825"/>
                <a:gd name="connsiteX5" fmla="*/ 8498 w 66675"/>
                <a:gd name="connsiteY5" fmla="*/ 7144 h 123825"/>
                <a:gd name="connsiteX6" fmla="*/ 18023 w 66675"/>
                <a:gd name="connsiteY6" fmla="*/ 7144 h 123825"/>
                <a:gd name="connsiteX7" fmla="*/ 27548 w 66675"/>
                <a:gd name="connsiteY7" fmla="*/ 8382 h 123825"/>
                <a:gd name="connsiteX8" fmla="*/ 44503 w 66675"/>
                <a:gd name="connsiteY8" fmla="*/ 16859 h 123825"/>
                <a:gd name="connsiteX9" fmla="*/ 51361 w 66675"/>
                <a:gd name="connsiteY9" fmla="*/ 23527 h 123825"/>
                <a:gd name="connsiteX10" fmla="*/ 56695 w 66675"/>
                <a:gd name="connsiteY10" fmla="*/ 31337 h 123825"/>
                <a:gd name="connsiteX11" fmla="*/ 61934 w 66675"/>
                <a:gd name="connsiteY11" fmla="*/ 49530 h 123825"/>
                <a:gd name="connsiteX12" fmla="*/ 61934 w 66675"/>
                <a:gd name="connsiteY12" fmla="*/ 59055 h 123825"/>
                <a:gd name="connsiteX13" fmla="*/ 59838 w 66675"/>
                <a:gd name="connsiteY13" fmla="*/ 68580 h 123825"/>
                <a:gd name="connsiteX14" fmla="*/ 55933 w 66675"/>
                <a:gd name="connsiteY14" fmla="*/ 77248 h 123825"/>
                <a:gd name="connsiteX15" fmla="*/ 50504 w 66675"/>
                <a:gd name="connsiteY15" fmla="*/ 84963 h 123825"/>
                <a:gd name="connsiteX16" fmla="*/ 43550 w 66675"/>
                <a:gd name="connsiteY16" fmla="*/ 91440 h 123825"/>
                <a:gd name="connsiteX17" fmla="*/ 39550 w 66675"/>
                <a:gd name="connsiteY17" fmla="*/ 94012 h 123825"/>
                <a:gd name="connsiteX18" fmla="*/ 35359 w 66675"/>
                <a:gd name="connsiteY18" fmla="*/ 96203 h 123825"/>
                <a:gd name="connsiteX19" fmla="*/ 26501 w 66675"/>
                <a:gd name="connsiteY19" fmla="*/ 99251 h 123825"/>
                <a:gd name="connsiteX20" fmla="*/ 16976 w 66675"/>
                <a:gd name="connsiteY20" fmla="*/ 100775 h 123825"/>
                <a:gd name="connsiteX21" fmla="*/ 16976 w 66675"/>
                <a:gd name="connsiteY21" fmla="*/ 100775 h 123825"/>
                <a:gd name="connsiteX22" fmla="*/ 16976 w 66675"/>
                <a:gd name="connsiteY22" fmla="*/ 122111 h 123825"/>
                <a:gd name="connsiteX23" fmla="*/ 16976 w 66675"/>
                <a:gd name="connsiteY23" fmla="*/ 122111 h 123825"/>
                <a:gd name="connsiteX24" fmla="*/ 16976 w 66675"/>
                <a:gd name="connsiteY24" fmla="*/ 122111 h 123825"/>
                <a:gd name="connsiteX25" fmla="*/ 7832 w 66675"/>
                <a:gd name="connsiteY25" fmla="*/ 122206 h 123825"/>
                <a:gd name="connsiteX26" fmla="*/ 16118 w 66675"/>
                <a:gd name="connsiteY26" fmla="*/ 122206 h 123825"/>
                <a:gd name="connsiteX27" fmla="*/ 16118 w 66675"/>
                <a:gd name="connsiteY27" fmla="*/ 122206 h 123825"/>
                <a:gd name="connsiteX28" fmla="*/ 16118 w 66675"/>
                <a:gd name="connsiteY28" fmla="*/ 100870 h 123825"/>
                <a:gd name="connsiteX29" fmla="*/ 16118 w 66675"/>
                <a:gd name="connsiteY29" fmla="*/ 100394 h 123825"/>
                <a:gd name="connsiteX30" fmla="*/ 16118 w 66675"/>
                <a:gd name="connsiteY30" fmla="*/ 100394 h 123825"/>
                <a:gd name="connsiteX31" fmla="*/ 33835 w 66675"/>
                <a:gd name="connsiteY31" fmla="*/ 95441 h 123825"/>
                <a:gd name="connsiteX32" fmla="*/ 37835 w 66675"/>
                <a:gd name="connsiteY32" fmla="*/ 93345 h 123825"/>
                <a:gd name="connsiteX33" fmla="*/ 41550 w 66675"/>
                <a:gd name="connsiteY33" fmla="*/ 90678 h 123825"/>
                <a:gd name="connsiteX34" fmla="*/ 48122 w 66675"/>
                <a:gd name="connsiteY34" fmla="*/ 84392 h 123825"/>
                <a:gd name="connsiteX35" fmla="*/ 56885 w 66675"/>
                <a:gd name="connsiteY35" fmla="*/ 68485 h 123825"/>
                <a:gd name="connsiteX36" fmla="*/ 58790 w 66675"/>
                <a:gd name="connsiteY36" fmla="*/ 59627 h 123825"/>
                <a:gd name="connsiteX37" fmla="*/ 58790 w 66675"/>
                <a:gd name="connsiteY37" fmla="*/ 50578 h 123825"/>
                <a:gd name="connsiteX38" fmla="*/ 53647 w 66675"/>
                <a:gd name="connsiteY38" fmla="*/ 33338 h 123825"/>
                <a:gd name="connsiteX39" fmla="*/ 42026 w 66675"/>
                <a:gd name="connsiteY39" fmla="*/ 19621 h 123825"/>
                <a:gd name="connsiteX40" fmla="*/ 26024 w 66675"/>
                <a:gd name="connsiteY40" fmla="*/ 11525 h 123825"/>
                <a:gd name="connsiteX41" fmla="*/ 17071 w 66675"/>
                <a:gd name="connsiteY41" fmla="*/ 10287 h 123825"/>
                <a:gd name="connsiteX42" fmla="*/ 7546 w 66675"/>
                <a:gd name="connsiteY42" fmla="*/ 10287 h 123825"/>
                <a:gd name="connsiteX43" fmla="*/ 8689 w 66675"/>
                <a:gd name="connsiteY43" fmla="*/ 9144 h 123825"/>
                <a:gd name="connsiteX44" fmla="*/ 8689 w 66675"/>
                <a:gd name="connsiteY44" fmla="*/ 37719 h 123825"/>
                <a:gd name="connsiteX45" fmla="*/ 8689 w 66675"/>
                <a:gd name="connsiteY45" fmla="*/ 66294 h 123825"/>
                <a:gd name="connsiteX46" fmla="*/ 8689 w 66675"/>
                <a:gd name="connsiteY46" fmla="*/ 94869 h 123825"/>
                <a:gd name="connsiteX47" fmla="*/ 7832 w 66675"/>
                <a:gd name="connsiteY47" fmla="*/ 122206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675" h="123825">
                  <a:moveTo>
                    <a:pt x="7832" y="122206"/>
                  </a:moveTo>
                  <a:cubicBezTo>
                    <a:pt x="7832" y="112681"/>
                    <a:pt x="7832" y="103156"/>
                    <a:pt x="7355" y="93631"/>
                  </a:cubicBezTo>
                  <a:cubicBezTo>
                    <a:pt x="6879" y="84106"/>
                    <a:pt x="7355" y="74581"/>
                    <a:pt x="7355" y="65056"/>
                  </a:cubicBezTo>
                  <a:lnTo>
                    <a:pt x="7355" y="36481"/>
                  </a:lnTo>
                  <a:lnTo>
                    <a:pt x="7355" y="7144"/>
                  </a:lnTo>
                  <a:lnTo>
                    <a:pt x="8498" y="7144"/>
                  </a:lnTo>
                  <a:cubicBezTo>
                    <a:pt x="11546" y="7144"/>
                    <a:pt x="14690" y="7144"/>
                    <a:pt x="18023" y="7144"/>
                  </a:cubicBezTo>
                  <a:cubicBezTo>
                    <a:pt x="21233" y="7221"/>
                    <a:pt x="24426" y="7636"/>
                    <a:pt x="27548" y="8382"/>
                  </a:cubicBezTo>
                  <a:cubicBezTo>
                    <a:pt x="33788" y="9836"/>
                    <a:pt x="39596" y="12741"/>
                    <a:pt x="44503" y="16859"/>
                  </a:cubicBezTo>
                  <a:cubicBezTo>
                    <a:pt x="46995" y="18859"/>
                    <a:pt x="49292" y="21092"/>
                    <a:pt x="51361" y="23527"/>
                  </a:cubicBezTo>
                  <a:cubicBezTo>
                    <a:pt x="53386" y="25953"/>
                    <a:pt x="55172" y="28568"/>
                    <a:pt x="56695" y="31337"/>
                  </a:cubicBezTo>
                  <a:cubicBezTo>
                    <a:pt x="59697" y="36967"/>
                    <a:pt x="61481" y="43166"/>
                    <a:pt x="61934" y="49530"/>
                  </a:cubicBezTo>
                  <a:cubicBezTo>
                    <a:pt x="62267" y="52696"/>
                    <a:pt x="62267" y="55889"/>
                    <a:pt x="61934" y="59055"/>
                  </a:cubicBezTo>
                  <a:cubicBezTo>
                    <a:pt x="61596" y="62299"/>
                    <a:pt x="60893" y="65494"/>
                    <a:pt x="59838" y="68580"/>
                  </a:cubicBezTo>
                  <a:cubicBezTo>
                    <a:pt x="58871" y="71609"/>
                    <a:pt x="57561" y="74517"/>
                    <a:pt x="55933" y="77248"/>
                  </a:cubicBezTo>
                  <a:cubicBezTo>
                    <a:pt x="54376" y="79989"/>
                    <a:pt x="52558" y="82572"/>
                    <a:pt x="50504" y="84963"/>
                  </a:cubicBezTo>
                  <a:cubicBezTo>
                    <a:pt x="48398" y="87339"/>
                    <a:pt x="46070" y="89508"/>
                    <a:pt x="43550" y="91440"/>
                  </a:cubicBezTo>
                  <a:lnTo>
                    <a:pt x="39550" y="94012"/>
                  </a:lnTo>
                  <a:cubicBezTo>
                    <a:pt x="38204" y="94836"/>
                    <a:pt x="36804" y="95567"/>
                    <a:pt x="35359" y="96203"/>
                  </a:cubicBezTo>
                  <a:cubicBezTo>
                    <a:pt x="32511" y="97501"/>
                    <a:pt x="29545" y="98522"/>
                    <a:pt x="26501" y="99251"/>
                  </a:cubicBezTo>
                  <a:cubicBezTo>
                    <a:pt x="23370" y="100004"/>
                    <a:pt x="20185" y="100513"/>
                    <a:pt x="16976" y="100775"/>
                  </a:cubicBezTo>
                  <a:lnTo>
                    <a:pt x="16976" y="100775"/>
                  </a:lnTo>
                  <a:lnTo>
                    <a:pt x="16976" y="122111"/>
                  </a:lnTo>
                  <a:lnTo>
                    <a:pt x="16976" y="122111"/>
                  </a:lnTo>
                  <a:lnTo>
                    <a:pt x="16976" y="122111"/>
                  </a:lnTo>
                  <a:close/>
                  <a:moveTo>
                    <a:pt x="7832" y="122206"/>
                  </a:moveTo>
                  <a:lnTo>
                    <a:pt x="16118" y="122206"/>
                  </a:lnTo>
                  <a:lnTo>
                    <a:pt x="16118" y="122206"/>
                  </a:lnTo>
                  <a:lnTo>
                    <a:pt x="16118" y="100870"/>
                  </a:lnTo>
                  <a:lnTo>
                    <a:pt x="16118" y="100394"/>
                  </a:lnTo>
                  <a:lnTo>
                    <a:pt x="16118" y="100394"/>
                  </a:lnTo>
                  <a:cubicBezTo>
                    <a:pt x="22246" y="99678"/>
                    <a:pt x="28224" y="98007"/>
                    <a:pt x="33835" y="95441"/>
                  </a:cubicBezTo>
                  <a:cubicBezTo>
                    <a:pt x="35168" y="94774"/>
                    <a:pt x="36597" y="94107"/>
                    <a:pt x="37835" y="93345"/>
                  </a:cubicBezTo>
                  <a:cubicBezTo>
                    <a:pt x="39127" y="92533"/>
                    <a:pt x="40368" y="91643"/>
                    <a:pt x="41550" y="90678"/>
                  </a:cubicBezTo>
                  <a:cubicBezTo>
                    <a:pt x="43988" y="88857"/>
                    <a:pt x="46195" y="86746"/>
                    <a:pt x="48122" y="84392"/>
                  </a:cubicBezTo>
                  <a:cubicBezTo>
                    <a:pt x="52025" y="79692"/>
                    <a:pt x="54999" y="74294"/>
                    <a:pt x="56885" y="68485"/>
                  </a:cubicBezTo>
                  <a:cubicBezTo>
                    <a:pt x="57856" y="65614"/>
                    <a:pt x="58495" y="62642"/>
                    <a:pt x="58790" y="59627"/>
                  </a:cubicBezTo>
                  <a:cubicBezTo>
                    <a:pt x="59030" y="56615"/>
                    <a:pt x="59030" y="53589"/>
                    <a:pt x="58790" y="50578"/>
                  </a:cubicBezTo>
                  <a:cubicBezTo>
                    <a:pt x="58338" y="44528"/>
                    <a:pt x="56584" y="38646"/>
                    <a:pt x="53647" y="33338"/>
                  </a:cubicBezTo>
                  <a:cubicBezTo>
                    <a:pt x="50679" y="28069"/>
                    <a:pt x="46735" y="23414"/>
                    <a:pt x="42026" y="19621"/>
                  </a:cubicBezTo>
                  <a:cubicBezTo>
                    <a:pt x="37365" y="15760"/>
                    <a:pt x="31897" y="12994"/>
                    <a:pt x="26024" y="11525"/>
                  </a:cubicBezTo>
                  <a:cubicBezTo>
                    <a:pt x="23078" y="10873"/>
                    <a:pt x="20084" y="10459"/>
                    <a:pt x="17071" y="10287"/>
                  </a:cubicBezTo>
                  <a:lnTo>
                    <a:pt x="7546" y="10287"/>
                  </a:lnTo>
                  <a:lnTo>
                    <a:pt x="8689" y="9144"/>
                  </a:lnTo>
                  <a:lnTo>
                    <a:pt x="8689" y="37719"/>
                  </a:lnTo>
                  <a:lnTo>
                    <a:pt x="8689" y="66294"/>
                  </a:lnTo>
                  <a:cubicBezTo>
                    <a:pt x="8689" y="75819"/>
                    <a:pt x="8689" y="85344"/>
                    <a:pt x="8689" y="94869"/>
                  </a:cubicBezTo>
                  <a:cubicBezTo>
                    <a:pt x="8689" y="104394"/>
                    <a:pt x="8022" y="112776"/>
                    <a:pt x="7832" y="122206"/>
                  </a:cubicBezTo>
                  <a:close/>
                </a:path>
              </a:pathLst>
            </a:custGeom>
            <a:solidFill>
              <a:srgbClr val="FFFFFF"/>
            </a:solid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FF9832E4-CBD3-4A9D-8F32-D7CB4F0C2910}"/>
                </a:ext>
              </a:extLst>
            </p:cNvPr>
            <p:cNvSpPr/>
            <p:nvPr/>
          </p:nvSpPr>
          <p:spPr>
            <a:xfrm>
              <a:off x="11371092" y="431826"/>
              <a:ext cx="90316" cy="162570"/>
            </a:xfrm>
            <a:custGeom>
              <a:avLst/>
              <a:gdLst>
                <a:gd name="connsiteX0" fmla="*/ 8287 w 47625"/>
                <a:gd name="connsiteY0" fmla="*/ 7144 h 85725"/>
                <a:gd name="connsiteX1" fmla="*/ 8763 w 47625"/>
                <a:gd name="connsiteY1" fmla="*/ 26194 h 85725"/>
                <a:gd name="connsiteX2" fmla="*/ 8763 w 47625"/>
                <a:gd name="connsiteY2" fmla="*/ 45244 h 85725"/>
                <a:gd name="connsiteX3" fmla="*/ 8763 w 47625"/>
                <a:gd name="connsiteY3" fmla="*/ 64294 h 85725"/>
                <a:gd name="connsiteX4" fmla="*/ 8763 w 47625"/>
                <a:gd name="connsiteY4" fmla="*/ 83344 h 85725"/>
                <a:gd name="connsiteX5" fmla="*/ 8192 w 47625"/>
                <a:gd name="connsiteY5" fmla="*/ 81629 h 85725"/>
                <a:gd name="connsiteX6" fmla="*/ 21622 w 47625"/>
                <a:gd name="connsiteY6" fmla="*/ 78200 h 85725"/>
                <a:gd name="connsiteX7" fmla="*/ 32766 w 47625"/>
                <a:gd name="connsiteY7" fmla="*/ 70199 h 85725"/>
                <a:gd name="connsiteX8" fmla="*/ 37147 w 47625"/>
                <a:gd name="connsiteY8" fmla="*/ 64770 h 85725"/>
                <a:gd name="connsiteX9" fmla="*/ 40291 w 47625"/>
                <a:gd name="connsiteY9" fmla="*/ 58674 h 85725"/>
                <a:gd name="connsiteX10" fmla="*/ 42863 w 47625"/>
                <a:gd name="connsiteY10" fmla="*/ 45149 h 85725"/>
                <a:gd name="connsiteX11" fmla="*/ 42386 w 47625"/>
                <a:gd name="connsiteY11" fmla="*/ 38195 h 85725"/>
                <a:gd name="connsiteX12" fmla="*/ 40672 w 47625"/>
                <a:gd name="connsiteY12" fmla="*/ 31433 h 85725"/>
                <a:gd name="connsiteX13" fmla="*/ 37528 w 47625"/>
                <a:gd name="connsiteY13" fmla="*/ 25146 h 85725"/>
                <a:gd name="connsiteX14" fmla="*/ 33242 w 47625"/>
                <a:gd name="connsiteY14" fmla="*/ 19717 h 85725"/>
                <a:gd name="connsiteX15" fmla="*/ 27908 w 47625"/>
                <a:gd name="connsiteY15" fmla="*/ 15050 h 85725"/>
                <a:gd name="connsiteX16" fmla="*/ 21907 w 47625"/>
                <a:gd name="connsiteY16" fmla="*/ 11430 h 85725"/>
                <a:gd name="connsiteX17" fmla="*/ 8287 w 47625"/>
                <a:gd name="connsiteY17" fmla="*/ 7144 h 85725"/>
                <a:gd name="connsiteX18" fmla="*/ 8287 w 47625"/>
                <a:gd name="connsiteY18" fmla="*/ 7144 h 85725"/>
                <a:gd name="connsiteX19" fmla="*/ 22193 w 47625"/>
                <a:gd name="connsiteY19" fmla="*/ 10382 h 85725"/>
                <a:gd name="connsiteX20" fmla="*/ 28575 w 47625"/>
                <a:gd name="connsiteY20" fmla="*/ 13811 h 85725"/>
                <a:gd name="connsiteX21" fmla="*/ 34195 w 47625"/>
                <a:gd name="connsiteY21" fmla="*/ 18479 h 85725"/>
                <a:gd name="connsiteX22" fmla="*/ 38862 w 47625"/>
                <a:gd name="connsiteY22" fmla="*/ 24479 h 85725"/>
                <a:gd name="connsiteX23" fmla="*/ 42291 w 47625"/>
                <a:gd name="connsiteY23" fmla="*/ 30956 h 85725"/>
                <a:gd name="connsiteX24" fmla="*/ 44291 w 47625"/>
                <a:gd name="connsiteY24" fmla="*/ 38005 h 85725"/>
                <a:gd name="connsiteX25" fmla="*/ 44958 w 47625"/>
                <a:gd name="connsiteY25" fmla="*/ 45339 h 85725"/>
                <a:gd name="connsiteX26" fmla="*/ 42386 w 47625"/>
                <a:gd name="connsiteY26" fmla="*/ 59722 h 85725"/>
                <a:gd name="connsiteX27" fmla="*/ 39053 w 47625"/>
                <a:gd name="connsiteY27" fmla="*/ 66294 h 85725"/>
                <a:gd name="connsiteX28" fmla="*/ 34576 w 47625"/>
                <a:gd name="connsiteY28" fmla="*/ 72104 h 85725"/>
                <a:gd name="connsiteX29" fmla="*/ 28956 w 47625"/>
                <a:gd name="connsiteY29" fmla="*/ 76962 h 85725"/>
                <a:gd name="connsiteX30" fmla="*/ 22574 w 47625"/>
                <a:gd name="connsiteY30" fmla="*/ 80582 h 85725"/>
                <a:gd name="connsiteX31" fmla="*/ 8382 w 47625"/>
                <a:gd name="connsiteY31" fmla="*/ 84106 h 85725"/>
                <a:gd name="connsiteX32" fmla="*/ 7144 w 47625"/>
                <a:gd name="connsiteY32" fmla="*/ 84106 h 85725"/>
                <a:gd name="connsiteX33" fmla="*/ 7144 w 47625"/>
                <a:gd name="connsiteY33" fmla="*/ 64008 h 85725"/>
                <a:gd name="connsiteX34" fmla="*/ 7144 w 47625"/>
                <a:gd name="connsiteY34" fmla="*/ 44958 h 85725"/>
                <a:gd name="connsiteX35" fmla="*/ 7144 w 47625"/>
                <a:gd name="connsiteY35" fmla="*/ 25908 h 85725"/>
                <a:gd name="connsiteX36" fmla="*/ 8287 w 47625"/>
                <a:gd name="connsiteY36"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7625" h="85725">
                  <a:moveTo>
                    <a:pt x="8287" y="7144"/>
                  </a:moveTo>
                  <a:cubicBezTo>
                    <a:pt x="8287" y="13430"/>
                    <a:pt x="8287" y="19717"/>
                    <a:pt x="8763" y="26194"/>
                  </a:cubicBezTo>
                  <a:cubicBezTo>
                    <a:pt x="9239" y="32671"/>
                    <a:pt x="8763" y="38767"/>
                    <a:pt x="8763" y="45244"/>
                  </a:cubicBezTo>
                  <a:cubicBezTo>
                    <a:pt x="8763" y="51721"/>
                    <a:pt x="8763" y="57721"/>
                    <a:pt x="8763" y="64294"/>
                  </a:cubicBezTo>
                  <a:lnTo>
                    <a:pt x="8763" y="83344"/>
                  </a:lnTo>
                  <a:lnTo>
                    <a:pt x="8192" y="81629"/>
                  </a:lnTo>
                  <a:cubicBezTo>
                    <a:pt x="12832" y="81267"/>
                    <a:pt x="17375" y="80107"/>
                    <a:pt x="21622" y="78200"/>
                  </a:cubicBezTo>
                  <a:cubicBezTo>
                    <a:pt x="25819" y="76278"/>
                    <a:pt x="29603" y="73561"/>
                    <a:pt x="32766" y="70199"/>
                  </a:cubicBezTo>
                  <a:cubicBezTo>
                    <a:pt x="34380" y="68519"/>
                    <a:pt x="35846" y="66702"/>
                    <a:pt x="37147" y="64770"/>
                  </a:cubicBezTo>
                  <a:cubicBezTo>
                    <a:pt x="38401" y="62851"/>
                    <a:pt x="39455" y="60808"/>
                    <a:pt x="40291" y="58674"/>
                  </a:cubicBezTo>
                  <a:cubicBezTo>
                    <a:pt x="41948" y="54355"/>
                    <a:pt x="42819" y="49774"/>
                    <a:pt x="42863" y="45149"/>
                  </a:cubicBezTo>
                  <a:cubicBezTo>
                    <a:pt x="42849" y="42823"/>
                    <a:pt x="42690" y="40501"/>
                    <a:pt x="42386" y="38195"/>
                  </a:cubicBezTo>
                  <a:cubicBezTo>
                    <a:pt x="42018" y="35894"/>
                    <a:pt x="41444" y="33631"/>
                    <a:pt x="40672" y="31433"/>
                  </a:cubicBezTo>
                  <a:cubicBezTo>
                    <a:pt x="39856" y="29229"/>
                    <a:pt x="38802" y="27121"/>
                    <a:pt x="37528" y="25146"/>
                  </a:cubicBezTo>
                  <a:cubicBezTo>
                    <a:pt x="36267" y="23210"/>
                    <a:pt x="34833" y="21393"/>
                    <a:pt x="33242" y="19717"/>
                  </a:cubicBezTo>
                  <a:cubicBezTo>
                    <a:pt x="31600" y="18012"/>
                    <a:pt x="29816" y="16451"/>
                    <a:pt x="27908" y="15050"/>
                  </a:cubicBezTo>
                  <a:cubicBezTo>
                    <a:pt x="26058" y="13610"/>
                    <a:pt x="24044" y="12395"/>
                    <a:pt x="21907" y="11430"/>
                  </a:cubicBezTo>
                  <a:cubicBezTo>
                    <a:pt x="17608" y="9325"/>
                    <a:pt x="13017" y="7880"/>
                    <a:pt x="8287" y="7144"/>
                  </a:cubicBezTo>
                  <a:close/>
                  <a:moveTo>
                    <a:pt x="8287" y="7144"/>
                  </a:moveTo>
                  <a:cubicBezTo>
                    <a:pt x="13069" y="7450"/>
                    <a:pt x="17768" y="8545"/>
                    <a:pt x="22193" y="10382"/>
                  </a:cubicBezTo>
                  <a:cubicBezTo>
                    <a:pt x="24427" y="11315"/>
                    <a:pt x="26564" y="12464"/>
                    <a:pt x="28575" y="13811"/>
                  </a:cubicBezTo>
                  <a:cubicBezTo>
                    <a:pt x="30574" y="15210"/>
                    <a:pt x="32453" y="16771"/>
                    <a:pt x="34195" y="18479"/>
                  </a:cubicBezTo>
                  <a:cubicBezTo>
                    <a:pt x="35954" y="20312"/>
                    <a:pt x="37518" y="22323"/>
                    <a:pt x="38862" y="24479"/>
                  </a:cubicBezTo>
                  <a:cubicBezTo>
                    <a:pt x="40246" y="26502"/>
                    <a:pt x="41397" y="28674"/>
                    <a:pt x="42291" y="30956"/>
                  </a:cubicBezTo>
                  <a:cubicBezTo>
                    <a:pt x="43233" y="33219"/>
                    <a:pt x="43904" y="35585"/>
                    <a:pt x="44291" y="38005"/>
                  </a:cubicBezTo>
                  <a:cubicBezTo>
                    <a:pt x="44753" y="40422"/>
                    <a:pt x="44977" y="42878"/>
                    <a:pt x="44958" y="45339"/>
                  </a:cubicBezTo>
                  <a:cubicBezTo>
                    <a:pt x="45011" y="50252"/>
                    <a:pt x="44139" y="55131"/>
                    <a:pt x="42386" y="59722"/>
                  </a:cubicBezTo>
                  <a:cubicBezTo>
                    <a:pt x="41506" y="62022"/>
                    <a:pt x="40389" y="64225"/>
                    <a:pt x="39053" y="66294"/>
                  </a:cubicBezTo>
                  <a:cubicBezTo>
                    <a:pt x="37698" y="68333"/>
                    <a:pt x="36202" y="70274"/>
                    <a:pt x="34576" y="72104"/>
                  </a:cubicBezTo>
                  <a:cubicBezTo>
                    <a:pt x="32837" y="73873"/>
                    <a:pt x="30958" y="75498"/>
                    <a:pt x="28956" y="76962"/>
                  </a:cubicBezTo>
                  <a:cubicBezTo>
                    <a:pt x="26985" y="78426"/>
                    <a:pt x="24842" y="79641"/>
                    <a:pt x="22574" y="80582"/>
                  </a:cubicBezTo>
                  <a:cubicBezTo>
                    <a:pt x="18093" y="82598"/>
                    <a:pt x="13286" y="83792"/>
                    <a:pt x="8382" y="84106"/>
                  </a:cubicBezTo>
                  <a:lnTo>
                    <a:pt x="7144" y="84106"/>
                  </a:lnTo>
                  <a:lnTo>
                    <a:pt x="7144" y="64008"/>
                  </a:lnTo>
                  <a:cubicBezTo>
                    <a:pt x="7144" y="57721"/>
                    <a:pt x="7144" y="51435"/>
                    <a:pt x="7144" y="44958"/>
                  </a:cubicBezTo>
                  <a:cubicBezTo>
                    <a:pt x="7144" y="38481"/>
                    <a:pt x="7144" y="32385"/>
                    <a:pt x="7144" y="25908"/>
                  </a:cubicBezTo>
                  <a:cubicBezTo>
                    <a:pt x="7144" y="19431"/>
                    <a:pt x="8096" y="13430"/>
                    <a:pt x="8287" y="7144"/>
                  </a:cubicBezTo>
                  <a:close/>
                </a:path>
              </a:pathLst>
            </a:custGeom>
            <a:solidFill>
              <a:srgbClr val="FFFFFF"/>
            </a:soli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0734B978-4A65-42A5-95FF-84B4DBCBCA46}"/>
                </a:ext>
              </a:extLst>
            </p:cNvPr>
            <p:cNvSpPr/>
            <p:nvPr/>
          </p:nvSpPr>
          <p:spPr>
            <a:xfrm>
              <a:off x="11517044" y="416822"/>
              <a:ext cx="144506" cy="234823"/>
            </a:xfrm>
            <a:custGeom>
              <a:avLst/>
              <a:gdLst>
                <a:gd name="connsiteX0" fmla="*/ 7144 w 76200"/>
                <a:gd name="connsiteY0" fmla="*/ 120212 h 123825"/>
                <a:gd name="connsiteX1" fmla="*/ 7144 w 76200"/>
                <a:gd name="connsiteY1" fmla="*/ 7150 h 123825"/>
                <a:gd name="connsiteX2" fmla="*/ 14764 w 76200"/>
                <a:gd name="connsiteY2" fmla="*/ 7150 h 123825"/>
                <a:gd name="connsiteX3" fmla="*/ 46863 w 76200"/>
                <a:gd name="connsiteY3" fmla="*/ 16675 h 123825"/>
                <a:gd name="connsiteX4" fmla="*/ 71628 w 76200"/>
                <a:gd name="connsiteY4" fmla="*/ 63157 h 123825"/>
                <a:gd name="connsiteX5" fmla="*/ 54673 w 76200"/>
                <a:gd name="connsiteY5" fmla="*/ 103638 h 123825"/>
                <a:gd name="connsiteX6" fmla="*/ 14097 w 76200"/>
                <a:gd name="connsiteY6" fmla="*/ 120307 h 123825"/>
                <a:gd name="connsiteX7" fmla="*/ 15430 w 76200"/>
                <a:gd name="connsiteY7" fmla="*/ 14865 h 123825"/>
                <a:gd name="connsiteX8" fmla="*/ 15430 w 76200"/>
                <a:gd name="connsiteY8" fmla="*/ 111735 h 123825"/>
                <a:gd name="connsiteX9" fmla="*/ 44005 w 76200"/>
                <a:gd name="connsiteY9" fmla="*/ 102210 h 123825"/>
                <a:gd name="connsiteX10" fmla="*/ 63055 w 76200"/>
                <a:gd name="connsiteY10" fmla="*/ 62967 h 123825"/>
                <a:gd name="connsiteX11" fmla="*/ 44005 w 76200"/>
                <a:gd name="connsiteY11" fmla="*/ 24867 h 123825"/>
                <a:gd name="connsiteX12" fmla="*/ 30480 w 76200"/>
                <a:gd name="connsiteY12" fmla="*/ 17151 h 123825"/>
                <a:gd name="connsiteX13" fmla="*/ 15430 w 76200"/>
                <a:gd name="connsiteY13" fmla="*/ 1486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200" h="123825">
                  <a:moveTo>
                    <a:pt x="7144" y="120212"/>
                  </a:moveTo>
                  <a:lnTo>
                    <a:pt x="7144" y="7150"/>
                  </a:lnTo>
                  <a:lnTo>
                    <a:pt x="14764" y="7150"/>
                  </a:lnTo>
                  <a:cubicBezTo>
                    <a:pt x="26184" y="6978"/>
                    <a:pt x="37385" y="10301"/>
                    <a:pt x="46863" y="16675"/>
                  </a:cubicBezTo>
                  <a:cubicBezTo>
                    <a:pt x="62682" y="26769"/>
                    <a:pt x="72074" y="44397"/>
                    <a:pt x="71628" y="63157"/>
                  </a:cubicBezTo>
                  <a:cubicBezTo>
                    <a:pt x="71878" y="78427"/>
                    <a:pt x="65731" y="93105"/>
                    <a:pt x="54673" y="103638"/>
                  </a:cubicBezTo>
                  <a:cubicBezTo>
                    <a:pt x="44009" y="114528"/>
                    <a:pt x="29337" y="120555"/>
                    <a:pt x="14097" y="120307"/>
                  </a:cubicBezTo>
                  <a:close/>
                  <a:moveTo>
                    <a:pt x="15430" y="14865"/>
                  </a:moveTo>
                  <a:lnTo>
                    <a:pt x="15430" y="111735"/>
                  </a:lnTo>
                  <a:cubicBezTo>
                    <a:pt x="25735" y="111735"/>
                    <a:pt x="35762" y="108392"/>
                    <a:pt x="44005" y="102210"/>
                  </a:cubicBezTo>
                  <a:cubicBezTo>
                    <a:pt x="56325" y="92977"/>
                    <a:pt x="63422" y="78358"/>
                    <a:pt x="63055" y="62967"/>
                  </a:cubicBezTo>
                  <a:cubicBezTo>
                    <a:pt x="63489" y="47877"/>
                    <a:pt x="56337" y="33573"/>
                    <a:pt x="44005" y="24867"/>
                  </a:cubicBezTo>
                  <a:cubicBezTo>
                    <a:pt x="39913" y="21626"/>
                    <a:pt x="35353" y="19025"/>
                    <a:pt x="30480" y="17151"/>
                  </a:cubicBezTo>
                  <a:cubicBezTo>
                    <a:pt x="25628" y="15548"/>
                    <a:pt x="20540" y="14776"/>
                    <a:pt x="15430" y="14865"/>
                  </a:cubicBezTo>
                  <a:close/>
                </a:path>
              </a:pathLst>
            </a:custGeom>
            <a:solidFill>
              <a:srgbClr val="FFFFFF"/>
            </a:solid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CA637DE0-ADE8-4927-B168-5935E6CCCC14}"/>
                </a:ext>
              </a:extLst>
            </p:cNvPr>
            <p:cNvSpPr/>
            <p:nvPr/>
          </p:nvSpPr>
          <p:spPr>
            <a:xfrm>
              <a:off x="11516864" y="413583"/>
              <a:ext cx="144506" cy="234823"/>
            </a:xfrm>
            <a:custGeom>
              <a:avLst/>
              <a:gdLst>
                <a:gd name="connsiteX0" fmla="*/ 7239 w 76200"/>
                <a:gd name="connsiteY0" fmla="*/ 121920 h 123825"/>
                <a:gd name="connsiteX1" fmla="*/ 7239 w 76200"/>
                <a:gd name="connsiteY1" fmla="*/ 93345 h 123825"/>
                <a:gd name="connsiteX2" fmla="*/ 7239 w 76200"/>
                <a:gd name="connsiteY2" fmla="*/ 79248 h 123825"/>
                <a:gd name="connsiteX3" fmla="*/ 7239 w 76200"/>
                <a:gd name="connsiteY3" fmla="*/ 65056 h 123825"/>
                <a:gd name="connsiteX4" fmla="*/ 7239 w 76200"/>
                <a:gd name="connsiteY4" fmla="*/ 36481 h 123825"/>
                <a:gd name="connsiteX5" fmla="*/ 7239 w 76200"/>
                <a:gd name="connsiteY5" fmla="*/ 7144 h 123825"/>
                <a:gd name="connsiteX6" fmla="*/ 8382 w 76200"/>
                <a:gd name="connsiteY6" fmla="*/ 7144 h 123825"/>
                <a:gd name="connsiteX7" fmla="*/ 20574 w 76200"/>
                <a:gd name="connsiteY7" fmla="*/ 7144 h 123825"/>
                <a:gd name="connsiteX8" fmla="*/ 32766 w 76200"/>
                <a:gd name="connsiteY8" fmla="*/ 9144 h 123825"/>
                <a:gd name="connsiteX9" fmla="*/ 44196 w 76200"/>
                <a:gd name="connsiteY9" fmla="*/ 13811 h 123825"/>
                <a:gd name="connsiteX10" fmla="*/ 49435 w 76200"/>
                <a:gd name="connsiteY10" fmla="*/ 17145 h 123825"/>
                <a:gd name="connsiteX11" fmla="*/ 51911 w 76200"/>
                <a:gd name="connsiteY11" fmla="*/ 18859 h 123825"/>
                <a:gd name="connsiteX12" fmla="*/ 54292 w 76200"/>
                <a:gd name="connsiteY12" fmla="*/ 20860 h 123825"/>
                <a:gd name="connsiteX13" fmla="*/ 69151 w 76200"/>
                <a:gd name="connsiteY13" fmla="*/ 40386 h 123825"/>
                <a:gd name="connsiteX14" fmla="*/ 71723 w 76200"/>
                <a:gd name="connsiteY14" fmla="*/ 53150 h 123825"/>
                <a:gd name="connsiteX15" fmla="*/ 72771 w 76200"/>
                <a:gd name="connsiteY15" fmla="*/ 65342 h 123825"/>
                <a:gd name="connsiteX16" fmla="*/ 72771 w 76200"/>
                <a:gd name="connsiteY16" fmla="*/ 68390 h 123825"/>
                <a:gd name="connsiteX17" fmla="*/ 72771 w 76200"/>
                <a:gd name="connsiteY17" fmla="*/ 71533 h 123825"/>
                <a:gd name="connsiteX18" fmla="*/ 71818 w 76200"/>
                <a:gd name="connsiteY18" fmla="*/ 77629 h 123825"/>
                <a:gd name="connsiteX19" fmla="*/ 67913 w 76200"/>
                <a:gd name="connsiteY19" fmla="*/ 89249 h 123825"/>
                <a:gd name="connsiteX20" fmla="*/ 61436 w 76200"/>
                <a:gd name="connsiteY20" fmla="*/ 99632 h 123825"/>
                <a:gd name="connsiteX21" fmla="*/ 52959 w 76200"/>
                <a:gd name="connsiteY21" fmla="*/ 108490 h 123825"/>
                <a:gd name="connsiteX22" fmla="*/ 43434 w 76200"/>
                <a:gd name="connsiteY22" fmla="*/ 115538 h 123825"/>
                <a:gd name="connsiteX23" fmla="*/ 32194 w 76200"/>
                <a:gd name="connsiteY23" fmla="*/ 120206 h 123825"/>
                <a:gd name="connsiteX24" fmla="*/ 20193 w 76200"/>
                <a:gd name="connsiteY24" fmla="*/ 122206 h 123825"/>
                <a:gd name="connsiteX25" fmla="*/ 7239 w 76200"/>
                <a:gd name="connsiteY25" fmla="*/ 121920 h 123825"/>
                <a:gd name="connsiteX26" fmla="*/ 7239 w 76200"/>
                <a:gd name="connsiteY26" fmla="*/ 121920 h 123825"/>
                <a:gd name="connsiteX27" fmla="*/ 19336 w 76200"/>
                <a:gd name="connsiteY27" fmla="*/ 121920 h 123825"/>
                <a:gd name="connsiteX28" fmla="*/ 31147 w 76200"/>
                <a:gd name="connsiteY28" fmla="*/ 119539 h 123825"/>
                <a:gd name="connsiteX29" fmla="*/ 51626 w 76200"/>
                <a:gd name="connsiteY29" fmla="*/ 107537 h 123825"/>
                <a:gd name="connsiteX30" fmla="*/ 59722 w 76200"/>
                <a:gd name="connsiteY30" fmla="*/ 98774 h 123825"/>
                <a:gd name="connsiteX31" fmla="*/ 65818 w 76200"/>
                <a:gd name="connsiteY31" fmla="*/ 88583 h 123825"/>
                <a:gd name="connsiteX32" fmla="*/ 69437 w 76200"/>
                <a:gd name="connsiteY32" fmla="*/ 77248 h 123825"/>
                <a:gd name="connsiteX33" fmla="*/ 70294 w 76200"/>
                <a:gd name="connsiteY33" fmla="*/ 71342 h 123825"/>
                <a:gd name="connsiteX34" fmla="*/ 70295 w 76200"/>
                <a:gd name="connsiteY34" fmla="*/ 68485 h 123825"/>
                <a:gd name="connsiteX35" fmla="*/ 70295 w 76200"/>
                <a:gd name="connsiteY35" fmla="*/ 65437 h 123825"/>
                <a:gd name="connsiteX36" fmla="*/ 69532 w 76200"/>
                <a:gd name="connsiteY36" fmla="*/ 53150 h 123825"/>
                <a:gd name="connsiteX37" fmla="*/ 65913 w 76200"/>
                <a:gd name="connsiteY37" fmla="*/ 41910 h 123825"/>
                <a:gd name="connsiteX38" fmla="*/ 51625 w 76200"/>
                <a:gd name="connsiteY38" fmla="*/ 23336 h 123825"/>
                <a:gd name="connsiteX39" fmla="*/ 49244 w 76200"/>
                <a:gd name="connsiteY39" fmla="*/ 21431 h 123825"/>
                <a:gd name="connsiteX40" fmla="*/ 46863 w 76200"/>
                <a:gd name="connsiteY40" fmla="*/ 19717 h 123825"/>
                <a:gd name="connsiteX41" fmla="*/ 41815 w 76200"/>
                <a:gd name="connsiteY41" fmla="*/ 16573 h 123825"/>
                <a:gd name="connsiteX42" fmla="*/ 30956 w 76200"/>
                <a:gd name="connsiteY42" fmla="*/ 12097 h 123825"/>
                <a:gd name="connsiteX43" fmla="*/ 19145 w 76200"/>
                <a:gd name="connsiteY43" fmla="*/ 10097 h 123825"/>
                <a:gd name="connsiteX44" fmla="*/ 7144 w 76200"/>
                <a:gd name="connsiteY44" fmla="*/ 10096 h 123825"/>
                <a:gd name="connsiteX45" fmla="*/ 8287 w 76200"/>
                <a:gd name="connsiteY45" fmla="*/ 9049 h 123825"/>
                <a:gd name="connsiteX46" fmla="*/ 8287 w 76200"/>
                <a:gd name="connsiteY46" fmla="*/ 37624 h 123825"/>
                <a:gd name="connsiteX47" fmla="*/ 8287 w 76200"/>
                <a:gd name="connsiteY47" fmla="*/ 66199 h 123825"/>
                <a:gd name="connsiteX48" fmla="*/ 8287 w 76200"/>
                <a:gd name="connsiteY48" fmla="*/ 80391 h 123825"/>
                <a:gd name="connsiteX49" fmla="*/ 8287 w 76200"/>
                <a:gd name="connsiteY49" fmla="*/ 94488 h 123825"/>
                <a:gd name="connsiteX50" fmla="*/ 7239 w 76200"/>
                <a:gd name="connsiteY50" fmla="*/ 12192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6200" h="123825">
                  <a:moveTo>
                    <a:pt x="7239" y="121920"/>
                  </a:moveTo>
                  <a:cubicBezTo>
                    <a:pt x="7239" y="112395"/>
                    <a:pt x="7239" y="102870"/>
                    <a:pt x="7239" y="93345"/>
                  </a:cubicBezTo>
                  <a:lnTo>
                    <a:pt x="7239" y="79248"/>
                  </a:lnTo>
                  <a:lnTo>
                    <a:pt x="7239" y="65056"/>
                  </a:lnTo>
                  <a:lnTo>
                    <a:pt x="7239" y="36481"/>
                  </a:lnTo>
                  <a:lnTo>
                    <a:pt x="7239" y="7144"/>
                  </a:lnTo>
                  <a:lnTo>
                    <a:pt x="8382" y="7144"/>
                  </a:lnTo>
                  <a:cubicBezTo>
                    <a:pt x="12382" y="7144"/>
                    <a:pt x="16383" y="7144"/>
                    <a:pt x="20574" y="7144"/>
                  </a:cubicBezTo>
                  <a:cubicBezTo>
                    <a:pt x="24691" y="7432"/>
                    <a:pt x="28773" y="8101"/>
                    <a:pt x="32766" y="9144"/>
                  </a:cubicBezTo>
                  <a:cubicBezTo>
                    <a:pt x="36735" y="10277"/>
                    <a:pt x="40568" y="11843"/>
                    <a:pt x="44196" y="13811"/>
                  </a:cubicBezTo>
                  <a:cubicBezTo>
                    <a:pt x="46019" y="14798"/>
                    <a:pt x="47769" y="15912"/>
                    <a:pt x="49435" y="17145"/>
                  </a:cubicBezTo>
                  <a:lnTo>
                    <a:pt x="51911" y="18859"/>
                  </a:lnTo>
                  <a:lnTo>
                    <a:pt x="54292" y="20860"/>
                  </a:lnTo>
                  <a:cubicBezTo>
                    <a:pt x="60666" y="26154"/>
                    <a:pt x="65748" y="32832"/>
                    <a:pt x="69151" y="40386"/>
                  </a:cubicBezTo>
                  <a:cubicBezTo>
                    <a:pt x="70560" y="44511"/>
                    <a:pt x="71425" y="48801"/>
                    <a:pt x="71723" y="53150"/>
                  </a:cubicBezTo>
                  <a:cubicBezTo>
                    <a:pt x="72454" y="57172"/>
                    <a:pt x="72805" y="61254"/>
                    <a:pt x="72771" y="65342"/>
                  </a:cubicBezTo>
                  <a:cubicBezTo>
                    <a:pt x="72771" y="66389"/>
                    <a:pt x="72771" y="67342"/>
                    <a:pt x="72771" y="68390"/>
                  </a:cubicBezTo>
                  <a:cubicBezTo>
                    <a:pt x="72771" y="69437"/>
                    <a:pt x="72771" y="70485"/>
                    <a:pt x="72771" y="71533"/>
                  </a:cubicBezTo>
                  <a:cubicBezTo>
                    <a:pt x="72586" y="73583"/>
                    <a:pt x="72267" y="75619"/>
                    <a:pt x="71818" y="77629"/>
                  </a:cubicBezTo>
                  <a:cubicBezTo>
                    <a:pt x="70949" y="81634"/>
                    <a:pt x="69639" y="85531"/>
                    <a:pt x="67913" y="89249"/>
                  </a:cubicBezTo>
                  <a:cubicBezTo>
                    <a:pt x="66164" y="92949"/>
                    <a:pt x="63991" y="96434"/>
                    <a:pt x="61436" y="99632"/>
                  </a:cubicBezTo>
                  <a:cubicBezTo>
                    <a:pt x="58936" y="102880"/>
                    <a:pt x="56094" y="105850"/>
                    <a:pt x="52959" y="108490"/>
                  </a:cubicBezTo>
                  <a:cubicBezTo>
                    <a:pt x="50083" y="111218"/>
                    <a:pt x="46884" y="113585"/>
                    <a:pt x="43434" y="115538"/>
                  </a:cubicBezTo>
                  <a:cubicBezTo>
                    <a:pt x="39880" y="117522"/>
                    <a:pt x="36108" y="119088"/>
                    <a:pt x="32194" y="120206"/>
                  </a:cubicBezTo>
                  <a:cubicBezTo>
                    <a:pt x="28288" y="121348"/>
                    <a:pt x="24259" y="122020"/>
                    <a:pt x="20193" y="122206"/>
                  </a:cubicBezTo>
                  <a:cubicBezTo>
                    <a:pt x="15335" y="122206"/>
                    <a:pt x="11239" y="122015"/>
                    <a:pt x="7239" y="121920"/>
                  </a:cubicBezTo>
                  <a:close/>
                  <a:moveTo>
                    <a:pt x="7239" y="121920"/>
                  </a:moveTo>
                  <a:cubicBezTo>
                    <a:pt x="11239" y="121920"/>
                    <a:pt x="15335" y="121920"/>
                    <a:pt x="19336" y="121920"/>
                  </a:cubicBezTo>
                  <a:cubicBezTo>
                    <a:pt x="23346" y="121550"/>
                    <a:pt x="27306" y="120751"/>
                    <a:pt x="31147" y="119539"/>
                  </a:cubicBezTo>
                  <a:cubicBezTo>
                    <a:pt x="38757" y="117058"/>
                    <a:pt x="45742" y="112965"/>
                    <a:pt x="51626" y="107537"/>
                  </a:cubicBezTo>
                  <a:cubicBezTo>
                    <a:pt x="54639" y="104923"/>
                    <a:pt x="57354" y="101984"/>
                    <a:pt x="59722" y="98774"/>
                  </a:cubicBezTo>
                  <a:cubicBezTo>
                    <a:pt x="62167" y="95642"/>
                    <a:pt x="64215" y="92219"/>
                    <a:pt x="65818" y="88583"/>
                  </a:cubicBezTo>
                  <a:cubicBezTo>
                    <a:pt x="67451" y="84954"/>
                    <a:pt x="68665" y="81151"/>
                    <a:pt x="69437" y="77248"/>
                  </a:cubicBezTo>
                  <a:cubicBezTo>
                    <a:pt x="69823" y="75295"/>
                    <a:pt x="70109" y="73324"/>
                    <a:pt x="70294" y="71342"/>
                  </a:cubicBezTo>
                  <a:cubicBezTo>
                    <a:pt x="70295" y="70390"/>
                    <a:pt x="70295" y="69437"/>
                    <a:pt x="70295" y="68485"/>
                  </a:cubicBezTo>
                  <a:cubicBezTo>
                    <a:pt x="70295" y="67532"/>
                    <a:pt x="70295" y="66389"/>
                    <a:pt x="70295" y="65437"/>
                  </a:cubicBezTo>
                  <a:cubicBezTo>
                    <a:pt x="70398" y="61327"/>
                    <a:pt x="70143" y="57215"/>
                    <a:pt x="69532" y="53150"/>
                  </a:cubicBezTo>
                  <a:cubicBezTo>
                    <a:pt x="68774" y="49273"/>
                    <a:pt x="67559" y="45500"/>
                    <a:pt x="65913" y="41910"/>
                  </a:cubicBezTo>
                  <a:cubicBezTo>
                    <a:pt x="62608" y="34723"/>
                    <a:pt x="57725" y="28374"/>
                    <a:pt x="51625" y="23336"/>
                  </a:cubicBezTo>
                  <a:lnTo>
                    <a:pt x="49244" y="21431"/>
                  </a:lnTo>
                  <a:lnTo>
                    <a:pt x="46863" y="19717"/>
                  </a:lnTo>
                  <a:cubicBezTo>
                    <a:pt x="45238" y="18580"/>
                    <a:pt x="43552" y="17530"/>
                    <a:pt x="41815" y="16573"/>
                  </a:cubicBezTo>
                  <a:cubicBezTo>
                    <a:pt x="38387" y="14653"/>
                    <a:pt x="34741" y="13150"/>
                    <a:pt x="30956" y="12097"/>
                  </a:cubicBezTo>
                  <a:cubicBezTo>
                    <a:pt x="27106" y="10994"/>
                    <a:pt x="23144" y="10323"/>
                    <a:pt x="19145" y="10097"/>
                  </a:cubicBezTo>
                  <a:cubicBezTo>
                    <a:pt x="15240" y="10096"/>
                    <a:pt x="11144" y="10096"/>
                    <a:pt x="7144" y="10096"/>
                  </a:cubicBezTo>
                  <a:lnTo>
                    <a:pt x="8287" y="9049"/>
                  </a:lnTo>
                  <a:lnTo>
                    <a:pt x="8287" y="37624"/>
                  </a:lnTo>
                  <a:lnTo>
                    <a:pt x="8287" y="66199"/>
                  </a:lnTo>
                  <a:lnTo>
                    <a:pt x="8287" y="80391"/>
                  </a:lnTo>
                  <a:lnTo>
                    <a:pt x="8287" y="94488"/>
                  </a:lnTo>
                  <a:cubicBezTo>
                    <a:pt x="7525" y="103061"/>
                    <a:pt x="7429" y="112490"/>
                    <a:pt x="7239" y="121920"/>
                  </a:cubicBezTo>
                  <a:close/>
                </a:path>
              </a:pathLst>
            </a:custGeom>
            <a:solidFill>
              <a:srgbClr val="FFFFFF"/>
            </a:solid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94FBD9A-8993-4D36-9D8D-60844A268D7D}"/>
                </a:ext>
              </a:extLst>
            </p:cNvPr>
            <p:cNvSpPr/>
            <p:nvPr/>
          </p:nvSpPr>
          <p:spPr>
            <a:xfrm>
              <a:off x="11530592" y="431363"/>
              <a:ext cx="108380" cy="198696"/>
            </a:xfrm>
            <a:custGeom>
              <a:avLst/>
              <a:gdLst>
                <a:gd name="connsiteX0" fmla="*/ 8287 w 57150"/>
                <a:gd name="connsiteY0" fmla="*/ 7197 h 104775"/>
                <a:gd name="connsiteX1" fmla="*/ 8763 w 57150"/>
                <a:gd name="connsiteY1" fmla="*/ 31486 h 104775"/>
                <a:gd name="connsiteX2" fmla="*/ 8763 w 57150"/>
                <a:gd name="connsiteY2" fmla="*/ 55680 h 104775"/>
                <a:gd name="connsiteX3" fmla="*/ 8763 w 57150"/>
                <a:gd name="connsiteY3" fmla="*/ 79873 h 104775"/>
                <a:gd name="connsiteX4" fmla="*/ 8763 w 57150"/>
                <a:gd name="connsiteY4" fmla="*/ 104067 h 104775"/>
                <a:gd name="connsiteX5" fmla="*/ 7620 w 57150"/>
                <a:gd name="connsiteY5" fmla="*/ 102924 h 104775"/>
                <a:gd name="connsiteX6" fmla="*/ 17145 w 57150"/>
                <a:gd name="connsiteY6" fmla="*/ 101876 h 104775"/>
                <a:gd name="connsiteX7" fmla="*/ 25908 w 57150"/>
                <a:gd name="connsiteY7" fmla="*/ 99114 h 104775"/>
                <a:gd name="connsiteX8" fmla="*/ 34004 w 57150"/>
                <a:gd name="connsiteY8" fmla="*/ 94637 h 104775"/>
                <a:gd name="connsiteX9" fmla="*/ 35814 w 57150"/>
                <a:gd name="connsiteY9" fmla="*/ 93303 h 104775"/>
                <a:gd name="connsiteX10" fmla="*/ 37624 w 57150"/>
                <a:gd name="connsiteY10" fmla="*/ 91779 h 104775"/>
                <a:gd name="connsiteX11" fmla="*/ 41053 w 57150"/>
                <a:gd name="connsiteY11" fmla="*/ 88731 h 104775"/>
                <a:gd name="connsiteX12" fmla="*/ 46958 w 57150"/>
                <a:gd name="connsiteY12" fmla="*/ 81683 h 104775"/>
                <a:gd name="connsiteX13" fmla="*/ 51340 w 57150"/>
                <a:gd name="connsiteY13" fmla="*/ 73587 h 104775"/>
                <a:gd name="connsiteX14" fmla="*/ 53912 w 57150"/>
                <a:gd name="connsiteY14" fmla="*/ 64728 h 104775"/>
                <a:gd name="connsiteX15" fmla="*/ 54769 w 57150"/>
                <a:gd name="connsiteY15" fmla="*/ 55203 h 104775"/>
                <a:gd name="connsiteX16" fmla="*/ 54102 w 57150"/>
                <a:gd name="connsiteY16" fmla="*/ 45678 h 104775"/>
                <a:gd name="connsiteX17" fmla="*/ 51626 w 57150"/>
                <a:gd name="connsiteY17" fmla="*/ 36725 h 104775"/>
                <a:gd name="connsiteX18" fmla="*/ 47339 w 57150"/>
                <a:gd name="connsiteY18" fmla="*/ 28533 h 104775"/>
                <a:gd name="connsiteX19" fmla="*/ 41339 w 57150"/>
                <a:gd name="connsiteY19" fmla="*/ 21390 h 104775"/>
                <a:gd name="connsiteX20" fmla="*/ 34195 w 57150"/>
                <a:gd name="connsiteY20" fmla="*/ 15389 h 104775"/>
                <a:gd name="connsiteX21" fmla="*/ 26289 w 57150"/>
                <a:gd name="connsiteY21" fmla="*/ 10531 h 104775"/>
                <a:gd name="connsiteX22" fmla="*/ 17431 w 57150"/>
                <a:gd name="connsiteY22" fmla="*/ 7483 h 104775"/>
                <a:gd name="connsiteX23" fmla="*/ 8287 w 57150"/>
                <a:gd name="connsiteY23" fmla="*/ 7197 h 104775"/>
                <a:gd name="connsiteX24" fmla="*/ 8287 w 57150"/>
                <a:gd name="connsiteY24" fmla="*/ 7197 h 104775"/>
                <a:gd name="connsiteX25" fmla="*/ 17812 w 57150"/>
                <a:gd name="connsiteY25" fmla="*/ 7769 h 104775"/>
                <a:gd name="connsiteX26" fmla="*/ 27337 w 57150"/>
                <a:gd name="connsiteY26" fmla="*/ 10436 h 104775"/>
                <a:gd name="connsiteX27" fmla="*/ 35623 w 57150"/>
                <a:gd name="connsiteY27" fmla="*/ 15198 h 104775"/>
                <a:gd name="connsiteX28" fmla="*/ 43053 w 57150"/>
                <a:gd name="connsiteY28" fmla="*/ 21104 h 104775"/>
                <a:gd name="connsiteX29" fmla="*/ 49435 w 57150"/>
                <a:gd name="connsiteY29" fmla="*/ 28343 h 104775"/>
                <a:gd name="connsiteX30" fmla="*/ 54102 w 57150"/>
                <a:gd name="connsiteY30" fmla="*/ 36725 h 104775"/>
                <a:gd name="connsiteX31" fmla="*/ 56864 w 57150"/>
                <a:gd name="connsiteY31" fmla="*/ 46250 h 104775"/>
                <a:gd name="connsiteX32" fmla="*/ 57721 w 57150"/>
                <a:gd name="connsiteY32" fmla="*/ 55775 h 104775"/>
                <a:gd name="connsiteX33" fmla="*/ 56864 w 57150"/>
                <a:gd name="connsiteY33" fmla="*/ 65300 h 104775"/>
                <a:gd name="connsiteX34" fmla="*/ 54197 w 57150"/>
                <a:gd name="connsiteY34" fmla="*/ 74825 h 104775"/>
                <a:gd name="connsiteX35" fmla="*/ 49720 w 57150"/>
                <a:gd name="connsiteY35" fmla="*/ 83397 h 104775"/>
                <a:gd name="connsiteX36" fmla="*/ 43529 w 57150"/>
                <a:gd name="connsiteY36" fmla="*/ 90827 h 104775"/>
                <a:gd name="connsiteX37" fmla="*/ 39910 w 57150"/>
                <a:gd name="connsiteY37" fmla="*/ 94065 h 104775"/>
                <a:gd name="connsiteX38" fmla="*/ 38100 w 57150"/>
                <a:gd name="connsiteY38" fmla="*/ 95589 h 104775"/>
                <a:gd name="connsiteX39" fmla="*/ 36100 w 57150"/>
                <a:gd name="connsiteY39" fmla="*/ 97018 h 104775"/>
                <a:gd name="connsiteX40" fmla="*/ 27623 w 57150"/>
                <a:gd name="connsiteY40" fmla="*/ 101685 h 104775"/>
                <a:gd name="connsiteX41" fmla="*/ 18098 w 57150"/>
                <a:gd name="connsiteY41" fmla="*/ 104543 h 104775"/>
                <a:gd name="connsiteX42" fmla="*/ 8573 w 57150"/>
                <a:gd name="connsiteY42" fmla="*/ 105591 h 104775"/>
                <a:gd name="connsiteX43" fmla="*/ 7144 w 57150"/>
                <a:gd name="connsiteY43" fmla="*/ 105591 h 104775"/>
                <a:gd name="connsiteX44" fmla="*/ 7144 w 57150"/>
                <a:gd name="connsiteY44" fmla="*/ 80159 h 104775"/>
                <a:gd name="connsiteX45" fmla="*/ 7144 w 57150"/>
                <a:gd name="connsiteY45" fmla="*/ 55965 h 104775"/>
                <a:gd name="connsiteX46" fmla="*/ 7144 w 57150"/>
                <a:gd name="connsiteY46" fmla="*/ 31772 h 104775"/>
                <a:gd name="connsiteX47" fmla="*/ 8287 w 57150"/>
                <a:gd name="connsiteY47" fmla="*/ 7197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7150" h="104775">
                  <a:moveTo>
                    <a:pt x="8287" y="7197"/>
                  </a:moveTo>
                  <a:cubicBezTo>
                    <a:pt x="8287" y="15294"/>
                    <a:pt x="8287" y="23390"/>
                    <a:pt x="8763" y="31486"/>
                  </a:cubicBezTo>
                  <a:cubicBezTo>
                    <a:pt x="9239" y="39582"/>
                    <a:pt x="8763" y="47583"/>
                    <a:pt x="8763" y="55680"/>
                  </a:cubicBezTo>
                  <a:lnTo>
                    <a:pt x="8763" y="79873"/>
                  </a:lnTo>
                  <a:lnTo>
                    <a:pt x="8763" y="104067"/>
                  </a:lnTo>
                  <a:lnTo>
                    <a:pt x="7620" y="102924"/>
                  </a:lnTo>
                  <a:cubicBezTo>
                    <a:pt x="10818" y="102836"/>
                    <a:pt x="14004" y="102485"/>
                    <a:pt x="17145" y="101876"/>
                  </a:cubicBezTo>
                  <a:cubicBezTo>
                    <a:pt x="20142" y="101214"/>
                    <a:pt x="23074" y="100290"/>
                    <a:pt x="25908" y="99114"/>
                  </a:cubicBezTo>
                  <a:cubicBezTo>
                    <a:pt x="28735" y="97867"/>
                    <a:pt x="31445" y="96369"/>
                    <a:pt x="34004" y="94637"/>
                  </a:cubicBezTo>
                  <a:lnTo>
                    <a:pt x="35814" y="93303"/>
                  </a:lnTo>
                  <a:lnTo>
                    <a:pt x="37624" y="91779"/>
                  </a:lnTo>
                  <a:cubicBezTo>
                    <a:pt x="38767" y="90827"/>
                    <a:pt x="40005" y="89779"/>
                    <a:pt x="41053" y="88731"/>
                  </a:cubicBezTo>
                  <a:cubicBezTo>
                    <a:pt x="43250" y="86583"/>
                    <a:pt x="45228" y="84222"/>
                    <a:pt x="46958" y="81683"/>
                  </a:cubicBezTo>
                  <a:cubicBezTo>
                    <a:pt x="48695" y="79143"/>
                    <a:pt x="50164" y="76430"/>
                    <a:pt x="51340" y="73587"/>
                  </a:cubicBezTo>
                  <a:cubicBezTo>
                    <a:pt x="52482" y="70724"/>
                    <a:pt x="53343" y="67757"/>
                    <a:pt x="53912" y="64728"/>
                  </a:cubicBezTo>
                  <a:cubicBezTo>
                    <a:pt x="54502" y="61588"/>
                    <a:pt x="54789" y="58398"/>
                    <a:pt x="54769" y="55203"/>
                  </a:cubicBezTo>
                  <a:cubicBezTo>
                    <a:pt x="54804" y="52015"/>
                    <a:pt x="54581" y="48830"/>
                    <a:pt x="54102" y="45678"/>
                  </a:cubicBezTo>
                  <a:cubicBezTo>
                    <a:pt x="53613" y="42611"/>
                    <a:pt x="52782" y="39608"/>
                    <a:pt x="51626" y="36725"/>
                  </a:cubicBezTo>
                  <a:cubicBezTo>
                    <a:pt x="50484" y="33853"/>
                    <a:pt x="49047" y="31108"/>
                    <a:pt x="47339" y="28533"/>
                  </a:cubicBezTo>
                  <a:cubicBezTo>
                    <a:pt x="45606" y="25940"/>
                    <a:pt x="43594" y="23544"/>
                    <a:pt x="41339" y="21390"/>
                  </a:cubicBezTo>
                  <a:cubicBezTo>
                    <a:pt x="39085" y="19242"/>
                    <a:pt x="36699" y="17237"/>
                    <a:pt x="34195" y="15389"/>
                  </a:cubicBezTo>
                  <a:cubicBezTo>
                    <a:pt x="31710" y="13536"/>
                    <a:pt x="29064" y="11911"/>
                    <a:pt x="26289" y="10531"/>
                  </a:cubicBezTo>
                  <a:cubicBezTo>
                    <a:pt x="23492" y="9108"/>
                    <a:pt x="20511" y="8082"/>
                    <a:pt x="17431" y="7483"/>
                  </a:cubicBezTo>
                  <a:cubicBezTo>
                    <a:pt x="14394" y="7167"/>
                    <a:pt x="11338" y="7072"/>
                    <a:pt x="8287" y="7197"/>
                  </a:cubicBezTo>
                  <a:close/>
                  <a:moveTo>
                    <a:pt x="8287" y="7197"/>
                  </a:moveTo>
                  <a:cubicBezTo>
                    <a:pt x="11472" y="7142"/>
                    <a:pt x="14656" y="7334"/>
                    <a:pt x="17812" y="7769"/>
                  </a:cubicBezTo>
                  <a:cubicBezTo>
                    <a:pt x="21101" y="8183"/>
                    <a:pt x="24311" y="9082"/>
                    <a:pt x="27337" y="10436"/>
                  </a:cubicBezTo>
                  <a:cubicBezTo>
                    <a:pt x="30232" y="11780"/>
                    <a:pt x="33005" y="13373"/>
                    <a:pt x="35623" y="15198"/>
                  </a:cubicBezTo>
                  <a:cubicBezTo>
                    <a:pt x="38266" y="16948"/>
                    <a:pt x="40752" y="18924"/>
                    <a:pt x="43053" y="21104"/>
                  </a:cubicBezTo>
                  <a:cubicBezTo>
                    <a:pt x="45427" y="23288"/>
                    <a:pt x="47565" y="25714"/>
                    <a:pt x="49435" y="28343"/>
                  </a:cubicBezTo>
                  <a:cubicBezTo>
                    <a:pt x="51285" y="30962"/>
                    <a:pt x="52850" y="33772"/>
                    <a:pt x="54102" y="36725"/>
                  </a:cubicBezTo>
                  <a:cubicBezTo>
                    <a:pt x="55372" y="39788"/>
                    <a:pt x="56298" y="42982"/>
                    <a:pt x="56864" y="46250"/>
                  </a:cubicBezTo>
                  <a:cubicBezTo>
                    <a:pt x="57385" y="49399"/>
                    <a:pt x="57672" y="52583"/>
                    <a:pt x="57721" y="55775"/>
                  </a:cubicBezTo>
                  <a:cubicBezTo>
                    <a:pt x="57720" y="58969"/>
                    <a:pt x="57433" y="62157"/>
                    <a:pt x="56864" y="65300"/>
                  </a:cubicBezTo>
                  <a:cubicBezTo>
                    <a:pt x="56325" y="68562"/>
                    <a:pt x="55430" y="71756"/>
                    <a:pt x="54197" y="74825"/>
                  </a:cubicBezTo>
                  <a:cubicBezTo>
                    <a:pt x="52934" y="77796"/>
                    <a:pt x="51437" y="80662"/>
                    <a:pt x="49720" y="83397"/>
                  </a:cubicBezTo>
                  <a:cubicBezTo>
                    <a:pt x="47896" y="86063"/>
                    <a:pt x="45823" y="88551"/>
                    <a:pt x="43529" y="90827"/>
                  </a:cubicBezTo>
                  <a:cubicBezTo>
                    <a:pt x="42386" y="91970"/>
                    <a:pt x="41148" y="93018"/>
                    <a:pt x="39910" y="94065"/>
                  </a:cubicBezTo>
                  <a:lnTo>
                    <a:pt x="38100" y="95589"/>
                  </a:lnTo>
                  <a:lnTo>
                    <a:pt x="36100" y="97018"/>
                  </a:lnTo>
                  <a:cubicBezTo>
                    <a:pt x="33447" y="98869"/>
                    <a:pt x="30605" y="100434"/>
                    <a:pt x="27623" y="101685"/>
                  </a:cubicBezTo>
                  <a:cubicBezTo>
                    <a:pt x="24546" y="102940"/>
                    <a:pt x="21357" y="103897"/>
                    <a:pt x="18098" y="104543"/>
                  </a:cubicBezTo>
                  <a:cubicBezTo>
                    <a:pt x="14960" y="105174"/>
                    <a:pt x="11772" y="105524"/>
                    <a:pt x="8573" y="105591"/>
                  </a:cubicBezTo>
                  <a:lnTo>
                    <a:pt x="7144" y="105591"/>
                  </a:lnTo>
                  <a:lnTo>
                    <a:pt x="7144" y="80159"/>
                  </a:lnTo>
                  <a:lnTo>
                    <a:pt x="7144" y="55965"/>
                  </a:lnTo>
                  <a:cubicBezTo>
                    <a:pt x="7144" y="47869"/>
                    <a:pt x="7144" y="39773"/>
                    <a:pt x="7144" y="31772"/>
                  </a:cubicBezTo>
                  <a:cubicBezTo>
                    <a:pt x="7144" y="23771"/>
                    <a:pt x="8096" y="15198"/>
                    <a:pt x="8287" y="7197"/>
                  </a:cubicBezTo>
                  <a:close/>
                </a:path>
              </a:pathLst>
            </a:custGeom>
            <a:solidFill>
              <a:srgbClr val="FFFFFF"/>
            </a:solid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894AD02E-586A-4A48-9451-9B950D88171E}"/>
                </a:ext>
              </a:extLst>
            </p:cNvPr>
            <p:cNvSpPr/>
            <p:nvPr/>
          </p:nvSpPr>
          <p:spPr>
            <a:xfrm>
              <a:off x="11702192" y="416827"/>
              <a:ext cx="108380" cy="234823"/>
            </a:xfrm>
            <a:custGeom>
              <a:avLst/>
              <a:gdLst>
                <a:gd name="connsiteX0" fmla="*/ 57436 w 57150"/>
                <a:gd name="connsiteY0" fmla="*/ 120209 h 123825"/>
                <a:gd name="connsiteX1" fmla="*/ 44387 w 57150"/>
                <a:gd name="connsiteY1" fmla="*/ 120209 h 123825"/>
                <a:gd name="connsiteX2" fmla="*/ 15145 w 57150"/>
                <a:gd name="connsiteY2" fmla="*/ 95825 h 123825"/>
                <a:gd name="connsiteX3" fmla="*/ 15145 w 57150"/>
                <a:gd name="connsiteY3" fmla="*/ 120209 h 123825"/>
                <a:gd name="connsiteX4" fmla="*/ 7144 w 57150"/>
                <a:gd name="connsiteY4" fmla="*/ 120209 h 123825"/>
                <a:gd name="connsiteX5" fmla="*/ 7144 w 57150"/>
                <a:gd name="connsiteY5" fmla="*/ 7147 h 123825"/>
                <a:gd name="connsiteX6" fmla="*/ 13240 w 57150"/>
                <a:gd name="connsiteY6" fmla="*/ 7147 h 123825"/>
                <a:gd name="connsiteX7" fmla="*/ 45244 w 57150"/>
                <a:gd name="connsiteY7" fmla="*/ 20197 h 123825"/>
                <a:gd name="connsiteX8" fmla="*/ 58579 w 57150"/>
                <a:gd name="connsiteY8" fmla="*/ 51915 h 123825"/>
                <a:gd name="connsiteX9" fmla="*/ 44482 w 57150"/>
                <a:gd name="connsiteY9" fmla="*/ 84776 h 123825"/>
                <a:gd name="connsiteX10" fmla="*/ 27146 w 57150"/>
                <a:gd name="connsiteY10" fmla="*/ 95158 h 123825"/>
                <a:gd name="connsiteX11" fmla="*/ 15145 w 57150"/>
                <a:gd name="connsiteY11" fmla="*/ 14863 h 123825"/>
                <a:gd name="connsiteX12" fmla="*/ 15145 w 57150"/>
                <a:gd name="connsiteY12" fmla="*/ 89539 h 123825"/>
                <a:gd name="connsiteX13" fmla="*/ 36195 w 57150"/>
                <a:gd name="connsiteY13" fmla="*/ 81633 h 123825"/>
                <a:gd name="connsiteX14" fmla="*/ 50482 w 57150"/>
                <a:gd name="connsiteY14" fmla="*/ 53058 h 123825"/>
                <a:gd name="connsiteX15" fmla="*/ 35719 w 57150"/>
                <a:gd name="connsiteY15" fmla="*/ 22864 h 123825"/>
                <a:gd name="connsiteX16" fmla="*/ 15145 w 57150"/>
                <a:gd name="connsiteY16" fmla="*/ 14863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7150" h="123825">
                  <a:moveTo>
                    <a:pt x="57436" y="120209"/>
                  </a:moveTo>
                  <a:lnTo>
                    <a:pt x="44387" y="120209"/>
                  </a:lnTo>
                  <a:lnTo>
                    <a:pt x="15145" y="95825"/>
                  </a:lnTo>
                  <a:lnTo>
                    <a:pt x="15145" y="120209"/>
                  </a:lnTo>
                  <a:lnTo>
                    <a:pt x="7144" y="120209"/>
                  </a:lnTo>
                  <a:lnTo>
                    <a:pt x="7144" y="7147"/>
                  </a:lnTo>
                  <a:lnTo>
                    <a:pt x="13240" y="7147"/>
                  </a:lnTo>
                  <a:cubicBezTo>
                    <a:pt x="25233" y="6994"/>
                    <a:pt x="36777" y="11702"/>
                    <a:pt x="45244" y="20197"/>
                  </a:cubicBezTo>
                  <a:cubicBezTo>
                    <a:pt x="53933" y="28436"/>
                    <a:pt x="58770" y="39941"/>
                    <a:pt x="58579" y="51915"/>
                  </a:cubicBezTo>
                  <a:cubicBezTo>
                    <a:pt x="58730" y="64368"/>
                    <a:pt x="53610" y="76304"/>
                    <a:pt x="44482" y="84776"/>
                  </a:cubicBezTo>
                  <a:cubicBezTo>
                    <a:pt x="39468" y="89378"/>
                    <a:pt x="33570" y="92911"/>
                    <a:pt x="27146" y="95158"/>
                  </a:cubicBezTo>
                  <a:close/>
                  <a:moveTo>
                    <a:pt x="15145" y="14863"/>
                  </a:moveTo>
                  <a:lnTo>
                    <a:pt x="15145" y="89539"/>
                  </a:lnTo>
                  <a:cubicBezTo>
                    <a:pt x="22771" y="88960"/>
                    <a:pt x="30073" y="86217"/>
                    <a:pt x="36195" y="81633"/>
                  </a:cubicBezTo>
                  <a:cubicBezTo>
                    <a:pt x="45286" y="74969"/>
                    <a:pt x="50606" y="64329"/>
                    <a:pt x="50482" y="53058"/>
                  </a:cubicBezTo>
                  <a:cubicBezTo>
                    <a:pt x="50735" y="41198"/>
                    <a:pt x="45234" y="29948"/>
                    <a:pt x="35719" y="22864"/>
                  </a:cubicBezTo>
                  <a:cubicBezTo>
                    <a:pt x="29744" y="18324"/>
                    <a:pt x="22616" y="15552"/>
                    <a:pt x="15145" y="14863"/>
                  </a:cubicBezTo>
                  <a:close/>
                </a:path>
              </a:pathLst>
            </a:custGeom>
            <a:solidFill>
              <a:srgbClr val="FFFFFF"/>
            </a:solid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059E67C1-B155-4D57-A708-6D1F3A72B656}"/>
                </a:ext>
              </a:extLst>
            </p:cNvPr>
            <p:cNvSpPr/>
            <p:nvPr/>
          </p:nvSpPr>
          <p:spPr>
            <a:xfrm>
              <a:off x="11700024" y="414305"/>
              <a:ext cx="126443" cy="234823"/>
            </a:xfrm>
            <a:custGeom>
              <a:avLst/>
              <a:gdLst>
                <a:gd name="connsiteX0" fmla="*/ 58579 w 66675"/>
                <a:gd name="connsiteY0" fmla="*/ 121539 h 123825"/>
                <a:gd name="connsiteX1" fmla="*/ 45530 w 66675"/>
                <a:gd name="connsiteY1" fmla="*/ 121539 h 123825"/>
                <a:gd name="connsiteX2" fmla="*/ 45530 w 66675"/>
                <a:gd name="connsiteY2" fmla="*/ 121539 h 123825"/>
                <a:gd name="connsiteX3" fmla="*/ 15907 w 66675"/>
                <a:gd name="connsiteY3" fmla="*/ 97631 h 123825"/>
                <a:gd name="connsiteX4" fmla="*/ 16955 w 66675"/>
                <a:gd name="connsiteY4" fmla="*/ 97155 h 123825"/>
                <a:gd name="connsiteX5" fmla="*/ 16955 w 66675"/>
                <a:gd name="connsiteY5" fmla="*/ 121539 h 123825"/>
                <a:gd name="connsiteX6" fmla="*/ 16955 w 66675"/>
                <a:gd name="connsiteY6" fmla="*/ 122396 h 123825"/>
                <a:gd name="connsiteX7" fmla="*/ 7144 w 66675"/>
                <a:gd name="connsiteY7" fmla="*/ 122396 h 123825"/>
                <a:gd name="connsiteX8" fmla="*/ 7144 w 66675"/>
                <a:gd name="connsiteY8" fmla="*/ 121444 h 123825"/>
                <a:gd name="connsiteX9" fmla="*/ 7144 w 66675"/>
                <a:gd name="connsiteY9" fmla="*/ 92869 h 123825"/>
                <a:gd name="connsiteX10" fmla="*/ 7144 w 66675"/>
                <a:gd name="connsiteY10" fmla="*/ 7144 h 123825"/>
                <a:gd name="connsiteX11" fmla="*/ 16669 w 66675"/>
                <a:gd name="connsiteY11" fmla="*/ 7144 h 123825"/>
                <a:gd name="connsiteX12" fmla="*/ 25146 w 66675"/>
                <a:gd name="connsiteY12" fmla="*/ 8192 h 123825"/>
                <a:gd name="connsiteX13" fmla="*/ 40958 w 66675"/>
                <a:gd name="connsiteY13" fmla="*/ 15049 h 123825"/>
                <a:gd name="connsiteX14" fmla="*/ 47530 w 66675"/>
                <a:gd name="connsiteY14" fmla="*/ 20479 h 123825"/>
                <a:gd name="connsiteX15" fmla="*/ 53150 w 66675"/>
                <a:gd name="connsiteY15" fmla="*/ 27051 h 123825"/>
                <a:gd name="connsiteX16" fmla="*/ 59817 w 66675"/>
                <a:gd name="connsiteY16" fmla="*/ 43244 h 123825"/>
                <a:gd name="connsiteX17" fmla="*/ 60865 w 66675"/>
                <a:gd name="connsiteY17" fmla="*/ 51816 h 123825"/>
                <a:gd name="connsiteX18" fmla="*/ 60865 w 66675"/>
                <a:gd name="connsiteY18" fmla="*/ 58198 h 123825"/>
                <a:gd name="connsiteX19" fmla="*/ 60865 w 66675"/>
                <a:gd name="connsiteY19" fmla="*/ 60389 h 123825"/>
                <a:gd name="connsiteX20" fmla="*/ 55245 w 66675"/>
                <a:gd name="connsiteY20" fmla="*/ 76486 h 123825"/>
                <a:gd name="connsiteX21" fmla="*/ 50197 w 66675"/>
                <a:gd name="connsiteY21" fmla="*/ 83344 h 123825"/>
                <a:gd name="connsiteX22" fmla="*/ 44101 w 66675"/>
                <a:gd name="connsiteY22" fmla="*/ 89345 h 123825"/>
                <a:gd name="connsiteX23" fmla="*/ 29147 w 66675"/>
                <a:gd name="connsiteY23" fmla="*/ 97346 h 123825"/>
                <a:gd name="connsiteX24" fmla="*/ 29147 w 66675"/>
                <a:gd name="connsiteY24" fmla="*/ 96393 h 123825"/>
                <a:gd name="connsiteX25" fmla="*/ 58579 w 66675"/>
                <a:gd name="connsiteY25" fmla="*/ 121539 h 123825"/>
                <a:gd name="connsiteX26" fmla="*/ 28194 w 66675"/>
                <a:gd name="connsiteY26" fmla="*/ 96869 h 123825"/>
                <a:gd name="connsiteX27" fmla="*/ 27337 w 66675"/>
                <a:gd name="connsiteY27" fmla="*/ 96298 h 123825"/>
                <a:gd name="connsiteX28" fmla="*/ 28099 w 66675"/>
                <a:gd name="connsiteY28" fmla="*/ 96298 h 123825"/>
                <a:gd name="connsiteX29" fmla="*/ 42577 w 66675"/>
                <a:gd name="connsiteY29" fmla="*/ 88202 h 123825"/>
                <a:gd name="connsiteX30" fmla="*/ 48387 w 66675"/>
                <a:gd name="connsiteY30" fmla="*/ 82296 h 123825"/>
                <a:gd name="connsiteX31" fmla="*/ 53150 w 66675"/>
                <a:gd name="connsiteY31" fmla="*/ 75533 h 123825"/>
                <a:gd name="connsiteX32" fmla="*/ 58293 w 66675"/>
                <a:gd name="connsiteY32" fmla="*/ 60008 h 123825"/>
                <a:gd name="connsiteX33" fmla="*/ 58293 w 66675"/>
                <a:gd name="connsiteY33" fmla="*/ 57912 h 123825"/>
                <a:gd name="connsiteX34" fmla="*/ 58293 w 66675"/>
                <a:gd name="connsiteY34" fmla="*/ 53816 h 123825"/>
                <a:gd name="connsiteX35" fmla="*/ 58293 w 66675"/>
                <a:gd name="connsiteY35" fmla="*/ 51816 h 123825"/>
                <a:gd name="connsiteX36" fmla="*/ 57817 w 66675"/>
                <a:gd name="connsiteY36" fmla="*/ 43244 h 123825"/>
                <a:gd name="connsiteX37" fmla="*/ 51149 w 66675"/>
                <a:gd name="connsiteY37" fmla="*/ 28385 h 123825"/>
                <a:gd name="connsiteX38" fmla="*/ 45815 w 66675"/>
                <a:gd name="connsiteY38" fmla="*/ 22193 h 123825"/>
                <a:gd name="connsiteX39" fmla="*/ 39434 w 66675"/>
                <a:gd name="connsiteY39" fmla="*/ 16955 h 123825"/>
                <a:gd name="connsiteX40" fmla="*/ 24479 w 66675"/>
                <a:gd name="connsiteY40" fmla="*/ 10573 h 123825"/>
                <a:gd name="connsiteX41" fmla="*/ 16383 w 66675"/>
                <a:gd name="connsiteY41" fmla="*/ 9620 h 123825"/>
                <a:gd name="connsiteX42" fmla="*/ 8287 w 66675"/>
                <a:gd name="connsiteY42" fmla="*/ 9620 h 123825"/>
                <a:gd name="connsiteX43" fmla="*/ 9525 w 66675"/>
                <a:gd name="connsiteY43" fmla="*/ 8477 h 123825"/>
                <a:gd name="connsiteX44" fmla="*/ 9525 w 66675"/>
                <a:gd name="connsiteY44" fmla="*/ 93250 h 123825"/>
                <a:gd name="connsiteX45" fmla="*/ 9525 w 66675"/>
                <a:gd name="connsiteY45" fmla="*/ 121825 h 123825"/>
                <a:gd name="connsiteX46" fmla="*/ 8287 w 66675"/>
                <a:gd name="connsiteY46" fmla="*/ 120682 h 123825"/>
                <a:gd name="connsiteX47" fmla="*/ 16574 w 66675"/>
                <a:gd name="connsiteY47" fmla="*/ 120682 h 123825"/>
                <a:gd name="connsiteX48" fmla="*/ 15812 w 66675"/>
                <a:gd name="connsiteY48" fmla="*/ 121444 h 123825"/>
                <a:gd name="connsiteX49" fmla="*/ 15812 w 66675"/>
                <a:gd name="connsiteY49" fmla="*/ 95631 h 123825"/>
                <a:gd name="connsiteX50" fmla="*/ 16859 w 66675"/>
                <a:gd name="connsiteY50" fmla="*/ 96584 h 123825"/>
                <a:gd name="connsiteX51" fmla="*/ 45434 w 66675"/>
                <a:gd name="connsiteY51" fmla="*/ 121349 h 123825"/>
                <a:gd name="connsiteX52" fmla="*/ 45434 w 66675"/>
                <a:gd name="connsiteY52" fmla="*/ 121349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6675" h="123825">
                  <a:moveTo>
                    <a:pt x="58579" y="121539"/>
                  </a:moveTo>
                  <a:lnTo>
                    <a:pt x="45530" y="121539"/>
                  </a:lnTo>
                  <a:lnTo>
                    <a:pt x="45530" y="121539"/>
                  </a:lnTo>
                  <a:lnTo>
                    <a:pt x="15907" y="97631"/>
                  </a:lnTo>
                  <a:lnTo>
                    <a:pt x="16955" y="97155"/>
                  </a:lnTo>
                  <a:lnTo>
                    <a:pt x="16955" y="121539"/>
                  </a:lnTo>
                  <a:lnTo>
                    <a:pt x="16955" y="122396"/>
                  </a:lnTo>
                  <a:lnTo>
                    <a:pt x="7144" y="122396"/>
                  </a:lnTo>
                  <a:lnTo>
                    <a:pt x="7144" y="121444"/>
                  </a:lnTo>
                  <a:lnTo>
                    <a:pt x="7144" y="92869"/>
                  </a:lnTo>
                  <a:lnTo>
                    <a:pt x="7144" y="7144"/>
                  </a:lnTo>
                  <a:lnTo>
                    <a:pt x="16669" y="7144"/>
                  </a:lnTo>
                  <a:cubicBezTo>
                    <a:pt x="19519" y="7252"/>
                    <a:pt x="22355" y="7602"/>
                    <a:pt x="25146" y="8192"/>
                  </a:cubicBezTo>
                  <a:cubicBezTo>
                    <a:pt x="30815" y="9418"/>
                    <a:pt x="36188" y="11748"/>
                    <a:pt x="40958" y="15049"/>
                  </a:cubicBezTo>
                  <a:cubicBezTo>
                    <a:pt x="43314" y="16648"/>
                    <a:pt x="45515" y="18466"/>
                    <a:pt x="47530" y="20479"/>
                  </a:cubicBezTo>
                  <a:cubicBezTo>
                    <a:pt x="49577" y="22515"/>
                    <a:pt x="51456" y="24713"/>
                    <a:pt x="53150" y="27051"/>
                  </a:cubicBezTo>
                  <a:cubicBezTo>
                    <a:pt x="56511" y="31906"/>
                    <a:pt x="58785" y="37429"/>
                    <a:pt x="59817" y="43244"/>
                  </a:cubicBezTo>
                  <a:cubicBezTo>
                    <a:pt x="60447" y="46060"/>
                    <a:pt x="60798" y="48931"/>
                    <a:pt x="60865" y="51816"/>
                  </a:cubicBezTo>
                  <a:lnTo>
                    <a:pt x="60865" y="58198"/>
                  </a:lnTo>
                  <a:lnTo>
                    <a:pt x="60865" y="60389"/>
                  </a:lnTo>
                  <a:cubicBezTo>
                    <a:pt x="60002" y="66055"/>
                    <a:pt x="58097" y="71513"/>
                    <a:pt x="55245" y="76486"/>
                  </a:cubicBezTo>
                  <a:cubicBezTo>
                    <a:pt x="53789" y="78930"/>
                    <a:pt x="52098" y="81227"/>
                    <a:pt x="50197" y="83344"/>
                  </a:cubicBezTo>
                  <a:cubicBezTo>
                    <a:pt x="48383" y="85554"/>
                    <a:pt x="46339" y="87566"/>
                    <a:pt x="44101" y="89345"/>
                  </a:cubicBezTo>
                  <a:cubicBezTo>
                    <a:pt x="39558" y="92767"/>
                    <a:pt x="34514" y="95466"/>
                    <a:pt x="29147" y="97346"/>
                  </a:cubicBezTo>
                  <a:lnTo>
                    <a:pt x="29147" y="96393"/>
                  </a:lnTo>
                  <a:close/>
                  <a:moveTo>
                    <a:pt x="58579" y="121539"/>
                  </a:moveTo>
                  <a:lnTo>
                    <a:pt x="28194" y="96869"/>
                  </a:lnTo>
                  <a:lnTo>
                    <a:pt x="27337" y="96298"/>
                  </a:lnTo>
                  <a:lnTo>
                    <a:pt x="28099" y="96298"/>
                  </a:lnTo>
                  <a:cubicBezTo>
                    <a:pt x="33296" y="94325"/>
                    <a:pt x="38175" y="91597"/>
                    <a:pt x="42577" y="88202"/>
                  </a:cubicBezTo>
                  <a:cubicBezTo>
                    <a:pt x="44701" y="86427"/>
                    <a:pt x="46647" y="84449"/>
                    <a:pt x="48387" y="82296"/>
                  </a:cubicBezTo>
                  <a:cubicBezTo>
                    <a:pt x="50197" y="80207"/>
                    <a:pt x="51793" y="77941"/>
                    <a:pt x="53150" y="75533"/>
                  </a:cubicBezTo>
                  <a:cubicBezTo>
                    <a:pt x="55890" y="70756"/>
                    <a:pt x="57640" y="65476"/>
                    <a:pt x="58293" y="60008"/>
                  </a:cubicBezTo>
                  <a:lnTo>
                    <a:pt x="58293" y="57912"/>
                  </a:lnTo>
                  <a:lnTo>
                    <a:pt x="58293" y="53816"/>
                  </a:lnTo>
                  <a:cubicBezTo>
                    <a:pt x="58341" y="53150"/>
                    <a:pt x="58341" y="52482"/>
                    <a:pt x="58293" y="51816"/>
                  </a:cubicBezTo>
                  <a:cubicBezTo>
                    <a:pt x="58396" y="48950"/>
                    <a:pt x="58236" y="46081"/>
                    <a:pt x="57817" y="43244"/>
                  </a:cubicBezTo>
                  <a:cubicBezTo>
                    <a:pt x="56569" y="37908"/>
                    <a:pt x="54305" y="32864"/>
                    <a:pt x="51149" y="28385"/>
                  </a:cubicBezTo>
                  <a:cubicBezTo>
                    <a:pt x="49555" y="26170"/>
                    <a:pt x="47770" y="24098"/>
                    <a:pt x="45815" y="22193"/>
                  </a:cubicBezTo>
                  <a:cubicBezTo>
                    <a:pt x="43818" y="20294"/>
                    <a:pt x="41686" y="18543"/>
                    <a:pt x="39434" y="16955"/>
                  </a:cubicBezTo>
                  <a:cubicBezTo>
                    <a:pt x="34905" y="13886"/>
                    <a:pt x="29828" y="11720"/>
                    <a:pt x="24479" y="10573"/>
                  </a:cubicBezTo>
                  <a:cubicBezTo>
                    <a:pt x="21813" y="10021"/>
                    <a:pt x="19104" y="9702"/>
                    <a:pt x="16383" y="9620"/>
                  </a:cubicBezTo>
                  <a:lnTo>
                    <a:pt x="8287" y="9620"/>
                  </a:lnTo>
                  <a:lnTo>
                    <a:pt x="9525" y="8477"/>
                  </a:lnTo>
                  <a:lnTo>
                    <a:pt x="9525" y="93250"/>
                  </a:lnTo>
                  <a:lnTo>
                    <a:pt x="9525" y="121825"/>
                  </a:lnTo>
                  <a:lnTo>
                    <a:pt x="8287" y="120682"/>
                  </a:lnTo>
                  <a:lnTo>
                    <a:pt x="16574" y="120682"/>
                  </a:lnTo>
                  <a:lnTo>
                    <a:pt x="15812" y="121444"/>
                  </a:lnTo>
                  <a:lnTo>
                    <a:pt x="15812" y="95631"/>
                  </a:lnTo>
                  <a:lnTo>
                    <a:pt x="16859" y="96584"/>
                  </a:lnTo>
                  <a:lnTo>
                    <a:pt x="45434" y="121349"/>
                  </a:lnTo>
                  <a:lnTo>
                    <a:pt x="45434" y="121349"/>
                  </a:lnTo>
                  <a:close/>
                </a:path>
              </a:pathLst>
            </a:custGeom>
            <a:solidFill>
              <a:srgbClr val="FFFFFF"/>
            </a:solid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1C7B8A83-1DA7-4920-B9F9-AEA61B29D1D9}"/>
                </a:ext>
              </a:extLst>
            </p:cNvPr>
            <p:cNvSpPr/>
            <p:nvPr/>
          </p:nvSpPr>
          <p:spPr>
            <a:xfrm>
              <a:off x="11714837" y="431466"/>
              <a:ext cx="90316" cy="162570"/>
            </a:xfrm>
            <a:custGeom>
              <a:avLst/>
              <a:gdLst>
                <a:gd name="connsiteX0" fmla="*/ 8477 w 47625"/>
                <a:gd name="connsiteY0" fmla="*/ 7144 h 85725"/>
                <a:gd name="connsiteX1" fmla="*/ 8477 w 47625"/>
                <a:gd name="connsiteY1" fmla="*/ 25718 h 85725"/>
                <a:gd name="connsiteX2" fmla="*/ 8477 w 47625"/>
                <a:gd name="connsiteY2" fmla="*/ 44291 h 85725"/>
                <a:gd name="connsiteX3" fmla="*/ 8477 w 47625"/>
                <a:gd name="connsiteY3" fmla="*/ 63341 h 85725"/>
                <a:gd name="connsiteX4" fmla="*/ 8477 w 47625"/>
                <a:gd name="connsiteY4" fmla="*/ 81820 h 85725"/>
                <a:gd name="connsiteX5" fmla="*/ 7239 w 47625"/>
                <a:gd name="connsiteY5" fmla="*/ 80677 h 85725"/>
                <a:gd name="connsiteX6" fmla="*/ 20479 w 47625"/>
                <a:gd name="connsiteY6" fmla="*/ 77248 h 85725"/>
                <a:gd name="connsiteX7" fmla="*/ 26384 w 47625"/>
                <a:gd name="connsiteY7" fmla="*/ 73819 h 85725"/>
                <a:gd name="connsiteX8" fmla="*/ 29051 w 47625"/>
                <a:gd name="connsiteY8" fmla="*/ 72295 h 85725"/>
                <a:gd name="connsiteX9" fmla="*/ 30385 w 47625"/>
                <a:gd name="connsiteY9" fmla="*/ 71152 h 85725"/>
                <a:gd name="connsiteX10" fmla="*/ 32957 w 47625"/>
                <a:gd name="connsiteY10" fmla="*/ 68866 h 85725"/>
                <a:gd name="connsiteX11" fmla="*/ 40481 w 47625"/>
                <a:gd name="connsiteY11" fmla="*/ 57531 h 85725"/>
                <a:gd name="connsiteX12" fmla="*/ 42863 w 47625"/>
                <a:gd name="connsiteY12" fmla="*/ 44196 h 85725"/>
                <a:gd name="connsiteX13" fmla="*/ 42863 w 47625"/>
                <a:gd name="connsiteY13" fmla="*/ 40767 h 85725"/>
                <a:gd name="connsiteX14" fmla="*/ 42863 w 47625"/>
                <a:gd name="connsiteY14" fmla="*/ 37338 h 85725"/>
                <a:gd name="connsiteX15" fmla="*/ 41148 w 47625"/>
                <a:gd name="connsiteY15" fmla="*/ 30670 h 85725"/>
                <a:gd name="connsiteX16" fmla="*/ 38005 w 47625"/>
                <a:gd name="connsiteY16" fmla="*/ 24575 h 85725"/>
                <a:gd name="connsiteX17" fmla="*/ 33814 w 47625"/>
                <a:gd name="connsiteY17" fmla="*/ 19050 h 85725"/>
                <a:gd name="connsiteX18" fmla="*/ 28670 w 47625"/>
                <a:gd name="connsiteY18" fmla="*/ 14383 h 85725"/>
                <a:gd name="connsiteX19" fmla="*/ 22765 w 47625"/>
                <a:gd name="connsiteY19" fmla="*/ 10858 h 85725"/>
                <a:gd name="connsiteX20" fmla="*/ 8477 w 47625"/>
                <a:gd name="connsiteY20" fmla="*/ 7144 h 85725"/>
                <a:gd name="connsiteX21" fmla="*/ 8477 w 47625"/>
                <a:gd name="connsiteY21" fmla="*/ 7144 h 85725"/>
                <a:gd name="connsiteX22" fmla="*/ 22288 w 47625"/>
                <a:gd name="connsiteY22" fmla="*/ 10287 h 85725"/>
                <a:gd name="connsiteX23" fmla="*/ 28575 w 47625"/>
                <a:gd name="connsiteY23" fmla="*/ 13716 h 85725"/>
                <a:gd name="connsiteX24" fmla="*/ 34004 w 47625"/>
                <a:gd name="connsiteY24" fmla="*/ 18288 h 85725"/>
                <a:gd name="connsiteX25" fmla="*/ 38576 w 47625"/>
                <a:gd name="connsiteY25" fmla="*/ 23908 h 85725"/>
                <a:gd name="connsiteX26" fmla="*/ 42005 w 47625"/>
                <a:gd name="connsiteY26" fmla="*/ 30194 h 85725"/>
                <a:gd name="connsiteX27" fmla="*/ 44101 w 47625"/>
                <a:gd name="connsiteY27" fmla="*/ 37147 h 85725"/>
                <a:gd name="connsiteX28" fmla="*/ 44672 w 47625"/>
                <a:gd name="connsiteY28" fmla="*/ 40767 h 85725"/>
                <a:gd name="connsiteX29" fmla="*/ 44672 w 47625"/>
                <a:gd name="connsiteY29" fmla="*/ 44387 h 85725"/>
                <a:gd name="connsiteX30" fmla="*/ 44101 w 47625"/>
                <a:gd name="connsiteY30" fmla="*/ 51626 h 85725"/>
                <a:gd name="connsiteX31" fmla="*/ 42196 w 47625"/>
                <a:gd name="connsiteY31" fmla="*/ 58579 h 85725"/>
                <a:gd name="connsiteX32" fmla="*/ 38862 w 47625"/>
                <a:gd name="connsiteY32" fmla="*/ 65056 h 85725"/>
                <a:gd name="connsiteX33" fmla="*/ 34290 w 47625"/>
                <a:gd name="connsiteY33" fmla="*/ 70676 h 85725"/>
                <a:gd name="connsiteX34" fmla="*/ 31623 w 47625"/>
                <a:gd name="connsiteY34" fmla="*/ 73247 h 85725"/>
                <a:gd name="connsiteX35" fmla="*/ 30290 w 47625"/>
                <a:gd name="connsiteY35" fmla="*/ 74390 h 85725"/>
                <a:gd name="connsiteX36" fmla="*/ 28766 w 47625"/>
                <a:gd name="connsiteY36" fmla="*/ 75438 h 85725"/>
                <a:gd name="connsiteX37" fmla="*/ 22384 w 47625"/>
                <a:gd name="connsiteY37" fmla="*/ 79058 h 85725"/>
                <a:gd name="connsiteX38" fmla="*/ 8477 w 47625"/>
                <a:gd name="connsiteY38" fmla="*/ 82582 h 85725"/>
                <a:gd name="connsiteX39" fmla="*/ 7144 w 47625"/>
                <a:gd name="connsiteY39" fmla="*/ 82582 h 85725"/>
                <a:gd name="connsiteX40" fmla="*/ 7144 w 47625"/>
                <a:gd name="connsiteY40" fmla="*/ 62770 h 85725"/>
                <a:gd name="connsiteX41" fmla="*/ 7144 w 47625"/>
                <a:gd name="connsiteY41" fmla="*/ 43720 h 85725"/>
                <a:gd name="connsiteX42" fmla="*/ 7144 w 47625"/>
                <a:gd name="connsiteY42" fmla="*/ 25146 h 85725"/>
                <a:gd name="connsiteX43" fmla="*/ 8477 w 47625"/>
                <a:gd name="connsiteY43"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7625" h="85725">
                  <a:moveTo>
                    <a:pt x="8477" y="7144"/>
                  </a:moveTo>
                  <a:cubicBezTo>
                    <a:pt x="8477" y="13335"/>
                    <a:pt x="8477" y="19526"/>
                    <a:pt x="8477" y="25718"/>
                  </a:cubicBezTo>
                  <a:cubicBezTo>
                    <a:pt x="8477" y="31909"/>
                    <a:pt x="8477" y="38100"/>
                    <a:pt x="8477" y="44291"/>
                  </a:cubicBezTo>
                  <a:cubicBezTo>
                    <a:pt x="8477" y="50482"/>
                    <a:pt x="8477" y="56674"/>
                    <a:pt x="8477" y="63341"/>
                  </a:cubicBezTo>
                  <a:lnTo>
                    <a:pt x="8477" y="81820"/>
                  </a:lnTo>
                  <a:lnTo>
                    <a:pt x="7239" y="80677"/>
                  </a:lnTo>
                  <a:cubicBezTo>
                    <a:pt x="11801" y="80211"/>
                    <a:pt x="16265" y="79055"/>
                    <a:pt x="20479" y="77248"/>
                  </a:cubicBezTo>
                  <a:cubicBezTo>
                    <a:pt x="22550" y="76291"/>
                    <a:pt x="24527" y="75143"/>
                    <a:pt x="26384" y="73819"/>
                  </a:cubicBezTo>
                  <a:lnTo>
                    <a:pt x="29051" y="72295"/>
                  </a:lnTo>
                  <a:lnTo>
                    <a:pt x="30385" y="71152"/>
                  </a:lnTo>
                  <a:lnTo>
                    <a:pt x="32957" y="68866"/>
                  </a:lnTo>
                  <a:cubicBezTo>
                    <a:pt x="36209" y="65638"/>
                    <a:pt x="38769" y="61781"/>
                    <a:pt x="40481" y="57531"/>
                  </a:cubicBezTo>
                  <a:cubicBezTo>
                    <a:pt x="42132" y="53282"/>
                    <a:pt x="42941" y="48753"/>
                    <a:pt x="42863" y="44196"/>
                  </a:cubicBezTo>
                  <a:lnTo>
                    <a:pt x="42863" y="40767"/>
                  </a:lnTo>
                  <a:cubicBezTo>
                    <a:pt x="42955" y="39626"/>
                    <a:pt x="42955" y="38479"/>
                    <a:pt x="42863" y="37338"/>
                  </a:cubicBezTo>
                  <a:cubicBezTo>
                    <a:pt x="42482" y="35071"/>
                    <a:pt x="41909" y="32840"/>
                    <a:pt x="41148" y="30670"/>
                  </a:cubicBezTo>
                  <a:cubicBezTo>
                    <a:pt x="40292" y="28545"/>
                    <a:pt x="39240" y="26504"/>
                    <a:pt x="38005" y="24575"/>
                  </a:cubicBezTo>
                  <a:cubicBezTo>
                    <a:pt x="36801" y="22594"/>
                    <a:pt x="35397" y="20743"/>
                    <a:pt x="33814" y="19050"/>
                  </a:cubicBezTo>
                  <a:cubicBezTo>
                    <a:pt x="32191" y="17396"/>
                    <a:pt x="30474" y="15838"/>
                    <a:pt x="28670" y="14383"/>
                  </a:cubicBezTo>
                  <a:cubicBezTo>
                    <a:pt x="26828" y="13008"/>
                    <a:pt x="24849" y="11827"/>
                    <a:pt x="22765" y="10858"/>
                  </a:cubicBezTo>
                  <a:cubicBezTo>
                    <a:pt x="18206" y="8937"/>
                    <a:pt x="13394" y="7686"/>
                    <a:pt x="8477" y="7144"/>
                  </a:cubicBezTo>
                  <a:close/>
                  <a:moveTo>
                    <a:pt x="8477" y="7144"/>
                  </a:moveTo>
                  <a:cubicBezTo>
                    <a:pt x="13215" y="7475"/>
                    <a:pt x="17874" y="8535"/>
                    <a:pt x="22288" y="10287"/>
                  </a:cubicBezTo>
                  <a:cubicBezTo>
                    <a:pt x="24482" y="11241"/>
                    <a:pt x="26586" y="12388"/>
                    <a:pt x="28575" y="13716"/>
                  </a:cubicBezTo>
                  <a:cubicBezTo>
                    <a:pt x="30530" y="15059"/>
                    <a:pt x="32348" y="16590"/>
                    <a:pt x="34004" y="18288"/>
                  </a:cubicBezTo>
                  <a:cubicBezTo>
                    <a:pt x="35709" y="20007"/>
                    <a:pt x="37240" y="21889"/>
                    <a:pt x="38576" y="23908"/>
                  </a:cubicBezTo>
                  <a:cubicBezTo>
                    <a:pt x="39904" y="25897"/>
                    <a:pt x="41052" y="28001"/>
                    <a:pt x="42005" y="30194"/>
                  </a:cubicBezTo>
                  <a:cubicBezTo>
                    <a:pt x="42933" y="32437"/>
                    <a:pt x="43635" y="34766"/>
                    <a:pt x="44101" y="37147"/>
                  </a:cubicBezTo>
                  <a:cubicBezTo>
                    <a:pt x="44101" y="38386"/>
                    <a:pt x="44101" y="39529"/>
                    <a:pt x="44672" y="40767"/>
                  </a:cubicBezTo>
                  <a:lnTo>
                    <a:pt x="44672" y="44387"/>
                  </a:lnTo>
                  <a:cubicBezTo>
                    <a:pt x="44666" y="46811"/>
                    <a:pt x="44475" y="49231"/>
                    <a:pt x="44101" y="51626"/>
                  </a:cubicBezTo>
                  <a:cubicBezTo>
                    <a:pt x="43701" y="54001"/>
                    <a:pt x="43063" y="56331"/>
                    <a:pt x="42196" y="58579"/>
                  </a:cubicBezTo>
                  <a:cubicBezTo>
                    <a:pt x="41335" y="60858"/>
                    <a:pt x="40216" y="63031"/>
                    <a:pt x="38862" y="65056"/>
                  </a:cubicBezTo>
                  <a:cubicBezTo>
                    <a:pt x="37520" y="67070"/>
                    <a:pt x="35989" y="68952"/>
                    <a:pt x="34290" y="70676"/>
                  </a:cubicBezTo>
                  <a:cubicBezTo>
                    <a:pt x="33433" y="71628"/>
                    <a:pt x="32480" y="72390"/>
                    <a:pt x="31623" y="73247"/>
                  </a:cubicBezTo>
                  <a:lnTo>
                    <a:pt x="30290" y="74390"/>
                  </a:lnTo>
                  <a:lnTo>
                    <a:pt x="28766" y="75438"/>
                  </a:lnTo>
                  <a:cubicBezTo>
                    <a:pt x="26782" y="76882"/>
                    <a:pt x="24641" y="78097"/>
                    <a:pt x="22384" y="79058"/>
                  </a:cubicBezTo>
                  <a:cubicBezTo>
                    <a:pt x="17972" y="80985"/>
                    <a:pt x="13274" y="82176"/>
                    <a:pt x="8477" y="82582"/>
                  </a:cubicBezTo>
                  <a:lnTo>
                    <a:pt x="7144" y="82582"/>
                  </a:lnTo>
                  <a:lnTo>
                    <a:pt x="7144" y="62770"/>
                  </a:lnTo>
                  <a:lnTo>
                    <a:pt x="7144" y="43720"/>
                  </a:lnTo>
                  <a:cubicBezTo>
                    <a:pt x="7144" y="37529"/>
                    <a:pt x="7144" y="31337"/>
                    <a:pt x="7144" y="25146"/>
                  </a:cubicBezTo>
                  <a:cubicBezTo>
                    <a:pt x="7144" y="18955"/>
                    <a:pt x="8287" y="13335"/>
                    <a:pt x="8477" y="7144"/>
                  </a:cubicBezTo>
                  <a:close/>
                </a:path>
              </a:pathLst>
            </a:custGeom>
            <a:solidFill>
              <a:srgbClr val="FFFFFF"/>
            </a:solid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178FDDF-9A56-414E-A2CD-3827F5112BD9}"/>
                </a:ext>
              </a:extLst>
            </p:cNvPr>
            <p:cNvSpPr/>
            <p:nvPr/>
          </p:nvSpPr>
          <p:spPr>
            <a:xfrm>
              <a:off x="11853383" y="416835"/>
              <a:ext cx="108380" cy="234823"/>
            </a:xfrm>
            <a:custGeom>
              <a:avLst/>
              <a:gdLst>
                <a:gd name="connsiteX0" fmla="*/ 58198 w 57150"/>
                <a:gd name="connsiteY0" fmla="*/ 120206 h 123825"/>
                <a:gd name="connsiteX1" fmla="*/ 49340 w 57150"/>
                <a:gd name="connsiteY1" fmla="*/ 120206 h 123825"/>
                <a:gd name="connsiteX2" fmla="*/ 33433 w 57150"/>
                <a:gd name="connsiteY2" fmla="*/ 59341 h 123825"/>
                <a:gd name="connsiteX3" fmla="*/ 16669 w 57150"/>
                <a:gd name="connsiteY3" fmla="*/ 120206 h 123825"/>
                <a:gd name="connsiteX4" fmla="*/ 7144 w 57150"/>
                <a:gd name="connsiteY4" fmla="*/ 120206 h 123825"/>
                <a:gd name="connsiteX5" fmla="*/ 28003 w 57150"/>
                <a:gd name="connsiteY5" fmla="*/ 49816 h 123825"/>
                <a:gd name="connsiteX6" fmla="*/ 15145 w 57150"/>
                <a:gd name="connsiteY6" fmla="*/ 7144 h 123825"/>
                <a:gd name="connsiteX7" fmla="*/ 24003 w 57150"/>
                <a:gd name="connsiteY7" fmla="*/ 7144 h 123825"/>
                <a:gd name="connsiteX8" fmla="*/ 32575 w 57150"/>
                <a:gd name="connsiteY8" fmla="*/ 38671 h 123825"/>
                <a:gd name="connsiteX9" fmla="*/ 40576 w 57150"/>
                <a:gd name="connsiteY9" fmla="*/ 7144 h 123825"/>
                <a:gd name="connsiteX10" fmla="*/ 49435 w 57150"/>
                <a:gd name="connsiteY10" fmla="*/ 7144 h 123825"/>
                <a:gd name="connsiteX11" fmla="*/ 37814 w 57150"/>
                <a:gd name="connsiteY11" fmla="*/ 4762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150" h="123825">
                  <a:moveTo>
                    <a:pt x="58198" y="120206"/>
                  </a:moveTo>
                  <a:lnTo>
                    <a:pt x="49340" y="120206"/>
                  </a:lnTo>
                  <a:lnTo>
                    <a:pt x="33433" y="59341"/>
                  </a:lnTo>
                  <a:lnTo>
                    <a:pt x="16669" y="120206"/>
                  </a:lnTo>
                  <a:lnTo>
                    <a:pt x="7144" y="120206"/>
                  </a:lnTo>
                  <a:lnTo>
                    <a:pt x="28003" y="49816"/>
                  </a:lnTo>
                  <a:lnTo>
                    <a:pt x="15145" y="7144"/>
                  </a:lnTo>
                  <a:lnTo>
                    <a:pt x="24003" y="7144"/>
                  </a:lnTo>
                  <a:lnTo>
                    <a:pt x="32575" y="38671"/>
                  </a:lnTo>
                  <a:lnTo>
                    <a:pt x="40576" y="7144"/>
                  </a:lnTo>
                  <a:lnTo>
                    <a:pt x="49435" y="7144"/>
                  </a:lnTo>
                  <a:lnTo>
                    <a:pt x="37814" y="47625"/>
                  </a:lnTo>
                  <a:close/>
                </a:path>
              </a:pathLst>
            </a:custGeom>
            <a:solidFill>
              <a:srgbClr val="FFFFFF"/>
            </a:solid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ACF31FFB-6507-4E29-98BA-071C81FB725B}"/>
                </a:ext>
              </a:extLst>
            </p:cNvPr>
            <p:cNvSpPr/>
            <p:nvPr/>
          </p:nvSpPr>
          <p:spPr>
            <a:xfrm>
              <a:off x="11851576" y="413583"/>
              <a:ext cx="108380" cy="234823"/>
            </a:xfrm>
            <a:custGeom>
              <a:avLst/>
              <a:gdLst>
                <a:gd name="connsiteX0" fmla="*/ 59150 w 57150"/>
                <a:gd name="connsiteY0" fmla="*/ 121920 h 123825"/>
                <a:gd name="connsiteX1" fmla="*/ 50197 w 57150"/>
                <a:gd name="connsiteY1" fmla="*/ 121920 h 123825"/>
                <a:gd name="connsiteX2" fmla="*/ 41910 w 57150"/>
                <a:gd name="connsiteY2" fmla="*/ 91250 h 123825"/>
                <a:gd name="connsiteX3" fmla="*/ 33719 w 57150"/>
                <a:gd name="connsiteY3" fmla="*/ 60865 h 123825"/>
                <a:gd name="connsiteX4" fmla="*/ 35052 w 57150"/>
                <a:gd name="connsiteY4" fmla="*/ 60865 h 123825"/>
                <a:gd name="connsiteX5" fmla="*/ 18574 w 57150"/>
                <a:gd name="connsiteY5" fmla="*/ 121825 h 123825"/>
                <a:gd name="connsiteX6" fmla="*/ 18574 w 57150"/>
                <a:gd name="connsiteY6" fmla="*/ 122587 h 123825"/>
                <a:gd name="connsiteX7" fmla="*/ 7144 w 57150"/>
                <a:gd name="connsiteY7" fmla="*/ 122587 h 123825"/>
                <a:gd name="connsiteX8" fmla="*/ 7144 w 57150"/>
                <a:gd name="connsiteY8" fmla="*/ 121158 h 123825"/>
                <a:gd name="connsiteX9" fmla="*/ 27908 w 57150"/>
                <a:gd name="connsiteY9" fmla="*/ 50768 h 123825"/>
                <a:gd name="connsiteX10" fmla="*/ 27908 w 57150"/>
                <a:gd name="connsiteY10" fmla="*/ 51435 h 123825"/>
                <a:gd name="connsiteX11" fmla="*/ 21431 w 57150"/>
                <a:gd name="connsiteY11" fmla="*/ 30099 h 123825"/>
                <a:gd name="connsiteX12" fmla="*/ 15050 w 57150"/>
                <a:gd name="connsiteY12" fmla="*/ 8668 h 123825"/>
                <a:gd name="connsiteX13" fmla="*/ 15050 w 57150"/>
                <a:gd name="connsiteY13" fmla="*/ 7144 h 123825"/>
                <a:gd name="connsiteX14" fmla="*/ 26384 w 57150"/>
                <a:gd name="connsiteY14" fmla="*/ 7144 h 123825"/>
                <a:gd name="connsiteX15" fmla="*/ 26384 w 57150"/>
                <a:gd name="connsiteY15" fmla="*/ 8001 h 123825"/>
                <a:gd name="connsiteX16" fmla="*/ 35052 w 57150"/>
                <a:gd name="connsiteY16" fmla="*/ 39624 h 123825"/>
                <a:gd name="connsiteX17" fmla="*/ 33147 w 57150"/>
                <a:gd name="connsiteY17" fmla="*/ 39624 h 123825"/>
                <a:gd name="connsiteX18" fmla="*/ 41243 w 57150"/>
                <a:gd name="connsiteY18" fmla="*/ 8096 h 123825"/>
                <a:gd name="connsiteX19" fmla="*/ 41243 w 57150"/>
                <a:gd name="connsiteY19" fmla="*/ 7334 h 123825"/>
                <a:gd name="connsiteX20" fmla="*/ 52197 w 57150"/>
                <a:gd name="connsiteY20" fmla="*/ 7334 h 123825"/>
                <a:gd name="connsiteX21" fmla="*/ 52197 w 57150"/>
                <a:gd name="connsiteY21" fmla="*/ 8572 h 123825"/>
                <a:gd name="connsiteX22" fmla="*/ 39910 w 57150"/>
                <a:gd name="connsiteY22" fmla="*/ 49054 h 123825"/>
                <a:gd name="connsiteX23" fmla="*/ 39910 w 57150"/>
                <a:gd name="connsiteY23" fmla="*/ 49054 h 123825"/>
                <a:gd name="connsiteX24" fmla="*/ 49435 w 57150"/>
                <a:gd name="connsiteY24" fmla="*/ 85439 h 123825"/>
                <a:gd name="connsiteX25" fmla="*/ 59150 w 57150"/>
                <a:gd name="connsiteY25" fmla="*/ 121920 h 123825"/>
                <a:gd name="connsiteX26" fmla="*/ 48578 w 57150"/>
                <a:gd name="connsiteY26" fmla="*/ 85725 h 123825"/>
                <a:gd name="connsiteX27" fmla="*/ 38100 w 57150"/>
                <a:gd name="connsiteY27" fmla="*/ 49530 h 123825"/>
                <a:gd name="connsiteX28" fmla="*/ 38100 w 57150"/>
                <a:gd name="connsiteY28" fmla="*/ 49530 h 123825"/>
                <a:gd name="connsiteX29" fmla="*/ 49911 w 57150"/>
                <a:gd name="connsiteY29" fmla="*/ 8954 h 123825"/>
                <a:gd name="connsiteX30" fmla="*/ 50864 w 57150"/>
                <a:gd name="connsiteY30" fmla="*/ 10192 h 123825"/>
                <a:gd name="connsiteX31" fmla="*/ 42005 w 57150"/>
                <a:gd name="connsiteY31" fmla="*/ 10192 h 123825"/>
                <a:gd name="connsiteX32" fmla="*/ 42958 w 57150"/>
                <a:gd name="connsiteY32" fmla="*/ 9430 h 123825"/>
                <a:gd name="connsiteX33" fmla="*/ 35147 w 57150"/>
                <a:gd name="connsiteY33" fmla="*/ 41053 h 123825"/>
                <a:gd name="connsiteX34" fmla="*/ 34100 w 57150"/>
                <a:gd name="connsiteY34" fmla="*/ 45053 h 123825"/>
                <a:gd name="connsiteX35" fmla="*/ 33147 w 57150"/>
                <a:gd name="connsiteY35" fmla="*/ 40672 h 123825"/>
                <a:gd name="connsiteX36" fmla="*/ 24479 w 57150"/>
                <a:gd name="connsiteY36" fmla="*/ 9144 h 123825"/>
                <a:gd name="connsiteX37" fmla="*/ 25622 w 57150"/>
                <a:gd name="connsiteY37" fmla="*/ 10001 h 123825"/>
                <a:gd name="connsiteX38" fmla="*/ 16764 w 57150"/>
                <a:gd name="connsiteY38" fmla="*/ 10001 h 123825"/>
                <a:gd name="connsiteX39" fmla="*/ 17907 w 57150"/>
                <a:gd name="connsiteY39" fmla="*/ 8477 h 123825"/>
                <a:gd name="connsiteX40" fmla="*/ 24384 w 57150"/>
                <a:gd name="connsiteY40" fmla="*/ 29813 h 123825"/>
                <a:gd name="connsiteX41" fmla="*/ 30766 w 57150"/>
                <a:gd name="connsiteY41" fmla="*/ 51244 h 123825"/>
                <a:gd name="connsiteX42" fmla="*/ 30766 w 57150"/>
                <a:gd name="connsiteY42" fmla="*/ 51244 h 123825"/>
                <a:gd name="connsiteX43" fmla="*/ 30766 w 57150"/>
                <a:gd name="connsiteY43" fmla="*/ 51244 h 123825"/>
                <a:gd name="connsiteX44" fmla="*/ 9716 w 57150"/>
                <a:gd name="connsiteY44" fmla="*/ 121539 h 123825"/>
                <a:gd name="connsiteX45" fmla="*/ 8668 w 57150"/>
                <a:gd name="connsiteY45" fmla="*/ 120206 h 123825"/>
                <a:gd name="connsiteX46" fmla="*/ 18193 w 57150"/>
                <a:gd name="connsiteY46" fmla="*/ 120206 h 123825"/>
                <a:gd name="connsiteX47" fmla="*/ 17145 w 57150"/>
                <a:gd name="connsiteY47" fmla="*/ 120968 h 123825"/>
                <a:gd name="connsiteX48" fmla="*/ 34290 w 57150"/>
                <a:gd name="connsiteY48" fmla="*/ 60198 h 123825"/>
                <a:gd name="connsiteX49" fmla="*/ 34957 w 57150"/>
                <a:gd name="connsiteY49" fmla="*/ 57721 h 123825"/>
                <a:gd name="connsiteX50" fmla="*/ 35624 w 57150"/>
                <a:gd name="connsiteY50" fmla="*/ 60198 h 123825"/>
                <a:gd name="connsiteX51" fmla="*/ 42672 w 57150"/>
                <a:gd name="connsiteY51" fmla="*/ 91250 h 123825"/>
                <a:gd name="connsiteX52" fmla="*/ 50292 w 57150"/>
                <a:gd name="connsiteY52" fmla="*/ 121825 h 123825"/>
                <a:gd name="connsiteX53" fmla="*/ 59055 w 57150"/>
                <a:gd name="connsiteY53" fmla="*/ 12182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7150" h="123825">
                  <a:moveTo>
                    <a:pt x="59150" y="121920"/>
                  </a:moveTo>
                  <a:lnTo>
                    <a:pt x="50197" y="121920"/>
                  </a:lnTo>
                  <a:lnTo>
                    <a:pt x="41910" y="91250"/>
                  </a:lnTo>
                  <a:lnTo>
                    <a:pt x="33719" y="60865"/>
                  </a:lnTo>
                  <a:lnTo>
                    <a:pt x="35052" y="60865"/>
                  </a:lnTo>
                  <a:lnTo>
                    <a:pt x="18574" y="121825"/>
                  </a:lnTo>
                  <a:lnTo>
                    <a:pt x="18574" y="122587"/>
                  </a:lnTo>
                  <a:lnTo>
                    <a:pt x="7144" y="122587"/>
                  </a:lnTo>
                  <a:lnTo>
                    <a:pt x="7144" y="121158"/>
                  </a:lnTo>
                  <a:lnTo>
                    <a:pt x="27908" y="50768"/>
                  </a:lnTo>
                  <a:lnTo>
                    <a:pt x="27908" y="51435"/>
                  </a:lnTo>
                  <a:lnTo>
                    <a:pt x="21431" y="30099"/>
                  </a:lnTo>
                  <a:lnTo>
                    <a:pt x="15050" y="8668"/>
                  </a:lnTo>
                  <a:lnTo>
                    <a:pt x="15050" y="7144"/>
                  </a:lnTo>
                  <a:lnTo>
                    <a:pt x="26384" y="7144"/>
                  </a:lnTo>
                  <a:lnTo>
                    <a:pt x="26384" y="8001"/>
                  </a:lnTo>
                  <a:lnTo>
                    <a:pt x="35052" y="39624"/>
                  </a:lnTo>
                  <a:lnTo>
                    <a:pt x="33147" y="39624"/>
                  </a:lnTo>
                  <a:lnTo>
                    <a:pt x="41243" y="8096"/>
                  </a:lnTo>
                  <a:lnTo>
                    <a:pt x="41243" y="7334"/>
                  </a:lnTo>
                  <a:lnTo>
                    <a:pt x="52197" y="7334"/>
                  </a:lnTo>
                  <a:lnTo>
                    <a:pt x="52197" y="8572"/>
                  </a:lnTo>
                  <a:lnTo>
                    <a:pt x="39910" y="49054"/>
                  </a:lnTo>
                  <a:lnTo>
                    <a:pt x="39910" y="49054"/>
                  </a:lnTo>
                  <a:lnTo>
                    <a:pt x="49435" y="85439"/>
                  </a:lnTo>
                  <a:close/>
                  <a:moveTo>
                    <a:pt x="59150" y="121920"/>
                  </a:moveTo>
                  <a:lnTo>
                    <a:pt x="48578" y="85725"/>
                  </a:lnTo>
                  <a:lnTo>
                    <a:pt x="38100" y="49530"/>
                  </a:lnTo>
                  <a:lnTo>
                    <a:pt x="38100" y="49530"/>
                  </a:lnTo>
                  <a:lnTo>
                    <a:pt x="49911" y="8954"/>
                  </a:lnTo>
                  <a:lnTo>
                    <a:pt x="50864" y="10192"/>
                  </a:lnTo>
                  <a:lnTo>
                    <a:pt x="42005" y="10192"/>
                  </a:lnTo>
                  <a:lnTo>
                    <a:pt x="42958" y="9430"/>
                  </a:lnTo>
                  <a:lnTo>
                    <a:pt x="35147" y="41053"/>
                  </a:lnTo>
                  <a:lnTo>
                    <a:pt x="34100" y="45053"/>
                  </a:lnTo>
                  <a:lnTo>
                    <a:pt x="33147" y="40672"/>
                  </a:lnTo>
                  <a:lnTo>
                    <a:pt x="24479" y="9144"/>
                  </a:lnTo>
                  <a:lnTo>
                    <a:pt x="25622" y="10001"/>
                  </a:lnTo>
                  <a:lnTo>
                    <a:pt x="16764" y="10001"/>
                  </a:lnTo>
                  <a:lnTo>
                    <a:pt x="17907" y="8477"/>
                  </a:lnTo>
                  <a:lnTo>
                    <a:pt x="24384" y="29813"/>
                  </a:lnTo>
                  <a:lnTo>
                    <a:pt x="30766" y="51244"/>
                  </a:lnTo>
                  <a:lnTo>
                    <a:pt x="30766" y="51244"/>
                  </a:lnTo>
                  <a:lnTo>
                    <a:pt x="30766" y="51244"/>
                  </a:lnTo>
                  <a:lnTo>
                    <a:pt x="9716" y="121539"/>
                  </a:lnTo>
                  <a:lnTo>
                    <a:pt x="8668" y="120206"/>
                  </a:lnTo>
                  <a:lnTo>
                    <a:pt x="18193" y="120206"/>
                  </a:lnTo>
                  <a:lnTo>
                    <a:pt x="17145" y="120968"/>
                  </a:lnTo>
                  <a:lnTo>
                    <a:pt x="34290" y="60198"/>
                  </a:lnTo>
                  <a:lnTo>
                    <a:pt x="34957" y="57721"/>
                  </a:lnTo>
                  <a:lnTo>
                    <a:pt x="35624" y="60198"/>
                  </a:lnTo>
                  <a:lnTo>
                    <a:pt x="42672" y="91250"/>
                  </a:lnTo>
                  <a:lnTo>
                    <a:pt x="50292" y="121825"/>
                  </a:lnTo>
                  <a:lnTo>
                    <a:pt x="59055" y="121825"/>
                  </a:lnTo>
                  <a:close/>
                </a:path>
              </a:pathLst>
            </a:custGeom>
            <a:solidFill>
              <a:srgbClr val="FFFFFF"/>
            </a:solidFill>
            <a:ln w="9525" cap="flat">
              <a:noFill/>
              <a:prstDash val="solid"/>
              <a:miter/>
            </a:ln>
          </p:spPr>
          <p:txBody>
            <a:bodyPr rtlCol="0" anchor="ctr"/>
            <a:lstStyle/>
            <a:p>
              <a:endParaRPr lang="en-US"/>
            </a:p>
          </p:txBody>
        </p:sp>
        <p:grpSp>
          <p:nvGrpSpPr>
            <p:cNvPr id="151" name="Group 150">
              <a:extLst>
                <a:ext uri="{FF2B5EF4-FFF2-40B4-BE49-F238E27FC236}">
                  <a16:creationId xmlns:a16="http://schemas.microsoft.com/office/drawing/2014/main" id="{14BB88F4-62FF-4DEA-B1CB-2868B8ACD466}"/>
                </a:ext>
              </a:extLst>
            </p:cNvPr>
            <p:cNvGrpSpPr/>
            <p:nvPr/>
          </p:nvGrpSpPr>
          <p:grpSpPr>
            <a:xfrm>
              <a:off x="11358990" y="670489"/>
              <a:ext cx="603495" cy="91337"/>
              <a:chOff x="6704534" y="4252264"/>
              <a:chExt cx="1397944" cy="211573"/>
            </a:xfrm>
            <a:solidFill>
              <a:schemeClr val="bg1"/>
            </a:solidFill>
          </p:grpSpPr>
          <p:sp>
            <p:nvSpPr>
              <p:cNvPr id="136" name="Freeform: Shape 135">
                <a:extLst>
                  <a:ext uri="{FF2B5EF4-FFF2-40B4-BE49-F238E27FC236}">
                    <a16:creationId xmlns:a16="http://schemas.microsoft.com/office/drawing/2014/main" id="{0A112D70-9F46-48B8-9568-614582DD384B}"/>
                  </a:ext>
                </a:extLst>
              </p:cNvPr>
              <p:cNvSpPr/>
              <p:nvPr/>
            </p:nvSpPr>
            <p:spPr>
              <a:xfrm>
                <a:off x="6704534" y="4252576"/>
                <a:ext cx="125526" cy="167368"/>
              </a:xfrm>
              <a:custGeom>
                <a:avLst/>
                <a:gdLst>
                  <a:gd name="connsiteX0" fmla="*/ 17526 w 28575"/>
                  <a:gd name="connsiteY0" fmla="*/ 7144 h 38100"/>
                  <a:gd name="connsiteX1" fmla="*/ 28956 w 28575"/>
                  <a:gd name="connsiteY1" fmla="*/ 15812 h 38100"/>
                  <a:gd name="connsiteX2" fmla="*/ 19525 w 28575"/>
                  <a:gd name="connsiteY2" fmla="*/ 25430 h 38100"/>
                  <a:gd name="connsiteX3" fmla="*/ 18098 w 28575"/>
                  <a:gd name="connsiteY3" fmla="*/ 25337 h 38100"/>
                  <a:gd name="connsiteX4" fmla="*/ 10192 w 28575"/>
                  <a:gd name="connsiteY4" fmla="*/ 25337 h 38100"/>
                  <a:gd name="connsiteX5" fmla="*/ 10192 w 28575"/>
                  <a:gd name="connsiteY5" fmla="*/ 40291 h 38100"/>
                  <a:gd name="connsiteX6" fmla="*/ 7144 w 28575"/>
                  <a:gd name="connsiteY6" fmla="*/ 40291 h 38100"/>
                  <a:gd name="connsiteX7" fmla="*/ 7144 w 28575"/>
                  <a:gd name="connsiteY7" fmla="*/ 7144 h 38100"/>
                  <a:gd name="connsiteX8" fmla="*/ 10192 w 28575"/>
                  <a:gd name="connsiteY8" fmla="*/ 10097 h 38100"/>
                  <a:gd name="connsiteX9" fmla="*/ 10192 w 28575"/>
                  <a:gd name="connsiteY9" fmla="*/ 22384 h 38100"/>
                  <a:gd name="connsiteX10" fmla="*/ 17717 w 28575"/>
                  <a:gd name="connsiteY10" fmla="*/ 22384 h 38100"/>
                  <a:gd name="connsiteX11" fmla="*/ 25193 w 28575"/>
                  <a:gd name="connsiteY11" fmla="*/ 16638 h 38100"/>
                  <a:gd name="connsiteX12" fmla="*/ 25241 w 28575"/>
                  <a:gd name="connsiteY12" fmla="*/ 16097 h 38100"/>
                  <a:gd name="connsiteX13" fmla="*/ 17431 w 28575"/>
                  <a:gd name="connsiteY13" fmla="*/ 1009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38100">
                    <a:moveTo>
                      <a:pt x="17526" y="7144"/>
                    </a:moveTo>
                    <a:cubicBezTo>
                      <a:pt x="22289" y="7144"/>
                      <a:pt x="28956" y="8477"/>
                      <a:pt x="28956" y="15812"/>
                    </a:cubicBezTo>
                    <a:cubicBezTo>
                      <a:pt x="29008" y="21072"/>
                      <a:pt x="24786" y="25378"/>
                      <a:pt x="19525" y="25430"/>
                    </a:cubicBezTo>
                    <a:cubicBezTo>
                      <a:pt x="19048" y="25435"/>
                      <a:pt x="18570" y="25403"/>
                      <a:pt x="18098" y="25337"/>
                    </a:cubicBezTo>
                    <a:lnTo>
                      <a:pt x="10192" y="25337"/>
                    </a:lnTo>
                    <a:lnTo>
                      <a:pt x="10192" y="40291"/>
                    </a:lnTo>
                    <a:lnTo>
                      <a:pt x="7144" y="40291"/>
                    </a:lnTo>
                    <a:lnTo>
                      <a:pt x="7144" y="7144"/>
                    </a:lnTo>
                    <a:close/>
                    <a:moveTo>
                      <a:pt x="10192" y="10097"/>
                    </a:moveTo>
                    <a:lnTo>
                      <a:pt x="10192" y="22384"/>
                    </a:lnTo>
                    <a:lnTo>
                      <a:pt x="17717" y="22384"/>
                    </a:lnTo>
                    <a:cubicBezTo>
                      <a:pt x="21368" y="22862"/>
                      <a:pt x="24715" y="20289"/>
                      <a:pt x="25193" y="16638"/>
                    </a:cubicBezTo>
                    <a:cubicBezTo>
                      <a:pt x="25216" y="16458"/>
                      <a:pt x="25232" y="16278"/>
                      <a:pt x="25241" y="16097"/>
                    </a:cubicBezTo>
                    <a:cubicBezTo>
                      <a:pt x="25241" y="10954"/>
                      <a:pt x="20288" y="10097"/>
                      <a:pt x="17431" y="10097"/>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531FBDB-A4DD-4AF4-B452-003ECCA61C01}"/>
                  </a:ext>
                </a:extLst>
              </p:cNvPr>
              <p:cNvSpPr/>
              <p:nvPr/>
            </p:nvSpPr>
            <p:spPr>
              <a:xfrm>
                <a:off x="6799099" y="4297278"/>
                <a:ext cx="125526" cy="125526"/>
              </a:xfrm>
              <a:custGeom>
                <a:avLst/>
                <a:gdLst>
                  <a:gd name="connsiteX0" fmla="*/ 25241 w 28575"/>
                  <a:gd name="connsiteY0" fmla="*/ 26210 h 28575"/>
                  <a:gd name="connsiteX1" fmla="*/ 26765 w 28575"/>
                  <a:gd name="connsiteY1" fmla="*/ 27924 h 28575"/>
                  <a:gd name="connsiteX2" fmla="*/ 28194 w 28575"/>
                  <a:gd name="connsiteY2" fmla="*/ 27924 h 28575"/>
                  <a:gd name="connsiteX3" fmla="*/ 28194 w 28575"/>
                  <a:gd name="connsiteY3" fmla="*/ 30305 h 28575"/>
                  <a:gd name="connsiteX4" fmla="*/ 25527 w 28575"/>
                  <a:gd name="connsiteY4" fmla="*/ 30305 h 28575"/>
                  <a:gd name="connsiteX5" fmla="*/ 22193 w 28575"/>
                  <a:gd name="connsiteY5" fmla="*/ 26114 h 28575"/>
                  <a:gd name="connsiteX6" fmla="*/ 22193 w 28575"/>
                  <a:gd name="connsiteY6" fmla="*/ 26114 h 28575"/>
                  <a:gd name="connsiteX7" fmla="*/ 14954 w 28575"/>
                  <a:gd name="connsiteY7" fmla="*/ 30591 h 28575"/>
                  <a:gd name="connsiteX8" fmla="*/ 7153 w 28575"/>
                  <a:gd name="connsiteY8" fmla="*/ 23961 h 28575"/>
                  <a:gd name="connsiteX9" fmla="*/ 7144 w 28575"/>
                  <a:gd name="connsiteY9" fmla="*/ 23828 h 28575"/>
                  <a:gd name="connsiteX10" fmla="*/ 20288 w 28575"/>
                  <a:gd name="connsiteY10" fmla="*/ 16208 h 28575"/>
                  <a:gd name="connsiteX11" fmla="*/ 22288 w 28575"/>
                  <a:gd name="connsiteY11" fmla="*/ 16208 h 28575"/>
                  <a:gd name="connsiteX12" fmla="*/ 16978 w 28575"/>
                  <a:gd name="connsiteY12" fmla="*/ 9938 h 28575"/>
                  <a:gd name="connsiteX13" fmla="*/ 16288 w 28575"/>
                  <a:gd name="connsiteY13" fmla="*/ 9922 h 28575"/>
                  <a:gd name="connsiteX14" fmla="*/ 9049 w 28575"/>
                  <a:gd name="connsiteY14" fmla="*/ 13065 h 28575"/>
                  <a:gd name="connsiteX15" fmla="*/ 9049 w 28575"/>
                  <a:gd name="connsiteY15" fmla="*/ 9636 h 28575"/>
                  <a:gd name="connsiteX16" fmla="*/ 16859 w 28575"/>
                  <a:gd name="connsiteY16" fmla="*/ 7160 h 28575"/>
                  <a:gd name="connsiteX17" fmla="*/ 25343 w 28575"/>
                  <a:gd name="connsiteY17" fmla="*/ 14647 h 28575"/>
                  <a:gd name="connsiteX18" fmla="*/ 25336 w 28575"/>
                  <a:gd name="connsiteY18" fmla="*/ 15732 h 28575"/>
                  <a:gd name="connsiteX19" fmla="*/ 22193 w 28575"/>
                  <a:gd name="connsiteY19" fmla="*/ 18590 h 28575"/>
                  <a:gd name="connsiteX20" fmla="*/ 20764 w 28575"/>
                  <a:gd name="connsiteY20" fmla="*/ 18590 h 28575"/>
                  <a:gd name="connsiteX21" fmla="*/ 10382 w 28575"/>
                  <a:gd name="connsiteY21" fmla="*/ 23828 h 28575"/>
                  <a:gd name="connsiteX22" fmla="*/ 15007 w 28575"/>
                  <a:gd name="connsiteY22" fmla="*/ 27747 h 28575"/>
                  <a:gd name="connsiteX23" fmla="*/ 15145 w 28575"/>
                  <a:gd name="connsiteY23" fmla="*/ 27734 h 28575"/>
                  <a:gd name="connsiteX24" fmla="*/ 22193 w 28575"/>
                  <a:gd name="connsiteY24" fmla="*/ 19733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575" h="28575">
                    <a:moveTo>
                      <a:pt x="25241" y="26210"/>
                    </a:moveTo>
                    <a:cubicBezTo>
                      <a:pt x="25241" y="26972"/>
                      <a:pt x="25241" y="27924"/>
                      <a:pt x="26765" y="27924"/>
                    </a:cubicBezTo>
                    <a:cubicBezTo>
                      <a:pt x="27236" y="28022"/>
                      <a:pt x="27723" y="28022"/>
                      <a:pt x="28194" y="27924"/>
                    </a:cubicBezTo>
                    <a:lnTo>
                      <a:pt x="28194" y="30305"/>
                    </a:lnTo>
                    <a:cubicBezTo>
                      <a:pt x="27310" y="30443"/>
                      <a:pt x="26411" y="30443"/>
                      <a:pt x="25527" y="30305"/>
                    </a:cubicBezTo>
                    <a:cubicBezTo>
                      <a:pt x="22479" y="30305"/>
                      <a:pt x="22193" y="28781"/>
                      <a:pt x="22193" y="26114"/>
                    </a:cubicBezTo>
                    <a:lnTo>
                      <a:pt x="22193" y="26114"/>
                    </a:lnTo>
                    <a:cubicBezTo>
                      <a:pt x="20858" y="28889"/>
                      <a:pt x="18033" y="30636"/>
                      <a:pt x="14954" y="30591"/>
                    </a:cubicBezTo>
                    <a:cubicBezTo>
                      <a:pt x="10969" y="30914"/>
                      <a:pt x="7477" y="27946"/>
                      <a:pt x="7153" y="23961"/>
                    </a:cubicBezTo>
                    <a:cubicBezTo>
                      <a:pt x="7150" y="23917"/>
                      <a:pt x="7147" y="23873"/>
                      <a:pt x="7144" y="23828"/>
                    </a:cubicBezTo>
                    <a:cubicBezTo>
                      <a:pt x="7144" y="18304"/>
                      <a:pt x="13049" y="17066"/>
                      <a:pt x="20288" y="16208"/>
                    </a:cubicBezTo>
                    <a:lnTo>
                      <a:pt x="22288" y="16208"/>
                    </a:lnTo>
                    <a:cubicBezTo>
                      <a:pt x="22554" y="13010"/>
                      <a:pt x="20176" y="10203"/>
                      <a:pt x="16978" y="9938"/>
                    </a:cubicBezTo>
                    <a:cubicBezTo>
                      <a:pt x="16749" y="9919"/>
                      <a:pt x="16518" y="9913"/>
                      <a:pt x="16288" y="9922"/>
                    </a:cubicBezTo>
                    <a:cubicBezTo>
                      <a:pt x="13598" y="10159"/>
                      <a:pt x="11058" y="11262"/>
                      <a:pt x="9049" y="13065"/>
                    </a:cubicBezTo>
                    <a:lnTo>
                      <a:pt x="9049" y="9636"/>
                    </a:lnTo>
                    <a:cubicBezTo>
                      <a:pt x="11362" y="8081"/>
                      <a:pt x="14072" y="7221"/>
                      <a:pt x="16859" y="7160"/>
                    </a:cubicBezTo>
                    <a:cubicBezTo>
                      <a:pt x="21269" y="6885"/>
                      <a:pt x="25068" y="10237"/>
                      <a:pt x="25343" y="14647"/>
                    </a:cubicBezTo>
                    <a:cubicBezTo>
                      <a:pt x="25365" y="15009"/>
                      <a:pt x="25363" y="15371"/>
                      <a:pt x="25336" y="15732"/>
                    </a:cubicBezTo>
                    <a:close/>
                    <a:moveTo>
                      <a:pt x="22193" y="18590"/>
                    </a:moveTo>
                    <a:lnTo>
                      <a:pt x="20764" y="18590"/>
                    </a:lnTo>
                    <a:cubicBezTo>
                      <a:pt x="14764" y="19256"/>
                      <a:pt x="10382" y="20209"/>
                      <a:pt x="10382" y="23828"/>
                    </a:cubicBezTo>
                    <a:cubicBezTo>
                      <a:pt x="10577" y="26187"/>
                      <a:pt x="12648" y="27942"/>
                      <a:pt x="15007" y="27747"/>
                    </a:cubicBezTo>
                    <a:cubicBezTo>
                      <a:pt x="15053" y="27743"/>
                      <a:pt x="15099" y="27739"/>
                      <a:pt x="15145" y="27734"/>
                    </a:cubicBezTo>
                    <a:cubicBezTo>
                      <a:pt x="19280" y="27428"/>
                      <a:pt x="22412" y="23873"/>
                      <a:pt x="22193" y="19733"/>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18A472D5-0730-424F-8CE6-5BF6905E3ACE}"/>
                  </a:ext>
                </a:extLst>
              </p:cNvPr>
              <p:cNvSpPr/>
              <p:nvPr/>
            </p:nvSpPr>
            <p:spPr>
              <a:xfrm>
                <a:off x="6894077" y="4269730"/>
                <a:ext cx="83684" cy="167368"/>
              </a:xfrm>
              <a:custGeom>
                <a:avLst/>
                <a:gdLst>
                  <a:gd name="connsiteX0" fmla="*/ 14097 w 19050"/>
                  <a:gd name="connsiteY0" fmla="*/ 7144 h 38100"/>
                  <a:gd name="connsiteX1" fmla="*/ 14097 w 19050"/>
                  <a:gd name="connsiteY1" fmla="*/ 13716 h 38100"/>
                  <a:gd name="connsiteX2" fmla="*/ 20003 w 19050"/>
                  <a:gd name="connsiteY2" fmla="*/ 13716 h 38100"/>
                  <a:gd name="connsiteX3" fmla="*/ 20003 w 19050"/>
                  <a:gd name="connsiteY3" fmla="*/ 16478 h 38100"/>
                  <a:gd name="connsiteX4" fmla="*/ 14097 w 19050"/>
                  <a:gd name="connsiteY4" fmla="*/ 16478 h 38100"/>
                  <a:gd name="connsiteX5" fmla="*/ 14097 w 19050"/>
                  <a:gd name="connsiteY5" fmla="*/ 30861 h 38100"/>
                  <a:gd name="connsiteX6" fmla="*/ 16955 w 19050"/>
                  <a:gd name="connsiteY6" fmla="*/ 34195 h 38100"/>
                  <a:gd name="connsiteX7" fmla="*/ 20003 w 19050"/>
                  <a:gd name="connsiteY7" fmla="*/ 33433 h 38100"/>
                  <a:gd name="connsiteX8" fmla="*/ 20003 w 19050"/>
                  <a:gd name="connsiteY8" fmla="*/ 36195 h 38100"/>
                  <a:gd name="connsiteX9" fmla="*/ 16478 w 19050"/>
                  <a:gd name="connsiteY9" fmla="*/ 36766 h 38100"/>
                  <a:gd name="connsiteX10" fmla="*/ 10954 w 19050"/>
                  <a:gd name="connsiteY10" fmla="*/ 31813 h 38100"/>
                  <a:gd name="connsiteX11" fmla="*/ 10954 w 19050"/>
                  <a:gd name="connsiteY11" fmla="*/ 16478 h 38100"/>
                  <a:gd name="connsiteX12" fmla="*/ 7144 w 19050"/>
                  <a:gd name="connsiteY12" fmla="*/ 16478 h 38100"/>
                  <a:gd name="connsiteX13" fmla="*/ 7144 w 19050"/>
                  <a:gd name="connsiteY13" fmla="*/ 13716 h 38100"/>
                  <a:gd name="connsiteX14" fmla="*/ 10954 w 19050"/>
                  <a:gd name="connsiteY14" fmla="*/ 13716 h 38100"/>
                  <a:gd name="connsiteX15" fmla="*/ 10954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03" y="13716"/>
                    </a:lnTo>
                    <a:lnTo>
                      <a:pt x="20003" y="16478"/>
                    </a:lnTo>
                    <a:lnTo>
                      <a:pt x="14097" y="16478"/>
                    </a:lnTo>
                    <a:lnTo>
                      <a:pt x="14097" y="30861"/>
                    </a:lnTo>
                    <a:cubicBezTo>
                      <a:pt x="14097" y="33052"/>
                      <a:pt x="14764" y="34195"/>
                      <a:pt x="16955" y="34195"/>
                    </a:cubicBezTo>
                    <a:cubicBezTo>
                      <a:pt x="18015" y="34173"/>
                      <a:pt x="19057" y="33913"/>
                      <a:pt x="20003" y="33433"/>
                    </a:cubicBezTo>
                    <a:lnTo>
                      <a:pt x="20003" y="36195"/>
                    </a:lnTo>
                    <a:cubicBezTo>
                      <a:pt x="18858" y="36541"/>
                      <a:pt x="17673" y="36734"/>
                      <a:pt x="16478" y="36766"/>
                    </a:cubicBezTo>
                    <a:cubicBezTo>
                      <a:pt x="13335" y="36766"/>
                      <a:pt x="10954" y="35338"/>
                      <a:pt x="10954" y="31813"/>
                    </a:cubicBezTo>
                    <a:lnTo>
                      <a:pt x="10954" y="16478"/>
                    </a:lnTo>
                    <a:lnTo>
                      <a:pt x="7144" y="16478"/>
                    </a:lnTo>
                    <a:lnTo>
                      <a:pt x="7144" y="13716"/>
                    </a:lnTo>
                    <a:lnTo>
                      <a:pt x="10954" y="13716"/>
                    </a:lnTo>
                    <a:lnTo>
                      <a:pt x="10954" y="7144"/>
                    </a:ln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AA347975-1620-475C-A714-B00941ED1E9F}"/>
                  </a:ext>
                </a:extLst>
              </p:cNvPr>
              <p:cNvSpPr/>
              <p:nvPr/>
            </p:nvSpPr>
            <p:spPr>
              <a:xfrm>
                <a:off x="6964793" y="4255084"/>
                <a:ext cx="41842" cy="167368"/>
              </a:xfrm>
              <a:custGeom>
                <a:avLst/>
                <a:gdLst>
                  <a:gd name="connsiteX0" fmla="*/ 10668 w 9525"/>
                  <a:gd name="connsiteY0" fmla="*/ 9906 h 38100"/>
                  <a:gd name="connsiteX1" fmla="*/ 8858 w 9525"/>
                  <a:gd name="connsiteY1" fmla="*/ 12668 h 38100"/>
                  <a:gd name="connsiteX2" fmla="*/ 7144 w 9525"/>
                  <a:gd name="connsiteY2" fmla="*/ 10001 h 38100"/>
                  <a:gd name="connsiteX3" fmla="*/ 8858 w 9525"/>
                  <a:gd name="connsiteY3" fmla="*/ 7144 h 38100"/>
                  <a:gd name="connsiteX4" fmla="*/ 10668 w 9525"/>
                  <a:gd name="connsiteY4" fmla="*/ 9906 h 38100"/>
                  <a:gd name="connsiteX5" fmla="*/ 10668 w 9525"/>
                  <a:gd name="connsiteY5" fmla="*/ 17145 h 38100"/>
                  <a:gd name="connsiteX6" fmla="*/ 10668 w 9525"/>
                  <a:gd name="connsiteY6" fmla="*/ 39719 h 38100"/>
                  <a:gd name="connsiteX7" fmla="*/ 7620 w 9525"/>
                  <a:gd name="connsiteY7" fmla="*/ 39719 h 38100"/>
                  <a:gd name="connsiteX8" fmla="*/ 7620 w 9525"/>
                  <a:gd name="connsiteY8" fmla="*/ 1714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38100">
                    <a:moveTo>
                      <a:pt x="10668" y="9906"/>
                    </a:moveTo>
                    <a:cubicBezTo>
                      <a:pt x="10668" y="11049"/>
                      <a:pt x="10192" y="12668"/>
                      <a:pt x="8858" y="12668"/>
                    </a:cubicBezTo>
                    <a:cubicBezTo>
                      <a:pt x="7525" y="12668"/>
                      <a:pt x="7144" y="10954"/>
                      <a:pt x="7144" y="10001"/>
                    </a:cubicBezTo>
                    <a:cubicBezTo>
                      <a:pt x="7144" y="9049"/>
                      <a:pt x="7144" y="7144"/>
                      <a:pt x="8858" y="7144"/>
                    </a:cubicBezTo>
                    <a:cubicBezTo>
                      <a:pt x="10573" y="7144"/>
                      <a:pt x="10668" y="8572"/>
                      <a:pt x="10668" y="9906"/>
                    </a:cubicBezTo>
                    <a:close/>
                    <a:moveTo>
                      <a:pt x="10668" y="17145"/>
                    </a:moveTo>
                    <a:lnTo>
                      <a:pt x="10668" y="39719"/>
                    </a:lnTo>
                    <a:lnTo>
                      <a:pt x="7620" y="39719"/>
                    </a:lnTo>
                    <a:lnTo>
                      <a:pt x="7620" y="17145"/>
                    </a:ln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9E692673-3BB6-4876-9D65-598C62C68195}"/>
                  </a:ext>
                </a:extLst>
              </p:cNvPr>
              <p:cNvSpPr/>
              <p:nvPr/>
            </p:nvSpPr>
            <p:spPr>
              <a:xfrm>
                <a:off x="6997340" y="4296509"/>
                <a:ext cx="125526" cy="125526"/>
              </a:xfrm>
              <a:custGeom>
                <a:avLst/>
                <a:gdLst>
                  <a:gd name="connsiteX0" fmla="*/ 10117 w 28575"/>
                  <a:gd name="connsiteY0" fmla="*/ 18098 h 28575"/>
                  <a:gd name="connsiteX1" fmla="*/ 18308 w 28575"/>
                  <a:gd name="connsiteY1" fmla="*/ 28099 h 28575"/>
                  <a:gd name="connsiteX2" fmla="*/ 26976 w 28575"/>
                  <a:gd name="connsiteY2" fmla="*/ 23527 h 28575"/>
                  <a:gd name="connsiteX3" fmla="*/ 26976 w 28575"/>
                  <a:gd name="connsiteY3" fmla="*/ 27242 h 28575"/>
                  <a:gd name="connsiteX4" fmla="*/ 18118 w 28575"/>
                  <a:gd name="connsiteY4" fmla="*/ 30861 h 28575"/>
                  <a:gd name="connsiteX5" fmla="*/ 7153 w 28575"/>
                  <a:gd name="connsiteY5" fmla="*/ 19354 h 28575"/>
                  <a:gd name="connsiteX6" fmla="*/ 7164 w 28575"/>
                  <a:gd name="connsiteY6" fmla="*/ 19050 h 28575"/>
                  <a:gd name="connsiteX7" fmla="*/ 17714 w 28575"/>
                  <a:gd name="connsiteY7" fmla="*/ 7161 h 28575"/>
                  <a:gd name="connsiteX8" fmla="*/ 18118 w 28575"/>
                  <a:gd name="connsiteY8" fmla="*/ 7144 h 28575"/>
                  <a:gd name="connsiteX9" fmla="*/ 25833 w 28575"/>
                  <a:gd name="connsiteY9" fmla="*/ 11335 h 28575"/>
                  <a:gd name="connsiteX10" fmla="*/ 27643 w 28575"/>
                  <a:gd name="connsiteY10" fmla="*/ 18097 h 28575"/>
                  <a:gd name="connsiteX11" fmla="*/ 23833 w 28575"/>
                  <a:gd name="connsiteY11" fmla="*/ 15526 h 28575"/>
                  <a:gd name="connsiteX12" fmla="*/ 17642 w 28575"/>
                  <a:gd name="connsiteY12" fmla="*/ 9811 h 28575"/>
                  <a:gd name="connsiteX13" fmla="*/ 10498 w 28575"/>
                  <a:gd name="connsiteY13" fmla="*/ 15526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28575">
                    <a:moveTo>
                      <a:pt x="10117" y="18098"/>
                    </a:moveTo>
                    <a:cubicBezTo>
                      <a:pt x="10117" y="27623"/>
                      <a:pt x="17165" y="28099"/>
                      <a:pt x="18308" y="28099"/>
                    </a:cubicBezTo>
                    <a:cubicBezTo>
                      <a:pt x="21691" y="27789"/>
                      <a:pt x="24810" y="26143"/>
                      <a:pt x="26976" y="23527"/>
                    </a:cubicBezTo>
                    <a:lnTo>
                      <a:pt x="26976" y="27242"/>
                    </a:lnTo>
                    <a:cubicBezTo>
                      <a:pt x="24496" y="29380"/>
                      <a:pt x="21386" y="30650"/>
                      <a:pt x="18118" y="30861"/>
                    </a:cubicBezTo>
                    <a:cubicBezTo>
                      <a:pt x="11912" y="30711"/>
                      <a:pt x="7003" y="25559"/>
                      <a:pt x="7153" y="19354"/>
                    </a:cubicBezTo>
                    <a:cubicBezTo>
                      <a:pt x="7155" y="19252"/>
                      <a:pt x="7159" y="19151"/>
                      <a:pt x="7164" y="19050"/>
                    </a:cubicBezTo>
                    <a:cubicBezTo>
                      <a:pt x="6794" y="12854"/>
                      <a:pt x="11517" y="7531"/>
                      <a:pt x="17714" y="7161"/>
                    </a:cubicBezTo>
                    <a:cubicBezTo>
                      <a:pt x="17848" y="7153"/>
                      <a:pt x="17983" y="7147"/>
                      <a:pt x="18118" y="7144"/>
                    </a:cubicBezTo>
                    <a:cubicBezTo>
                      <a:pt x="21218" y="7201"/>
                      <a:pt x="24097" y="8765"/>
                      <a:pt x="25833" y="11335"/>
                    </a:cubicBezTo>
                    <a:cubicBezTo>
                      <a:pt x="27160" y="13330"/>
                      <a:pt x="27796" y="15706"/>
                      <a:pt x="27643" y="18097"/>
                    </a:cubicBezTo>
                    <a:close/>
                    <a:moveTo>
                      <a:pt x="23833" y="15526"/>
                    </a:moveTo>
                    <a:cubicBezTo>
                      <a:pt x="23583" y="12294"/>
                      <a:pt x="20883" y="9801"/>
                      <a:pt x="17642" y="9811"/>
                    </a:cubicBezTo>
                    <a:cubicBezTo>
                      <a:pt x="14254" y="9915"/>
                      <a:pt x="11343" y="12244"/>
                      <a:pt x="10498" y="15526"/>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B98287C-6A32-4EA1-ADE8-E55365C4DC32}"/>
                  </a:ext>
                </a:extLst>
              </p:cNvPr>
              <p:cNvSpPr/>
              <p:nvPr/>
            </p:nvSpPr>
            <p:spPr>
              <a:xfrm>
                <a:off x="7103287" y="4296456"/>
                <a:ext cx="125526" cy="125526"/>
              </a:xfrm>
              <a:custGeom>
                <a:avLst/>
                <a:gdLst>
                  <a:gd name="connsiteX0" fmla="*/ 25241 w 28575"/>
                  <a:gd name="connsiteY0" fmla="*/ 30301 h 28575"/>
                  <a:gd name="connsiteX1" fmla="*/ 22193 w 28575"/>
                  <a:gd name="connsiteY1" fmla="*/ 30301 h 28575"/>
                  <a:gd name="connsiteX2" fmla="*/ 22193 w 28575"/>
                  <a:gd name="connsiteY2" fmla="*/ 15442 h 28575"/>
                  <a:gd name="connsiteX3" fmla="*/ 17847 w 28575"/>
                  <a:gd name="connsiteY3" fmla="*/ 9949 h 28575"/>
                  <a:gd name="connsiteX4" fmla="*/ 17145 w 28575"/>
                  <a:gd name="connsiteY4" fmla="*/ 9918 h 28575"/>
                  <a:gd name="connsiteX5" fmla="*/ 10096 w 28575"/>
                  <a:gd name="connsiteY5" fmla="*/ 18681 h 28575"/>
                  <a:gd name="connsiteX6" fmla="*/ 10097 w 28575"/>
                  <a:gd name="connsiteY6" fmla="*/ 30301 h 28575"/>
                  <a:gd name="connsiteX7" fmla="*/ 7144 w 28575"/>
                  <a:gd name="connsiteY7" fmla="*/ 30301 h 28575"/>
                  <a:gd name="connsiteX8" fmla="*/ 7144 w 28575"/>
                  <a:gd name="connsiteY8" fmla="*/ 7727 h 28575"/>
                  <a:gd name="connsiteX9" fmla="*/ 9906 w 28575"/>
                  <a:gd name="connsiteY9" fmla="*/ 7727 h 28575"/>
                  <a:gd name="connsiteX10" fmla="*/ 9906 w 28575"/>
                  <a:gd name="connsiteY10" fmla="*/ 11918 h 28575"/>
                  <a:gd name="connsiteX11" fmla="*/ 9906 w 28575"/>
                  <a:gd name="connsiteY11" fmla="*/ 11918 h 28575"/>
                  <a:gd name="connsiteX12" fmla="*/ 17145 w 28575"/>
                  <a:gd name="connsiteY12" fmla="*/ 7155 h 28575"/>
                  <a:gd name="connsiteX13" fmla="*/ 24975 w 28575"/>
                  <a:gd name="connsiteY13" fmla="*/ 14161 h 28575"/>
                  <a:gd name="connsiteX14" fmla="*/ 24955 w 28575"/>
                  <a:gd name="connsiteY14" fmla="*/ 1525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575" h="28575">
                    <a:moveTo>
                      <a:pt x="25241" y="30301"/>
                    </a:moveTo>
                    <a:lnTo>
                      <a:pt x="22193" y="30301"/>
                    </a:lnTo>
                    <a:lnTo>
                      <a:pt x="22193" y="15442"/>
                    </a:lnTo>
                    <a:cubicBezTo>
                      <a:pt x="22510" y="12725"/>
                      <a:pt x="20564" y="10266"/>
                      <a:pt x="17847" y="9949"/>
                    </a:cubicBezTo>
                    <a:cubicBezTo>
                      <a:pt x="17614" y="9922"/>
                      <a:pt x="17379" y="9912"/>
                      <a:pt x="17145" y="9918"/>
                    </a:cubicBezTo>
                    <a:cubicBezTo>
                      <a:pt x="12793" y="10416"/>
                      <a:pt x="9651" y="14323"/>
                      <a:pt x="10096" y="18681"/>
                    </a:cubicBezTo>
                    <a:lnTo>
                      <a:pt x="10097" y="30301"/>
                    </a:lnTo>
                    <a:lnTo>
                      <a:pt x="7144" y="30301"/>
                    </a:lnTo>
                    <a:lnTo>
                      <a:pt x="7144" y="7727"/>
                    </a:lnTo>
                    <a:lnTo>
                      <a:pt x="9906" y="7727"/>
                    </a:lnTo>
                    <a:lnTo>
                      <a:pt x="9906" y="11918"/>
                    </a:lnTo>
                    <a:lnTo>
                      <a:pt x="9906" y="11918"/>
                    </a:lnTo>
                    <a:cubicBezTo>
                      <a:pt x="11115" y="8997"/>
                      <a:pt x="13984" y="7110"/>
                      <a:pt x="17145" y="7155"/>
                    </a:cubicBezTo>
                    <a:cubicBezTo>
                      <a:pt x="21242" y="6928"/>
                      <a:pt x="24748" y="10065"/>
                      <a:pt x="24975" y="14161"/>
                    </a:cubicBezTo>
                    <a:cubicBezTo>
                      <a:pt x="24995" y="14525"/>
                      <a:pt x="24989" y="14889"/>
                      <a:pt x="24955" y="15252"/>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F5A8BFBB-749A-4A29-8AA2-CF4D524F0450}"/>
                  </a:ext>
                </a:extLst>
              </p:cNvPr>
              <p:cNvSpPr/>
              <p:nvPr/>
            </p:nvSpPr>
            <p:spPr>
              <a:xfrm>
                <a:off x="7197435" y="4269730"/>
                <a:ext cx="83684" cy="167368"/>
              </a:xfrm>
              <a:custGeom>
                <a:avLst/>
                <a:gdLst>
                  <a:gd name="connsiteX0" fmla="*/ 14097 w 19050"/>
                  <a:gd name="connsiteY0" fmla="*/ 7144 h 38100"/>
                  <a:gd name="connsiteX1" fmla="*/ 14097 w 19050"/>
                  <a:gd name="connsiteY1" fmla="*/ 13716 h 38100"/>
                  <a:gd name="connsiteX2" fmla="*/ 20003 w 19050"/>
                  <a:gd name="connsiteY2" fmla="*/ 13716 h 38100"/>
                  <a:gd name="connsiteX3" fmla="*/ 20003 w 19050"/>
                  <a:gd name="connsiteY3" fmla="*/ 16478 h 38100"/>
                  <a:gd name="connsiteX4" fmla="*/ 14097 w 19050"/>
                  <a:gd name="connsiteY4" fmla="*/ 16478 h 38100"/>
                  <a:gd name="connsiteX5" fmla="*/ 14097 w 19050"/>
                  <a:gd name="connsiteY5" fmla="*/ 30861 h 38100"/>
                  <a:gd name="connsiteX6" fmla="*/ 16955 w 19050"/>
                  <a:gd name="connsiteY6" fmla="*/ 34195 h 38100"/>
                  <a:gd name="connsiteX7" fmla="*/ 20003 w 19050"/>
                  <a:gd name="connsiteY7" fmla="*/ 33433 h 38100"/>
                  <a:gd name="connsiteX8" fmla="*/ 20003 w 19050"/>
                  <a:gd name="connsiteY8" fmla="*/ 36195 h 38100"/>
                  <a:gd name="connsiteX9" fmla="*/ 16478 w 19050"/>
                  <a:gd name="connsiteY9" fmla="*/ 36766 h 38100"/>
                  <a:gd name="connsiteX10" fmla="*/ 11049 w 19050"/>
                  <a:gd name="connsiteY10" fmla="*/ 31813 h 38100"/>
                  <a:gd name="connsiteX11" fmla="*/ 11049 w 19050"/>
                  <a:gd name="connsiteY11" fmla="*/ 16478 h 38100"/>
                  <a:gd name="connsiteX12" fmla="*/ 7144 w 19050"/>
                  <a:gd name="connsiteY12" fmla="*/ 16478 h 38100"/>
                  <a:gd name="connsiteX13" fmla="*/ 7144 w 19050"/>
                  <a:gd name="connsiteY13" fmla="*/ 13716 h 38100"/>
                  <a:gd name="connsiteX14" fmla="*/ 11049 w 19050"/>
                  <a:gd name="connsiteY14" fmla="*/ 13716 h 38100"/>
                  <a:gd name="connsiteX15" fmla="*/ 11049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03" y="13716"/>
                    </a:lnTo>
                    <a:lnTo>
                      <a:pt x="20003" y="16478"/>
                    </a:lnTo>
                    <a:lnTo>
                      <a:pt x="14097" y="16478"/>
                    </a:lnTo>
                    <a:lnTo>
                      <a:pt x="14097" y="30861"/>
                    </a:lnTo>
                    <a:cubicBezTo>
                      <a:pt x="14097" y="33052"/>
                      <a:pt x="14764" y="34195"/>
                      <a:pt x="16955" y="34195"/>
                    </a:cubicBezTo>
                    <a:cubicBezTo>
                      <a:pt x="18015" y="34173"/>
                      <a:pt x="19057" y="33913"/>
                      <a:pt x="20003" y="33433"/>
                    </a:cubicBezTo>
                    <a:lnTo>
                      <a:pt x="20003" y="36195"/>
                    </a:lnTo>
                    <a:cubicBezTo>
                      <a:pt x="18858" y="36541"/>
                      <a:pt x="17673" y="36734"/>
                      <a:pt x="16478" y="36766"/>
                    </a:cubicBezTo>
                    <a:cubicBezTo>
                      <a:pt x="13335" y="36766"/>
                      <a:pt x="11049" y="35338"/>
                      <a:pt x="11049" y="31813"/>
                    </a:cubicBezTo>
                    <a:lnTo>
                      <a:pt x="11049" y="16478"/>
                    </a:lnTo>
                    <a:lnTo>
                      <a:pt x="7144" y="16478"/>
                    </a:lnTo>
                    <a:lnTo>
                      <a:pt x="7144" y="13716"/>
                    </a:lnTo>
                    <a:lnTo>
                      <a:pt x="11049" y="13716"/>
                    </a:lnTo>
                    <a:lnTo>
                      <a:pt x="11049" y="7144"/>
                    </a:ln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176CBE7-C80F-48C7-9738-8B5950CE507C}"/>
                  </a:ext>
                </a:extLst>
              </p:cNvPr>
              <p:cNvSpPr/>
              <p:nvPr/>
            </p:nvSpPr>
            <p:spPr>
              <a:xfrm>
                <a:off x="7332164" y="4252264"/>
                <a:ext cx="167368" cy="167368"/>
              </a:xfrm>
              <a:custGeom>
                <a:avLst/>
                <a:gdLst>
                  <a:gd name="connsiteX0" fmla="*/ 17621 w 38100"/>
                  <a:gd name="connsiteY0" fmla="*/ 7214 h 38100"/>
                  <a:gd name="connsiteX1" fmla="*/ 29432 w 38100"/>
                  <a:gd name="connsiteY1" fmla="*/ 11119 h 38100"/>
                  <a:gd name="connsiteX2" fmla="*/ 34195 w 38100"/>
                  <a:gd name="connsiteY2" fmla="*/ 23502 h 38100"/>
                  <a:gd name="connsiteX3" fmla="*/ 19938 w 38100"/>
                  <a:gd name="connsiteY3" fmla="*/ 40377 h 38100"/>
                  <a:gd name="connsiteX4" fmla="*/ 17145 w 38100"/>
                  <a:gd name="connsiteY4" fmla="*/ 40361 h 38100"/>
                  <a:gd name="connsiteX5" fmla="*/ 7144 w 38100"/>
                  <a:gd name="connsiteY5" fmla="*/ 40361 h 38100"/>
                  <a:gd name="connsiteX6" fmla="*/ 7144 w 38100"/>
                  <a:gd name="connsiteY6" fmla="*/ 7214 h 38100"/>
                  <a:gd name="connsiteX7" fmla="*/ 10096 w 38100"/>
                  <a:gd name="connsiteY7" fmla="*/ 10072 h 38100"/>
                  <a:gd name="connsiteX8" fmla="*/ 10096 w 38100"/>
                  <a:gd name="connsiteY8" fmla="*/ 37504 h 38100"/>
                  <a:gd name="connsiteX9" fmla="*/ 18479 w 38100"/>
                  <a:gd name="connsiteY9" fmla="*/ 37504 h 38100"/>
                  <a:gd name="connsiteX10" fmla="*/ 30584 w 38100"/>
                  <a:gd name="connsiteY10" fmla="*/ 24850 h 38100"/>
                  <a:gd name="connsiteX11" fmla="*/ 30480 w 38100"/>
                  <a:gd name="connsiteY11" fmla="*/ 23502 h 38100"/>
                  <a:gd name="connsiteX12" fmla="*/ 26194 w 38100"/>
                  <a:gd name="connsiteY12" fmla="*/ 12929 h 38100"/>
                  <a:gd name="connsiteX13" fmla="*/ 16669 w 38100"/>
                  <a:gd name="connsiteY13" fmla="*/ 1007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 h="38100">
                    <a:moveTo>
                      <a:pt x="17621" y="7214"/>
                    </a:moveTo>
                    <a:cubicBezTo>
                      <a:pt x="21932" y="6801"/>
                      <a:pt x="26218" y="8218"/>
                      <a:pt x="29432" y="11119"/>
                    </a:cubicBezTo>
                    <a:cubicBezTo>
                      <a:pt x="32590" y="14458"/>
                      <a:pt x="34301" y="18908"/>
                      <a:pt x="34195" y="23502"/>
                    </a:cubicBezTo>
                    <a:cubicBezTo>
                      <a:pt x="34918" y="32099"/>
                      <a:pt x="28534" y="39654"/>
                      <a:pt x="19938" y="40377"/>
                    </a:cubicBezTo>
                    <a:cubicBezTo>
                      <a:pt x="19008" y="40455"/>
                      <a:pt x="18073" y="40450"/>
                      <a:pt x="17145" y="40361"/>
                    </a:cubicBezTo>
                    <a:lnTo>
                      <a:pt x="7144" y="40361"/>
                    </a:lnTo>
                    <a:lnTo>
                      <a:pt x="7144" y="7214"/>
                    </a:lnTo>
                    <a:close/>
                    <a:moveTo>
                      <a:pt x="10096" y="10072"/>
                    </a:moveTo>
                    <a:lnTo>
                      <a:pt x="10096" y="37504"/>
                    </a:lnTo>
                    <a:lnTo>
                      <a:pt x="18479" y="37504"/>
                    </a:lnTo>
                    <a:cubicBezTo>
                      <a:pt x="25316" y="37352"/>
                      <a:pt x="30735" y="31687"/>
                      <a:pt x="30584" y="24850"/>
                    </a:cubicBezTo>
                    <a:cubicBezTo>
                      <a:pt x="30574" y="24399"/>
                      <a:pt x="30539" y="23949"/>
                      <a:pt x="30480" y="23502"/>
                    </a:cubicBezTo>
                    <a:cubicBezTo>
                      <a:pt x="30547" y="19542"/>
                      <a:pt x="29000" y="15725"/>
                      <a:pt x="26194" y="12929"/>
                    </a:cubicBezTo>
                    <a:cubicBezTo>
                      <a:pt x="23525" y="10747"/>
                      <a:pt x="20098" y="9719"/>
                      <a:pt x="16669" y="10072"/>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A2A73A7B-6CAE-4054-97D5-41FF410B2139}"/>
                  </a:ext>
                </a:extLst>
              </p:cNvPr>
              <p:cNvSpPr/>
              <p:nvPr/>
            </p:nvSpPr>
            <p:spPr>
              <a:xfrm>
                <a:off x="7465223" y="4255084"/>
                <a:ext cx="41842" cy="167368"/>
              </a:xfrm>
              <a:custGeom>
                <a:avLst/>
                <a:gdLst>
                  <a:gd name="connsiteX0" fmla="*/ 10763 w 9525"/>
                  <a:gd name="connsiteY0" fmla="*/ 9906 h 38100"/>
                  <a:gd name="connsiteX1" fmla="*/ 8954 w 9525"/>
                  <a:gd name="connsiteY1" fmla="*/ 12668 h 38100"/>
                  <a:gd name="connsiteX2" fmla="*/ 7144 w 9525"/>
                  <a:gd name="connsiteY2" fmla="*/ 10001 h 38100"/>
                  <a:gd name="connsiteX3" fmla="*/ 8954 w 9525"/>
                  <a:gd name="connsiteY3" fmla="*/ 7144 h 38100"/>
                  <a:gd name="connsiteX4" fmla="*/ 10763 w 9525"/>
                  <a:gd name="connsiteY4" fmla="*/ 9906 h 38100"/>
                  <a:gd name="connsiteX5" fmla="*/ 10763 w 9525"/>
                  <a:gd name="connsiteY5" fmla="*/ 17145 h 38100"/>
                  <a:gd name="connsiteX6" fmla="*/ 10763 w 9525"/>
                  <a:gd name="connsiteY6" fmla="*/ 39719 h 38100"/>
                  <a:gd name="connsiteX7" fmla="*/ 7715 w 9525"/>
                  <a:gd name="connsiteY7" fmla="*/ 39719 h 38100"/>
                  <a:gd name="connsiteX8" fmla="*/ 7715 w 9525"/>
                  <a:gd name="connsiteY8" fmla="*/ 1714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38100">
                    <a:moveTo>
                      <a:pt x="10763" y="9906"/>
                    </a:moveTo>
                    <a:cubicBezTo>
                      <a:pt x="10763" y="11049"/>
                      <a:pt x="10763" y="12668"/>
                      <a:pt x="8954" y="12668"/>
                    </a:cubicBezTo>
                    <a:cubicBezTo>
                      <a:pt x="7144" y="12668"/>
                      <a:pt x="7144" y="10954"/>
                      <a:pt x="7144" y="10001"/>
                    </a:cubicBezTo>
                    <a:cubicBezTo>
                      <a:pt x="7144" y="9049"/>
                      <a:pt x="7144" y="7144"/>
                      <a:pt x="8954" y="7144"/>
                    </a:cubicBezTo>
                    <a:cubicBezTo>
                      <a:pt x="10763" y="7144"/>
                      <a:pt x="10763" y="8572"/>
                      <a:pt x="10763" y="9906"/>
                    </a:cubicBezTo>
                    <a:close/>
                    <a:moveTo>
                      <a:pt x="10763" y="17145"/>
                    </a:moveTo>
                    <a:lnTo>
                      <a:pt x="10763" y="39719"/>
                    </a:lnTo>
                    <a:lnTo>
                      <a:pt x="7715" y="39719"/>
                    </a:lnTo>
                    <a:lnTo>
                      <a:pt x="7715" y="17145"/>
                    </a:ln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DF538F78-AF79-4D6D-BFFB-921A317A734E}"/>
                  </a:ext>
                </a:extLst>
              </p:cNvPr>
              <p:cNvSpPr/>
              <p:nvPr/>
            </p:nvSpPr>
            <p:spPr>
              <a:xfrm>
                <a:off x="7505391" y="4297436"/>
                <a:ext cx="83684" cy="125526"/>
              </a:xfrm>
              <a:custGeom>
                <a:avLst/>
                <a:gdLst>
                  <a:gd name="connsiteX0" fmla="*/ 19336 w 19050"/>
                  <a:gd name="connsiteY0" fmla="*/ 10552 h 28575"/>
                  <a:gd name="connsiteX1" fmla="*/ 17050 w 19050"/>
                  <a:gd name="connsiteY1" fmla="*/ 10076 h 28575"/>
                  <a:gd name="connsiteX2" fmla="*/ 10287 w 19050"/>
                  <a:gd name="connsiteY2" fmla="*/ 19601 h 28575"/>
                  <a:gd name="connsiteX3" fmla="*/ 10287 w 19050"/>
                  <a:gd name="connsiteY3" fmla="*/ 30459 h 28575"/>
                  <a:gd name="connsiteX4" fmla="*/ 7144 w 19050"/>
                  <a:gd name="connsiteY4" fmla="*/ 30459 h 28575"/>
                  <a:gd name="connsiteX5" fmla="*/ 7144 w 19050"/>
                  <a:gd name="connsiteY5" fmla="*/ 7504 h 28575"/>
                  <a:gd name="connsiteX6" fmla="*/ 10001 w 19050"/>
                  <a:gd name="connsiteY6" fmla="*/ 7504 h 28575"/>
                  <a:gd name="connsiteX7" fmla="*/ 10001 w 19050"/>
                  <a:gd name="connsiteY7" fmla="*/ 11409 h 28575"/>
                  <a:gd name="connsiteX8" fmla="*/ 10001 w 19050"/>
                  <a:gd name="connsiteY8" fmla="*/ 11409 h 28575"/>
                  <a:gd name="connsiteX9" fmla="*/ 16478 w 19050"/>
                  <a:gd name="connsiteY9" fmla="*/ 7218 h 28575"/>
                  <a:gd name="connsiteX10" fmla="*/ 19050 w 19050"/>
                  <a:gd name="connsiteY10" fmla="*/ 7218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50" h="28575">
                    <a:moveTo>
                      <a:pt x="19336" y="10552"/>
                    </a:moveTo>
                    <a:cubicBezTo>
                      <a:pt x="18608" y="10258"/>
                      <a:pt x="17834" y="10097"/>
                      <a:pt x="17050" y="10076"/>
                    </a:cubicBezTo>
                    <a:cubicBezTo>
                      <a:pt x="12478" y="10076"/>
                      <a:pt x="10287" y="14933"/>
                      <a:pt x="10287" y="19601"/>
                    </a:cubicBezTo>
                    <a:lnTo>
                      <a:pt x="10287" y="30459"/>
                    </a:lnTo>
                    <a:lnTo>
                      <a:pt x="7144" y="30459"/>
                    </a:lnTo>
                    <a:lnTo>
                      <a:pt x="7144" y="7504"/>
                    </a:lnTo>
                    <a:lnTo>
                      <a:pt x="10001" y="7504"/>
                    </a:lnTo>
                    <a:lnTo>
                      <a:pt x="10001" y="11409"/>
                    </a:lnTo>
                    <a:lnTo>
                      <a:pt x="10001" y="11409"/>
                    </a:lnTo>
                    <a:cubicBezTo>
                      <a:pt x="11095" y="8815"/>
                      <a:pt x="13664" y="7153"/>
                      <a:pt x="16478" y="7218"/>
                    </a:cubicBezTo>
                    <a:cubicBezTo>
                      <a:pt x="17333" y="7119"/>
                      <a:pt x="18196" y="7119"/>
                      <a:pt x="19050" y="721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686044A6-5302-458A-9BB4-410636EF213E}"/>
                  </a:ext>
                </a:extLst>
              </p:cNvPr>
              <p:cNvSpPr/>
              <p:nvPr/>
            </p:nvSpPr>
            <p:spPr>
              <a:xfrm>
                <a:off x="7559696" y="4296509"/>
                <a:ext cx="125526" cy="125526"/>
              </a:xfrm>
              <a:custGeom>
                <a:avLst/>
                <a:gdLst>
                  <a:gd name="connsiteX0" fmla="*/ 10403 w 28575"/>
                  <a:gd name="connsiteY0" fmla="*/ 18098 h 28575"/>
                  <a:gd name="connsiteX1" fmla="*/ 18594 w 28575"/>
                  <a:gd name="connsiteY1" fmla="*/ 28099 h 28575"/>
                  <a:gd name="connsiteX2" fmla="*/ 27262 w 28575"/>
                  <a:gd name="connsiteY2" fmla="*/ 23527 h 28575"/>
                  <a:gd name="connsiteX3" fmla="*/ 27262 w 28575"/>
                  <a:gd name="connsiteY3" fmla="*/ 27242 h 28575"/>
                  <a:gd name="connsiteX4" fmla="*/ 18404 w 28575"/>
                  <a:gd name="connsiteY4" fmla="*/ 30861 h 28575"/>
                  <a:gd name="connsiteX5" fmla="*/ 7150 w 28575"/>
                  <a:gd name="connsiteY5" fmla="*/ 19636 h 28575"/>
                  <a:gd name="connsiteX6" fmla="*/ 7164 w 28575"/>
                  <a:gd name="connsiteY6" fmla="*/ 19050 h 28575"/>
                  <a:gd name="connsiteX7" fmla="*/ 17714 w 28575"/>
                  <a:gd name="connsiteY7" fmla="*/ 7161 h 28575"/>
                  <a:gd name="connsiteX8" fmla="*/ 18118 w 28575"/>
                  <a:gd name="connsiteY8" fmla="*/ 7144 h 28575"/>
                  <a:gd name="connsiteX9" fmla="*/ 25833 w 28575"/>
                  <a:gd name="connsiteY9" fmla="*/ 11335 h 28575"/>
                  <a:gd name="connsiteX10" fmla="*/ 27643 w 28575"/>
                  <a:gd name="connsiteY10" fmla="*/ 18097 h 28575"/>
                  <a:gd name="connsiteX11" fmla="*/ 24119 w 28575"/>
                  <a:gd name="connsiteY11" fmla="*/ 15526 h 28575"/>
                  <a:gd name="connsiteX12" fmla="*/ 17832 w 28575"/>
                  <a:gd name="connsiteY12" fmla="*/ 9811 h 28575"/>
                  <a:gd name="connsiteX13" fmla="*/ 10784 w 28575"/>
                  <a:gd name="connsiteY13" fmla="*/ 15526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28575">
                    <a:moveTo>
                      <a:pt x="10403" y="18098"/>
                    </a:moveTo>
                    <a:cubicBezTo>
                      <a:pt x="10403" y="27623"/>
                      <a:pt x="17451" y="28099"/>
                      <a:pt x="18594" y="28099"/>
                    </a:cubicBezTo>
                    <a:cubicBezTo>
                      <a:pt x="21977" y="27789"/>
                      <a:pt x="25096" y="26143"/>
                      <a:pt x="27262" y="23527"/>
                    </a:cubicBezTo>
                    <a:lnTo>
                      <a:pt x="27262" y="27242"/>
                    </a:lnTo>
                    <a:cubicBezTo>
                      <a:pt x="24771" y="29362"/>
                      <a:pt x="21667" y="30630"/>
                      <a:pt x="18404" y="30861"/>
                    </a:cubicBezTo>
                    <a:cubicBezTo>
                      <a:pt x="12196" y="30869"/>
                      <a:pt x="7158" y="25843"/>
                      <a:pt x="7150" y="19636"/>
                    </a:cubicBezTo>
                    <a:cubicBezTo>
                      <a:pt x="7149" y="19441"/>
                      <a:pt x="7154" y="19245"/>
                      <a:pt x="7164" y="19050"/>
                    </a:cubicBezTo>
                    <a:cubicBezTo>
                      <a:pt x="6794" y="12854"/>
                      <a:pt x="11517" y="7531"/>
                      <a:pt x="17714" y="7161"/>
                    </a:cubicBezTo>
                    <a:cubicBezTo>
                      <a:pt x="17848" y="7153"/>
                      <a:pt x="17983" y="7147"/>
                      <a:pt x="18118" y="7144"/>
                    </a:cubicBezTo>
                    <a:cubicBezTo>
                      <a:pt x="21219" y="7201"/>
                      <a:pt x="24097" y="8765"/>
                      <a:pt x="25833" y="11335"/>
                    </a:cubicBezTo>
                    <a:cubicBezTo>
                      <a:pt x="27160" y="13330"/>
                      <a:pt x="27796" y="15706"/>
                      <a:pt x="27643" y="18097"/>
                    </a:cubicBezTo>
                    <a:close/>
                    <a:moveTo>
                      <a:pt x="24119" y="15526"/>
                    </a:moveTo>
                    <a:cubicBezTo>
                      <a:pt x="23867" y="12257"/>
                      <a:pt x="21110" y="9751"/>
                      <a:pt x="17832" y="9811"/>
                    </a:cubicBezTo>
                    <a:cubicBezTo>
                      <a:pt x="14481" y="9957"/>
                      <a:pt x="11619" y="12277"/>
                      <a:pt x="10784" y="15526"/>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7DACC77A-9136-45EE-B196-E1A7F63A8912}"/>
                  </a:ext>
                </a:extLst>
              </p:cNvPr>
              <p:cNvSpPr/>
              <p:nvPr/>
            </p:nvSpPr>
            <p:spPr>
              <a:xfrm>
                <a:off x="7656137" y="4296469"/>
                <a:ext cx="125526" cy="167368"/>
              </a:xfrm>
              <a:custGeom>
                <a:avLst/>
                <a:gdLst>
                  <a:gd name="connsiteX0" fmla="*/ 26358 w 28575"/>
                  <a:gd name="connsiteY0" fmla="*/ 13629 h 38100"/>
                  <a:gd name="connsiteX1" fmla="*/ 18452 w 28575"/>
                  <a:gd name="connsiteY1" fmla="*/ 9915 h 38100"/>
                  <a:gd name="connsiteX2" fmla="*/ 10476 w 28575"/>
                  <a:gd name="connsiteY2" fmla="*/ 18684 h 38100"/>
                  <a:gd name="connsiteX3" fmla="*/ 10546 w 28575"/>
                  <a:gd name="connsiteY3" fmla="*/ 19440 h 38100"/>
                  <a:gd name="connsiteX4" fmla="*/ 17904 w 28575"/>
                  <a:gd name="connsiteY4" fmla="*/ 28905 h 38100"/>
                  <a:gd name="connsiteX5" fmla="*/ 18642 w 28575"/>
                  <a:gd name="connsiteY5" fmla="*/ 28965 h 38100"/>
                  <a:gd name="connsiteX6" fmla="*/ 26358 w 28575"/>
                  <a:gd name="connsiteY6" fmla="*/ 25155 h 38100"/>
                  <a:gd name="connsiteX7" fmla="*/ 26358 w 28575"/>
                  <a:gd name="connsiteY7" fmla="*/ 29155 h 38100"/>
                  <a:gd name="connsiteX8" fmla="*/ 18642 w 28575"/>
                  <a:gd name="connsiteY8" fmla="*/ 31727 h 38100"/>
                  <a:gd name="connsiteX9" fmla="*/ 7209 w 28575"/>
                  <a:gd name="connsiteY9" fmla="*/ 20110 h 38100"/>
                  <a:gd name="connsiteX10" fmla="*/ 7212 w 28575"/>
                  <a:gd name="connsiteY10" fmla="*/ 19916 h 38100"/>
                  <a:gd name="connsiteX11" fmla="*/ 17423 w 28575"/>
                  <a:gd name="connsiteY11" fmla="*/ 7211 h 38100"/>
                  <a:gd name="connsiteX12" fmla="*/ 19119 w 28575"/>
                  <a:gd name="connsiteY12" fmla="*/ 7152 h 38100"/>
                  <a:gd name="connsiteX13" fmla="*/ 26834 w 28575"/>
                  <a:gd name="connsiteY13" fmla="*/ 972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38100">
                    <a:moveTo>
                      <a:pt x="26358" y="13629"/>
                    </a:moveTo>
                    <a:cubicBezTo>
                      <a:pt x="24338" y="11367"/>
                      <a:pt x="21483" y="10026"/>
                      <a:pt x="18452" y="9915"/>
                    </a:cubicBezTo>
                    <a:cubicBezTo>
                      <a:pt x="13828" y="10134"/>
                      <a:pt x="10257" y="14060"/>
                      <a:pt x="10476" y="18684"/>
                    </a:cubicBezTo>
                    <a:cubicBezTo>
                      <a:pt x="10488" y="18937"/>
                      <a:pt x="10511" y="19189"/>
                      <a:pt x="10546" y="19440"/>
                    </a:cubicBezTo>
                    <a:cubicBezTo>
                      <a:pt x="9964" y="24085"/>
                      <a:pt x="13258" y="28323"/>
                      <a:pt x="17904" y="28905"/>
                    </a:cubicBezTo>
                    <a:cubicBezTo>
                      <a:pt x="18149" y="28936"/>
                      <a:pt x="18395" y="28956"/>
                      <a:pt x="18642" y="28965"/>
                    </a:cubicBezTo>
                    <a:cubicBezTo>
                      <a:pt x="21632" y="28823"/>
                      <a:pt x="24427" y="27442"/>
                      <a:pt x="26358" y="25155"/>
                    </a:cubicBezTo>
                    <a:lnTo>
                      <a:pt x="26358" y="29155"/>
                    </a:lnTo>
                    <a:cubicBezTo>
                      <a:pt x="24108" y="30778"/>
                      <a:pt x="21416" y="31675"/>
                      <a:pt x="18642" y="31727"/>
                    </a:cubicBezTo>
                    <a:cubicBezTo>
                      <a:pt x="12277" y="31676"/>
                      <a:pt x="7159" y="26475"/>
                      <a:pt x="7209" y="20110"/>
                    </a:cubicBezTo>
                    <a:cubicBezTo>
                      <a:pt x="7210" y="20046"/>
                      <a:pt x="7211" y="19981"/>
                      <a:pt x="7212" y="19916"/>
                    </a:cubicBezTo>
                    <a:cubicBezTo>
                      <a:pt x="6524" y="13588"/>
                      <a:pt x="11095" y="7900"/>
                      <a:pt x="17423" y="7211"/>
                    </a:cubicBezTo>
                    <a:cubicBezTo>
                      <a:pt x="17986" y="7150"/>
                      <a:pt x="18553" y="7130"/>
                      <a:pt x="19119" y="7152"/>
                    </a:cubicBezTo>
                    <a:cubicBezTo>
                      <a:pt x="21899" y="7166"/>
                      <a:pt x="24602" y="8067"/>
                      <a:pt x="26834" y="9724"/>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6F08E53E-7AC9-41A2-9250-D57512B5F307}"/>
                  </a:ext>
                </a:extLst>
              </p:cNvPr>
              <p:cNvSpPr/>
              <p:nvPr/>
            </p:nvSpPr>
            <p:spPr>
              <a:xfrm>
                <a:off x="7743471" y="4269730"/>
                <a:ext cx="83684" cy="167368"/>
              </a:xfrm>
              <a:custGeom>
                <a:avLst/>
                <a:gdLst>
                  <a:gd name="connsiteX0" fmla="*/ 14097 w 19050"/>
                  <a:gd name="connsiteY0" fmla="*/ 7144 h 38100"/>
                  <a:gd name="connsiteX1" fmla="*/ 14097 w 19050"/>
                  <a:gd name="connsiteY1" fmla="*/ 13716 h 38100"/>
                  <a:gd name="connsiteX2" fmla="*/ 20098 w 19050"/>
                  <a:gd name="connsiteY2" fmla="*/ 13716 h 38100"/>
                  <a:gd name="connsiteX3" fmla="*/ 20098 w 19050"/>
                  <a:gd name="connsiteY3" fmla="*/ 16478 h 38100"/>
                  <a:gd name="connsiteX4" fmla="*/ 14097 w 19050"/>
                  <a:gd name="connsiteY4" fmla="*/ 16478 h 38100"/>
                  <a:gd name="connsiteX5" fmla="*/ 14097 w 19050"/>
                  <a:gd name="connsiteY5" fmla="*/ 30861 h 38100"/>
                  <a:gd name="connsiteX6" fmla="*/ 16954 w 19050"/>
                  <a:gd name="connsiteY6" fmla="*/ 34195 h 38100"/>
                  <a:gd name="connsiteX7" fmla="*/ 20098 w 19050"/>
                  <a:gd name="connsiteY7" fmla="*/ 33433 h 38100"/>
                  <a:gd name="connsiteX8" fmla="*/ 20098 w 19050"/>
                  <a:gd name="connsiteY8" fmla="*/ 36195 h 38100"/>
                  <a:gd name="connsiteX9" fmla="*/ 16478 w 19050"/>
                  <a:gd name="connsiteY9" fmla="*/ 36766 h 38100"/>
                  <a:gd name="connsiteX10" fmla="*/ 11049 w 19050"/>
                  <a:gd name="connsiteY10" fmla="*/ 31813 h 38100"/>
                  <a:gd name="connsiteX11" fmla="*/ 11049 w 19050"/>
                  <a:gd name="connsiteY11" fmla="*/ 16478 h 38100"/>
                  <a:gd name="connsiteX12" fmla="*/ 7144 w 19050"/>
                  <a:gd name="connsiteY12" fmla="*/ 16478 h 38100"/>
                  <a:gd name="connsiteX13" fmla="*/ 7144 w 19050"/>
                  <a:gd name="connsiteY13" fmla="*/ 13716 h 38100"/>
                  <a:gd name="connsiteX14" fmla="*/ 11049 w 19050"/>
                  <a:gd name="connsiteY14" fmla="*/ 13716 h 38100"/>
                  <a:gd name="connsiteX15" fmla="*/ 11049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98" y="13716"/>
                    </a:lnTo>
                    <a:lnTo>
                      <a:pt x="20098" y="16478"/>
                    </a:lnTo>
                    <a:lnTo>
                      <a:pt x="14097" y="16478"/>
                    </a:lnTo>
                    <a:lnTo>
                      <a:pt x="14097" y="30861"/>
                    </a:lnTo>
                    <a:cubicBezTo>
                      <a:pt x="14097" y="33052"/>
                      <a:pt x="14764" y="34195"/>
                      <a:pt x="16954" y="34195"/>
                    </a:cubicBezTo>
                    <a:cubicBezTo>
                      <a:pt x="18043" y="34157"/>
                      <a:pt x="19113" y="33898"/>
                      <a:pt x="20098" y="33433"/>
                    </a:cubicBezTo>
                    <a:lnTo>
                      <a:pt x="20098" y="36195"/>
                    </a:lnTo>
                    <a:cubicBezTo>
                      <a:pt x="18919" y="36531"/>
                      <a:pt x="17703" y="36723"/>
                      <a:pt x="16478" y="36766"/>
                    </a:cubicBezTo>
                    <a:cubicBezTo>
                      <a:pt x="13335" y="36766"/>
                      <a:pt x="11049" y="35338"/>
                      <a:pt x="11049" y="31813"/>
                    </a:cubicBezTo>
                    <a:lnTo>
                      <a:pt x="11049" y="16478"/>
                    </a:lnTo>
                    <a:lnTo>
                      <a:pt x="7144" y="16478"/>
                    </a:lnTo>
                    <a:lnTo>
                      <a:pt x="7144" y="13716"/>
                    </a:lnTo>
                    <a:lnTo>
                      <a:pt x="11049" y="13716"/>
                    </a:lnTo>
                    <a:lnTo>
                      <a:pt x="11049" y="7144"/>
                    </a:ln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DA7B28A-C97B-40D6-B53C-4ADC1FED13A8}"/>
                  </a:ext>
                </a:extLst>
              </p:cNvPr>
              <p:cNvSpPr/>
              <p:nvPr/>
            </p:nvSpPr>
            <p:spPr>
              <a:xfrm>
                <a:off x="7872762" y="4252576"/>
                <a:ext cx="125526" cy="167368"/>
              </a:xfrm>
              <a:custGeom>
                <a:avLst/>
                <a:gdLst>
                  <a:gd name="connsiteX0" fmla="*/ 18098 w 28575"/>
                  <a:gd name="connsiteY0" fmla="*/ 7144 h 38100"/>
                  <a:gd name="connsiteX1" fmla="*/ 28861 w 28575"/>
                  <a:gd name="connsiteY1" fmla="*/ 15335 h 38100"/>
                  <a:gd name="connsiteX2" fmla="*/ 21241 w 28575"/>
                  <a:gd name="connsiteY2" fmla="*/ 24003 h 38100"/>
                  <a:gd name="connsiteX3" fmla="*/ 21241 w 28575"/>
                  <a:gd name="connsiteY3" fmla="*/ 24003 h 38100"/>
                  <a:gd name="connsiteX4" fmla="*/ 25718 w 28575"/>
                  <a:gd name="connsiteY4" fmla="*/ 28766 h 38100"/>
                  <a:gd name="connsiteX5" fmla="*/ 30004 w 28575"/>
                  <a:gd name="connsiteY5" fmla="*/ 40196 h 38100"/>
                  <a:gd name="connsiteX6" fmla="*/ 26194 w 28575"/>
                  <a:gd name="connsiteY6" fmla="*/ 40196 h 38100"/>
                  <a:gd name="connsiteX7" fmla="*/ 24003 w 28575"/>
                  <a:gd name="connsiteY7" fmla="*/ 33242 h 38100"/>
                  <a:gd name="connsiteX8" fmla="*/ 15335 w 28575"/>
                  <a:gd name="connsiteY8" fmla="*/ 24956 h 38100"/>
                  <a:gd name="connsiteX9" fmla="*/ 10382 w 28575"/>
                  <a:gd name="connsiteY9" fmla="*/ 24956 h 38100"/>
                  <a:gd name="connsiteX10" fmla="*/ 10382 w 28575"/>
                  <a:gd name="connsiteY10" fmla="*/ 40196 h 38100"/>
                  <a:gd name="connsiteX11" fmla="*/ 7144 w 28575"/>
                  <a:gd name="connsiteY11" fmla="*/ 40196 h 38100"/>
                  <a:gd name="connsiteX12" fmla="*/ 7144 w 28575"/>
                  <a:gd name="connsiteY12" fmla="*/ 7144 h 38100"/>
                  <a:gd name="connsiteX13" fmla="*/ 10382 w 28575"/>
                  <a:gd name="connsiteY13" fmla="*/ 10097 h 38100"/>
                  <a:gd name="connsiteX14" fmla="*/ 10382 w 28575"/>
                  <a:gd name="connsiteY14" fmla="*/ 22384 h 38100"/>
                  <a:gd name="connsiteX15" fmla="*/ 15526 w 28575"/>
                  <a:gd name="connsiteY15" fmla="*/ 22384 h 38100"/>
                  <a:gd name="connsiteX16" fmla="*/ 23622 w 28575"/>
                  <a:gd name="connsiteY16" fmla="*/ 20003 h 38100"/>
                  <a:gd name="connsiteX17" fmla="*/ 25718 w 28575"/>
                  <a:gd name="connsiteY17" fmla="*/ 15526 h 38100"/>
                  <a:gd name="connsiteX18" fmla="*/ 18669 w 28575"/>
                  <a:gd name="connsiteY18" fmla="*/ 10001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575" h="38100">
                    <a:moveTo>
                      <a:pt x="18098" y="7144"/>
                    </a:moveTo>
                    <a:cubicBezTo>
                      <a:pt x="22384" y="7144"/>
                      <a:pt x="28861" y="8287"/>
                      <a:pt x="28861" y="15335"/>
                    </a:cubicBezTo>
                    <a:cubicBezTo>
                      <a:pt x="28770" y="19694"/>
                      <a:pt x="25552" y="23355"/>
                      <a:pt x="21241" y="24003"/>
                    </a:cubicBezTo>
                    <a:lnTo>
                      <a:pt x="21241" y="24003"/>
                    </a:lnTo>
                    <a:cubicBezTo>
                      <a:pt x="23483" y="24666"/>
                      <a:pt x="25194" y="26486"/>
                      <a:pt x="25718" y="28766"/>
                    </a:cubicBezTo>
                    <a:lnTo>
                      <a:pt x="30004" y="40196"/>
                    </a:lnTo>
                    <a:lnTo>
                      <a:pt x="26194" y="40196"/>
                    </a:lnTo>
                    <a:lnTo>
                      <a:pt x="24003" y="33242"/>
                    </a:lnTo>
                    <a:cubicBezTo>
                      <a:pt x="21717" y="26289"/>
                      <a:pt x="20098" y="24956"/>
                      <a:pt x="15335" y="24956"/>
                    </a:cubicBezTo>
                    <a:lnTo>
                      <a:pt x="10382" y="24956"/>
                    </a:lnTo>
                    <a:lnTo>
                      <a:pt x="10382" y="40196"/>
                    </a:lnTo>
                    <a:lnTo>
                      <a:pt x="7144" y="40196"/>
                    </a:lnTo>
                    <a:lnTo>
                      <a:pt x="7144" y="7144"/>
                    </a:lnTo>
                    <a:close/>
                    <a:moveTo>
                      <a:pt x="10382" y="10097"/>
                    </a:moveTo>
                    <a:lnTo>
                      <a:pt x="10382" y="22384"/>
                    </a:lnTo>
                    <a:lnTo>
                      <a:pt x="15526" y="22384"/>
                    </a:lnTo>
                    <a:cubicBezTo>
                      <a:pt x="18429" y="22652"/>
                      <a:pt x="21326" y="21800"/>
                      <a:pt x="23622" y="20003"/>
                    </a:cubicBezTo>
                    <a:cubicBezTo>
                      <a:pt x="24894" y="18852"/>
                      <a:pt x="25649" y="17239"/>
                      <a:pt x="25718" y="15526"/>
                    </a:cubicBezTo>
                    <a:cubicBezTo>
                      <a:pt x="25718" y="12668"/>
                      <a:pt x="23431" y="10001"/>
                      <a:pt x="18669" y="1000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09E34FF2-655A-47E4-9992-454AF74F4898}"/>
                  </a:ext>
                </a:extLst>
              </p:cNvPr>
              <p:cNvSpPr/>
              <p:nvPr/>
            </p:nvSpPr>
            <p:spPr>
              <a:xfrm>
                <a:off x="7976952" y="4299022"/>
                <a:ext cx="125526" cy="125526"/>
              </a:xfrm>
              <a:custGeom>
                <a:avLst/>
                <a:gdLst>
                  <a:gd name="connsiteX0" fmla="*/ 11906 w 28575"/>
                  <a:gd name="connsiteY0" fmla="*/ 7144 h 28575"/>
                  <a:gd name="connsiteX1" fmla="*/ 17335 w 28575"/>
                  <a:gd name="connsiteY1" fmla="*/ 15526 h 28575"/>
                  <a:gd name="connsiteX2" fmla="*/ 22860 w 28575"/>
                  <a:gd name="connsiteY2" fmla="*/ 7144 h 28575"/>
                  <a:gd name="connsiteX3" fmla="*/ 26479 w 28575"/>
                  <a:gd name="connsiteY3" fmla="*/ 7144 h 28575"/>
                  <a:gd name="connsiteX4" fmla="*/ 19050 w 28575"/>
                  <a:gd name="connsiteY4" fmla="*/ 17621 h 28575"/>
                  <a:gd name="connsiteX5" fmla="*/ 27432 w 28575"/>
                  <a:gd name="connsiteY5" fmla="*/ 29718 h 28575"/>
                  <a:gd name="connsiteX6" fmla="*/ 23527 w 28575"/>
                  <a:gd name="connsiteY6" fmla="*/ 29718 h 28575"/>
                  <a:gd name="connsiteX7" fmla="*/ 17145 w 28575"/>
                  <a:gd name="connsiteY7" fmla="*/ 20193 h 28575"/>
                  <a:gd name="connsiteX8" fmla="*/ 10763 w 28575"/>
                  <a:gd name="connsiteY8" fmla="*/ 29718 h 28575"/>
                  <a:gd name="connsiteX9" fmla="*/ 7144 w 28575"/>
                  <a:gd name="connsiteY9" fmla="*/ 29718 h 28575"/>
                  <a:gd name="connsiteX10" fmla="*/ 15430 w 28575"/>
                  <a:gd name="connsiteY10" fmla="*/ 17621 h 28575"/>
                  <a:gd name="connsiteX11" fmla="*/ 8096 w 28575"/>
                  <a:gd name="connsiteY11"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75" h="28575">
                    <a:moveTo>
                      <a:pt x="11906" y="7144"/>
                    </a:moveTo>
                    <a:lnTo>
                      <a:pt x="17335" y="15526"/>
                    </a:lnTo>
                    <a:lnTo>
                      <a:pt x="22860" y="7144"/>
                    </a:lnTo>
                    <a:lnTo>
                      <a:pt x="26479" y="7144"/>
                    </a:lnTo>
                    <a:lnTo>
                      <a:pt x="19050" y="17621"/>
                    </a:lnTo>
                    <a:lnTo>
                      <a:pt x="27432" y="29718"/>
                    </a:lnTo>
                    <a:lnTo>
                      <a:pt x="23527" y="29718"/>
                    </a:lnTo>
                    <a:lnTo>
                      <a:pt x="17145" y="20193"/>
                    </a:lnTo>
                    <a:lnTo>
                      <a:pt x="10763" y="29718"/>
                    </a:lnTo>
                    <a:lnTo>
                      <a:pt x="7144" y="29718"/>
                    </a:lnTo>
                    <a:lnTo>
                      <a:pt x="15430" y="17621"/>
                    </a:lnTo>
                    <a:lnTo>
                      <a:pt x="8096" y="7144"/>
                    </a:lnTo>
                    <a:close/>
                  </a:path>
                </a:pathLst>
              </a:custGeom>
              <a:grpFill/>
              <a:ln w="9525" cap="flat">
                <a:noFill/>
                <a:prstDash val="solid"/>
                <a:miter/>
              </a:ln>
            </p:spPr>
            <p:txBody>
              <a:bodyPr rtlCol="0" anchor="ctr"/>
              <a:lstStyle/>
              <a:p>
                <a:endParaRPr lang="en-US"/>
              </a:p>
            </p:txBody>
          </p:sp>
        </p:grpSp>
      </p:grpSp>
      <p:sp>
        <p:nvSpPr>
          <p:cNvPr id="4" name="Rectangle 3">
            <a:extLst>
              <a:ext uri="{FF2B5EF4-FFF2-40B4-BE49-F238E27FC236}">
                <a16:creationId xmlns:a16="http://schemas.microsoft.com/office/drawing/2014/main" id="{34924302-2AC4-430F-A01A-F6CC61B0D9B6}"/>
              </a:ext>
            </a:extLst>
          </p:cNvPr>
          <p:cNvSpPr/>
          <p:nvPr/>
        </p:nvSpPr>
        <p:spPr>
          <a:xfrm>
            <a:off x="127380" y="280449"/>
            <a:ext cx="4499950" cy="523220"/>
          </a:xfrm>
          <a:prstGeom prst="rect">
            <a:avLst/>
          </a:prstGeom>
        </p:spPr>
        <p:txBody>
          <a:bodyPr wrap="none" anchor="ctr">
            <a:spAutoFit/>
          </a:bodyPr>
          <a:lstStyle/>
          <a:p>
            <a:r>
              <a:rPr lang="en-US" sz="2800" dirty="0">
                <a:solidFill>
                  <a:schemeClr val="bg1"/>
                </a:solidFill>
                <a:latin typeface="Poppins Black" panose="00000A00000000000000" pitchFamily="2" charset="0"/>
                <a:cs typeface="Poppins Black" panose="00000A00000000000000" pitchFamily="2" charset="0"/>
              </a:rPr>
              <a:t>WHY WORK WITH PDRX</a:t>
            </a:r>
          </a:p>
        </p:txBody>
      </p:sp>
      <p:grpSp>
        <p:nvGrpSpPr>
          <p:cNvPr id="9" name="Group 8">
            <a:extLst>
              <a:ext uri="{FF2B5EF4-FFF2-40B4-BE49-F238E27FC236}">
                <a16:creationId xmlns:a16="http://schemas.microsoft.com/office/drawing/2014/main" id="{5EAC4563-D359-4D5C-A978-9706188EE659}"/>
              </a:ext>
            </a:extLst>
          </p:cNvPr>
          <p:cNvGrpSpPr/>
          <p:nvPr/>
        </p:nvGrpSpPr>
        <p:grpSpPr>
          <a:xfrm>
            <a:off x="0" y="217508"/>
            <a:ext cx="12192000" cy="649102"/>
            <a:chOff x="0" y="574717"/>
            <a:chExt cx="10106025" cy="649102"/>
          </a:xfrm>
        </p:grpSpPr>
        <p:cxnSp>
          <p:nvCxnSpPr>
            <p:cNvPr id="6" name="Straight Connector 5">
              <a:extLst>
                <a:ext uri="{FF2B5EF4-FFF2-40B4-BE49-F238E27FC236}">
                  <a16:creationId xmlns:a16="http://schemas.microsoft.com/office/drawing/2014/main" id="{9CFE3402-FA8C-498B-9843-2DEEF83BA239}"/>
                </a:ext>
              </a:extLst>
            </p:cNvPr>
            <p:cNvCxnSpPr>
              <a:cxnSpLocks/>
            </p:cNvCxnSpPr>
            <p:nvPr/>
          </p:nvCxnSpPr>
          <p:spPr>
            <a:xfrm>
              <a:off x="0" y="1223819"/>
              <a:ext cx="1010602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4F0090B-73EF-4F10-8AFE-6EC66143C71E}"/>
                </a:ext>
              </a:extLst>
            </p:cNvPr>
            <p:cNvCxnSpPr>
              <a:cxnSpLocks/>
            </p:cNvCxnSpPr>
            <p:nvPr/>
          </p:nvCxnSpPr>
          <p:spPr>
            <a:xfrm>
              <a:off x="0" y="574717"/>
              <a:ext cx="1010602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01" name="Group 100">
            <a:extLst>
              <a:ext uri="{FF2B5EF4-FFF2-40B4-BE49-F238E27FC236}">
                <a16:creationId xmlns:a16="http://schemas.microsoft.com/office/drawing/2014/main" id="{89C1916B-B5C7-4EDF-9E40-0A5846BC0AFF}"/>
              </a:ext>
            </a:extLst>
          </p:cNvPr>
          <p:cNvGrpSpPr/>
          <p:nvPr/>
        </p:nvGrpSpPr>
        <p:grpSpPr>
          <a:xfrm>
            <a:off x="7323624" y="3421623"/>
            <a:ext cx="7371987" cy="4117698"/>
            <a:chOff x="-3808" y="23009"/>
            <a:chExt cx="12196519" cy="6812489"/>
          </a:xfrm>
        </p:grpSpPr>
        <p:sp>
          <p:nvSpPr>
            <p:cNvPr id="102" name="Freeform: Shape 101">
              <a:extLst>
                <a:ext uri="{FF2B5EF4-FFF2-40B4-BE49-F238E27FC236}">
                  <a16:creationId xmlns:a16="http://schemas.microsoft.com/office/drawing/2014/main" id="{9EEB2881-1C99-415C-96C5-22DF75A95458}"/>
                </a:ext>
              </a:extLst>
            </p:cNvPr>
            <p:cNvSpPr/>
            <p:nvPr/>
          </p:nvSpPr>
          <p:spPr>
            <a:xfrm>
              <a:off x="583957" y="4773877"/>
              <a:ext cx="2061621" cy="2061621"/>
            </a:xfrm>
            <a:custGeom>
              <a:avLst/>
              <a:gdLst>
                <a:gd name="connsiteX0" fmla="*/ 2059031 w 2061620"/>
                <a:gd name="connsiteY0" fmla="*/ 690085 h 2061621"/>
                <a:gd name="connsiteX1" fmla="*/ 1372755 w 2061620"/>
                <a:gd name="connsiteY1" fmla="*/ 690085 h 2061621"/>
                <a:gd name="connsiteX2" fmla="*/ 1372755 w 2061620"/>
                <a:gd name="connsiteY2" fmla="*/ 3808 h 2061621"/>
                <a:gd name="connsiteX3" fmla="*/ 690034 w 2061620"/>
                <a:gd name="connsiteY3" fmla="*/ 3808 h 2061621"/>
                <a:gd name="connsiteX4" fmla="*/ 690034 w 2061620"/>
                <a:gd name="connsiteY4" fmla="*/ 690085 h 2061621"/>
                <a:gd name="connsiteX5" fmla="*/ 3808 w 2061620"/>
                <a:gd name="connsiteY5" fmla="*/ 690085 h 2061621"/>
                <a:gd name="connsiteX6" fmla="*/ 3808 w 2061620"/>
                <a:gd name="connsiteY6" fmla="*/ 1372755 h 2061621"/>
                <a:gd name="connsiteX7" fmla="*/ 690034 w 2061620"/>
                <a:gd name="connsiteY7" fmla="*/ 1372755 h 2061621"/>
                <a:gd name="connsiteX8" fmla="*/ 690034 w 2061620"/>
                <a:gd name="connsiteY8" fmla="*/ 2059031 h 2061621"/>
                <a:gd name="connsiteX9" fmla="*/ 1372755 w 2061620"/>
                <a:gd name="connsiteY9" fmla="*/ 2059031 h 2061621"/>
                <a:gd name="connsiteX10" fmla="*/ 1372755 w 2061620"/>
                <a:gd name="connsiteY10" fmla="*/ 1372755 h 2061621"/>
                <a:gd name="connsiteX11" fmla="*/ 2059031 w 2061620"/>
                <a:gd name="connsiteY11" fmla="*/ 1372755 h 2061621"/>
                <a:gd name="connsiteX12" fmla="*/ 2059031 w 2061620"/>
                <a:gd name="connsiteY12" fmla="*/ 690085 h 206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61620" h="2061621">
                  <a:moveTo>
                    <a:pt x="2059031" y="690085"/>
                  </a:moveTo>
                  <a:lnTo>
                    <a:pt x="1372755" y="690085"/>
                  </a:lnTo>
                  <a:lnTo>
                    <a:pt x="1372755" y="3808"/>
                  </a:lnTo>
                  <a:lnTo>
                    <a:pt x="690034" y="3808"/>
                  </a:lnTo>
                  <a:lnTo>
                    <a:pt x="690034" y="690085"/>
                  </a:lnTo>
                  <a:lnTo>
                    <a:pt x="3808" y="690085"/>
                  </a:lnTo>
                  <a:lnTo>
                    <a:pt x="3808" y="1372755"/>
                  </a:lnTo>
                  <a:lnTo>
                    <a:pt x="690034" y="1372755"/>
                  </a:lnTo>
                  <a:lnTo>
                    <a:pt x="690034" y="2059031"/>
                  </a:lnTo>
                  <a:lnTo>
                    <a:pt x="1372755" y="2059031"/>
                  </a:lnTo>
                  <a:lnTo>
                    <a:pt x="1372755" y="1372755"/>
                  </a:lnTo>
                  <a:lnTo>
                    <a:pt x="2059031" y="1372755"/>
                  </a:lnTo>
                  <a:lnTo>
                    <a:pt x="2059031" y="690085"/>
                  </a:lnTo>
                  <a:close/>
                </a:path>
              </a:pathLst>
            </a:custGeom>
            <a:solidFill>
              <a:schemeClr val="bg1">
                <a:alpha val="6000"/>
              </a:schemeClr>
            </a:solid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638E200A-E734-43D8-A182-E81666A8AADF}"/>
                </a:ext>
              </a:extLst>
            </p:cNvPr>
            <p:cNvSpPr/>
            <p:nvPr/>
          </p:nvSpPr>
          <p:spPr>
            <a:xfrm>
              <a:off x="6255344" y="4709845"/>
              <a:ext cx="497633" cy="497633"/>
            </a:xfrm>
            <a:custGeom>
              <a:avLst/>
              <a:gdLst>
                <a:gd name="connsiteX0" fmla="*/ 494992 w 497632"/>
                <a:gd name="connsiteY0" fmla="*/ 167774 h 497632"/>
                <a:gd name="connsiteX1" fmla="*/ 330977 w 497632"/>
                <a:gd name="connsiteY1" fmla="*/ 167774 h 497632"/>
                <a:gd name="connsiteX2" fmla="*/ 330977 w 497632"/>
                <a:gd name="connsiteY2" fmla="*/ 3808 h 497632"/>
                <a:gd name="connsiteX3" fmla="*/ 167824 w 497632"/>
                <a:gd name="connsiteY3" fmla="*/ 3808 h 497632"/>
                <a:gd name="connsiteX4" fmla="*/ 167824 w 497632"/>
                <a:gd name="connsiteY4" fmla="*/ 167774 h 497632"/>
                <a:gd name="connsiteX5" fmla="*/ 3808 w 497632"/>
                <a:gd name="connsiteY5" fmla="*/ 167774 h 497632"/>
                <a:gd name="connsiteX6" fmla="*/ 3808 w 497632"/>
                <a:gd name="connsiteY6" fmla="*/ 330976 h 497632"/>
                <a:gd name="connsiteX7" fmla="*/ 167824 w 497632"/>
                <a:gd name="connsiteY7" fmla="*/ 330976 h 497632"/>
                <a:gd name="connsiteX8" fmla="*/ 167824 w 497632"/>
                <a:gd name="connsiteY8" fmla="*/ 494992 h 497632"/>
                <a:gd name="connsiteX9" fmla="*/ 330977 w 497632"/>
                <a:gd name="connsiteY9" fmla="*/ 494992 h 497632"/>
                <a:gd name="connsiteX10" fmla="*/ 330977 w 497632"/>
                <a:gd name="connsiteY10" fmla="*/ 330976 h 497632"/>
                <a:gd name="connsiteX11" fmla="*/ 494992 w 497632"/>
                <a:gd name="connsiteY11" fmla="*/ 330976 h 497632"/>
                <a:gd name="connsiteX12" fmla="*/ 494992 w 497632"/>
                <a:gd name="connsiteY12" fmla="*/ 167774 h 49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632" h="497632">
                  <a:moveTo>
                    <a:pt x="494992" y="167774"/>
                  </a:moveTo>
                  <a:lnTo>
                    <a:pt x="330977" y="167774"/>
                  </a:lnTo>
                  <a:lnTo>
                    <a:pt x="330977" y="3808"/>
                  </a:lnTo>
                  <a:lnTo>
                    <a:pt x="167824" y="3808"/>
                  </a:lnTo>
                  <a:lnTo>
                    <a:pt x="167824" y="167774"/>
                  </a:lnTo>
                  <a:lnTo>
                    <a:pt x="3808" y="167774"/>
                  </a:lnTo>
                  <a:lnTo>
                    <a:pt x="3808" y="330976"/>
                  </a:lnTo>
                  <a:lnTo>
                    <a:pt x="167824" y="330976"/>
                  </a:lnTo>
                  <a:lnTo>
                    <a:pt x="167824" y="494992"/>
                  </a:lnTo>
                  <a:lnTo>
                    <a:pt x="330977" y="494992"/>
                  </a:lnTo>
                  <a:lnTo>
                    <a:pt x="330977" y="330976"/>
                  </a:lnTo>
                  <a:lnTo>
                    <a:pt x="494992" y="330976"/>
                  </a:lnTo>
                  <a:lnTo>
                    <a:pt x="494992" y="167774"/>
                  </a:lnTo>
                  <a:close/>
                </a:path>
              </a:pathLst>
            </a:custGeom>
            <a:solidFill>
              <a:schemeClr val="bg1">
                <a:alpha val="6000"/>
              </a:schemeClr>
            </a:solid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7849731-48EE-4570-A0AE-CA43AE4D93BB}"/>
                </a:ext>
              </a:extLst>
            </p:cNvPr>
            <p:cNvSpPr/>
            <p:nvPr/>
          </p:nvSpPr>
          <p:spPr>
            <a:xfrm>
              <a:off x="10683665" y="23009"/>
              <a:ext cx="396075" cy="396075"/>
            </a:xfrm>
            <a:custGeom>
              <a:avLst/>
              <a:gdLst>
                <a:gd name="connsiteX0" fmla="*/ 394551 w 396074"/>
                <a:gd name="connsiteY0" fmla="*/ 134259 h 396074"/>
                <a:gd name="connsiteX1" fmla="*/ 264101 w 396074"/>
                <a:gd name="connsiteY1" fmla="*/ 134259 h 396074"/>
                <a:gd name="connsiteX2" fmla="*/ 264101 w 396074"/>
                <a:gd name="connsiteY2" fmla="*/ 3808 h 396074"/>
                <a:gd name="connsiteX3" fmla="*/ 134310 w 396074"/>
                <a:gd name="connsiteY3" fmla="*/ 3808 h 396074"/>
                <a:gd name="connsiteX4" fmla="*/ 134310 w 396074"/>
                <a:gd name="connsiteY4" fmla="*/ 134259 h 396074"/>
                <a:gd name="connsiteX5" fmla="*/ 3808 w 396074"/>
                <a:gd name="connsiteY5" fmla="*/ 134259 h 396074"/>
                <a:gd name="connsiteX6" fmla="*/ 3808 w 396074"/>
                <a:gd name="connsiteY6" fmla="*/ 264050 h 396074"/>
                <a:gd name="connsiteX7" fmla="*/ 134310 w 396074"/>
                <a:gd name="connsiteY7" fmla="*/ 264050 h 396074"/>
                <a:gd name="connsiteX8" fmla="*/ 134310 w 396074"/>
                <a:gd name="connsiteY8" fmla="*/ 394501 h 396074"/>
                <a:gd name="connsiteX9" fmla="*/ 264101 w 396074"/>
                <a:gd name="connsiteY9" fmla="*/ 394501 h 396074"/>
                <a:gd name="connsiteX10" fmla="*/ 264101 w 396074"/>
                <a:gd name="connsiteY10" fmla="*/ 264050 h 396074"/>
                <a:gd name="connsiteX11" fmla="*/ 394551 w 396074"/>
                <a:gd name="connsiteY11" fmla="*/ 264050 h 396074"/>
                <a:gd name="connsiteX12" fmla="*/ 394551 w 396074"/>
                <a:gd name="connsiteY12" fmla="*/ 134259 h 39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6074" h="396074">
                  <a:moveTo>
                    <a:pt x="394551" y="134259"/>
                  </a:moveTo>
                  <a:lnTo>
                    <a:pt x="264101" y="134259"/>
                  </a:lnTo>
                  <a:lnTo>
                    <a:pt x="264101" y="3808"/>
                  </a:lnTo>
                  <a:lnTo>
                    <a:pt x="134310" y="3808"/>
                  </a:lnTo>
                  <a:lnTo>
                    <a:pt x="134310" y="134259"/>
                  </a:lnTo>
                  <a:lnTo>
                    <a:pt x="3808" y="134259"/>
                  </a:lnTo>
                  <a:lnTo>
                    <a:pt x="3808" y="264050"/>
                  </a:lnTo>
                  <a:lnTo>
                    <a:pt x="134310" y="264050"/>
                  </a:lnTo>
                  <a:lnTo>
                    <a:pt x="134310" y="394501"/>
                  </a:lnTo>
                  <a:lnTo>
                    <a:pt x="264101" y="394501"/>
                  </a:lnTo>
                  <a:lnTo>
                    <a:pt x="264101" y="264050"/>
                  </a:lnTo>
                  <a:lnTo>
                    <a:pt x="394551" y="264050"/>
                  </a:lnTo>
                  <a:lnTo>
                    <a:pt x="394551" y="134259"/>
                  </a:lnTo>
                  <a:close/>
                </a:path>
              </a:pathLst>
            </a:custGeom>
            <a:solidFill>
              <a:schemeClr val="bg1">
                <a:alpha val="6000"/>
              </a:schemeClr>
            </a:solid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85842280-E5B8-4D9F-B8DE-A2A4FE40F21A}"/>
                </a:ext>
              </a:extLst>
            </p:cNvPr>
            <p:cNvSpPr/>
            <p:nvPr/>
          </p:nvSpPr>
          <p:spPr>
            <a:xfrm>
              <a:off x="-3808" y="5743449"/>
              <a:ext cx="274206" cy="274206"/>
            </a:xfrm>
            <a:custGeom>
              <a:avLst/>
              <a:gdLst>
                <a:gd name="connsiteX0" fmla="*/ 274663 w 274205"/>
                <a:gd name="connsiteY0" fmla="*/ 94245 h 274205"/>
                <a:gd name="connsiteX1" fmla="*/ 184226 w 274205"/>
                <a:gd name="connsiteY1" fmla="*/ 94245 h 274205"/>
                <a:gd name="connsiteX2" fmla="*/ 184226 w 274205"/>
                <a:gd name="connsiteY2" fmla="*/ 3808 h 274205"/>
                <a:gd name="connsiteX3" fmla="*/ 94246 w 274205"/>
                <a:gd name="connsiteY3" fmla="*/ 3808 h 274205"/>
                <a:gd name="connsiteX4" fmla="*/ 94246 w 274205"/>
                <a:gd name="connsiteY4" fmla="*/ 94245 h 274205"/>
                <a:gd name="connsiteX5" fmla="*/ 3808 w 274205"/>
                <a:gd name="connsiteY5" fmla="*/ 94245 h 274205"/>
                <a:gd name="connsiteX6" fmla="*/ 3808 w 274205"/>
                <a:gd name="connsiteY6" fmla="*/ 184225 h 274205"/>
                <a:gd name="connsiteX7" fmla="*/ 94246 w 274205"/>
                <a:gd name="connsiteY7" fmla="*/ 184225 h 274205"/>
                <a:gd name="connsiteX8" fmla="*/ 94246 w 274205"/>
                <a:gd name="connsiteY8" fmla="*/ 274663 h 274205"/>
                <a:gd name="connsiteX9" fmla="*/ 184226 w 274205"/>
                <a:gd name="connsiteY9" fmla="*/ 274663 h 274205"/>
                <a:gd name="connsiteX10" fmla="*/ 184226 w 274205"/>
                <a:gd name="connsiteY10" fmla="*/ 184225 h 274205"/>
                <a:gd name="connsiteX11" fmla="*/ 274663 w 274205"/>
                <a:gd name="connsiteY11" fmla="*/ 184225 h 274205"/>
                <a:gd name="connsiteX12" fmla="*/ 274663 w 274205"/>
                <a:gd name="connsiteY12" fmla="*/ 94245 h 27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4205" h="274205">
                  <a:moveTo>
                    <a:pt x="274663" y="94245"/>
                  </a:moveTo>
                  <a:lnTo>
                    <a:pt x="184226" y="94245"/>
                  </a:lnTo>
                  <a:lnTo>
                    <a:pt x="184226" y="3808"/>
                  </a:lnTo>
                  <a:lnTo>
                    <a:pt x="94246" y="3808"/>
                  </a:lnTo>
                  <a:lnTo>
                    <a:pt x="94246" y="94245"/>
                  </a:lnTo>
                  <a:lnTo>
                    <a:pt x="3808" y="94245"/>
                  </a:lnTo>
                  <a:lnTo>
                    <a:pt x="3808" y="184225"/>
                  </a:lnTo>
                  <a:lnTo>
                    <a:pt x="94246" y="184225"/>
                  </a:lnTo>
                  <a:lnTo>
                    <a:pt x="94246" y="274663"/>
                  </a:lnTo>
                  <a:lnTo>
                    <a:pt x="184226" y="274663"/>
                  </a:lnTo>
                  <a:lnTo>
                    <a:pt x="184226" y="184225"/>
                  </a:lnTo>
                  <a:lnTo>
                    <a:pt x="274663" y="184225"/>
                  </a:lnTo>
                  <a:lnTo>
                    <a:pt x="274663" y="94245"/>
                  </a:lnTo>
                  <a:close/>
                </a:path>
              </a:pathLst>
            </a:custGeom>
            <a:solidFill>
              <a:schemeClr val="bg1">
                <a:alpha val="6000"/>
              </a:schemeClr>
            </a:solid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7F075D77-6692-40B1-9813-9A33AC87CC41}"/>
                </a:ext>
              </a:extLst>
            </p:cNvPr>
            <p:cNvSpPr/>
            <p:nvPr/>
          </p:nvSpPr>
          <p:spPr>
            <a:xfrm>
              <a:off x="4466507" y="2507973"/>
              <a:ext cx="1254237" cy="1254237"/>
            </a:xfrm>
            <a:custGeom>
              <a:avLst/>
              <a:gdLst>
                <a:gd name="connsiteX0" fmla="*/ 1252968 w 1254237"/>
                <a:gd name="connsiteY0" fmla="*/ 420906 h 1254237"/>
                <a:gd name="connsiteX1" fmla="*/ 835870 w 1254237"/>
                <a:gd name="connsiteY1" fmla="*/ 420906 h 1254237"/>
                <a:gd name="connsiteX2" fmla="*/ 835870 w 1254237"/>
                <a:gd name="connsiteY2" fmla="*/ 3808 h 1254237"/>
                <a:gd name="connsiteX3" fmla="*/ 420906 w 1254237"/>
                <a:gd name="connsiteY3" fmla="*/ 3808 h 1254237"/>
                <a:gd name="connsiteX4" fmla="*/ 420906 w 1254237"/>
                <a:gd name="connsiteY4" fmla="*/ 420906 h 1254237"/>
                <a:gd name="connsiteX5" fmla="*/ 3808 w 1254237"/>
                <a:gd name="connsiteY5" fmla="*/ 420906 h 1254237"/>
                <a:gd name="connsiteX6" fmla="*/ 3808 w 1254237"/>
                <a:gd name="connsiteY6" fmla="*/ 835870 h 1254237"/>
                <a:gd name="connsiteX7" fmla="*/ 420906 w 1254237"/>
                <a:gd name="connsiteY7" fmla="*/ 835870 h 1254237"/>
                <a:gd name="connsiteX8" fmla="*/ 420906 w 1254237"/>
                <a:gd name="connsiteY8" fmla="*/ 1252968 h 1254237"/>
                <a:gd name="connsiteX9" fmla="*/ 835870 w 1254237"/>
                <a:gd name="connsiteY9" fmla="*/ 1252968 h 1254237"/>
                <a:gd name="connsiteX10" fmla="*/ 835870 w 1254237"/>
                <a:gd name="connsiteY10" fmla="*/ 835870 h 1254237"/>
                <a:gd name="connsiteX11" fmla="*/ 1252968 w 1254237"/>
                <a:gd name="connsiteY11" fmla="*/ 835870 h 1254237"/>
                <a:gd name="connsiteX12" fmla="*/ 1252968 w 1254237"/>
                <a:gd name="connsiteY12" fmla="*/ 420906 h 125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37" h="1254237">
                  <a:moveTo>
                    <a:pt x="1252968" y="420906"/>
                  </a:moveTo>
                  <a:lnTo>
                    <a:pt x="835870" y="420906"/>
                  </a:lnTo>
                  <a:lnTo>
                    <a:pt x="835870" y="3808"/>
                  </a:lnTo>
                  <a:lnTo>
                    <a:pt x="420906" y="3808"/>
                  </a:lnTo>
                  <a:lnTo>
                    <a:pt x="420906" y="420906"/>
                  </a:lnTo>
                  <a:lnTo>
                    <a:pt x="3808" y="420906"/>
                  </a:lnTo>
                  <a:lnTo>
                    <a:pt x="3808" y="835870"/>
                  </a:lnTo>
                  <a:lnTo>
                    <a:pt x="420906" y="835870"/>
                  </a:lnTo>
                  <a:lnTo>
                    <a:pt x="420906" y="1252968"/>
                  </a:lnTo>
                  <a:lnTo>
                    <a:pt x="835870" y="1252968"/>
                  </a:lnTo>
                  <a:lnTo>
                    <a:pt x="835870" y="835870"/>
                  </a:lnTo>
                  <a:lnTo>
                    <a:pt x="1252968" y="835870"/>
                  </a:lnTo>
                  <a:lnTo>
                    <a:pt x="1252968" y="420906"/>
                  </a:lnTo>
                  <a:close/>
                </a:path>
              </a:pathLst>
            </a:custGeom>
            <a:solidFill>
              <a:schemeClr val="bg1">
                <a:alpha val="6000"/>
              </a:schemeClr>
            </a:solid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9C70151D-C36D-433A-B38F-198CFC5971C2}"/>
                </a:ext>
              </a:extLst>
            </p:cNvPr>
            <p:cNvSpPr/>
            <p:nvPr/>
          </p:nvSpPr>
          <p:spPr>
            <a:xfrm>
              <a:off x="7675171" y="2252708"/>
              <a:ext cx="1061278" cy="1061278"/>
            </a:xfrm>
            <a:custGeom>
              <a:avLst/>
              <a:gdLst>
                <a:gd name="connsiteX0" fmla="*/ 1061684 w 1061277"/>
                <a:gd name="connsiteY0" fmla="*/ 357026 h 1061277"/>
                <a:gd name="connsiteX1" fmla="*/ 708467 w 1061277"/>
                <a:gd name="connsiteY1" fmla="*/ 357026 h 1061277"/>
                <a:gd name="connsiteX2" fmla="*/ 708467 w 1061277"/>
                <a:gd name="connsiteY2" fmla="*/ 3808 h 1061277"/>
                <a:gd name="connsiteX3" fmla="*/ 357026 w 1061277"/>
                <a:gd name="connsiteY3" fmla="*/ 3808 h 1061277"/>
                <a:gd name="connsiteX4" fmla="*/ 357026 w 1061277"/>
                <a:gd name="connsiteY4" fmla="*/ 357026 h 1061277"/>
                <a:gd name="connsiteX5" fmla="*/ 3808 w 1061277"/>
                <a:gd name="connsiteY5" fmla="*/ 357026 h 1061277"/>
                <a:gd name="connsiteX6" fmla="*/ 3808 w 1061277"/>
                <a:gd name="connsiteY6" fmla="*/ 708466 h 1061277"/>
                <a:gd name="connsiteX7" fmla="*/ 357026 w 1061277"/>
                <a:gd name="connsiteY7" fmla="*/ 708466 h 1061277"/>
                <a:gd name="connsiteX8" fmla="*/ 357026 w 1061277"/>
                <a:gd name="connsiteY8" fmla="*/ 1061684 h 1061277"/>
                <a:gd name="connsiteX9" fmla="*/ 708467 w 1061277"/>
                <a:gd name="connsiteY9" fmla="*/ 1061684 h 1061277"/>
                <a:gd name="connsiteX10" fmla="*/ 708467 w 1061277"/>
                <a:gd name="connsiteY10" fmla="*/ 708466 h 1061277"/>
                <a:gd name="connsiteX11" fmla="*/ 1061684 w 1061277"/>
                <a:gd name="connsiteY11" fmla="*/ 708466 h 1061277"/>
                <a:gd name="connsiteX12" fmla="*/ 1061684 w 1061277"/>
                <a:gd name="connsiteY12" fmla="*/ 357026 h 106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1277" h="1061277">
                  <a:moveTo>
                    <a:pt x="1061684" y="357026"/>
                  </a:moveTo>
                  <a:lnTo>
                    <a:pt x="708467" y="357026"/>
                  </a:lnTo>
                  <a:lnTo>
                    <a:pt x="708467" y="3808"/>
                  </a:lnTo>
                  <a:lnTo>
                    <a:pt x="357026" y="3808"/>
                  </a:lnTo>
                  <a:lnTo>
                    <a:pt x="357026" y="357026"/>
                  </a:lnTo>
                  <a:lnTo>
                    <a:pt x="3808" y="357026"/>
                  </a:lnTo>
                  <a:lnTo>
                    <a:pt x="3808" y="708466"/>
                  </a:lnTo>
                  <a:lnTo>
                    <a:pt x="357026" y="708466"/>
                  </a:lnTo>
                  <a:lnTo>
                    <a:pt x="357026" y="1061684"/>
                  </a:lnTo>
                  <a:lnTo>
                    <a:pt x="708467" y="1061684"/>
                  </a:lnTo>
                  <a:lnTo>
                    <a:pt x="708467" y="708466"/>
                  </a:lnTo>
                  <a:lnTo>
                    <a:pt x="1061684" y="708466"/>
                  </a:lnTo>
                  <a:lnTo>
                    <a:pt x="1061684" y="357026"/>
                  </a:lnTo>
                  <a:close/>
                </a:path>
              </a:pathLst>
            </a:custGeom>
            <a:solidFill>
              <a:schemeClr val="bg1">
                <a:alpha val="6000"/>
              </a:schemeClr>
            </a:solid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D07F1583-A0CB-4A4C-9C99-2A754A37037E}"/>
                </a:ext>
              </a:extLst>
            </p:cNvPr>
            <p:cNvSpPr/>
            <p:nvPr/>
          </p:nvSpPr>
          <p:spPr>
            <a:xfrm>
              <a:off x="8745081" y="2898005"/>
              <a:ext cx="1970219" cy="1970219"/>
            </a:xfrm>
            <a:custGeom>
              <a:avLst/>
              <a:gdLst>
                <a:gd name="connsiteX0" fmla="*/ 1968138 w 1970219"/>
                <a:gd name="connsiteY0" fmla="*/ 659668 h 1970219"/>
                <a:gd name="connsiteX1" fmla="*/ 1312227 w 1970219"/>
                <a:gd name="connsiteY1" fmla="*/ 659668 h 1970219"/>
                <a:gd name="connsiteX2" fmla="*/ 1312227 w 1970219"/>
                <a:gd name="connsiteY2" fmla="*/ 3808 h 1970219"/>
                <a:gd name="connsiteX3" fmla="*/ 659719 w 1970219"/>
                <a:gd name="connsiteY3" fmla="*/ 3808 h 1970219"/>
                <a:gd name="connsiteX4" fmla="*/ 659719 w 1970219"/>
                <a:gd name="connsiteY4" fmla="*/ 659668 h 1970219"/>
                <a:gd name="connsiteX5" fmla="*/ 3808 w 1970219"/>
                <a:gd name="connsiteY5" fmla="*/ 659668 h 1970219"/>
                <a:gd name="connsiteX6" fmla="*/ 3808 w 1970219"/>
                <a:gd name="connsiteY6" fmla="*/ 1312176 h 1970219"/>
                <a:gd name="connsiteX7" fmla="*/ 659719 w 1970219"/>
                <a:gd name="connsiteY7" fmla="*/ 1312176 h 1970219"/>
                <a:gd name="connsiteX8" fmla="*/ 659719 w 1970219"/>
                <a:gd name="connsiteY8" fmla="*/ 1968087 h 1970219"/>
                <a:gd name="connsiteX9" fmla="*/ 1312227 w 1970219"/>
                <a:gd name="connsiteY9" fmla="*/ 1968087 h 1970219"/>
                <a:gd name="connsiteX10" fmla="*/ 1312227 w 1970219"/>
                <a:gd name="connsiteY10" fmla="*/ 1312176 h 1970219"/>
                <a:gd name="connsiteX11" fmla="*/ 1968138 w 1970219"/>
                <a:gd name="connsiteY11" fmla="*/ 1312176 h 1970219"/>
                <a:gd name="connsiteX12" fmla="*/ 1968138 w 1970219"/>
                <a:gd name="connsiteY12" fmla="*/ 659668 h 197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0219" h="1970219">
                  <a:moveTo>
                    <a:pt x="1968138" y="659668"/>
                  </a:moveTo>
                  <a:lnTo>
                    <a:pt x="1312227" y="659668"/>
                  </a:lnTo>
                  <a:lnTo>
                    <a:pt x="1312227" y="3808"/>
                  </a:lnTo>
                  <a:lnTo>
                    <a:pt x="659719" y="3808"/>
                  </a:lnTo>
                  <a:lnTo>
                    <a:pt x="659719" y="659668"/>
                  </a:lnTo>
                  <a:lnTo>
                    <a:pt x="3808" y="659668"/>
                  </a:lnTo>
                  <a:lnTo>
                    <a:pt x="3808" y="1312176"/>
                  </a:lnTo>
                  <a:lnTo>
                    <a:pt x="659719" y="1312176"/>
                  </a:lnTo>
                  <a:lnTo>
                    <a:pt x="659719" y="1968087"/>
                  </a:lnTo>
                  <a:lnTo>
                    <a:pt x="1312227" y="1968087"/>
                  </a:lnTo>
                  <a:lnTo>
                    <a:pt x="1312227" y="1312176"/>
                  </a:lnTo>
                  <a:lnTo>
                    <a:pt x="1968138" y="1312176"/>
                  </a:lnTo>
                  <a:lnTo>
                    <a:pt x="1968138" y="659668"/>
                  </a:lnTo>
                  <a:close/>
                </a:path>
              </a:pathLst>
            </a:custGeom>
            <a:solidFill>
              <a:schemeClr val="bg1">
                <a:alpha val="6000"/>
              </a:schemeClr>
            </a:solid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27212C52-186F-45C0-90CD-2CE4CB18A53F}"/>
                </a:ext>
              </a:extLst>
            </p:cNvPr>
            <p:cNvSpPr/>
            <p:nvPr/>
          </p:nvSpPr>
          <p:spPr>
            <a:xfrm>
              <a:off x="8260296" y="1163248"/>
              <a:ext cx="365608" cy="365608"/>
            </a:xfrm>
            <a:custGeom>
              <a:avLst/>
              <a:gdLst>
                <a:gd name="connsiteX0" fmla="*/ 362155 w 365607"/>
                <a:gd name="connsiteY0" fmla="*/ 123494 h 365607"/>
                <a:gd name="connsiteX1" fmla="*/ 242520 w 365607"/>
                <a:gd name="connsiteY1" fmla="*/ 123494 h 365607"/>
                <a:gd name="connsiteX2" fmla="*/ 242520 w 365607"/>
                <a:gd name="connsiteY2" fmla="*/ 3808 h 365607"/>
                <a:gd name="connsiteX3" fmla="*/ 123444 w 365607"/>
                <a:gd name="connsiteY3" fmla="*/ 3808 h 365607"/>
                <a:gd name="connsiteX4" fmla="*/ 123444 w 365607"/>
                <a:gd name="connsiteY4" fmla="*/ 123494 h 365607"/>
                <a:gd name="connsiteX5" fmla="*/ 3808 w 365607"/>
                <a:gd name="connsiteY5" fmla="*/ 123494 h 365607"/>
                <a:gd name="connsiteX6" fmla="*/ 3808 w 365607"/>
                <a:gd name="connsiteY6" fmla="*/ 242520 h 365607"/>
                <a:gd name="connsiteX7" fmla="*/ 123444 w 365607"/>
                <a:gd name="connsiteY7" fmla="*/ 242520 h 365607"/>
                <a:gd name="connsiteX8" fmla="*/ 123444 w 365607"/>
                <a:gd name="connsiteY8" fmla="*/ 362206 h 365607"/>
                <a:gd name="connsiteX9" fmla="*/ 242520 w 365607"/>
                <a:gd name="connsiteY9" fmla="*/ 362206 h 365607"/>
                <a:gd name="connsiteX10" fmla="*/ 242520 w 365607"/>
                <a:gd name="connsiteY10" fmla="*/ 242520 h 365607"/>
                <a:gd name="connsiteX11" fmla="*/ 362155 w 365607"/>
                <a:gd name="connsiteY11" fmla="*/ 242520 h 365607"/>
                <a:gd name="connsiteX12" fmla="*/ 362155 w 365607"/>
                <a:gd name="connsiteY12" fmla="*/ 123494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2155" y="123494"/>
                  </a:moveTo>
                  <a:lnTo>
                    <a:pt x="242520" y="123494"/>
                  </a:lnTo>
                  <a:lnTo>
                    <a:pt x="242520" y="3808"/>
                  </a:lnTo>
                  <a:lnTo>
                    <a:pt x="123444" y="3808"/>
                  </a:lnTo>
                  <a:lnTo>
                    <a:pt x="123444" y="123494"/>
                  </a:lnTo>
                  <a:lnTo>
                    <a:pt x="3808" y="123494"/>
                  </a:lnTo>
                  <a:lnTo>
                    <a:pt x="3808" y="242520"/>
                  </a:lnTo>
                  <a:lnTo>
                    <a:pt x="123444" y="242520"/>
                  </a:lnTo>
                  <a:lnTo>
                    <a:pt x="123444" y="362206"/>
                  </a:lnTo>
                  <a:lnTo>
                    <a:pt x="242520" y="362206"/>
                  </a:lnTo>
                  <a:lnTo>
                    <a:pt x="242520" y="242520"/>
                  </a:lnTo>
                  <a:lnTo>
                    <a:pt x="362155" y="242520"/>
                  </a:lnTo>
                  <a:lnTo>
                    <a:pt x="362155" y="123494"/>
                  </a:lnTo>
                  <a:close/>
                </a:path>
              </a:pathLst>
            </a:custGeom>
            <a:solidFill>
              <a:schemeClr val="bg1">
                <a:alpha val="6000"/>
              </a:schemeClr>
            </a:solid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FC22BA4D-71EB-46A0-8158-9682E5E565D1}"/>
                </a:ext>
              </a:extLst>
            </p:cNvPr>
            <p:cNvSpPr/>
            <p:nvPr/>
          </p:nvSpPr>
          <p:spPr>
            <a:xfrm>
              <a:off x="5518137" y="3771960"/>
              <a:ext cx="787072" cy="787072"/>
            </a:xfrm>
            <a:custGeom>
              <a:avLst/>
              <a:gdLst>
                <a:gd name="connsiteX0" fmla="*/ 787936 w 787072"/>
                <a:gd name="connsiteY0" fmla="*/ 265675 h 787072"/>
                <a:gd name="connsiteX1" fmla="*/ 526120 w 787072"/>
                <a:gd name="connsiteY1" fmla="*/ 265675 h 787072"/>
                <a:gd name="connsiteX2" fmla="*/ 526120 w 787072"/>
                <a:gd name="connsiteY2" fmla="*/ 3808 h 787072"/>
                <a:gd name="connsiteX3" fmla="*/ 265624 w 787072"/>
                <a:gd name="connsiteY3" fmla="*/ 3808 h 787072"/>
                <a:gd name="connsiteX4" fmla="*/ 265624 w 787072"/>
                <a:gd name="connsiteY4" fmla="*/ 265675 h 787072"/>
                <a:gd name="connsiteX5" fmla="*/ 3808 w 787072"/>
                <a:gd name="connsiteY5" fmla="*/ 265675 h 787072"/>
                <a:gd name="connsiteX6" fmla="*/ 3808 w 787072"/>
                <a:gd name="connsiteY6" fmla="*/ 526120 h 787072"/>
                <a:gd name="connsiteX7" fmla="*/ 265624 w 787072"/>
                <a:gd name="connsiteY7" fmla="*/ 526120 h 787072"/>
                <a:gd name="connsiteX8" fmla="*/ 265624 w 787072"/>
                <a:gd name="connsiteY8" fmla="*/ 787986 h 787072"/>
                <a:gd name="connsiteX9" fmla="*/ 526120 w 787072"/>
                <a:gd name="connsiteY9" fmla="*/ 787986 h 787072"/>
                <a:gd name="connsiteX10" fmla="*/ 526120 w 787072"/>
                <a:gd name="connsiteY10" fmla="*/ 526120 h 787072"/>
                <a:gd name="connsiteX11" fmla="*/ 787936 w 787072"/>
                <a:gd name="connsiteY11" fmla="*/ 526120 h 787072"/>
                <a:gd name="connsiteX12" fmla="*/ 787936 w 787072"/>
                <a:gd name="connsiteY12" fmla="*/ 265675 h 78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7072" h="787072">
                  <a:moveTo>
                    <a:pt x="787936" y="265675"/>
                  </a:moveTo>
                  <a:lnTo>
                    <a:pt x="526120" y="265675"/>
                  </a:lnTo>
                  <a:lnTo>
                    <a:pt x="526120" y="3808"/>
                  </a:lnTo>
                  <a:lnTo>
                    <a:pt x="265624" y="3808"/>
                  </a:lnTo>
                  <a:lnTo>
                    <a:pt x="265624" y="265675"/>
                  </a:lnTo>
                  <a:lnTo>
                    <a:pt x="3808" y="265675"/>
                  </a:lnTo>
                  <a:lnTo>
                    <a:pt x="3808" y="526120"/>
                  </a:lnTo>
                  <a:lnTo>
                    <a:pt x="265624" y="526120"/>
                  </a:lnTo>
                  <a:lnTo>
                    <a:pt x="265624" y="787986"/>
                  </a:lnTo>
                  <a:lnTo>
                    <a:pt x="526120" y="787986"/>
                  </a:lnTo>
                  <a:lnTo>
                    <a:pt x="526120" y="526120"/>
                  </a:lnTo>
                  <a:lnTo>
                    <a:pt x="787936" y="526120"/>
                  </a:lnTo>
                  <a:lnTo>
                    <a:pt x="787936" y="265675"/>
                  </a:lnTo>
                  <a:close/>
                </a:path>
              </a:pathLst>
            </a:custGeom>
            <a:solidFill>
              <a:schemeClr val="bg1">
                <a:alpha val="6000"/>
              </a:schemeClr>
            </a:solid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FB80979-6D78-46AB-A9FC-7A633C63213C}"/>
                </a:ext>
              </a:extLst>
            </p:cNvPr>
            <p:cNvSpPr/>
            <p:nvPr/>
          </p:nvSpPr>
          <p:spPr>
            <a:xfrm>
              <a:off x="583957" y="4827804"/>
              <a:ext cx="269128" cy="269128"/>
            </a:xfrm>
            <a:custGeom>
              <a:avLst/>
              <a:gdLst>
                <a:gd name="connsiteX0" fmla="*/ 269991 w 269127"/>
                <a:gd name="connsiteY0" fmla="*/ 92722 h 269127"/>
                <a:gd name="connsiteX1" fmla="*/ 181077 w 269127"/>
                <a:gd name="connsiteY1" fmla="*/ 92722 h 269127"/>
                <a:gd name="connsiteX2" fmla="*/ 181077 w 269127"/>
                <a:gd name="connsiteY2" fmla="*/ 3808 h 269127"/>
                <a:gd name="connsiteX3" fmla="*/ 92671 w 269127"/>
                <a:gd name="connsiteY3" fmla="*/ 3808 h 269127"/>
                <a:gd name="connsiteX4" fmla="*/ 92671 w 269127"/>
                <a:gd name="connsiteY4" fmla="*/ 92722 h 269127"/>
                <a:gd name="connsiteX5" fmla="*/ 3808 w 269127"/>
                <a:gd name="connsiteY5" fmla="*/ 92722 h 269127"/>
                <a:gd name="connsiteX6" fmla="*/ 3808 w 269127"/>
                <a:gd name="connsiteY6" fmla="*/ 181128 h 269127"/>
                <a:gd name="connsiteX7" fmla="*/ 92671 w 269127"/>
                <a:gd name="connsiteY7" fmla="*/ 181128 h 269127"/>
                <a:gd name="connsiteX8" fmla="*/ 92671 w 269127"/>
                <a:gd name="connsiteY8" fmla="*/ 269991 h 269127"/>
                <a:gd name="connsiteX9" fmla="*/ 181077 w 269127"/>
                <a:gd name="connsiteY9" fmla="*/ 269991 h 269127"/>
                <a:gd name="connsiteX10" fmla="*/ 181077 w 269127"/>
                <a:gd name="connsiteY10" fmla="*/ 181128 h 269127"/>
                <a:gd name="connsiteX11" fmla="*/ 269991 w 269127"/>
                <a:gd name="connsiteY11" fmla="*/ 181128 h 269127"/>
                <a:gd name="connsiteX12" fmla="*/ 269991 w 269127"/>
                <a:gd name="connsiteY12" fmla="*/ 92722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9991" y="92722"/>
                  </a:moveTo>
                  <a:lnTo>
                    <a:pt x="181077" y="92722"/>
                  </a:lnTo>
                  <a:lnTo>
                    <a:pt x="181077" y="3808"/>
                  </a:lnTo>
                  <a:lnTo>
                    <a:pt x="92671" y="3808"/>
                  </a:lnTo>
                  <a:lnTo>
                    <a:pt x="92671" y="92722"/>
                  </a:lnTo>
                  <a:lnTo>
                    <a:pt x="3808" y="92722"/>
                  </a:lnTo>
                  <a:lnTo>
                    <a:pt x="3808" y="181128"/>
                  </a:lnTo>
                  <a:lnTo>
                    <a:pt x="92671" y="181128"/>
                  </a:lnTo>
                  <a:lnTo>
                    <a:pt x="92671" y="269991"/>
                  </a:lnTo>
                  <a:lnTo>
                    <a:pt x="181077" y="269991"/>
                  </a:lnTo>
                  <a:lnTo>
                    <a:pt x="181077" y="181128"/>
                  </a:lnTo>
                  <a:lnTo>
                    <a:pt x="269991" y="181128"/>
                  </a:lnTo>
                  <a:lnTo>
                    <a:pt x="269991" y="92722"/>
                  </a:lnTo>
                  <a:close/>
                </a:path>
              </a:pathLst>
            </a:custGeom>
            <a:solidFill>
              <a:schemeClr val="bg1">
                <a:alpha val="6000"/>
              </a:schemeClr>
            </a:solid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9C77D642-95D3-4901-B520-017F271AD024}"/>
                </a:ext>
              </a:extLst>
            </p:cNvPr>
            <p:cNvSpPr/>
            <p:nvPr/>
          </p:nvSpPr>
          <p:spPr>
            <a:xfrm>
              <a:off x="2246507" y="4399536"/>
              <a:ext cx="319907" cy="319907"/>
            </a:xfrm>
            <a:custGeom>
              <a:avLst/>
              <a:gdLst>
                <a:gd name="connsiteX0" fmla="*/ 317825 w 319906"/>
                <a:gd name="connsiteY0" fmla="*/ 108667 h 319906"/>
                <a:gd name="connsiteX1" fmla="*/ 212966 w 319906"/>
                <a:gd name="connsiteY1" fmla="*/ 108667 h 319906"/>
                <a:gd name="connsiteX2" fmla="*/ 212966 w 319906"/>
                <a:gd name="connsiteY2" fmla="*/ 3808 h 319906"/>
                <a:gd name="connsiteX3" fmla="*/ 108667 w 319906"/>
                <a:gd name="connsiteY3" fmla="*/ 3808 h 319906"/>
                <a:gd name="connsiteX4" fmla="*/ 108667 w 319906"/>
                <a:gd name="connsiteY4" fmla="*/ 108667 h 319906"/>
                <a:gd name="connsiteX5" fmla="*/ 3808 w 319906"/>
                <a:gd name="connsiteY5" fmla="*/ 108667 h 319906"/>
                <a:gd name="connsiteX6" fmla="*/ 3808 w 319906"/>
                <a:gd name="connsiteY6" fmla="*/ 213017 h 319906"/>
                <a:gd name="connsiteX7" fmla="*/ 108667 w 319906"/>
                <a:gd name="connsiteY7" fmla="*/ 213017 h 319906"/>
                <a:gd name="connsiteX8" fmla="*/ 108667 w 319906"/>
                <a:gd name="connsiteY8" fmla="*/ 317875 h 319906"/>
                <a:gd name="connsiteX9" fmla="*/ 212966 w 319906"/>
                <a:gd name="connsiteY9" fmla="*/ 317875 h 319906"/>
                <a:gd name="connsiteX10" fmla="*/ 212966 w 319906"/>
                <a:gd name="connsiteY10" fmla="*/ 213017 h 319906"/>
                <a:gd name="connsiteX11" fmla="*/ 317825 w 319906"/>
                <a:gd name="connsiteY11" fmla="*/ 213017 h 319906"/>
                <a:gd name="connsiteX12" fmla="*/ 317825 w 319906"/>
                <a:gd name="connsiteY12" fmla="*/ 108667 h 31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906" h="319906">
                  <a:moveTo>
                    <a:pt x="317825" y="108667"/>
                  </a:moveTo>
                  <a:lnTo>
                    <a:pt x="212966" y="108667"/>
                  </a:lnTo>
                  <a:lnTo>
                    <a:pt x="212966" y="3808"/>
                  </a:lnTo>
                  <a:lnTo>
                    <a:pt x="108667" y="3808"/>
                  </a:lnTo>
                  <a:lnTo>
                    <a:pt x="108667" y="108667"/>
                  </a:lnTo>
                  <a:lnTo>
                    <a:pt x="3808" y="108667"/>
                  </a:lnTo>
                  <a:lnTo>
                    <a:pt x="3808" y="213017"/>
                  </a:lnTo>
                  <a:lnTo>
                    <a:pt x="108667" y="213017"/>
                  </a:lnTo>
                  <a:lnTo>
                    <a:pt x="108667" y="317875"/>
                  </a:lnTo>
                  <a:lnTo>
                    <a:pt x="212966" y="317875"/>
                  </a:lnTo>
                  <a:lnTo>
                    <a:pt x="212966" y="213017"/>
                  </a:lnTo>
                  <a:lnTo>
                    <a:pt x="317825" y="213017"/>
                  </a:lnTo>
                  <a:lnTo>
                    <a:pt x="317825" y="108667"/>
                  </a:lnTo>
                  <a:close/>
                </a:path>
              </a:pathLst>
            </a:custGeom>
            <a:solidFill>
              <a:schemeClr val="bg1">
                <a:alpha val="6000"/>
              </a:schemeClr>
            </a:solid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5699544E-B6F1-4E0B-AF84-04742A6F0A70}"/>
                </a:ext>
              </a:extLst>
            </p:cNvPr>
            <p:cNvSpPr/>
            <p:nvPr/>
          </p:nvSpPr>
          <p:spPr>
            <a:xfrm>
              <a:off x="2689654" y="3599362"/>
              <a:ext cx="355452" cy="355452"/>
            </a:xfrm>
            <a:custGeom>
              <a:avLst/>
              <a:gdLst>
                <a:gd name="connsiteX0" fmla="*/ 354030 w 355451"/>
                <a:gd name="connsiteY0" fmla="*/ 120752 h 355451"/>
                <a:gd name="connsiteX1" fmla="*/ 237086 w 355451"/>
                <a:gd name="connsiteY1" fmla="*/ 120752 h 355451"/>
                <a:gd name="connsiteX2" fmla="*/ 237086 w 355451"/>
                <a:gd name="connsiteY2" fmla="*/ 3808 h 355451"/>
                <a:gd name="connsiteX3" fmla="*/ 120752 w 355451"/>
                <a:gd name="connsiteY3" fmla="*/ 3808 h 355451"/>
                <a:gd name="connsiteX4" fmla="*/ 120752 w 355451"/>
                <a:gd name="connsiteY4" fmla="*/ 120752 h 355451"/>
                <a:gd name="connsiteX5" fmla="*/ 3808 w 355451"/>
                <a:gd name="connsiteY5" fmla="*/ 120752 h 355451"/>
                <a:gd name="connsiteX6" fmla="*/ 3808 w 355451"/>
                <a:gd name="connsiteY6" fmla="*/ 237086 h 355451"/>
                <a:gd name="connsiteX7" fmla="*/ 120752 w 355451"/>
                <a:gd name="connsiteY7" fmla="*/ 237086 h 355451"/>
                <a:gd name="connsiteX8" fmla="*/ 120752 w 355451"/>
                <a:gd name="connsiteY8" fmla="*/ 354030 h 355451"/>
                <a:gd name="connsiteX9" fmla="*/ 237086 w 355451"/>
                <a:gd name="connsiteY9" fmla="*/ 354030 h 355451"/>
                <a:gd name="connsiteX10" fmla="*/ 237086 w 355451"/>
                <a:gd name="connsiteY10" fmla="*/ 237086 h 355451"/>
                <a:gd name="connsiteX11" fmla="*/ 354030 w 355451"/>
                <a:gd name="connsiteY11" fmla="*/ 237086 h 355451"/>
                <a:gd name="connsiteX12" fmla="*/ 354030 w 355451"/>
                <a:gd name="connsiteY12" fmla="*/ 120752 h 35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5451" h="355451">
                  <a:moveTo>
                    <a:pt x="354030" y="120752"/>
                  </a:moveTo>
                  <a:lnTo>
                    <a:pt x="237086" y="120752"/>
                  </a:lnTo>
                  <a:lnTo>
                    <a:pt x="237086" y="3808"/>
                  </a:lnTo>
                  <a:lnTo>
                    <a:pt x="120752" y="3808"/>
                  </a:lnTo>
                  <a:lnTo>
                    <a:pt x="120752" y="120752"/>
                  </a:lnTo>
                  <a:lnTo>
                    <a:pt x="3808" y="120752"/>
                  </a:lnTo>
                  <a:lnTo>
                    <a:pt x="3808" y="237086"/>
                  </a:lnTo>
                  <a:lnTo>
                    <a:pt x="120752" y="237086"/>
                  </a:lnTo>
                  <a:lnTo>
                    <a:pt x="120752" y="354030"/>
                  </a:lnTo>
                  <a:lnTo>
                    <a:pt x="237086" y="354030"/>
                  </a:lnTo>
                  <a:lnTo>
                    <a:pt x="237086" y="237086"/>
                  </a:lnTo>
                  <a:lnTo>
                    <a:pt x="354030" y="237086"/>
                  </a:lnTo>
                  <a:lnTo>
                    <a:pt x="354030" y="120752"/>
                  </a:lnTo>
                  <a:close/>
                </a:path>
              </a:pathLst>
            </a:custGeom>
            <a:solidFill>
              <a:schemeClr val="bg1">
                <a:alpha val="6000"/>
              </a:schemeClr>
            </a:solid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987DC41-2161-4CD8-AE74-6FD9DA6AB98C}"/>
                </a:ext>
              </a:extLst>
            </p:cNvPr>
            <p:cNvSpPr/>
            <p:nvPr/>
          </p:nvSpPr>
          <p:spPr>
            <a:xfrm>
              <a:off x="6299217" y="4789771"/>
              <a:ext cx="1772182" cy="1772182"/>
            </a:xfrm>
            <a:custGeom>
              <a:avLst/>
              <a:gdLst>
                <a:gd name="connsiteX0" fmla="*/ 1769135 w 1772181"/>
                <a:gd name="connsiteY0" fmla="*/ 593250 h 1772181"/>
                <a:gd name="connsiteX1" fmla="*/ 1179694 w 1772181"/>
                <a:gd name="connsiteY1" fmla="*/ 593250 h 1772181"/>
                <a:gd name="connsiteX2" fmla="*/ 1179694 w 1772181"/>
                <a:gd name="connsiteY2" fmla="*/ 3808 h 1772181"/>
                <a:gd name="connsiteX3" fmla="*/ 593300 w 1772181"/>
                <a:gd name="connsiteY3" fmla="*/ 3808 h 1772181"/>
                <a:gd name="connsiteX4" fmla="*/ 593300 w 1772181"/>
                <a:gd name="connsiteY4" fmla="*/ 593250 h 1772181"/>
                <a:gd name="connsiteX5" fmla="*/ 3808 w 1772181"/>
                <a:gd name="connsiteY5" fmla="*/ 593250 h 1772181"/>
                <a:gd name="connsiteX6" fmla="*/ 3808 w 1772181"/>
                <a:gd name="connsiteY6" fmla="*/ 1179644 h 1772181"/>
                <a:gd name="connsiteX7" fmla="*/ 593300 w 1772181"/>
                <a:gd name="connsiteY7" fmla="*/ 1179644 h 1772181"/>
                <a:gd name="connsiteX8" fmla="*/ 593300 w 1772181"/>
                <a:gd name="connsiteY8" fmla="*/ 1769135 h 1772181"/>
                <a:gd name="connsiteX9" fmla="*/ 1179694 w 1772181"/>
                <a:gd name="connsiteY9" fmla="*/ 1769135 h 1772181"/>
                <a:gd name="connsiteX10" fmla="*/ 1179694 w 1772181"/>
                <a:gd name="connsiteY10" fmla="*/ 1179644 h 1772181"/>
                <a:gd name="connsiteX11" fmla="*/ 1769135 w 1772181"/>
                <a:gd name="connsiteY11" fmla="*/ 1179644 h 1772181"/>
                <a:gd name="connsiteX12" fmla="*/ 1769135 w 1772181"/>
                <a:gd name="connsiteY12" fmla="*/ 593250 h 1772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181" h="1772181">
                  <a:moveTo>
                    <a:pt x="1769135" y="593250"/>
                  </a:moveTo>
                  <a:lnTo>
                    <a:pt x="1179694" y="593250"/>
                  </a:lnTo>
                  <a:lnTo>
                    <a:pt x="1179694" y="3808"/>
                  </a:lnTo>
                  <a:lnTo>
                    <a:pt x="593300" y="3808"/>
                  </a:lnTo>
                  <a:lnTo>
                    <a:pt x="593300" y="593250"/>
                  </a:lnTo>
                  <a:lnTo>
                    <a:pt x="3808" y="593250"/>
                  </a:lnTo>
                  <a:lnTo>
                    <a:pt x="3808" y="1179644"/>
                  </a:lnTo>
                  <a:lnTo>
                    <a:pt x="593300" y="1179644"/>
                  </a:lnTo>
                  <a:lnTo>
                    <a:pt x="593300" y="1769135"/>
                  </a:lnTo>
                  <a:lnTo>
                    <a:pt x="1179694" y="1769135"/>
                  </a:lnTo>
                  <a:lnTo>
                    <a:pt x="1179694" y="1179644"/>
                  </a:lnTo>
                  <a:lnTo>
                    <a:pt x="1769135" y="1179644"/>
                  </a:lnTo>
                  <a:lnTo>
                    <a:pt x="1769135" y="593250"/>
                  </a:lnTo>
                  <a:close/>
                </a:path>
              </a:pathLst>
            </a:custGeom>
            <a:solidFill>
              <a:schemeClr val="bg1">
                <a:alpha val="6000"/>
              </a:schemeClr>
            </a:solid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5EABDE2A-FD6C-48AF-824E-E8772EB5C9B4}"/>
                </a:ext>
              </a:extLst>
            </p:cNvPr>
            <p:cNvSpPr/>
            <p:nvPr/>
          </p:nvSpPr>
          <p:spPr>
            <a:xfrm>
              <a:off x="3919263" y="2864440"/>
              <a:ext cx="385919" cy="385919"/>
            </a:xfrm>
            <a:custGeom>
              <a:avLst/>
              <a:gdLst>
                <a:gd name="connsiteX0" fmla="*/ 382212 w 385919"/>
                <a:gd name="connsiteY0" fmla="*/ 130146 h 385919"/>
                <a:gd name="connsiteX1" fmla="*/ 255874 w 385919"/>
                <a:gd name="connsiteY1" fmla="*/ 130146 h 385919"/>
                <a:gd name="connsiteX2" fmla="*/ 255874 w 385919"/>
                <a:gd name="connsiteY2" fmla="*/ 3808 h 385919"/>
                <a:gd name="connsiteX3" fmla="*/ 130146 w 385919"/>
                <a:gd name="connsiteY3" fmla="*/ 3808 h 385919"/>
                <a:gd name="connsiteX4" fmla="*/ 130146 w 385919"/>
                <a:gd name="connsiteY4" fmla="*/ 130146 h 385919"/>
                <a:gd name="connsiteX5" fmla="*/ 3808 w 385919"/>
                <a:gd name="connsiteY5" fmla="*/ 130146 h 385919"/>
                <a:gd name="connsiteX6" fmla="*/ 3808 w 385919"/>
                <a:gd name="connsiteY6" fmla="*/ 255824 h 385919"/>
                <a:gd name="connsiteX7" fmla="*/ 130146 w 385919"/>
                <a:gd name="connsiteY7" fmla="*/ 255824 h 385919"/>
                <a:gd name="connsiteX8" fmla="*/ 130146 w 385919"/>
                <a:gd name="connsiteY8" fmla="*/ 382162 h 385919"/>
                <a:gd name="connsiteX9" fmla="*/ 255874 w 385919"/>
                <a:gd name="connsiteY9" fmla="*/ 382162 h 385919"/>
                <a:gd name="connsiteX10" fmla="*/ 255874 w 385919"/>
                <a:gd name="connsiteY10" fmla="*/ 255824 h 385919"/>
                <a:gd name="connsiteX11" fmla="*/ 382212 w 385919"/>
                <a:gd name="connsiteY11" fmla="*/ 255824 h 385919"/>
                <a:gd name="connsiteX12" fmla="*/ 382212 w 385919"/>
                <a:gd name="connsiteY12" fmla="*/ 130146 h 38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5919" h="385919">
                  <a:moveTo>
                    <a:pt x="382212" y="130146"/>
                  </a:moveTo>
                  <a:lnTo>
                    <a:pt x="255874" y="130146"/>
                  </a:lnTo>
                  <a:lnTo>
                    <a:pt x="255874" y="3808"/>
                  </a:lnTo>
                  <a:lnTo>
                    <a:pt x="130146" y="3808"/>
                  </a:lnTo>
                  <a:lnTo>
                    <a:pt x="130146" y="130146"/>
                  </a:lnTo>
                  <a:lnTo>
                    <a:pt x="3808" y="130146"/>
                  </a:lnTo>
                  <a:lnTo>
                    <a:pt x="3808" y="255824"/>
                  </a:lnTo>
                  <a:lnTo>
                    <a:pt x="130146" y="255824"/>
                  </a:lnTo>
                  <a:lnTo>
                    <a:pt x="130146" y="382162"/>
                  </a:lnTo>
                  <a:lnTo>
                    <a:pt x="255874" y="382162"/>
                  </a:lnTo>
                  <a:lnTo>
                    <a:pt x="255874" y="255824"/>
                  </a:lnTo>
                  <a:lnTo>
                    <a:pt x="382212" y="255824"/>
                  </a:lnTo>
                  <a:lnTo>
                    <a:pt x="382212" y="130146"/>
                  </a:lnTo>
                  <a:close/>
                </a:path>
              </a:pathLst>
            </a:custGeom>
            <a:solidFill>
              <a:schemeClr val="bg1">
                <a:alpha val="6000"/>
              </a:schemeClr>
            </a:solid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C66CDE75-4BDC-4A4E-8CB6-BD9EF753DC86}"/>
                </a:ext>
              </a:extLst>
            </p:cNvPr>
            <p:cNvSpPr/>
            <p:nvPr/>
          </p:nvSpPr>
          <p:spPr>
            <a:xfrm>
              <a:off x="3073085" y="3387513"/>
              <a:ext cx="2279970" cy="2279970"/>
            </a:xfrm>
            <a:custGeom>
              <a:avLst/>
              <a:gdLst>
                <a:gd name="connsiteX0" fmla="*/ 2276212 w 2279970"/>
                <a:gd name="connsiteY0" fmla="*/ 762546 h 2279970"/>
                <a:gd name="connsiteX1" fmla="*/ 1517424 w 2279970"/>
                <a:gd name="connsiteY1" fmla="*/ 762546 h 2279970"/>
                <a:gd name="connsiteX2" fmla="*/ 1517424 w 2279970"/>
                <a:gd name="connsiteY2" fmla="*/ 3808 h 2279970"/>
                <a:gd name="connsiteX3" fmla="*/ 762597 w 2279970"/>
                <a:gd name="connsiteY3" fmla="*/ 3808 h 2279970"/>
                <a:gd name="connsiteX4" fmla="*/ 762597 w 2279970"/>
                <a:gd name="connsiteY4" fmla="*/ 762546 h 2279970"/>
                <a:gd name="connsiteX5" fmla="*/ 3808 w 2279970"/>
                <a:gd name="connsiteY5" fmla="*/ 762546 h 2279970"/>
                <a:gd name="connsiteX6" fmla="*/ 3808 w 2279970"/>
                <a:gd name="connsiteY6" fmla="*/ 1517424 h 2279970"/>
                <a:gd name="connsiteX7" fmla="*/ 762597 w 2279970"/>
                <a:gd name="connsiteY7" fmla="*/ 1517424 h 2279970"/>
                <a:gd name="connsiteX8" fmla="*/ 762597 w 2279970"/>
                <a:gd name="connsiteY8" fmla="*/ 2276212 h 2279970"/>
                <a:gd name="connsiteX9" fmla="*/ 1517424 w 2279970"/>
                <a:gd name="connsiteY9" fmla="*/ 2276212 h 2279970"/>
                <a:gd name="connsiteX10" fmla="*/ 1517424 w 2279970"/>
                <a:gd name="connsiteY10" fmla="*/ 1517424 h 2279970"/>
                <a:gd name="connsiteX11" fmla="*/ 2276212 w 2279970"/>
                <a:gd name="connsiteY11" fmla="*/ 1517424 h 2279970"/>
                <a:gd name="connsiteX12" fmla="*/ 2276212 w 2279970"/>
                <a:gd name="connsiteY12" fmla="*/ 762546 h 2279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9970" h="2279970">
                  <a:moveTo>
                    <a:pt x="2276212" y="762546"/>
                  </a:moveTo>
                  <a:lnTo>
                    <a:pt x="1517424" y="762546"/>
                  </a:lnTo>
                  <a:lnTo>
                    <a:pt x="1517424" y="3808"/>
                  </a:lnTo>
                  <a:lnTo>
                    <a:pt x="762597" y="3808"/>
                  </a:lnTo>
                  <a:lnTo>
                    <a:pt x="762597" y="762546"/>
                  </a:lnTo>
                  <a:lnTo>
                    <a:pt x="3808" y="762546"/>
                  </a:lnTo>
                  <a:lnTo>
                    <a:pt x="3808" y="1517424"/>
                  </a:lnTo>
                  <a:lnTo>
                    <a:pt x="762597" y="1517424"/>
                  </a:lnTo>
                  <a:lnTo>
                    <a:pt x="762597" y="2276212"/>
                  </a:lnTo>
                  <a:lnTo>
                    <a:pt x="1517424" y="2276212"/>
                  </a:lnTo>
                  <a:lnTo>
                    <a:pt x="1517424" y="1517424"/>
                  </a:lnTo>
                  <a:lnTo>
                    <a:pt x="2276212" y="1517424"/>
                  </a:lnTo>
                  <a:lnTo>
                    <a:pt x="2276212" y="762546"/>
                  </a:lnTo>
                  <a:close/>
                </a:path>
              </a:pathLst>
            </a:custGeom>
            <a:solidFill>
              <a:schemeClr val="bg1">
                <a:alpha val="6000"/>
              </a:schemeClr>
            </a:solid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FC5FAE1D-CF88-4E08-BFCE-709AEDBD3696}"/>
                </a:ext>
              </a:extLst>
            </p:cNvPr>
            <p:cNvSpPr/>
            <p:nvPr/>
          </p:nvSpPr>
          <p:spPr>
            <a:xfrm>
              <a:off x="7716404" y="3757132"/>
              <a:ext cx="980032" cy="980032"/>
            </a:xfrm>
            <a:custGeom>
              <a:avLst/>
              <a:gdLst>
                <a:gd name="connsiteX0" fmla="*/ 979219 w 980031"/>
                <a:gd name="connsiteY0" fmla="*/ 329504 h 980031"/>
                <a:gd name="connsiteX1" fmla="*/ 653524 w 980031"/>
                <a:gd name="connsiteY1" fmla="*/ 329504 h 980031"/>
                <a:gd name="connsiteX2" fmla="*/ 653524 w 980031"/>
                <a:gd name="connsiteY2" fmla="*/ 3808 h 980031"/>
                <a:gd name="connsiteX3" fmla="*/ 329504 w 980031"/>
                <a:gd name="connsiteY3" fmla="*/ 3808 h 980031"/>
                <a:gd name="connsiteX4" fmla="*/ 329504 w 980031"/>
                <a:gd name="connsiteY4" fmla="*/ 329504 h 980031"/>
                <a:gd name="connsiteX5" fmla="*/ 3808 w 980031"/>
                <a:gd name="connsiteY5" fmla="*/ 329504 h 980031"/>
                <a:gd name="connsiteX6" fmla="*/ 3808 w 980031"/>
                <a:gd name="connsiteY6" fmla="*/ 653524 h 980031"/>
                <a:gd name="connsiteX7" fmla="*/ 329504 w 980031"/>
                <a:gd name="connsiteY7" fmla="*/ 653524 h 980031"/>
                <a:gd name="connsiteX8" fmla="*/ 329504 w 980031"/>
                <a:gd name="connsiteY8" fmla="*/ 979219 h 980031"/>
                <a:gd name="connsiteX9" fmla="*/ 653524 w 980031"/>
                <a:gd name="connsiteY9" fmla="*/ 979219 h 980031"/>
                <a:gd name="connsiteX10" fmla="*/ 653524 w 980031"/>
                <a:gd name="connsiteY10" fmla="*/ 653524 h 980031"/>
                <a:gd name="connsiteX11" fmla="*/ 979219 w 980031"/>
                <a:gd name="connsiteY11" fmla="*/ 653524 h 980031"/>
                <a:gd name="connsiteX12" fmla="*/ 979219 w 980031"/>
                <a:gd name="connsiteY12" fmla="*/ 329504 h 98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0031" h="980031">
                  <a:moveTo>
                    <a:pt x="979219" y="329504"/>
                  </a:moveTo>
                  <a:lnTo>
                    <a:pt x="653524" y="329504"/>
                  </a:lnTo>
                  <a:lnTo>
                    <a:pt x="653524" y="3808"/>
                  </a:lnTo>
                  <a:lnTo>
                    <a:pt x="329504" y="3808"/>
                  </a:lnTo>
                  <a:lnTo>
                    <a:pt x="329504" y="329504"/>
                  </a:lnTo>
                  <a:lnTo>
                    <a:pt x="3808" y="329504"/>
                  </a:lnTo>
                  <a:lnTo>
                    <a:pt x="3808" y="653524"/>
                  </a:lnTo>
                  <a:lnTo>
                    <a:pt x="329504" y="653524"/>
                  </a:lnTo>
                  <a:lnTo>
                    <a:pt x="329504" y="979219"/>
                  </a:lnTo>
                  <a:lnTo>
                    <a:pt x="653524" y="979219"/>
                  </a:lnTo>
                  <a:lnTo>
                    <a:pt x="653524" y="653524"/>
                  </a:lnTo>
                  <a:lnTo>
                    <a:pt x="979219" y="653524"/>
                  </a:lnTo>
                  <a:lnTo>
                    <a:pt x="979219" y="329504"/>
                  </a:lnTo>
                  <a:close/>
                </a:path>
              </a:pathLst>
            </a:custGeom>
            <a:solidFill>
              <a:schemeClr val="bg1">
                <a:alpha val="6000"/>
              </a:schemeClr>
            </a:solid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00FA05A2-8659-47F5-BCD5-ED186DBF0388}"/>
                </a:ext>
              </a:extLst>
            </p:cNvPr>
            <p:cNvSpPr/>
            <p:nvPr/>
          </p:nvSpPr>
          <p:spPr>
            <a:xfrm>
              <a:off x="5570388" y="2252708"/>
              <a:ext cx="294517" cy="294517"/>
            </a:xfrm>
            <a:custGeom>
              <a:avLst/>
              <a:gdLst>
                <a:gd name="connsiteX0" fmla="*/ 294416 w 294517"/>
                <a:gd name="connsiteY0" fmla="*/ 100796 h 294517"/>
                <a:gd name="connsiteX1" fmla="*/ 197377 w 294517"/>
                <a:gd name="connsiteY1" fmla="*/ 100796 h 294517"/>
                <a:gd name="connsiteX2" fmla="*/ 197377 w 294517"/>
                <a:gd name="connsiteY2" fmla="*/ 3808 h 294517"/>
                <a:gd name="connsiteX3" fmla="*/ 100847 w 294517"/>
                <a:gd name="connsiteY3" fmla="*/ 3808 h 294517"/>
                <a:gd name="connsiteX4" fmla="*/ 100847 w 294517"/>
                <a:gd name="connsiteY4" fmla="*/ 100796 h 294517"/>
                <a:gd name="connsiteX5" fmla="*/ 3808 w 294517"/>
                <a:gd name="connsiteY5" fmla="*/ 100796 h 294517"/>
                <a:gd name="connsiteX6" fmla="*/ 3808 w 294517"/>
                <a:gd name="connsiteY6" fmla="*/ 197377 h 294517"/>
                <a:gd name="connsiteX7" fmla="*/ 100847 w 294517"/>
                <a:gd name="connsiteY7" fmla="*/ 197377 h 294517"/>
                <a:gd name="connsiteX8" fmla="*/ 100847 w 294517"/>
                <a:gd name="connsiteY8" fmla="*/ 294365 h 294517"/>
                <a:gd name="connsiteX9" fmla="*/ 197377 w 294517"/>
                <a:gd name="connsiteY9" fmla="*/ 294365 h 294517"/>
                <a:gd name="connsiteX10" fmla="*/ 197377 w 294517"/>
                <a:gd name="connsiteY10" fmla="*/ 197377 h 294517"/>
                <a:gd name="connsiteX11" fmla="*/ 294416 w 294517"/>
                <a:gd name="connsiteY11" fmla="*/ 197377 h 294517"/>
                <a:gd name="connsiteX12" fmla="*/ 294416 w 294517"/>
                <a:gd name="connsiteY12" fmla="*/ 100796 h 29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4517" h="294517">
                  <a:moveTo>
                    <a:pt x="294416" y="100796"/>
                  </a:moveTo>
                  <a:lnTo>
                    <a:pt x="197377" y="100796"/>
                  </a:lnTo>
                  <a:lnTo>
                    <a:pt x="197377" y="3808"/>
                  </a:lnTo>
                  <a:lnTo>
                    <a:pt x="100847" y="3808"/>
                  </a:lnTo>
                  <a:lnTo>
                    <a:pt x="100847" y="100796"/>
                  </a:lnTo>
                  <a:lnTo>
                    <a:pt x="3808" y="100796"/>
                  </a:lnTo>
                  <a:lnTo>
                    <a:pt x="3808" y="197377"/>
                  </a:lnTo>
                  <a:lnTo>
                    <a:pt x="100847" y="197377"/>
                  </a:lnTo>
                  <a:lnTo>
                    <a:pt x="100847" y="294365"/>
                  </a:lnTo>
                  <a:lnTo>
                    <a:pt x="197377" y="294365"/>
                  </a:lnTo>
                  <a:lnTo>
                    <a:pt x="197377" y="197377"/>
                  </a:lnTo>
                  <a:lnTo>
                    <a:pt x="294416" y="197377"/>
                  </a:lnTo>
                  <a:lnTo>
                    <a:pt x="294416" y="100796"/>
                  </a:lnTo>
                  <a:close/>
                </a:path>
              </a:pathLst>
            </a:custGeom>
            <a:solidFill>
              <a:schemeClr val="bg1">
                <a:alpha val="6000"/>
              </a:schemeClr>
            </a:solid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0E8AB6E3-4F7D-4632-8EC9-66F4844EAB66}"/>
                </a:ext>
              </a:extLst>
            </p:cNvPr>
            <p:cNvSpPr/>
            <p:nvPr/>
          </p:nvSpPr>
          <p:spPr>
            <a:xfrm>
              <a:off x="9549215" y="309147"/>
              <a:ext cx="365608" cy="365608"/>
            </a:xfrm>
            <a:custGeom>
              <a:avLst/>
              <a:gdLst>
                <a:gd name="connsiteX0" fmla="*/ 364643 w 365607"/>
                <a:gd name="connsiteY0" fmla="*/ 124307 h 365607"/>
                <a:gd name="connsiteX1" fmla="*/ 244144 w 365607"/>
                <a:gd name="connsiteY1" fmla="*/ 124307 h 365607"/>
                <a:gd name="connsiteX2" fmla="*/ 244144 w 365607"/>
                <a:gd name="connsiteY2" fmla="*/ 3808 h 365607"/>
                <a:gd name="connsiteX3" fmla="*/ 124256 w 365607"/>
                <a:gd name="connsiteY3" fmla="*/ 3808 h 365607"/>
                <a:gd name="connsiteX4" fmla="*/ 124256 w 365607"/>
                <a:gd name="connsiteY4" fmla="*/ 124307 h 365607"/>
                <a:gd name="connsiteX5" fmla="*/ 3808 w 365607"/>
                <a:gd name="connsiteY5" fmla="*/ 124307 h 365607"/>
                <a:gd name="connsiteX6" fmla="*/ 3808 w 365607"/>
                <a:gd name="connsiteY6" fmla="*/ 244145 h 365607"/>
                <a:gd name="connsiteX7" fmla="*/ 124256 w 365607"/>
                <a:gd name="connsiteY7" fmla="*/ 244145 h 365607"/>
                <a:gd name="connsiteX8" fmla="*/ 124256 w 365607"/>
                <a:gd name="connsiteY8" fmla="*/ 364643 h 365607"/>
                <a:gd name="connsiteX9" fmla="*/ 244144 w 365607"/>
                <a:gd name="connsiteY9" fmla="*/ 364643 h 365607"/>
                <a:gd name="connsiteX10" fmla="*/ 244144 w 365607"/>
                <a:gd name="connsiteY10" fmla="*/ 244145 h 365607"/>
                <a:gd name="connsiteX11" fmla="*/ 364643 w 365607"/>
                <a:gd name="connsiteY11" fmla="*/ 244145 h 365607"/>
                <a:gd name="connsiteX12" fmla="*/ 364643 w 365607"/>
                <a:gd name="connsiteY12" fmla="*/ 124307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4643" y="124307"/>
                  </a:moveTo>
                  <a:lnTo>
                    <a:pt x="244144" y="124307"/>
                  </a:lnTo>
                  <a:lnTo>
                    <a:pt x="244144" y="3808"/>
                  </a:lnTo>
                  <a:lnTo>
                    <a:pt x="124256" y="3808"/>
                  </a:lnTo>
                  <a:lnTo>
                    <a:pt x="124256" y="124307"/>
                  </a:lnTo>
                  <a:lnTo>
                    <a:pt x="3808" y="124307"/>
                  </a:lnTo>
                  <a:lnTo>
                    <a:pt x="3808" y="244145"/>
                  </a:lnTo>
                  <a:lnTo>
                    <a:pt x="124256" y="244145"/>
                  </a:lnTo>
                  <a:lnTo>
                    <a:pt x="124256" y="364643"/>
                  </a:lnTo>
                  <a:lnTo>
                    <a:pt x="244144" y="364643"/>
                  </a:lnTo>
                  <a:lnTo>
                    <a:pt x="244144" y="244145"/>
                  </a:lnTo>
                  <a:lnTo>
                    <a:pt x="364643" y="244145"/>
                  </a:lnTo>
                  <a:lnTo>
                    <a:pt x="364643" y="124307"/>
                  </a:lnTo>
                  <a:close/>
                </a:path>
              </a:pathLst>
            </a:custGeom>
            <a:solidFill>
              <a:schemeClr val="bg1">
                <a:alpha val="6000"/>
              </a:schemeClr>
            </a:solid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9FF09D05-BBEC-4B90-93A8-C5096C16BEAF}"/>
                </a:ext>
              </a:extLst>
            </p:cNvPr>
            <p:cNvSpPr/>
            <p:nvPr/>
          </p:nvSpPr>
          <p:spPr>
            <a:xfrm>
              <a:off x="1543474" y="4138888"/>
              <a:ext cx="335140" cy="335140"/>
            </a:xfrm>
            <a:custGeom>
              <a:avLst/>
              <a:gdLst>
                <a:gd name="connsiteX0" fmla="*/ 332551 w 335140"/>
                <a:gd name="connsiteY0" fmla="*/ 113592 h 335140"/>
                <a:gd name="connsiteX1" fmla="*/ 222767 w 335140"/>
                <a:gd name="connsiteY1" fmla="*/ 113592 h 335140"/>
                <a:gd name="connsiteX2" fmla="*/ 222767 w 335140"/>
                <a:gd name="connsiteY2" fmla="*/ 3808 h 335140"/>
                <a:gd name="connsiteX3" fmla="*/ 113592 w 335140"/>
                <a:gd name="connsiteY3" fmla="*/ 3808 h 335140"/>
                <a:gd name="connsiteX4" fmla="*/ 113592 w 335140"/>
                <a:gd name="connsiteY4" fmla="*/ 113592 h 335140"/>
                <a:gd name="connsiteX5" fmla="*/ 3808 w 335140"/>
                <a:gd name="connsiteY5" fmla="*/ 113592 h 335140"/>
                <a:gd name="connsiteX6" fmla="*/ 3808 w 335140"/>
                <a:gd name="connsiteY6" fmla="*/ 222767 h 335140"/>
                <a:gd name="connsiteX7" fmla="*/ 113592 w 335140"/>
                <a:gd name="connsiteY7" fmla="*/ 222767 h 335140"/>
                <a:gd name="connsiteX8" fmla="*/ 113592 w 335140"/>
                <a:gd name="connsiteY8" fmla="*/ 332551 h 335140"/>
                <a:gd name="connsiteX9" fmla="*/ 222767 w 335140"/>
                <a:gd name="connsiteY9" fmla="*/ 332551 h 335140"/>
                <a:gd name="connsiteX10" fmla="*/ 222767 w 335140"/>
                <a:gd name="connsiteY10" fmla="*/ 222767 h 335140"/>
                <a:gd name="connsiteX11" fmla="*/ 332551 w 335140"/>
                <a:gd name="connsiteY11" fmla="*/ 222767 h 335140"/>
                <a:gd name="connsiteX12" fmla="*/ 332551 w 335140"/>
                <a:gd name="connsiteY12" fmla="*/ 113592 h 33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5140" h="335140">
                  <a:moveTo>
                    <a:pt x="332551" y="113592"/>
                  </a:moveTo>
                  <a:lnTo>
                    <a:pt x="222767" y="113592"/>
                  </a:lnTo>
                  <a:lnTo>
                    <a:pt x="222767" y="3808"/>
                  </a:lnTo>
                  <a:lnTo>
                    <a:pt x="113592" y="3808"/>
                  </a:lnTo>
                  <a:lnTo>
                    <a:pt x="113592" y="113592"/>
                  </a:lnTo>
                  <a:lnTo>
                    <a:pt x="3808" y="113592"/>
                  </a:lnTo>
                  <a:lnTo>
                    <a:pt x="3808" y="222767"/>
                  </a:lnTo>
                  <a:lnTo>
                    <a:pt x="113592" y="222767"/>
                  </a:lnTo>
                  <a:lnTo>
                    <a:pt x="113592" y="332551"/>
                  </a:lnTo>
                  <a:lnTo>
                    <a:pt x="222767" y="332551"/>
                  </a:lnTo>
                  <a:lnTo>
                    <a:pt x="222767" y="222767"/>
                  </a:lnTo>
                  <a:lnTo>
                    <a:pt x="332551" y="222767"/>
                  </a:lnTo>
                  <a:lnTo>
                    <a:pt x="332551" y="113592"/>
                  </a:lnTo>
                  <a:close/>
                </a:path>
              </a:pathLst>
            </a:custGeom>
            <a:solidFill>
              <a:schemeClr val="bg1">
                <a:alpha val="6000"/>
              </a:schemeClr>
            </a:solid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8121BE9C-8ACE-4A2D-B823-0B2B9718FA19}"/>
                </a:ext>
              </a:extLst>
            </p:cNvPr>
            <p:cNvSpPr/>
            <p:nvPr/>
          </p:nvSpPr>
          <p:spPr>
            <a:xfrm>
              <a:off x="6480142" y="1356867"/>
              <a:ext cx="1371029" cy="1371029"/>
            </a:xfrm>
            <a:custGeom>
              <a:avLst/>
              <a:gdLst>
                <a:gd name="connsiteX0" fmla="*/ 1372044 w 1371028"/>
                <a:gd name="connsiteY0" fmla="*/ 460666 h 1371028"/>
                <a:gd name="connsiteX1" fmla="*/ 915187 w 1371028"/>
                <a:gd name="connsiteY1" fmla="*/ 460666 h 1371028"/>
                <a:gd name="connsiteX2" fmla="*/ 915187 w 1371028"/>
                <a:gd name="connsiteY2" fmla="*/ 3808 h 1371028"/>
                <a:gd name="connsiteX3" fmla="*/ 460666 w 1371028"/>
                <a:gd name="connsiteY3" fmla="*/ 3808 h 1371028"/>
                <a:gd name="connsiteX4" fmla="*/ 460666 w 1371028"/>
                <a:gd name="connsiteY4" fmla="*/ 460666 h 1371028"/>
                <a:gd name="connsiteX5" fmla="*/ 3808 w 1371028"/>
                <a:gd name="connsiteY5" fmla="*/ 460666 h 1371028"/>
                <a:gd name="connsiteX6" fmla="*/ 3808 w 1371028"/>
                <a:gd name="connsiteY6" fmla="*/ 915187 h 1371028"/>
                <a:gd name="connsiteX7" fmla="*/ 460666 w 1371028"/>
                <a:gd name="connsiteY7" fmla="*/ 915187 h 1371028"/>
                <a:gd name="connsiteX8" fmla="*/ 460666 w 1371028"/>
                <a:gd name="connsiteY8" fmla="*/ 1372095 h 1371028"/>
                <a:gd name="connsiteX9" fmla="*/ 915187 w 1371028"/>
                <a:gd name="connsiteY9" fmla="*/ 1372095 h 1371028"/>
                <a:gd name="connsiteX10" fmla="*/ 915187 w 1371028"/>
                <a:gd name="connsiteY10" fmla="*/ 915187 h 1371028"/>
                <a:gd name="connsiteX11" fmla="*/ 1372044 w 1371028"/>
                <a:gd name="connsiteY11" fmla="*/ 915187 h 1371028"/>
                <a:gd name="connsiteX12" fmla="*/ 1372044 w 1371028"/>
                <a:gd name="connsiteY12" fmla="*/ 460666 h 137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1028" h="1371028">
                  <a:moveTo>
                    <a:pt x="1372044" y="460666"/>
                  </a:moveTo>
                  <a:lnTo>
                    <a:pt x="915187" y="460666"/>
                  </a:lnTo>
                  <a:lnTo>
                    <a:pt x="915187" y="3808"/>
                  </a:lnTo>
                  <a:lnTo>
                    <a:pt x="460666" y="3808"/>
                  </a:lnTo>
                  <a:lnTo>
                    <a:pt x="460666" y="460666"/>
                  </a:lnTo>
                  <a:lnTo>
                    <a:pt x="3808" y="460666"/>
                  </a:lnTo>
                  <a:lnTo>
                    <a:pt x="3808" y="915187"/>
                  </a:lnTo>
                  <a:lnTo>
                    <a:pt x="460666" y="915187"/>
                  </a:lnTo>
                  <a:lnTo>
                    <a:pt x="460666" y="1372095"/>
                  </a:lnTo>
                  <a:lnTo>
                    <a:pt x="915187" y="1372095"/>
                  </a:lnTo>
                  <a:lnTo>
                    <a:pt x="915187" y="915187"/>
                  </a:lnTo>
                  <a:lnTo>
                    <a:pt x="1372044" y="915187"/>
                  </a:lnTo>
                  <a:lnTo>
                    <a:pt x="1372044" y="460666"/>
                  </a:lnTo>
                  <a:close/>
                </a:path>
              </a:pathLst>
            </a:custGeom>
            <a:solidFill>
              <a:schemeClr val="bg1">
                <a:alpha val="6000"/>
              </a:schemeClr>
            </a:solid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843C316C-8953-43D9-B04F-78BADC1ED2E3}"/>
                </a:ext>
              </a:extLst>
            </p:cNvPr>
            <p:cNvSpPr/>
            <p:nvPr/>
          </p:nvSpPr>
          <p:spPr>
            <a:xfrm>
              <a:off x="10295512" y="2625170"/>
              <a:ext cx="1239004" cy="1239004"/>
            </a:xfrm>
            <a:custGeom>
              <a:avLst/>
              <a:gdLst>
                <a:gd name="connsiteX0" fmla="*/ 1235500 w 1239003"/>
                <a:gd name="connsiteY0" fmla="*/ 415066 h 1239003"/>
                <a:gd name="connsiteX1" fmla="*/ 824243 w 1239003"/>
                <a:gd name="connsiteY1" fmla="*/ 415066 h 1239003"/>
                <a:gd name="connsiteX2" fmla="*/ 824243 w 1239003"/>
                <a:gd name="connsiteY2" fmla="*/ 3808 h 1239003"/>
                <a:gd name="connsiteX3" fmla="*/ 415066 w 1239003"/>
                <a:gd name="connsiteY3" fmla="*/ 3808 h 1239003"/>
                <a:gd name="connsiteX4" fmla="*/ 415066 w 1239003"/>
                <a:gd name="connsiteY4" fmla="*/ 415066 h 1239003"/>
                <a:gd name="connsiteX5" fmla="*/ 3808 w 1239003"/>
                <a:gd name="connsiteY5" fmla="*/ 415066 h 1239003"/>
                <a:gd name="connsiteX6" fmla="*/ 3808 w 1239003"/>
                <a:gd name="connsiteY6" fmla="*/ 824191 h 1239003"/>
                <a:gd name="connsiteX7" fmla="*/ 415066 w 1239003"/>
                <a:gd name="connsiteY7" fmla="*/ 824191 h 1239003"/>
                <a:gd name="connsiteX8" fmla="*/ 415066 w 1239003"/>
                <a:gd name="connsiteY8" fmla="*/ 1235500 h 1239003"/>
                <a:gd name="connsiteX9" fmla="*/ 824243 w 1239003"/>
                <a:gd name="connsiteY9" fmla="*/ 1235500 h 1239003"/>
                <a:gd name="connsiteX10" fmla="*/ 824243 w 1239003"/>
                <a:gd name="connsiteY10" fmla="*/ 824191 h 1239003"/>
                <a:gd name="connsiteX11" fmla="*/ 1235500 w 1239003"/>
                <a:gd name="connsiteY11" fmla="*/ 824191 h 1239003"/>
                <a:gd name="connsiteX12" fmla="*/ 1235500 w 1239003"/>
                <a:gd name="connsiteY12" fmla="*/ 415066 h 1239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9003" h="1239003">
                  <a:moveTo>
                    <a:pt x="1235500" y="415066"/>
                  </a:moveTo>
                  <a:lnTo>
                    <a:pt x="824243" y="415066"/>
                  </a:lnTo>
                  <a:lnTo>
                    <a:pt x="824243" y="3808"/>
                  </a:lnTo>
                  <a:lnTo>
                    <a:pt x="415066" y="3808"/>
                  </a:lnTo>
                  <a:lnTo>
                    <a:pt x="415066" y="415066"/>
                  </a:lnTo>
                  <a:lnTo>
                    <a:pt x="3808" y="415066"/>
                  </a:lnTo>
                  <a:lnTo>
                    <a:pt x="3808" y="824191"/>
                  </a:lnTo>
                  <a:lnTo>
                    <a:pt x="415066" y="824191"/>
                  </a:lnTo>
                  <a:lnTo>
                    <a:pt x="415066" y="1235500"/>
                  </a:lnTo>
                  <a:lnTo>
                    <a:pt x="824243" y="1235500"/>
                  </a:lnTo>
                  <a:lnTo>
                    <a:pt x="824243" y="824191"/>
                  </a:lnTo>
                  <a:lnTo>
                    <a:pt x="1235500" y="824191"/>
                  </a:lnTo>
                  <a:lnTo>
                    <a:pt x="1235500" y="415066"/>
                  </a:lnTo>
                  <a:close/>
                </a:path>
              </a:pathLst>
            </a:custGeom>
            <a:solidFill>
              <a:schemeClr val="bg1">
                <a:alpha val="6000"/>
              </a:schemeClr>
            </a:solid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1F6A4657-C8CE-4967-91BB-A750219155E2}"/>
                </a:ext>
              </a:extLst>
            </p:cNvPr>
            <p:cNvSpPr/>
            <p:nvPr/>
          </p:nvSpPr>
          <p:spPr>
            <a:xfrm>
              <a:off x="10288504" y="1161267"/>
              <a:ext cx="1904207" cy="1904207"/>
            </a:xfrm>
            <a:custGeom>
              <a:avLst/>
              <a:gdLst>
                <a:gd name="connsiteX0" fmla="*/ 1904918 w 1904206"/>
                <a:gd name="connsiteY0" fmla="*/ 638595 h 1904206"/>
                <a:gd name="connsiteX1" fmla="*/ 1270131 w 1904206"/>
                <a:gd name="connsiteY1" fmla="*/ 638595 h 1904206"/>
                <a:gd name="connsiteX2" fmla="*/ 1270131 w 1904206"/>
                <a:gd name="connsiteY2" fmla="*/ 3808 h 1904206"/>
                <a:gd name="connsiteX3" fmla="*/ 638645 w 1904206"/>
                <a:gd name="connsiteY3" fmla="*/ 3808 h 1904206"/>
                <a:gd name="connsiteX4" fmla="*/ 638645 w 1904206"/>
                <a:gd name="connsiteY4" fmla="*/ 638595 h 1904206"/>
                <a:gd name="connsiteX5" fmla="*/ 3808 w 1904206"/>
                <a:gd name="connsiteY5" fmla="*/ 638595 h 1904206"/>
                <a:gd name="connsiteX6" fmla="*/ 3808 w 1904206"/>
                <a:gd name="connsiteY6" fmla="*/ 1270131 h 1904206"/>
                <a:gd name="connsiteX7" fmla="*/ 638645 w 1904206"/>
                <a:gd name="connsiteY7" fmla="*/ 1270131 h 1904206"/>
                <a:gd name="connsiteX8" fmla="*/ 638645 w 1904206"/>
                <a:gd name="connsiteY8" fmla="*/ 1904918 h 1904206"/>
                <a:gd name="connsiteX9" fmla="*/ 1270131 w 1904206"/>
                <a:gd name="connsiteY9" fmla="*/ 1904918 h 1904206"/>
                <a:gd name="connsiteX10" fmla="*/ 1270131 w 1904206"/>
                <a:gd name="connsiteY10" fmla="*/ 1270131 h 1904206"/>
                <a:gd name="connsiteX11" fmla="*/ 1904918 w 1904206"/>
                <a:gd name="connsiteY11" fmla="*/ 1270131 h 1904206"/>
                <a:gd name="connsiteX12" fmla="*/ 1904918 w 1904206"/>
                <a:gd name="connsiteY12" fmla="*/ 638595 h 190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4206" h="1904206">
                  <a:moveTo>
                    <a:pt x="1904918" y="638595"/>
                  </a:moveTo>
                  <a:lnTo>
                    <a:pt x="1270131" y="638595"/>
                  </a:lnTo>
                  <a:lnTo>
                    <a:pt x="1270131" y="3808"/>
                  </a:lnTo>
                  <a:lnTo>
                    <a:pt x="638645" y="3808"/>
                  </a:lnTo>
                  <a:lnTo>
                    <a:pt x="638645" y="638595"/>
                  </a:lnTo>
                  <a:lnTo>
                    <a:pt x="3808" y="638595"/>
                  </a:lnTo>
                  <a:lnTo>
                    <a:pt x="3808" y="1270131"/>
                  </a:lnTo>
                  <a:lnTo>
                    <a:pt x="638645" y="1270131"/>
                  </a:lnTo>
                  <a:lnTo>
                    <a:pt x="638645" y="1904918"/>
                  </a:lnTo>
                  <a:lnTo>
                    <a:pt x="1270131" y="1904918"/>
                  </a:lnTo>
                  <a:lnTo>
                    <a:pt x="1270131" y="1270131"/>
                  </a:lnTo>
                  <a:lnTo>
                    <a:pt x="1904918" y="1270131"/>
                  </a:lnTo>
                  <a:lnTo>
                    <a:pt x="1904918" y="638595"/>
                  </a:lnTo>
                  <a:close/>
                </a:path>
              </a:pathLst>
            </a:custGeom>
            <a:solidFill>
              <a:schemeClr val="bg1">
                <a:alpha val="6000"/>
              </a:schemeClr>
            </a:solid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33BF07A0-2110-4778-AE10-1F025D62A9DB}"/>
                </a:ext>
              </a:extLst>
            </p:cNvPr>
            <p:cNvSpPr/>
            <p:nvPr/>
          </p:nvSpPr>
          <p:spPr>
            <a:xfrm>
              <a:off x="8272330" y="4605241"/>
              <a:ext cx="715982" cy="715982"/>
            </a:xfrm>
            <a:custGeom>
              <a:avLst/>
              <a:gdLst>
                <a:gd name="connsiteX0" fmla="*/ 715170 w 715981"/>
                <a:gd name="connsiteY0" fmla="*/ 241352 h 715981"/>
                <a:gd name="connsiteX1" fmla="*/ 477626 w 715981"/>
                <a:gd name="connsiteY1" fmla="*/ 241352 h 715981"/>
                <a:gd name="connsiteX2" fmla="*/ 477626 w 715981"/>
                <a:gd name="connsiteY2" fmla="*/ 3808 h 715981"/>
                <a:gd name="connsiteX3" fmla="*/ 241352 w 715981"/>
                <a:gd name="connsiteY3" fmla="*/ 3808 h 715981"/>
                <a:gd name="connsiteX4" fmla="*/ 241352 w 715981"/>
                <a:gd name="connsiteY4" fmla="*/ 241352 h 715981"/>
                <a:gd name="connsiteX5" fmla="*/ 3808 w 715981"/>
                <a:gd name="connsiteY5" fmla="*/ 241352 h 715981"/>
                <a:gd name="connsiteX6" fmla="*/ 3808 w 715981"/>
                <a:gd name="connsiteY6" fmla="*/ 477626 h 715981"/>
                <a:gd name="connsiteX7" fmla="*/ 241352 w 715981"/>
                <a:gd name="connsiteY7" fmla="*/ 477626 h 715981"/>
                <a:gd name="connsiteX8" fmla="*/ 241352 w 715981"/>
                <a:gd name="connsiteY8" fmla="*/ 715169 h 715981"/>
                <a:gd name="connsiteX9" fmla="*/ 477626 w 715981"/>
                <a:gd name="connsiteY9" fmla="*/ 715169 h 715981"/>
                <a:gd name="connsiteX10" fmla="*/ 477626 w 715981"/>
                <a:gd name="connsiteY10" fmla="*/ 477626 h 715981"/>
                <a:gd name="connsiteX11" fmla="*/ 715170 w 715981"/>
                <a:gd name="connsiteY11" fmla="*/ 477626 h 715981"/>
                <a:gd name="connsiteX12" fmla="*/ 715170 w 715981"/>
                <a:gd name="connsiteY12" fmla="*/ 241352 h 71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5981" h="715981">
                  <a:moveTo>
                    <a:pt x="715170" y="241352"/>
                  </a:moveTo>
                  <a:lnTo>
                    <a:pt x="477626" y="241352"/>
                  </a:lnTo>
                  <a:lnTo>
                    <a:pt x="477626" y="3808"/>
                  </a:lnTo>
                  <a:lnTo>
                    <a:pt x="241352" y="3808"/>
                  </a:lnTo>
                  <a:lnTo>
                    <a:pt x="241352" y="241352"/>
                  </a:lnTo>
                  <a:lnTo>
                    <a:pt x="3808" y="241352"/>
                  </a:lnTo>
                  <a:lnTo>
                    <a:pt x="3808" y="477626"/>
                  </a:lnTo>
                  <a:lnTo>
                    <a:pt x="241352" y="477626"/>
                  </a:lnTo>
                  <a:lnTo>
                    <a:pt x="241352" y="715169"/>
                  </a:lnTo>
                  <a:lnTo>
                    <a:pt x="477626" y="715169"/>
                  </a:lnTo>
                  <a:lnTo>
                    <a:pt x="477626" y="477626"/>
                  </a:lnTo>
                  <a:lnTo>
                    <a:pt x="715170" y="477626"/>
                  </a:lnTo>
                  <a:lnTo>
                    <a:pt x="715170" y="241352"/>
                  </a:lnTo>
                  <a:close/>
                </a:path>
              </a:pathLst>
            </a:custGeom>
            <a:solidFill>
              <a:schemeClr val="bg1">
                <a:alpha val="6000"/>
              </a:schemeClr>
            </a:solid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621B08A6-2674-4D06-90FB-E23BF3A21901}"/>
                </a:ext>
              </a:extLst>
            </p:cNvPr>
            <p:cNvSpPr/>
            <p:nvPr/>
          </p:nvSpPr>
          <p:spPr>
            <a:xfrm>
              <a:off x="11602052" y="3532030"/>
              <a:ext cx="269128" cy="269128"/>
            </a:xfrm>
            <a:custGeom>
              <a:avLst/>
              <a:gdLst>
                <a:gd name="connsiteX0" fmla="*/ 268011 w 269127"/>
                <a:gd name="connsiteY0" fmla="*/ 92011 h 269127"/>
                <a:gd name="connsiteX1" fmla="*/ 179807 w 269127"/>
                <a:gd name="connsiteY1" fmla="*/ 92011 h 269127"/>
                <a:gd name="connsiteX2" fmla="*/ 179807 w 269127"/>
                <a:gd name="connsiteY2" fmla="*/ 3808 h 269127"/>
                <a:gd name="connsiteX3" fmla="*/ 92011 w 269127"/>
                <a:gd name="connsiteY3" fmla="*/ 3808 h 269127"/>
                <a:gd name="connsiteX4" fmla="*/ 92011 w 269127"/>
                <a:gd name="connsiteY4" fmla="*/ 92011 h 269127"/>
                <a:gd name="connsiteX5" fmla="*/ 3808 w 269127"/>
                <a:gd name="connsiteY5" fmla="*/ 92011 h 269127"/>
                <a:gd name="connsiteX6" fmla="*/ 3808 w 269127"/>
                <a:gd name="connsiteY6" fmla="*/ 179808 h 269127"/>
                <a:gd name="connsiteX7" fmla="*/ 92011 w 269127"/>
                <a:gd name="connsiteY7" fmla="*/ 179808 h 269127"/>
                <a:gd name="connsiteX8" fmla="*/ 92011 w 269127"/>
                <a:gd name="connsiteY8" fmla="*/ 268011 h 269127"/>
                <a:gd name="connsiteX9" fmla="*/ 179807 w 269127"/>
                <a:gd name="connsiteY9" fmla="*/ 268011 h 269127"/>
                <a:gd name="connsiteX10" fmla="*/ 179807 w 269127"/>
                <a:gd name="connsiteY10" fmla="*/ 179808 h 269127"/>
                <a:gd name="connsiteX11" fmla="*/ 268011 w 269127"/>
                <a:gd name="connsiteY11" fmla="*/ 179808 h 269127"/>
                <a:gd name="connsiteX12" fmla="*/ 268011 w 269127"/>
                <a:gd name="connsiteY12" fmla="*/ 92011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8011" y="92011"/>
                  </a:moveTo>
                  <a:lnTo>
                    <a:pt x="179807" y="92011"/>
                  </a:lnTo>
                  <a:lnTo>
                    <a:pt x="179807" y="3808"/>
                  </a:lnTo>
                  <a:lnTo>
                    <a:pt x="92011" y="3808"/>
                  </a:lnTo>
                  <a:lnTo>
                    <a:pt x="92011" y="92011"/>
                  </a:lnTo>
                  <a:lnTo>
                    <a:pt x="3808" y="92011"/>
                  </a:lnTo>
                  <a:lnTo>
                    <a:pt x="3808" y="179808"/>
                  </a:lnTo>
                  <a:lnTo>
                    <a:pt x="92011" y="179808"/>
                  </a:lnTo>
                  <a:lnTo>
                    <a:pt x="92011" y="268011"/>
                  </a:lnTo>
                  <a:lnTo>
                    <a:pt x="179807" y="268011"/>
                  </a:lnTo>
                  <a:lnTo>
                    <a:pt x="179807" y="179808"/>
                  </a:lnTo>
                  <a:lnTo>
                    <a:pt x="268011" y="179808"/>
                  </a:lnTo>
                  <a:lnTo>
                    <a:pt x="268011" y="92011"/>
                  </a:lnTo>
                  <a:close/>
                </a:path>
              </a:pathLst>
            </a:custGeom>
            <a:solidFill>
              <a:schemeClr val="bg1">
                <a:alpha val="6000"/>
              </a:schemeClr>
            </a:solid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DD8D4A11-D2BA-454A-9F1E-CA6AFB476BE6}"/>
                </a:ext>
              </a:extLst>
            </p:cNvPr>
            <p:cNvSpPr/>
            <p:nvPr/>
          </p:nvSpPr>
          <p:spPr>
            <a:xfrm>
              <a:off x="8608689" y="1161267"/>
              <a:ext cx="1630001" cy="1630001"/>
            </a:xfrm>
            <a:custGeom>
              <a:avLst/>
              <a:gdLst>
                <a:gd name="connsiteX0" fmla="*/ 1630864 w 1630000"/>
                <a:gd name="connsiteY0" fmla="*/ 547091 h 1630000"/>
                <a:gd name="connsiteX1" fmla="*/ 1087582 w 1630000"/>
                <a:gd name="connsiteY1" fmla="*/ 547091 h 1630000"/>
                <a:gd name="connsiteX2" fmla="*/ 1087582 w 1630000"/>
                <a:gd name="connsiteY2" fmla="*/ 3808 h 1630000"/>
                <a:gd name="connsiteX3" fmla="*/ 547091 w 1630000"/>
                <a:gd name="connsiteY3" fmla="*/ 3808 h 1630000"/>
                <a:gd name="connsiteX4" fmla="*/ 547091 w 1630000"/>
                <a:gd name="connsiteY4" fmla="*/ 547091 h 1630000"/>
                <a:gd name="connsiteX5" fmla="*/ 3808 w 1630000"/>
                <a:gd name="connsiteY5" fmla="*/ 547091 h 1630000"/>
                <a:gd name="connsiteX6" fmla="*/ 3808 w 1630000"/>
                <a:gd name="connsiteY6" fmla="*/ 1087581 h 1630000"/>
                <a:gd name="connsiteX7" fmla="*/ 547091 w 1630000"/>
                <a:gd name="connsiteY7" fmla="*/ 1087581 h 1630000"/>
                <a:gd name="connsiteX8" fmla="*/ 547091 w 1630000"/>
                <a:gd name="connsiteY8" fmla="*/ 1630864 h 1630000"/>
                <a:gd name="connsiteX9" fmla="*/ 1087582 w 1630000"/>
                <a:gd name="connsiteY9" fmla="*/ 1630864 h 1630000"/>
                <a:gd name="connsiteX10" fmla="*/ 1087582 w 1630000"/>
                <a:gd name="connsiteY10" fmla="*/ 1087581 h 1630000"/>
                <a:gd name="connsiteX11" fmla="*/ 1630864 w 1630000"/>
                <a:gd name="connsiteY11" fmla="*/ 1087581 h 1630000"/>
                <a:gd name="connsiteX12" fmla="*/ 1630864 w 1630000"/>
                <a:gd name="connsiteY12" fmla="*/ 547091 h 163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000" h="1630000">
                  <a:moveTo>
                    <a:pt x="1630864" y="547091"/>
                  </a:moveTo>
                  <a:lnTo>
                    <a:pt x="1087582" y="547091"/>
                  </a:lnTo>
                  <a:lnTo>
                    <a:pt x="1087582" y="3808"/>
                  </a:lnTo>
                  <a:lnTo>
                    <a:pt x="547091" y="3808"/>
                  </a:lnTo>
                  <a:lnTo>
                    <a:pt x="547091" y="547091"/>
                  </a:lnTo>
                  <a:lnTo>
                    <a:pt x="3808" y="547091"/>
                  </a:lnTo>
                  <a:lnTo>
                    <a:pt x="3808" y="1087581"/>
                  </a:lnTo>
                  <a:lnTo>
                    <a:pt x="547091" y="1087581"/>
                  </a:lnTo>
                  <a:lnTo>
                    <a:pt x="547091" y="1630864"/>
                  </a:lnTo>
                  <a:lnTo>
                    <a:pt x="1087582" y="1630864"/>
                  </a:lnTo>
                  <a:lnTo>
                    <a:pt x="1087582" y="1087581"/>
                  </a:lnTo>
                  <a:lnTo>
                    <a:pt x="1630864" y="1087581"/>
                  </a:lnTo>
                  <a:lnTo>
                    <a:pt x="1630864" y="547091"/>
                  </a:lnTo>
                  <a:close/>
                </a:path>
              </a:pathLst>
            </a:custGeom>
            <a:solidFill>
              <a:schemeClr val="bg1">
                <a:alpha val="6000"/>
              </a:schemeClr>
            </a:solidFill>
            <a:ln w="9525" cap="flat">
              <a:noFill/>
              <a:prstDash val="solid"/>
              <a:miter/>
            </a:ln>
          </p:spPr>
          <p:txBody>
            <a:bodyPr rtlCol="0" anchor="ctr"/>
            <a:lstStyle/>
            <a:p>
              <a:endParaRPr lang="en-US"/>
            </a:p>
          </p:txBody>
        </p:sp>
        <p:grpSp>
          <p:nvGrpSpPr>
            <p:cNvPr id="160" name="Group 159">
              <a:extLst>
                <a:ext uri="{FF2B5EF4-FFF2-40B4-BE49-F238E27FC236}">
                  <a16:creationId xmlns:a16="http://schemas.microsoft.com/office/drawing/2014/main" id="{204E89B5-7C1F-4810-8AD7-6C011D5864F4}"/>
                </a:ext>
              </a:extLst>
            </p:cNvPr>
            <p:cNvGrpSpPr/>
            <p:nvPr/>
          </p:nvGrpSpPr>
          <p:grpSpPr>
            <a:xfrm>
              <a:off x="2403515" y="1010099"/>
              <a:ext cx="8232063" cy="5494271"/>
              <a:chOff x="2403515" y="1010099"/>
              <a:chExt cx="8232063" cy="5494271"/>
            </a:xfrm>
          </p:grpSpPr>
          <p:sp>
            <p:nvSpPr>
              <p:cNvPr id="161" name="Freeform: Shape 160">
                <a:extLst>
                  <a:ext uri="{FF2B5EF4-FFF2-40B4-BE49-F238E27FC236}">
                    <a16:creationId xmlns:a16="http://schemas.microsoft.com/office/drawing/2014/main" id="{1BCD1F20-2156-4E8D-833E-731F538D9806}"/>
                  </a:ext>
                </a:extLst>
              </p:cNvPr>
              <p:cNvSpPr/>
              <p:nvPr/>
            </p:nvSpPr>
            <p:spPr>
              <a:xfrm>
                <a:off x="4789816" y="5168886"/>
                <a:ext cx="1335484" cy="1335484"/>
              </a:xfrm>
              <a:custGeom>
                <a:avLst/>
                <a:gdLst>
                  <a:gd name="connsiteX0" fmla="*/ 1336651 w 1335483"/>
                  <a:gd name="connsiteY0" fmla="*/ 448885 h 1335483"/>
                  <a:gd name="connsiteX1" fmla="*/ 891626 w 1335483"/>
                  <a:gd name="connsiteY1" fmla="*/ 448885 h 1335483"/>
                  <a:gd name="connsiteX2" fmla="*/ 891626 w 1335483"/>
                  <a:gd name="connsiteY2" fmla="*/ 3808 h 1335483"/>
                  <a:gd name="connsiteX3" fmla="*/ 448834 w 1335483"/>
                  <a:gd name="connsiteY3" fmla="*/ 3808 h 1335483"/>
                  <a:gd name="connsiteX4" fmla="*/ 448834 w 1335483"/>
                  <a:gd name="connsiteY4" fmla="*/ 448885 h 1335483"/>
                  <a:gd name="connsiteX5" fmla="*/ 3808 w 1335483"/>
                  <a:gd name="connsiteY5" fmla="*/ 448885 h 1335483"/>
                  <a:gd name="connsiteX6" fmla="*/ 3808 w 1335483"/>
                  <a:gd name="connsiteY6" fmla="*/ 891626 h 1335483"/>
                  <a:gd name="connsiteX7" fmla="*/ 448834 w 1335483"/>
                  <a:gd name="connsiteY7" fmla="*/ 891626 h 1335483"/>
                  <a:gd name="connsiteX8" fmla="*/ 448834 w 1335483"/>
                  <a:gd name="connsiteY8" fmla="*/ 1336702 h 1335483"/>
                  <a:gd name="connsiteX9" fmla="*/ 891626 w 1335483"/>
                  <a:gd name="connsiteY9" fmla="*/ 1336702 h 1335483"/>
                  <a:gd name="connsiteX10" fmla="*/ 891626 w 1335483"/>
                  <a:gd name="connsiteY10" fmla="*/ 891626 h 1335483"/>
                  <a:gd name="connsiteX11" fmla="*/ 1336651 w 1335483"/>
                  <a:gd name="connsiteY11" fmla="*/ 891626 h 1335483"/>
                  <a:gd name="connsiteX12" fmla="*/ 1336651 w 1335483"/>
                  <a:gd name="connsiteY12" fmla="*/ 448885 h 1335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5483" h="1335483">
                    <a:moveTo>
                      <a:pt x="1336651" y="448885"/>
                    </a:moveTo>
                    <a:lnTo>
                      <a:pt x="891626" y="448885"/>
                    </a:lnTo>
                    <a:lnTo>
                      <a:pt x="891626" y="3808"/>
                    </a:lnTo>
                    <a:lnTo>
                      <a:pt x="448834" y="3808"/>
                    </a:lnTo>
                    <a:lnTo>
                      <a:pt x="448834" y="448885"/>
                    </a:lnTo>
                    <a:lnTo>
                      <a:pt x="3808" y="448885"/>
                    </a:lnTo>
                    <a:lnTo>
                      <a:pt x="3808" y="891626"/>
                    </a:lnTo>
                    <a:lnTo>
                      <a:pt x="448834" y="891626"/>
                    </a:lnTo>
                    <a:lnTo>
                      <a:pt x="448834" y="1336702"/>
                    </a:lnTo>
                    <a:lnTo>
                      <a:pt x="891626" y="1336702"/>
                    </a:lnTo>
                    <a:lnTo>
                      <a:pt x="891626" y="891626"/>
                    </a:lnTo>
                    <a:lnTo>
                      <a:pt x="1336651" y="891626"/>
                    </a:lnTo>
                    <a:lnTo>
                      <a:pt x="1336651" y="448885"/>
                    </a:lnTo>
                    <a:close/>
                  </a:path>
                </a:pathLst>
              </a:custGeom>
              <a:solidFill>
                <a:schemeClr val="bg1">
                  <a:alpha val="27000"/>
                </a:schemeClr>
              </a:solid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BAF9E6D-02D2-4394-92A8-A9FD564AE643}"/>
                  </a:ext>
                </a:extLst>
              </p:cNvPr>
              <p:cNvSpPr/>
              <p:nvPr/>
            </p:nvSpPr>
            <p:spPr>
              <a:xfrm>
                <a:off x="10183646" y="1010099"/>
                <a:ext cx="451932" cy="451932"/>
              </a:xfrm>
              <a:custGeom>
                <a:avLst/>
                <a:gdLst>
                  <a:gd name="connsiteX0" fmla="*/ 451272 w 451931"/>
                  <a:gd name="connsiteY0" fmla="*/ 153200 h 451931"/>
                  <a:gd name="connsiteX1" fmla="*/ 301829 w 451931"/>
                  <a:gd name="connsiteY1" fmla="*/ 153200 h 451931"/>
                  <a:gd name="connsiteX2" fmla="*/ 301829 w 451931"/>
                  <a:gd name="connsiteY2" fmla="*/ 3808 h 451931"/>
                  <a:gd name="connsiteX3" fmla="*/ 153200 w 451931"/>
                  <a:gd name="connsiteY3" fmla="*/ 3808 h 451931"/>
                  <a:gd name="connsiteX4" fmla="*/ 153200 w 451931"/>
                  <a:gd name="connsiteY4" fmla="*/ 153200 h 451931"/>
                  <a:gd name="connsiteX5" fmla="*/ 3808 w 451931"/>
                  <a:gd name="connsiteY5" fmla="*/ 153200 h 451931"/>
                  <a:gd name="connsiteX6" fmla="*/ 3808 w 451931"/>
                  <a:gd name="connsiteY6" fmla="*/ 301829 h 451931"/>
                  <a:gd name="connsiteX7" fmla="*/ 153200 w 451931"/>
                  <a:gd name="connsiteY7" fmla="*/ 301829 h 451931"/>
                  <a:gd name="connsiteX8" fmla="*/ 153200 w 451931"/>
                  <a:gd name="connsiteY8" fmla="*/ 451272 h 451931"/>
                  <a:gd name="connsiteX9" fmla="*/ 301829 w 451931"/>
                  <a:gd name="connsiteY9" fmla="*/ 451272 h 451931"/>
                  <a:gd name="connsiteX10" fmla="*/ 301829 w 451931"/>
                  <a:gd name="connsiteY10" fmla="*/ 301829 h 451931"/>
                  <a:gd name="connsiteX11" fmla="*/ 451272 w 451931"/>
                  <a:gd name="connsiteY11" fmla="*/ 301829 h 451931"/>
                  <a:gd name="connsiteX12" fmla="*/ 451272 w 451931"/>
                  <a:gd name="connsiteY12" fmla="*/ 153200 h 45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1931" h="451931">
                    <a:moveTo>
                      <a:pt x="451272" y="153200"/>
                    </a:moveTo>
                    <a:lnTo>
                      <a:pt x="301829" y="153200"/>
                    </a:lnTo>
                    <a:lnTo>
                      <a:pt x="301829" y="3808"/>
                    </a:lnTo>
                    <a:lnTo>
                      <a:pt x="153200" y="3808"/>
                    </a:lnTo>
                    <a:lnTo>
                      <a:pt x="153200" y="153200"/>
                    </a:lnTo>
                    <a:lnTo>
                      <a:pt x="3808" y="153200"/>
                    </a:lnTo>
                    <a:lnTo>
                      <a:pt x="3808" y="301829"/>
                    </a:lnTo>
                    <a:lnTo>
                      <a:pt x="153200" y="301829"/>
                    </a:lnTo>
                    <a:lnTo>
                      <a:pt x="153200" y="451272"/>
                    </a:lnTo>
                    <a:lnTo>
                      <a:pt x="301829" y="451272"/>
                    </a:lnTo>
                    <a:lnTo>
                      <a:pt x="301829" y="301829"/>
                    </a:lnTo>
                    <a:lnTo>
                      <a:pt x="451272" y="301829"/>
                    </a:lnTo>
                    <a:lnTo>
                      <a:pt x="451272" y="153200"/>
                    </a:lnTo>
                    <a:close/>
                  </a:path>
                </a:pathLst>
              </a:custGeom>
              <a:solidFill>
                <a:schemeClr val="bg1">
                  <a:alpha val="19000"/>
                </a:schemeClr>
              </a:solid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C4189C0D-C974-4E25-8110-6212F5558B0D}"/>
                  </a:ext>
                </a:extLst>
              </p:cNvPr>
              <p:cNvSpPr/>
              <p:nvPr/>
            </p:nvSpPr>
            <p:spPr>
              <a:xfrm>
                <a:off x="2403515" y="4607576"/>
                <a:ext cx="1142524" cy="1142524"/>
              </a:xfrm>
              <a:custGeom>
                <a:avLst/>
                <a:gdLst>
                  <a:gd name="connsiteX0" fmla="*/ 1139681 w 1142523"/>
                  <a:gd name="connsiteY0" fmla="*/ 383076 h 1142523"/>
                  <a:gd name="connsiteX1" fmla="*/ 760413 w 1142523"/>
                  <a:gd name="connsiteY1" fmla="*/ 383076 h 1142523"/>
                  <a:gd name="connsiteX2" fmla="*/ 760413 w 1142523"/>
                  <a:gd name="connsiteY2" fmla="*/ 3808 h 1142523"/>
                  <a:gd name="connsiteX3" fmla="*/ 383076 w 1142523"/>
                  <a:gd name="connsiteY3" fmla="*/ 3808 h 1142523"/>
                  <a:gd name="connsiteX4" fmla="*/ 383076 w 1142523"/>
                  <a:gd name="connsiteY4" fmla="*/ 383076 h 1142523"/>
                  <a:gd name="connsiteX5" fmla="*/ 3808 w 1142523"/>
                  <a:gd name="connsiteY5" fmla="*/ 383076 h 1142523"/>
                  <a:gd name="connsiteX6" fmla="*/ 3808 w 1142523"/>
                  <a:gd name="connsiteY6" fmla="*/ 760413 h 1142523"/>
                  <a:gd name="connsiteX7" fmla="*/ 383076 w 1142523"/>
                  <a:gd name="connsiteY7" fmla="*/ 760413 h 1142523"/>
                  <a:gd name="connsiteX8" fmla="*/ 383076 w 1142523"/>
                  <a:gd name="connsiteY8" fmla="*/ 1139681 h 1142523"/>
                  <a:gd name="connsiteX9" fmla="*/ 760413 w 1142523"/>
                  <a:gd name="connsiteY9" fmla="*/ 1139681 h 1142523"/>
                  <a:gd name="connsiteX10" fmla="*/ 760413 w 1142523"/>
                  <a:gd name="connsiteY10" fmla="*/ 760413 h 1142523"/>
                  <a:gd name="connsiteX11" fmla="*/ 1139681 w 1142523"/>
                  <a:gd name="connsiteY11" fmla="*/ 760413 h 1142523"/>
                  <a:gd name="connsiteX12" fmla="*/ 1139681 w 1142523"/>
                  <a:gd name="connsiteY12" fmla="*/ 383076 h 1142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2523" h="1142523">
                    <a:moveTo>
                      <a:pt x="1139681" y="383076"/>
                    </a:moveTo>
                    <a:lnTo>
                      <a:pt x="760413" y="383076"/>
                    </a:lnTo>
                    <a:lnTo>
                      <a:pt x="760413" y="3808"/>
                    </a:lnTo>
                    <a:lnTo>
                      <a:pt x="383076" y="3808"/>
                    </a:lnTo>
                    <a:lnTo>
                      <a:pt x="383076" y="383076"/>
                    </a:lnTo>
                    <a:lnTo>
                      <a:pt x="3808" y="383076"/>
                    </a:lnTo>
                    <a:lnTo>
                      <a:pt x="3808" y="760413"/>
                    </a:lnTo>
                    <a:lnTo>
                      <a:pt x="383076" y="760413"/>
                    </a:lnTo>
                    <a:lnTo>
                      <a:pt x="383076" y="1139681"/>
                    </a:lnTo>
                    <a:lnTo>
                      <a:pt x="760413" y="1139681"/>
                    </a:lnTo>
                    <a:lnTo>
                      <a:pt x="760413" y="760413"/>
                    </a:lnTo>
                    <a:lnTo>
                      <a:pt x="1139681" y="760413"/>
                    </a:lnTo>
                    <a:lnTo>
                      <a:pt x="1139681" y="383076"/>
                    </a:lnTo>
                    <a:close/>
                  </a:path>
                </a:pathLst>
              </a:custGeom>
              <a:solidFill>
                <a:schemeClr val="bg1">
                  <a:alpha val="17000"/>
                </a:schemeClr>
              </a:solid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32A05238-FB8F-41F7-85A6-6D16EA0713ED}"/>
                  </a:ext>
                </a:extLst>
              </p:cNvPr>
              <p:cNvSpPr/>
              <p:nvPr/>
            </p:nvSpPr>
            <p:spPr>
              <a:xfrm>
                <a:off x="5833524" y="2327454"/>
                <a:ext cx="2158101" cy="2158101"/>
              </a:xfrm>
              <a:custGeom>
                <a:avLst/>
                <a:gdLst>
                  <a:gd name="connsiteX0" fmla="*/ 2158964 w 2158100"/>
                  <a:gd name="connsiteY0" fmla="*/ 723446 h 2158100"/>
                  <a:gd name="connsiteX1" fmla="*/ 1439326 w 2158100"/>
                  <a:gd name="connsiteY1" fmla="*/ 723446 h 2158100"/>
                  <a:gd name="connsiteX2" fmla="*/ 1439326 w 2158100"/>
                  <a:gd name="connsiteY2" fmla="*/ 3808 h 2158100"/>
                  <a:gd name="connsiteX3" fmla="*/ 723446 w 2158100"/>
                  <a:gd name="connsiteY3" fmla="*/ 3808 h 2158100"/>
                  <a:gd name="connsiteX4" fmla="*/ 723446 w 2158100"/>
                  <a:gd name="connsiteY4" fmla="*/ 723446 h 2158100"/>
                  <a:gd name="connsiteX5" fmla="*/ 3808 w 2158100"/>
                  <a:gd name="connsiteY5" fmla="*/ 723446 h 2158100"/>
                  <a:gd name="connsiteX6" fmla="*/ 3808 w 2158100"/>
                  <a:gd name="connsiteY6" fmla="*/ 1439326 h 2158100"/>
                  <a:gd name="connsiteX7" fmla="*/ 723446 w 2158100"/>
                  <a:gd name="connsiteY7" fmla="*/ 1439326 h 2158100"/>
                  <a:gd name="connsiteX8" fmla="*/ 723446 w 2158100"/>
                  <a:gd name="connsiteY8" fmla="*/ 2159015 h 2158100"/>
                  <a:gd name="connsiteX9" fmla="*/ 1439326 w 2158100"/>
                  <a:gd name="connsiteY9" fmla="*/ 2159015 h 2158100"/>
                  <a:gd name="connsiteX10" fmla="*/ 1439326 w 2158100"/>
                  <a:gd name="connsiteY10" fmla="*/ 1439326 h 2158100"/>
                  <a:gd name="connsiteX11" fmla="*/ 2158964 w 2158100"/>
                  <a:gd name="connsiteY11" fmla="*/ 1439326 h 2158100"/>
                  <a:gd name="connsiteX12" fmla="*/ 2158964 w 2158100"/>
                  <a:gd name="connsiteY12" fmla="*/ 723446 h 215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8100" h="2158100">
                    <a:moveTo>
                      <a:pt x="2158964" y="723446"/>
                    </a:moveTo>
                    <a:lnTo>
                      <a:pt x="1439326" y="723446"/>
                    </a:lnTo>
                    <a:lnTo>
                      <a:pt x="1439326" y="3808"/>
                    </a:lnTo>
                    <a:lnTo>
                      <a:pt x="723446" y="3808"/>
                    </a:lnTo>
                    <a:lnTo>
                      <a:pt x="723446" y="723446"/>
                    </a:lnTo>
                    <a:lnTo>
                      <a:pt x="3808" y="723446"/>
                    </a:lnTo>
                    <a:lnTo>
                      <a:pt x="3808" y="1439326"/>
                    </a:lnTo>
                    <a:lnTo>
                      <a:pt x="723446" y="1439326"/>
                    </a:lnTo>
                    <a:lnTo>
                      <a:pt x="723446" y="2159015"/>
                    </a:lnTo>
                    <a:lnTo>
                      <a:pt x="1439326" y="2159015"/>
                    </a:lnTo>
                    <a:lnTo>
                      <a:pt x="1439326" y="1439326"/>
                    </a:lnTo>
                    <a:lnTo>
                      <a:pt x="2158964" y="1439326"/>
                    </a:lnTo>
                    <a:lnTo>
                      <a:pt x="2158964" y="723446"/>
                    </a:lnTo>
                    <a:close/>
                  </a:path>
                </a:pathLst>
              </a:custGeom>
              <a:solidFill>
                <a:schemeClr val="bg1">
                  <a:alpha val="30000"/>
                </a:schemeClr>
              </a:solidFill>
              <a:ln w="9525" cap="flat">
                <a:noFill/>
                <a:prstDash val="solid"/>
                <a:miter/>
              </a:ln>
            </p:spPr>
            <p:txBody>
              <a:bodyPr rtlCol="0" anchor="ctr"/>
              <a:lstStyle/>
              <a:p>
                <a:endParaRPr lang="en-US"/>
              </a:p>
            </p:txBody>
          </p:sp>
        </p:grpSp>
      </p:grpSp>
      <p:grpSp>
        <p:nvGrpSpPr>
          <p:cNvPr id="29" name="Group 28">
            <a:extLst>
              <a:ext uri="{FF2B5EF4-FFF2-40B4-BE49-F238E27FC236}">
                <a16:creationId xmlns:a16="http://schemas.microsoft.com/office/drawing/2014/main" id="{D699766E-ACEC-4984-BA16-234A97D2E85A}"/>
              </a:ext>
            </a:extLst>
          </p:cNvPr>
          <p:cNvGrpSpPr/>
          <p:nvPr/>
        </p:nvGrpSpPr>
        <p:grpSpPr>
          <a:xfrm>
            <a:off x="330439" y="2030376"/>
            <a:ext cx="4911674" cy="1122134"/>
            <a:chOff x="330439" y="2030376"/>
            <a:chExt cx="4911674" cy="1122134"/>
          </a:xfrm>
        </p:grpSpPr>
        <p:grpSp>
          <p:nvGrpSpPr>
            <p:cNvPr id="188" name="Group 187">
              <a:extLst>
                <a:ext uri="{FF2B5EF4-FFF2-40B4-BE49-F238E27FC236}">
                  <a16:creationId xmlns:a16="http://schemas.microsoft.com/office/drawing/2014/main" id="{BA30C759-909F-44C2-97BC-7C9CB384B4F3}"/>
                </a:ext>
              </a:extLst>
            </p:cNvPr>
            <p:cNvGrpSpPr/>
            <p:nvPr/>
          </p:nvGrpSpPr>
          <p:grpSpPr>
            <a:xfrm flipH="1">
              <a:off x="330439" y="2030376"/>
              <a:ext cx="4911674" cy="1122134"/>
              <a:chOff x="3087355" y="1442788"/>
              <a:chExt cx="6431087" cy="1469262"/>
            </a:xfrm>
          </p:grpSpPr>
          <p:sp>
            <p:nvSpPr>
              <p:cNvPr id="189" name="Freeform: Shape 188">
                <a:extLst>
                  <a:ext uri="{FF2B5EF4-FFF2-40B4-BE49-F238E27FC236}">
                    <a16:creationId xmlns:a16="http://schemas.microsoft.com/office/drawing/2014/main" id="{92C14AC7-C4A9-41BD-B03B-209A482D512E}"/>
                  </a:ext>
                </a:extLst>
              </p:cNvPr>
              <p:cNvSpPr/>
              <p:nvPr/>
            </p:nvSpPr>
            <p:spPr>
              <a:xfrm>
                <a:off x="3142041" y="2161161"/>
                <a:ext cx="1791215" cy="597072"/>
              </a:xfrm>
              <a:custGeom>
                <a:avLst/>
                <a:gdLst>
                  <a:gd name="connsiteX0" fmla="*/ 21517 w 1893454"/>
                  <a:gd name="connsiteY0" fmla="*/ 614082 h 631151"/>
                  <a:gd name="connsiteX1" fmla="*/ 614082 w 1893454"/>
                  <a:gd name="connsiteY1" fmla="*/ 21517 h 631151"/>
                  <a:gd name="connsiteX2" fmla="*/ 1879111 w 1893454"/>
                  <a:gd name="connsiteY2" fmla="*/ 21517 h 631151"/>
                </a:gdLst>
                <a:ahLst/>
                <a:cxnLst>
                  <a:cxn ang="0">
                    <a:pos x="connsiteX0" y="connsiteY0"/>
                  </a:cxn>
                  <a:cxn ang="0">
                    <a:pos x="connsiteX1" y="connsiteY1"/>
                  </a:cxn>
                  <a:cxn ang="0">
                    <a:pos x="connsiteX2" y="connsiteY2"/>
                  </a:cxn>
                </a:cxnLst>
                <a:rect l="l" t="t" r="r" b="b"/>
                <a:pathLst>
                  <a:path w="1893454" h="631151">
                    <a:moveTo>
                      <a:pt x="21517" y="614082"/>
                    </a:moveTo>
                    <a:lnTo>
                      <a:pt x="614082" y="21517"/>
                    </a:lnTo>
                    <a:lnTo>
                      <a:pt x="1879111" y="21517"/>
                    </a:lnTo>
                  </a:path>
                </a:pathLst>
              </a:custGeom>
              <a:noFill/>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190" name="Freeform: Shape 189">
                <a:extLst>
                  <a:ext uri="{FF2B5EF4-FFF2-40B4-BE49-F238E27FC236}">
                    <a16:creationId xmlns:a16="http://schemas.microsoft.com/office/drawing/2014/main" id="{835207F7-8A2D-4395-B91D-0F8BF227580E}"/>
                  </a:ext>
                </a:extLst>
              </p:cNvPr>
              <p:cNvSpPr/>
              <p:nvPr/>
            </p:nvSpPr>
            <p:spPr>
              <a:xfrm>
                <a:off x="3087355" y="2629591"/>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solidFill>
                <a:srgbClr val="ED174F"/>
              </a:solidFill>
              <a:ln w="38100" cap="flat">
                <a:solidFill>
                  <a:schemeClr val="bg1"/>
                </a:solidFill>
                <a:prstDash val="solid"/>
                <a:miter/>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grpSp>
            <p:nvGrpSpPr>
              <p:cNvPr id="191" name="Group 190">
                <a:extLst>
                  <a:ext uri="{FF2B5EF4-FFF2-40B4-BE49-F238E27FC236}">
                    <a16:creationId xmlns:a16="http://schemas.microsoft.com/office/drawing/2014/main" id="{C0EB4E3E-F83A-4D89-A2E2-21D6A9065C72}"/>
                  </a:ext>
                </a:extLst>
              </p:cNvPr>
              <p:cNvGrpSpPr/>
              <p:nvPr/>
            </p:nvGrpSpPr>
            <p:grpSpPr>
              <a:xfrm>
                <a:off x="4482705" y="1442788"/>
                <a:ext cx="5035737" cy="1469262"/>
                <a:chOff x="4482705" y="1442788"/>
                <a:chExt cx="5035737" cy="1469262"/>
              </a:xfrm>
            </p:grpSpPr>
            <p:sp>
              <p:nvSpPr>
                <p:cNvPr id="192" name="Rectangle 191">
                  <a:extLst>
                    <a:ext uri="{FF2B5EF4-FFF2-40B4-BE49-F238E27FC236}">
                      <a16:creationId xmlns:a16="http://schemas.microsoft.com/office/drawing/2014/main" id="{96E9480D-0297-408B-B5E6-DEB65C7E0BE3}"/>
                    </a:ext>
                  </a:extLst>
                </p:cNvPr>
                <p:cNvSpPr/>
                <p:nvPr/>
              </p:nvSpPr>
              <p:spPr>
                <a:xfrm>
                  <a:off x="4482705" y="1442788"/>
                  <a:ext cx="5035737" cy="1469262"/>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193" name="Oval 192">
                  <a:extLst>
                    <a:ext uri="{FF2B5EF4-FFF2-40B4-BE49-F238E27FC236}">
                      <a16:creationId xmlns:a16="http://schemas.microsoft.com/office/drawing/2014/main" id="{66366AFD-1CBA-4DC1-916B-2EA58FF74007}"/>
                    </a:ext>
                  </a:extLst>
                </p:cNvPr>
                <p:cNvSpPr/>
                <p:nvPr/>
              </p:nvSpPr>
              <p:spPr>
                <a:xfrm>
                  <a:off x="4791075" y="1761398"/>
                  <a:ext cx="832040" cy="832040"/>
                </a:xfrm>
                <a:prstGeom prst="ellipse">
                  <a:avLst/>
                </a:prstGeom>
                <a:solidFill>
                  <a:srgbClr val="ED174F"/>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194" name="Rectangle 193">
                  <a:extLst>
                    <a:ext uri="{FF2B5EF4-FFF2-40B4-BE49-F238E27FC236}">
                      <a16:creationId xmlns:a16="http://schemas.microsoft.com/office/drawing/2014/main" id="{6FAA4477-A321-4001-A562-51E808AE0352}"/>
                    </a:ext>
                  </a:extLst>
                </p:cNvPr>
                <p:cNvSpPr/>
                <p:nvPr/>
              </p:nvSpPr>
              <p:spPr>
                <a:xfrm>
                  <a:off x="5640602" y="1996991"/>
                  <a:ext cx="3319189" cy="407016"/>
                </a:xfrm>
                <a:prstGeom prst="rect">
                  <a:avLst/>
                </a:prstGeom>
              </p:spPr>
              <p:txBody>
                <a:bodyPr wrap="square" anchor="ctr">
                  <a:spAutoFit/>
                </a:bodyPr>
                <a:lstStyle/>
                <a:p>
                  <a:pPr marL="0" lvl="1" algn="r">
                    <a:buClr>
                      <a:srgbClr val="002E8A"/>
                    </a:buClr>
                  </a:pPr>
                  <a:r>
                    <a:rPr lang="en-US" sz="1400" dirty="0">
                      <a:solidFill>
                        <a:schemeClr val="bg1"/>
                      </a:solidFill>
                      <a:latin typeface="Poppins Light" panose="00000400000000000000" pitchFamily="2" charset="0"/>
                      <a:cs typeface="Abd Elrady Pro" panose="020F0803030102020204" pitchFamily="34" charset="-78"/>
                    </a:rPr>
                    <a:t>20 Year Track Record</a:t>
                  </a:r>
                  <a:endParaRPr lang="en-US" sz="1400" dirty="0">
                    <a:solidFill>
                      <a:schemeClr val="bg1"/>
                    </a:solidFill>
                    <a:latin typeface="Poppins Light" panose="00000400000000000000" pitchFamily="2" charset="0"/>
                    <a:cs typeface="Poppins Light" panose="00000400000000000000" pitchFamily="2" charset="0"/>
                  </a:endParaRPr>
                </a:p>
              </p:txBody>
            </p:sp>
          </p:grpSp>
        </p:grpSp>
        <p:pic>
          <p:nvPicPr>
            <p:cNvPr id="228" name="Picture 227">
              <a:extLst>
                <a:ext uri="{FF2B5EF4-FFF2-40B4-BE49-F238E27FC236}">
                  <a16:creationId xmlns:a16="http://schemas.microsoft.com/office/drawing/2014/main" id="{99BC6862-1BEB-4ED1-9411-EF8384F8B02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468448" y="2473893"/>
              <a:ext cx="270352" cy="270352"/>
            </a:xfrm>
            <a:prstGeom prst="rect">
              <a:avLst/>
            </a:prstGeom>
          </p:spPr>
        </p:pic>
      </p:grpSp>
      <p:grpSp>
        <p:nvGrpSpPr>
          <p:cNvPr id="30" name="Group 29">
            <a:extLst>
              <a:ext uri="{FF2B5EF4-FFF2-40B4-BE49-F238E27FC236}">
                <a16:creationId xmlns:a16="http://schemas.microsoft.com/office/drawing/2014/main" id="{1C853ACB-B558-4B8B-8FC0-866B8193CC17}"/>
              </a:ext>
            </a:extLst>
          </p:cNvPr>
          <p:cNvGrpSpPr/>
          <p:nvPr/>
        </p:nvGrpSpPr>
        <p:grpSpPr>
          <a:xfrm>
            <a:off x="330440" y="3261731"/>
            <a:ext cx="4641488" cy="1122131"/>
            <a:chOff x="330440" y="3261731"/>
            <a:chExt cx="4641488" cy="1122131"/>
          </a:xfrm>
        </p:grpSpPr>
        <p:grpSp>
          <p:nvGrpSpPr>
            <p:cNvPr id="187" name="Group 186">
              <a:extLst>
                <a:ext uri="{FF2B5EF4-FFF2-40B4-BE49-F238E27FC236}">
                  <a16:creationId xmlns:a16="http://schemas.microsoft.com/office/drawing/2014/main" id="{6A476509-6604-4CA8-9B72-27867B20D5E3}"/>
                </a:ext>
              </a:extLst>
            </p:cNvPr>
            <p:cNvGrpSpPr/>
            <p:nvPr/>
          </p:nvGrpSpPr>
          <p:grpSpPr>
            <a:xfrm flipH="1">
              <a:off x="330440" y="3261731"/>
              <a:ext cx="4641488" cy="1122131"/>
              <a:chOff x="3441120" y="3055060"/>
              <a:chExt cx="6077322" cy="1469260"/>
            </a:xfrm>
          </p:grpSpPr>
          <p:sp>
            <p:nvSpPr>
              <p:cNvPr id="195" name="Rectangle 194">
                <a:extLst>
                  <a:ext uri="{FF2B5EF4-FFF2-40B4-BE49-F238E27FC236}">
                    <a16:creationId xmlns:a16="http://schemas.microsoft.com/office/drawing/2014/main" id="{2AFB7F2B-AD24-477E-8E07-5D8C1B406B9C}"/>
                  </a:ext>
                </a:extLst>
              </p:cNvPr>
              <p:cNvSpPr/>
              <p:nvPr/>
            </p:nvSpPr>
            <p:spPr>
              <a:xfrm>
                <a:off x="4482706" y="3055060"/>
                <a:ext cx="5035736" cy="1469260"/>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a:latin typeface="Abd Elrady Pro" panose="020F0803030102020204" pitchFamily="34" charset="-78"/>
                  <a:cs typeface="Abd Elrady Pro" panose="020F0803030102020204" pitchFamily="34" charset="-78"/>
                </a:endParaRPr>
              </a:p>
            </p:txBody>
          </p:sp>
          <p:grpSp>
            <p:nvGrpSpPr>
              <p:cNvPr id="196" name="Group 195">
                <a:extLst>
                  <a:ext uri="{FF2B5EF4-FFF2-40B4-BE49-F238E27FC236}">
                    <a16:creationId xmlns:a16="http://schemas.microsoft.com/office/drawing/2014/main" id="{17118A17-8BB2-4FB7-AFB3-C1E75A478CF5}"/>
                  </a:ext>
                </a:extLst>
              </p:cNvPr>
              <p:cNvGrpSpPr/>
              <p:nvPr/>
            </p:nvGrpSpPr>
            <p:grpSpPr>
              <a:xfrm>
                <a:off x="3441120" y="3373671"/>
                <a:ext cx="5827043" cy="832039"/>
                <a:chOff x="3441120" y="3373671"/>
                <a:chExt cx="5827043" cy="832039"/>
              </a:xfrm>
            </p:grpSpPr>
            <p:sp>
              <p:nvSpPr>
                <p:cNvPr id="197" name="Freeform: Shape 196">
                  <a:extLst>
                    <a:ext uri="{FF2B5EF4-FFF2-40B4-BE49-F238E27FC236}">
                      <a16:creationId xmlns:a16="http://schemas.microsoft.com/office/drawing/2014/main" id="{5EFF56CD-FE66-4492-8CD6-0E350456BA79}"/>
                    </a:ext>
                  </a:extLst>
                </p:cNvPr>
                <p:cNvSpPr/>
                <p:nvPr/>
              </p:nvSpPr>
              <p:spPr>
                <a:xfrm>
                  <a:off x="3524438" y="3772577"/>
                  <a:ext cx="1682657" cy="40709"/>
                </a:xfrm>
                <a:custGeom>
                  <a:avLst/>
                  <a:gdLst>
                    <a:gd name="connsiteX0" fmla="*/ 1761774 w 1778699"/>
                    <a:gd name="connsiteY0" fmla="*/ 21517 h 43033"/>
                    <a:gd name="connsiteX1" fmla="*/ 21517 w 1778699"/>
                    <a:gd name="connsiteY1" fmla="*/ 21517 h 43033"/>
                  </a:gdLst>
                  <a:ahLst/>
                  <a:cxnLst>
                    <a:cxn ang="0">
                      <a:pos x="connsiteX0" y="connsiteY0"/>
                    </a:cxn>
                    <a:cxn ang="0">
                      <a:pos x="connsiteX1" y="connsiteY1"/>
                    </a:cxn>
                  </a:cxnLst>
                  <a:rect l="l" t="t" r="r" b="b"/>
                  <a:pathLst>
                    <a:path w="1778699" h="43033">
                      <a:moveTo>
                        <a:pt x="1761774" y="21517"/>
                      </a:moveTo>
                      <a:lnTo>
                        <a:pt x="21517" y="21517"/>
                      </a:lnTo>
                    </a:path>
                  </a:pathLst>
                </a:custGeom>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198" name="Freeform: Shape 197">
                  <a:extLst>
                    <a:ext uri="{FF2B5EF4-FFF2-40B4-BE49-F238E27FC236}">
                      <a16:creationId xmlns:a16="http://schemas.microsoft.com/office/drawing/2014/main" id="{8F0AB853-A5A5-47FA-86AF-29BA7BCB2BCB}"/>
                    </a:ext>
                  </a:extLst>
                </p:cNvPr>
                <p:cNvSpPr/>
                <p:nvPr/>
              </p:nvSpPr>
              <p:spPr>
                <a:xfrm>
                  <a:off x="3441120" y="3680438"/>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gradFill>
                  <a:gsLst>
                    <a:gs pos="100000">
                      <a:srgbClr val="0A2C69"/>
                    </a:gs>
                    <a:gs pos="0">
                      <a:srgbClr val="3795AF"/>
                    </a:gs>
                  </a:gsLst>
                  <a:path path="circle">
                    <a:fillToRect l="100000" t="100000"/>
                  </a:path>
                </a:gradFill>
                <a:ln w="38100" cap="flat">
                  <a:solidFill>
                    <a:schemeClr val="bg1"/>
                  </a:solidFill>
                  <a:prstDash val="solid"/>
                  <a:miter/>
                </a:ln>
              </p:spPr>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199" name="Oval 198">
                  <a:extLst>
                    <a:ext uri="{FF2B5EF4-FFF2-40B4-BE49-F238E27FC236}">
                      <a16:creationId xmlns:a16="http://schemas.microsoft.com/office/drawing/2014/main" id="{62F1DCDA-397A-4E84-B770-D21AC860D01F}"/>
                    </a:ext>
                  </a:extLst>
                </p:cNvPr>
                <p:cNvSpPr/>
                <p:nvPr/>
              </p:nvSpPr>
              <p:spPr>
                <a:xfrm>
                  <a:off x="4791075" y="3373671"/>
                  <a:ext cx="832040" cy="832039"/>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200" name="Rectangle 199">
                  <a:extLst>
                    <a:ext uri="{FF2B5EF4-FFF2-40B4-BE49-F238E27FC236}">
                      <a16:creationId xmlns:a16="http://schemas.microsoft.com/office/drawing/2014/main" id="{A988D880-85EB-4879-90FF-BC6AD90FA009}"/>
                    </a:ext>
                  </a:extLst>
                </p:cNvPr>
                <p:cNvSpPr/>
                <p:nvPr/>
              </p:nvSpPr>
              <p:spPr>
                <a:xfrm>
                  <a:off x="5640603" y="3593520"/>
                  <a:ext cx="3627560" cy="407017"/>
                </a:xfrm>
                <a:prstGeom prst="rect">
                  <a:avLst/>
                </a:prstGeom>
              </p:spPr>
              <p:txBody>
                <a:bodyPr wrap="square" anchor="ctr">
                  <a:spAutoFit/>
                </a:bodyPr>
                <a:lstStyle/>
                <a:p>
                  <a:pPr marL="0" lvl="1" algn="r">
                    <a:buClr>
                      <a:srgbClr val="002E8A"/>
                    </a:buClr>
                  </a:pPr>
                  <a:r>
                    <a:rPr lang="en-US" sz="1400" dirty="0">
                      <a:solidFill>
                        <a:schemeClr val="bg1"/>
                      </a:solidFill>
                      <a:latin typeface="Poppins Light" panose="00000400000000000000" pitchFamily="2" charset="0"/>
                      <a:cs typeface="Abd Elrady Pro" panose="020F0803030102020204" pitchFamily="34" charset="-78"/>
                    </a:rPr>
                    <a:t>Compliant and Safe Solution</a:t>
                  </a:r>
                  <a:endParaRPr lang="en-US" sz="1400" dirty="0">
                    <a:solidFill>
                      <a:schemeClr val="bg1"/>
                    </a:solidFill>
                    <a:latin typeface="Poppins Light" panose="00000400000000000000" pitchFamily="2" charset="0"/>
                    <a:cs typeface="Poppins Light" panose="00000400000000000000" pitchFamily="2" charset="0"/>
                  </a:endParaRPr>
                </a:p>
              </p:txBody>
            </p:sp>
          </p:grpSp>
        </p:grpSp>
        <p:pic>
          <p:nvPicPr>
            <p:cNvPr id="229" name="Picture 228">
              <a:extLst>
                <a:ext uri="{FF2B5EF4-FFF2-40B4-BE49-F238E27FC236}">
                  <a16:creationId xmlns:a16="http://schemas.microsoft.com/office/drawing/2014/main" id="{38BBFDFC-3B80-443F-BF2D-234688E9F150}"/>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468448" y="3674550"/>
              <a:ext cx="270352" cy="270352"/>
            </a:xfrm>
            <a:prstGeom prst="rect">
              <a:avLst/>
            </a:prstGeom>
          </p:spPr>
        </p:pic>
      </p:grpSp>
      <p:grpSp>
        <p:nvGrpSpPr>
          <p:cNvPr id="31" name="Group 30">
            <a:extLst>
              <a:ext uri="{FF2B5EF4-FFF2-40B4-BE49-F238E27FC236}">
                <a16:creationId xmlns:a16="http://schemas.microsoft.com/office/drawing/2014/main" id="{1F5B8FDA-1390-4051-8226-E645D2BDFCD3}"/>
              </a:ext>
            </a:extLst>
          </p:cNvPr>
          <p:cNvGrpSpPr/>
          <p:nvPr/>
        </p:nvGrpSpPr>
        <p:grpSpPr>
          <a:xfrm>
            <a:off x="330441" y="4492545"/>
            <a:ext cx="4911671" cy="1122131"/>
            <a:chOff x="330441" y="4492545"/>
            <a:chExt cx="4911671" cy="1122131"/>
          </a:xfrm>
        </p:grpSpPr>
        <p:grpSp>
          <p:nvGrpSpPr>
            <p:cNvPr id="186" name="Group 185">
              <a:extLst>
                <a:ext uri="{FF2B5EF4-FFF2-40B4-BE49-F238E27FC236}">
                  <a16:creationId xmlns:a16="http://schemas.microsoft.com/office/drawing/2014/main" id="{2FA5BFEF-4EBE-4BAC-ACE3-3316C2550815}"/>
                </a:ext>
              </a:extLst>
            </p:cNvPr>
            <p:cNvGrpSpPr/>
            <p:nvPr/>
          </p:nvGrpSpPr>
          <p:grpSpPr>
            <a:xfrm flipH="1">
              <a:off x="330441" y="4492545"/>
              <a:ext cx="4911671" cy="1122131"/>
              <a:chOff x="3087355" y="4666625"/>
              <a:chExt cx="6431086" cy="1469260"/>
            </a:xfrm>
          </p:grpSpPr>
          <p:sp>
            <p:nvSpPr>
              <p:cNvPr id="201" name="Freeform: Shape 200">
                <a:extLst>
                  <a:ext uri="{FF2B5EF4-FFF2-40B4-BE49-F238E27FC236}">
                    <a16:creationId xmlns:a16="http://schemas.microsoft.com/office/drawing/2014/main" id="{C32B6BAB-A1BF-4709-9347-19C53FFF2CB1}"/>
                  </a:ext>
                </a:extLst>
              </p:cNvPr>
              <p:cNvSpPr/>
              <p:nvPr/>
            </p:nvSpPr>
            <p:spPr>
              <a:xfrm>
                <a:off x="3142041" y="4823424"/>
                <a:ext cx="1791215" cy="597072"/>
              </a:xfrm>
              <a:custGeom>
                <a:avLst/>
                <a:gdLst>
                  <a:gd name="connsiteX0" fmla="*/ 21517 w 1893454"/>
                  <a:gd name="connsiteY0" fmla="*/ 21517 h 631151"/>
                  <a:gd name="connsiteX1" fmla="*/ 614082 w 1893454"/>
                  <a:gd name="connsiteY1" fmla="*/ 614082 h 631151"/>
                  <a:gd name="connsiteX2" fmla="*/ 1879111 w 1893454"/>
                  <a:gd name="connsiteY2" fmla="*/ 614082 h 631151"/>
                </a:gdLst>
                <a:ahLst/>
                <a:cxnLst>
                  <a:cxn ang="0">
                    <a:pos x="connsiteX0" y="connsiteY0"/>
                  </a:cxn>
                  <a:cxn ang="0">
                    <a:pos x="connsiteX1" y="connsiteY1"/>
                  </a:cxn>
                  <a:cxn ang="0">
                    <a:pos x="connsiteX2" y="connsiteY2"/>
                  </a:cxn>
                </a:cxnLst>
                <a:rect l="l" t="t" r="r" b="b"/>
                <a:pathLst>
                  <a:path w="1893454" h="631151">
                    <a:moveTo>
                      <a:pt x="21517" y="21517"/>
                    </a:moveTo>
                    <a:lnTo>
                      <a:pt x="614082" y="614082"/>
                    </a:lnTo>
                    <a:lnTo>
                      <a:pt x="1879111" y="614082"/>
                    </a:lnTo>
                  </a:path>
                </a:pathLst>
              </a:custGeom>
              <a:noFill/>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202" name="Freeform: Shape 201">
                <a:extLst>
                  <a:ext uri="{FF2B5EF4-FFF2-40B4-BE49-F238E27FC236}">
                    <a16:creationId xmlns:a16="http://schemas.microsoft.com/office/drawing/2014/main" id="{23CE7ECE-8EC9-4717-95AA-B9CA82C15568}"/>
                  </a:ext>
                </a:extLst>
              </p:cNvPr>
              <p:cNvSpPr/>
              <p:nvPr/>
            </p:nvSpPr>
            <p:spPr>
              <a:xfrm>
                <a:off x="3087355" y="4731285"/>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solidFill>
                <a:srgbClr val="ED174F"/>
              </a:solidFill>
              <a:ln w="38100" cap="flat">
                <a:solidFill>
                  <a:schemeClr val="bg1"/>
                </a:solidFill>
                <a:prstDash val="solid"/>
                <a:miter/>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203" name="Rectangle 202">
                <a:extLst>
                  <a:ext uri="{FF2B5EF4-FFF2-40B4-BE49-F238E27FC236}">
                    <a16:creationId xmlns:a16="http://schemas.microsoft.com/office/drawing/2014/main" id="{FE054D3C-EDCF-4B6E-A271-3A629609C020}"/>
                  </a:ext>
                </a:extLst>
              </p:cNvPr>
              <p:cNvSpPr/>
              <p:nvPr/>
            </p:nvSpPr>
            <p:spPr>
              <a:xfrm>
                <a:off x="4482708" y="4666625"/>
                <a:ext cx="5035733" cy="1469260"/>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204" name="Oval 203">
                <a:extLst>
                  <a:ext uri="{FF2B5EF4-FFF2-40B4-BE49-F238E27FC236}">
                    <a16:creationId xmlns:a16="http://schemas.microsoft.com/office/drawing/2014/main" id="{DAAA8236-5556-4DD2-9375-52430448CB5A}"/>
                  </a:ext>
                </a:extLst>
              </p:cNvPr>
              <p:cNvSpPr/>
              <p:nvPr/>
            </p:nvSpPr>
            <p:spPr>
              <a:xfrm>
                <a:off x="4791075" y="4985235"/>
                <a:ext cx="832040" cy="832039"/>
              </a:xfrm>
              <a:prstGeom prst="ellipse">
                <a:avLst/>
              </a:prstGeom>
              <a:solidFill>
                <a:srgbClr val="ED174F"/>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205" name="Rectangle 204">
                <a:extLst>
                  <a:ext uri="{FF2B5EF4-FFF2-40B4-BE49-F238E27FC236}">
                    <a16:creationId xmlns:a16="http://schemas.microsoft.com/office/drawing/2014/main" id="{09B9933A-03DE-4736-A3F3-4FE49D9C85BB}"/>
                  </a:ext>
                </a:extLst>
              </p:cNvPr>
              <p:cNvSpPr/>
              <p:nvPr/>
            </p:nvSpPr>
            <p:spPr>
              <a:xfrm>
                <a:off x="5640603" y="5066410"/>
                <a:ext cx="3557281" cy="685077"/>
              </a:xfrm>
              <a:prstGeom prst="rect">
                <a:avLst/>
              </a:prstGeom>
            </p:spPr>
            <p:txBody>
              <a:bodyPr wrap="square" anchor="ctr">
                <a:spAutoFit/>
              </a:bodyPr>
              <a:lstStyle/>
              <a:p>
                <a:pPr marL="0" lvl="1" algn="r">
                  <a:buClr>
                    <a:srgbClr val="002E8A"/>
                  </a:buClr>
                </a:pPr>
                <a:r>
                  <a:rPr lang="en-US" sz="1400" dirty="0">
                    <a:solidFill>
                      <a:schemeClr val="bg1"/>
                    </a:solidFill>
                    <a:latin typeface="Poppins Light" panose="00000400000000000000" pitchFamily="2" charset="0"/>
                    <a:cs typeface="Abd Elrady Pro" panose="020F0803030102020204" pitchFamily="34" charset="-78"/>
                  </a:rPr>
                  <a:t>Multiple Ways to Submit Prescriptions</a:t>
                </a:r>
                <a:endParaRPr lang="en-US" sz="1400" dirty="0">
                  <a:solidFill>
                    <a:schemeClr val="bg1"/>
                  </a:solidFill>
                  <a:latin typeface="Poppins Light" panose="00000400000000000000" pitchFamily="2" charset="0"/>
                  <a:cs typeface="Poppins Light" panose="00000400000000000000" pitchFamily="2" charset="0"/>
                </a:endParaRPr>
              </a:p>
            </p:txBody>
          </p:sp>
        </p:grpSp>
        <p:pic>
          <p:nvPicPr>
            <p:cNvPr id="230" name="Picture 229">
              <a:extLst>
                <a:ext uri="{FF2B5EF4-FFF2-40B4-BE49-F238E27FC236}">
                  <a16:creationId xmlns:a16="http://schemas.microsoft.com/office/drawing/2014/main" id="{6F8F098E-FC74-4904-BE17-DBBFE6D938F4}"/>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468448" y="4905901"/>
              <a:ext cx="270352" cy="270352"/>
            </a:xfrm>
            <a:prstGeom prst="rect">
              <a:avLst/>
            </a:prstGeom>
          </p:spPr>
        </p:pic>
      </p:grpSp>
      <p:grpSp>
        <p:nvGrpSpPr>
          <p:cNvPr id="300" name="Group 299">
            <a:extLst>
              <a:ext uri="{FF2B5EF4-FFF2-40B4-BE49-F238E27FC236}">
                <a16:creationId xmlns:a16="http://schemas.microsoft.com/office/drawing/2014/main" id="{9471D1CF-E3B6-4955-83B6-291CF6A06C08}"/>
              </a:ext>
            </a:extLst>
          </p:cNvPr>
          <p:cNvGrpSpPr/>
          <p:nvPr/>
        </p:nvGrpSpPr>
        <p:grpSpPr>
          <a:xfrm>
            <a:off x="6971932" y="2030376"/>
            <a:ext cx="4911674" cy="1122134"/>
            <a:chOff x="6971932" y="2030376"/>
            <a:chExt cx="4911674" cy="1122134"/>
          </a:xfrm>
        </p:grpSpPr>
        <p:grpSp>
          <p:nvGrpSpPr>
            <p:cNvPr id="210" name="Group 209">
              <a:extLst>
                <a:ext uri="{FF2B5EF4-FFF2-40B4-BE49-F238E27FC236}">
                  <a16:creationId xmlns:a16="http://schemas.microsoft.com/office/drawing/2014/main" id="{AD209625-D6D7-4EF7-80ED-B676D811C35C}"/>
                </a:ext>
              </a:extLst>
            </p:cNvPr>
            <p:cNvGrpSpPr/>
            <p:nvPr/>
          </p:nvGrpSpPr>
          <p:grpSpPr>
            <a:xfrm>
              <a:off x="6971932" y="2030376"/>
              <a:ext cx="4911674" cy="1122134"/>
              <a:chOff x="3087355" y="1442788"/>
              <a:chExt cx="6431087" cy="1469262"/>
            </a:xfrm>
          </p:grpSpPr>
          <p:sp>
            <p:nvSpPr>
              <p:cNvPr id="211" name="Freeform: Shape 210">
                <a:extLst>
                  <a:ext uri="{FF2B5EF4-FFF2-40B4-BE49-F238E27FC236}">
                    <a16:creationId xmlns:a16="http://schemas.microsoft.com/office/drawing/2014/main" id="{4A8A2101-6D49-46EA-B178-2E29A1077389}"/>
                  </a:ext>
                </a:extLst>
              </p:cNvPr>
              <p:cNvSpPr/>
              <p:nvPr/>
            </p:nvSpPr>
            <p:spPr>
              <a:xfrm>
                <a:off x="3142041" y="2161161"/>
                <a:ext cx="1791215" cy="597072"/>
              </a:xfrm>
              <a:custGeom>
                <a:avLst/>
                <a:gdLst>
                  <a:gd name="connsiteX0" fmla="*/ 21517 w 1893454"/>
                  <a:gd name="connsiteY0" fmla="*/ 614082 h 631151"/>
                  <a:gd name="connsiteX1" fmla="*/ 614082 w 1893454"/>
                  <a:gd name="connsiteY1" fmla="*/ 21517 h 631151"/>
                  <a:gd name="connsiteX2" fmla="*/ 1879111 w 1893454"/>
                  <a:gd name="connsiteY2" fmla="*/ 21517 h 631151"/>
                </a:gdLst>
                <a:ahLst/>
                <a:cxnLst>
                  <a:cxn ang="0">
                    <a:pos x="connsiteX0" y="connsiteY0"/>
                  </a:cxn>
                  <a:cxn ang="0">
                    <a:pos x="connsiteX1" y="connsiteY1"/>
                  </a:cxn>
                  <a:cxn ang="0">
                    <a:pos x="connsiteX2" y="connsiteY2"/>
                  </a:cxn>
                </a:cxnLst>
                <a:rect l="l" t="t" r="r" b="b"/>
                <a:pathLst>
                  <a:path w="1893454" h="631151">
                    <a:moveTo>
                      <a:pt x="21517" y="614082"/>
                    </a:moveTo>
                    <a:lnTo>
                      <a:pt x="614082" y="21517"/>
                    </a:lnTo>
                    <a:lnTo>
                      <a:pt x="1879111" y="21517"/>
                    </a:lnTo>
                  </a:path>
                </a:pathLst>
              </a:custGeom>
              <a:noFill/>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212" name="Freeform: Shape 211">
                <a:extLst>
                  <a:ext uri="{FF2B5EF4-FFF2-40B4-BE49-F238E27FC236}">
                    <a16:creationId xmlns:a16="http://schemas.microsoft.com/office/drawing/2014/main" id="{C6B08622-AD5F-41A7-99F0-C5E914082ED3}"/>
                  </a:ext>
                </a:extLst>
              </p:cNvPr>
              <p:cNvSpPr/>
              <p:nvPr/>
            </p:nvSpPr>
            <p:spPr>
              <a:xfrm>
                <a:off x="3087355" y="2629591"/>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gradFill>
                <a:gsLst>
                  <a:gs pos="0">
                    <a:srgbClr val="0092E2"/>
                  </a:gs>
                  <a:gs pos="100000">
                    <a:srgbClr val="0063E5"/>
                  </a:gs>
                </a:gsLst>
                <a:lin ang="0" scaled="1"/>
              </a:gradFill>
              <a:ln w="38100" cap="flat">
                <a:solidFill>
                  <a:schemeClr val="bg1"/>
                </a:solidFill>
                <a:prstDash val="solid"/>
                <a:miter/>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grpSp>
            <p:nvGrpSpPr>
              <p:cNvPr id="213" name="Group 212">
                <a:extLst>
                  <a:ext uri="{FF2B5EF4-FFF2-40B4-BE49-F238E27FC236}">
                    <a16:creationId xmlns:a16="http://schemas.microsoft.com/office/drawing/2014/main" id="{D8A086B9-70A0-46F9-932B-BA7CA4DC909C}"/>
                  </a:ext>
                </a:extLst>
              </p:cNvPr>
              <p:cNvGrpSpPr/>
              <p:nvPr/>
            </p:nvGrpSpPr>
            <p:grpSpPr>
              <a:xfrm>
                <a:off x="4482705" y="1442788"/>
                <a:ext cx="5035737" cy="1469262"/>
                <a:chOff x="4482705" y="1442788"/>
                <a:chExt cx="5035737" cy="1469262"/>
              </a:xfrm>
            </p:grpSpPr>
            <p:sp>
              <p:nvSpPr>
                <p:cNvPr id="214" name="Rectangle 213">
                  <a:extLst>
                    <a:ext uri="{FF2B5EF4-FFF2-40B4-BE49-F238E27FC236}">
                      <a16:creationId xmlns:a16="http://schemas.microsoft.com/office/drawing/2014/main" id="{639FA798-AD81-4AFB-9CCC-254BD98F6D8F}"/>
                    </a:ext>
                  </a:extLst>
                </p:cNvPr>
                <p:cNvSpPr/>
                <p:nvPr/>
              </p:nvSpPr>
              <p:spPr>
                <a:xfrm>
                  <a:off x="4482705" y="1442788"/>
                  <a:ext cx="5035737" cy="1469262"/>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215" name="Oval 214">
                  <a:extLst>
                    <a:ext uri="{FF2B5EF4-FFF2-40B4-BE49-F238E27FC236}">
                      <a16:creationId xmlns:a16="http://schemas.microsoft.com/office/drawing/2014/main" id="{017A6A33-FBF1-4772-A5B6-44D93091CE53}"/>
                    </a:ext>
                  </a:extLst>
                </p:cNvPr>
                <p:cNvSpPr/>
                <p:nvPr/>
              </p:nvSpPr>
              <p:spPr>
                <a:xfrm>
                  <a:off x="4791075" y="1761398"/>
                  <a:ext cx="832040" cy="832040"/>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216" name="Rectangle 215">
                  <a:extLst>
                    <a:ext uri="{FF2B5EF4-FFF2-40B4-BE49-F238E27FC236}">
                      <a16:creationId xmlns:a16="http://schemas.microsoft.com/office/drawing/2014/main" id="{9E9A7CBD-D9E0-4852-BF8B-47174BECC640}"/>
                    </a:ext>
                  </a:extLst>
                </p:cNvPr>
                <p:cNvSpPr/>
                <p:nvPr/>
              </p:nvSpPr>
              <p:spPr>
                <a:xfrm>
                  <a:off x="5651872" y="1996991"/>
                  <a:ext cx="3616290" cy="407016"/>
                </a:xfrm>
                <a:prstGeom prst="rect">
                  <a:avLst/>
                </a:prstGeom>
              </p:spPr>
              <p:txBody>
                <a:bodyPr wrap="square" anchor="ctr">
                  <a:spAutoFit/>
                </a:bodyPr>
                <a:lstStyle/>
                <a:p>
                  <a:pPr marL="0" lvl="1">
                    <a:buClr>
                      <a:srgbClr val="002E8A"/>
                    </a:buClr>
                  </a:pPr>
                  <a:r>
                    <a:rPr lang="en-US" sz="1400" dirty="0">
                      <a:solidFill>
                        <a:schemeClr val="bg1"/>
                      </a:solidFill>
                      <a:latin typeface="Poppins Light" panose="00000400000000000000" pitchFamily="2" charset="0"/>
                      <a:cs typeface="Abd Elrady Pro" panose="020F0803030102020204" pitchFamily="34" charset="-78"/>
                    </a:rPr>
                    <a:t>Licensed in 49 States</a:t>
                  </a:r>
                  <a:endParaRPr lang="en-US" sz="1400" dirty="0">
                    <a:solidFill>
                      <a:schemeClr val="bg1"/>
                    </a:solidFill>
                    <a:latin typeface="Poppins Light" panose="00000400000000000000" pitchFamily="2" charset="0"/>
                    <a:cs typeface="Poppins Light" panose="00000400000000000000" pitchFamily="2" charset="0"/>
                  </a:endParaRPr>
                </a:p>
              </p:txBody>
            </p:sp>
          </p:grpSp>
        </p:grpSp>
        <p:pic>
          <p:nvPicPr>
            <p:cNvPr id="231" name="Picture 230">
              <a:extLst>
                <a:ext uri="{FF2B5EF4-FFF2-40B4-BE49-F238E27FC236}">
                  <a16:creationId xmlns:a16="http://schemas.microsoft.com/office/drawing/2014/main" id="{325B0FA6-CAB5-42A5-A0C2-5C8B7307FF76}"/>
                </a:ext>
              </a:extLst>
            </p:cNvPr>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457081" y="2473893"/>
              <a:ext cx="270352" cy="270352"/>
            </a:xfrm>
            <a:prstGeom prst="rect">
              <a:avLst/>
            </a:prstGeom>
          </p:spPr>
        </p:pic>
      </p:grpSp>
      <p:grpSp>
        <p:nvGrpSpPr>
          <p:cNvPr id="301" name="Group 300">
            <a:extLst>
              <a:ext uri="{FF2B5EF4-FFF2-40B4-BE49-F238E27FC236}">
                <a16:creationId xmlns:a16="http://schemas.microsoft.com/office/drawing/2014/main" id="{70AC0853-0A09-4A29-8622-AE7D976A0D77}"/>
              </a:ext>
            </a:extLst>
          </p:cNvPr>
          <p:cNvGrpSpPr/>
          <p:nvPr/>
        </p:nvGrpSpPr>
        <p:grpSpPr>
          <a:xfrm>
            <a:off x="7242117" y="3261731"/>
            <a:ext cx="4641488" cy="1122131"/>
            <a:chOff x="7242117" y="3261731"/>
            <a:chExt cx="4641488" cy="1122131"/>
          </a:xfrm>
        </p:grpSpPr>
        <p:grpSp>
          <p:nvGrpSpPr>
            <p:cNvPr id="209" name="Group 208">
              <a:extLst>
                <a:ext uri="{FF2B5EF4-FFF2-40B4-BE49-F238E27FC236}">
                  <a16:creationId xmlns:a16="http://schemas.microsoft.com/office/drawing/2014/main" id="{F0F8B090-9616-46E6-9B7F-A4287F9B6E30}"/>
                </a:ext>
              </a:extLst>
            </p:cNvPr>
            <p:cNvGrpSpPr/>
            <p:nvPr/>
          </p:nvGrpSpPr>
          <p:grpSpPr>
            <a:xfrm>
              <a:off x="7242117" y="3261731"/>
              <a:ext cx="4641488" cy="1122131"/>
              <a:chOff x="3441120" y="3055060"/>
              <a:chExt cx="6077322" cy="1469260"/>
            </a:xfrm>
          </p:grpSpPr>
          <p:sp>
            <p:nvSpPr>
              <p:cNvPr id="217" name="Rectangle 216">
                <a:extLst>
                  <a:ext uri="{FF2B5EF4-FFF2-40B4-BE49-F238E27FC236}">
                    <a16:creationId xmlns:a16="http://schemas.microsoft.com/office/drawing/2014/main" id="{4DEA8BF7-4224-496C-8823-FC784116A997}"/>
                  </a:ext>
                </a:extLst>
              </p:cNvPr>
              <p:cNvSpPr/>
              <p:nvPr/>
            </p:nvSpPr>
            <p:spPr>
              <a:xfrm>
                <a:off x="4482706" y="3055060"/>
                <a:ext cx="5035736" cy="1469260"/>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a:latin typeface="Abd Elrady Pro" panose="020F0803030102020204" pitchFamily="34" charset="-78"/>
                  <a:cs typeface="Abd Elrady Pro" panose="020F0803030102020204" pitchFamily="34" charset="-78"/>
                </a:endParaRPr>
              </a:p>
            </p:txBody>
          </p:sp>
          <p:grpSp>
            <p:nvGrpSpPr>
              <p:cNvPr id="218" name="Group 217">
                <a:extLst>
                  <a:ext uri="{FF2B5EF4-FFF2-40B4-BE49-F238E27FC236}">
                    <a16:creationId xmlns:a16="http://schemas.microsoft.com/office/drawing/2014/main" id="{21A4E00C-317A-44BC-A232-F1C2498366DC}"/>
                  </a:ext>
                </a:extLst>
              </p:cNvPr>
              <p:cNvGrpSpPr/>
              <p:nvPr/>
            </p:nvGrpSpPr>
            <p:grpSpPr>
              <a:xfrm>
                <a:off x="3441120" y="3373671"/>
                <a:ext cx="5792057" cy="832039"/>
                <a:chOff x="3441120" y="3373671"/>
                <a:chExt cx="5792057" cy="832039"/>
              </a:xfrm>
            </p:grpSpPr>
            <p:sp>
              <p:nvSpPr>
                <p:cNvPr id="219" name="Freeform: Shape 218">
                  <a:extLst>
                    <a:ext uri="{FF2B5EF4-FFF2-40B4-BE49-F238E27FC236}">
                      <a16:creationId xmlns:a16="http://schemas.microsoft.com/office/drawing/2014/main" id="{ED16AFC0-F0DB-46E1-97E0-9CE160B581D9}"/>
                    </a:ext>
                  </a:extLst>
                </p:cNvPr>
                <p:cNvSpPr/>
                <p:nvPr/>
              </p:nvSpPr>
              <p:spPr>
                <a:xfrm>
                  <a:off x="3524438" y="3772577"/>
                  <a:ext cx="1682657" cy="40709"/>
                </a:xfrm>
                <a:custGeom>
                  <a:avLst/>
                  <a:gdLst>
                    <a:gd name="connsiteX0" fmla="*/ 1761774 w 1778699"/>
                    <a:gd name="connsiteY0" fmla="*/ 21517 h 43033"/>
                    <a:gd name="connsiteX1" fmla="*/ 21517 w 1778699"/>
                    <a:gd name="connsiteY1" fmla="*/ 21517 h 43033"/>
                  </a:gdLst>
                  <a:ahLst/>
                  <a:cxnLst>
                    <a:cxn ang="0">
                      <a:pos x="connsiteX0" y="connsiteY0"/>
                    </a:cxn>
                    <a:cxn ang="0">
                      <a:pos x="connsiteX1" y="connsiteY1"/>
                    </a:cxn>
                  </a:cxnLst>
                  <a:rect l="l" t="t" r="r" b="b"/>
                  <a:pathLst>
                    <a:path w="1778699" h="43033">
                      <a:moveTo>
                        <a:pt x="1761774" y="21517"/>
                      </a:moveTo>
                      <a:lnTo>
                        <a:pt x="21517" y="21517"/>
                      </a:lnTo>
                    </a:path>
                  </a:pathLst>
                </a:custGeom>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220" name="Freeform: Shape 219">
                  <a:extLst>
                    <a:ext uri="{FF2B5EF4-FFF2-40B4-BE49-F238E27FC236}">
                      <a16:creationId xmlns:a16="http://schemas.microsoft.com/office/drawing/2014/main" id="{8DFECB9C-7DCC-4883-9FC2-A4316D7D12BE}"/>
                    </a:ext>
                  </a:extLst>
                </p:cNvPr>
                <p:cNvSpPr/>
                <p:nvPr/>
              </p:nvSpPr>
              <p:spPr>
                <a:xfrm>
                  <a:off x="3441120" y="3680438"/>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solidFill>
                  <a:srgbClr val="ED174F"/>
                </a:solidFill>
                <a:ln w="38100" cap="flat">
                  <a:solidFill>
                    <a:schemeClr val="bg1"/>
                  </a:solidFill>
                  <a:prstDash val="solid"/>
                  <a:miter/>
                </a:ln>
              </p:spPr>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221" name="Oval 220">
                  <a:extLst>
                    <a:ext uri="{FF2B5EF4-FFF2-40B4-BE49-F238E27FC236}">
                      <a16:creationId xmlns:a16="http://schemas.microsoft.com/office/drawing/2014/main" id="{B1F9EE82-E8AB-427B-BF60-9D3F7CBC8E4C}"/>
                    </a:ext>
                  </a:extLst>
                </p:cNvPr>
                <p:cNvSpPr/>
                <p:nvPr/>
              </p:nvSpPr>
              <p:spPr>
                <a:xfrm>
                  <a:off x="4791075" y="3373671"/>
                  <a:ext cx="832040" cy="832039"/>
                </a:xfrm>
                <a:prstGeom prst="ellipse">
                  <a:avLst/>
                </a:prstGeom>
                <a:solidFill>
                  <a:srgbClr val="ED174F"/>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222" name="Rectangle 221">
                  <a:extLst>
                    <a:ext uri="{FF2B5EF4-FFF2-40B4-BE49-F238E27FC236}">
                      <a16:creationId xmlns:a16="http://schemas.microsoft.com/office/drawing/2014/main" id="{592A0BF0-5EB5-4F42-861E-30E3B44A5E79}"/>
                    </a:ext>
                  </a:extLst>
                </p:cNvPr>
                <p:cNvSpPr/>
                <p:nvPr/>
              </p:nvSpPr>
              <p:spPr>
                <a:xfrm>
                  <a:off x="5651875" y="3593520"/>
                  <a:ext cx="3581302" cy="407017"/>
                </a:xfrm>
                <a:prstGeom prst="rect">
                  <a:avLst/>
                </a:prstGeom>
              </p:spPr>
              <p:txBody>
                <a:bodyPr wrap="square" anchor="ctr">
                  <a:spAutoFit/>
                </a:bodyPr>
                <a:lstStyle/>
                <a:p>
                  <a:pPr marL="0" lvl="1">
                    <a:buClr>
                      <a:srgbClr val="002E8A"/>
                    </a:buClr>
                  </a:pPr>
                  <a:r>
                    <a:rPr lang="en-US" sz="1400" dirty="0">
                      <a:solidFill>
                        <a:schemeClr val="bg1"/>
                      </a:solidFill>
                      <a:latin typeface="Poppins Light" panose="00000400000000000000" pitchFamily="2" charset="0"/>
                      <a:cs typeface="Abd Elrady Pro" panose="020F0803030102020204" pitchFamily="34" charset="-78"/>
                    </a:rPr>
                    <a:t>Convenient for Patients</a:t>
                  </a:r>
                  <a:endParaRPr lang="en-US" sz="1400" dirty="0">
                    <a:solidFill>
                      <a:schemeClr val="bg1"/>
                    </a:solidFill>
                    <a:latin typeface="Poppins Light" panose="00000400000000000000" pitchFamily="2" charset="0"/>
                    <a:cs typeface="Poppins Light" panose="00000400000000000000" pitchFamily="2" charset="0"/>
                  </a:endParaRPr>
                </a:p>
              </p:txBody>
            </p:sp>
          </p:grpSp>
        </p:grpSp>
        <p:pic>
          <p:nvPicPr>
            <p:cNvPr id="232" name="Picture 231">
              <a:extLst>
                <a:ext uri="{FF2B5EF4-FFF2-40B4-BE49-F238E27FC236}">
                  <a16:creationId xmlns:a16="http://schemas.microsoft.com/office/drawing/2014/main" id="{F7944E19-CA4C-4E9A-9E07-B08EF84CC48A}"/>
                </a:ext>
              </a:extLst>
            </p:cNvPr>
            <p:cNvPicPr>
              <a:picLocks noChangeAspect="1"/>
            </p:cNvPicPr>
            <p:nvPr/>
          </p:nvPicPr>
          <p:blipFill>
            <a:blip r:embed="rId11">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457081" y="3674550"/>
              <a:ext cx="270352" cy="270352"/>
            </a:xfrm>
            <a:prstGeom prst="rect">
              <a:avLst/>
            </a:prstGeom>
          </p:spPr>
        </p:pic>
      </p:grpSp>
      <p:grpSp>
        <p:nvGrpSpPr>
          <p:cNvPr id="299" name="Group 298">
            <a:extLst>
              <a:ext uri="{FF2B5EF4-FFF2-40B4-BE49-F238E27FC236}">
                <a16:creationId xmlns:a16="http://schemas.microsoft.com/office/drawing/2014/main" id="{E04CE2FB-FB0A-420A-BDF5-9B5BCB413792}"/>
              </a:ext>
            </a:extLst>
          </p:cNvPr>
          <p:cNvGrpSpPr/>
          <p:nvPr/>
        </p:nvGrpSpPr>
        <p:grpSpPr>
          <a:xfrm>
            <a:off x="6971932" y="4492545"/>
            <a:ext cx="4911671" cy="1122131"/>
            <a:chOff x="6971932" y="4492545"/>
            <a:chExt cx="4911671" cy="1122131"/>
          </a:xfrm>
        </p:grpSpPr>
        <p:grpSp>
          <p:nvGrpSpPr>
            <p:cNvPr id="208" name="Group 207">
              <a:extLst>
                <a:ext uri="{FF2B5EF4-FFF2-40B4-BE49-F238E27FC236}">
                  <a16:creationId xmlns:a16="http://schemas.microsoft.com/office/drawing/2014/main" id="{26E2BF98-5E69-4B40-A7EC-48A4B79E9CA5}"/>
                </a:ext>
              </a:extLst>
            </p:cNvPr>
            <p:cNvGrpSpPr/>
            <p:nvPr/>
          </p:nvGrpSpPr>
          <p:grpSpPr>
            <a:xfrm>
              <a:off x="6971932" y="4492545"/>
              <a:ext cx="4911671" cy="1122131"/>
              <a:chOff x="3087355" y="4666625"/>
              <a:chExt cx="6431086" cy="1469260"/>
            </a:xfrm>
          </p:grpSpPr>
          <p:sp>
            <p:nvSpPr>
              <p:cNvPr id="223" name="Freeform: Shape 222">
                <a:extLst>
                  <a:ext uri="{FF2B5EF4-FFF2-40B4-BE49-F238E27FC236}">
                    <a16:creationId xmlns:a16="http://schemas.microsoft.com/office/drawing/2014/main" id="{5F123B1D-9864-4557-945D-F8F8D38A0753}"/>
                  </a:ext>
                </a:extLst>
              </p:cNvPr>
              <p:cNvSpPr/>
              <p:nvPr/>
            </p:nvSpPr>
            <p:spPr>
              <a:xfrm>
                <a:off x="3142041" y="4823424"/>
                <a:ext cx="1791215" cy="597072"/>
              </a:xfrm>
              <a:custGeom>
                <a:avLst/>
                <a:gdLst>
                  <a:gd name="connsiteX0" fmla="*/ 21517 w 1893454"/>
                  <a:gd name="connsiteY0" fmla="*/ 21517 h 631151"/>
                  <a:gd name="connsiteX1" fmla="*/ 614082 w 1893454"/>
                  <a:gd name="connsiteY1" fmla="*/ 614082 h 631151"/>
                  <a:gd name="connsiteX2" fmla="*/ 1879111 w 1893454"/>
                  <a:gd name="connsiteY2" fmla="*/ 614082 h 631151"/>
                </a:gdLst>
                <a:ahLst/>
                <a:cxnLst>
                  <a:cxn ang="0">
                    <a:pos x="connsiteX0" y="connsiteY0"/>
                  </a:cxn>
                  <a:cxn ang="0">
                    <a:pos x="connsiteX1" y="connsiteY1"/>
                  </a:cxn>
                  <a:cxn ang="0">
                    <a:pos x="connsiteX2" y="connsiteY2"/>
                  </a:cxn>
                </a:cxnLst>
                <a:rect l="l" t="t" r="r" b="b"/>
                <a:pathLst>
                  <a:path w="1893454" h="631151">
                    <a:moveTo>
                      <a:pt x="21517" y="21517"/>
                    </a:moveTo>
                    <a:lnTo>
                      <a:pt x="614082" y="614082"/>
                    </a:lnTo>
                    <a:lnTo>
                      <a:pt x="1879111" y="614082"/>
                    </a:lnTo>
                  </a:path>
                </a:pathLst>
              </a:custGeom>
              <a:noFill/>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224" name="Freeform: Shape 223">
                <a:extLst>
                  <a:ext uri="{FF2B5EF4-FFF2-40B4-BE49-F238E27FC236}">
                    <a16:creationId xmlns:a16="http://schemas.microsoft.com/office/drawing/2014/main" id="{E8EDE1B4-40C2-4498-A094-1E5E44CC7454}"/>
                  </a:ext>
                </a:extLst>
              </p:cNvPr>
              <p:cNvSpPr/>
              <p:nvPr/>
            </p:nvSpPr>
            <p:spPr>
              <a:xfrm>
                <a:off x="3087355" y="4731285"/>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gradFill>
                <a:gsLst>
                  <a:gs pos="0">
                    <a:srgbClr val="0092E2"/>
                  </a:gs>
                  <a:gs pos="100000">
                    <a:srgbClr val="0063E5"/>
                  </a:gs>
                </a:gsLst>
                <a:lin ang="0" scaled="1"/>
              </a:gradFill>
              <a:ln w="38100" cap="flat">
                <a:solidFill>
                  <a:schemeClr val="bg1"/>
                </a:solidFill>
                <a:prstDash val="solid"/>
                <a:miter/>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225" name="Rectangle 224">
                <a:extLst>
                  <a:ext uri="{FF2B5EF4-FFF2-40B4-BE49-F238E27FC236}">
                    <a16:creationId xmlns:a16="http://schemas.microsoft.com/office/drawing/2014/main" id="{829DD7CB-423D-403F-815F-E067BF395F1B}"/>
                  </a:ext>
                </a:extLst>
              </p:cNvPr>
              <p:cNvSpPr/>
              <p:nvPr/>
            </p:nvSpPr>
            <p:spPr>
              <a:xfrm>
                <a:off x="4482708" y="4666625"/>
                <a:ext cx="5035733" cy="1469260"/>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226" name="Oval 225">
                <a:extLst>
                  <a:ext uri="{FF2B5EF4-FFF2-40B4-BE49-F238E27FC236}">
                    <a16:creationId xmlns:a16="http://schemas.microsoft.com/office/drawing/2014/main" id="{ECE5F93E-E219-41BF-9F34-46EF33221195}"/>
                  </a:ext>
                </a:extLst>
              </p:cNvPr>
              <p:cNvSpPr/>
              <p:nvPr/>
            </p:nvSpPr>
            <p:spPr>
              <a:xfrm>
                <a:off x="4791075" y="4985235"/>
                <a:ext cx="832040" cy="832039"/>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227" name="Rectangle 226">
                <a:extLst>
                  <a:ext uri="{FF2B5EF4-FFF2-40B4-BE49-F238E27FC236}">
                    <a16:creationId xmlns:a16="http://schemas.microsoft.com/office/drawing/2014/main" id="{C9C45510-7A8C-4139-A28C-D4F93DE7F1B9}"/>
                  </a:ext>
                </a:extLst>
              </p:cNvPr>
              <p:cNvSpPr/>
              <p:nvPr/>
            </p:nvSpPr>
            <p:spPr>
              <a:xfrm>
                <a:off x="5710880" y="5066411"/>
                <a:ext cx="3676339" cy="685077"/>
              </a:xfrm>
              <a:prstGeom prst="rect">
                <a:avLst/>
              </a:prstGeom>
            </p:spPr>
            <p:txBody>
              <a:bodyPr wrap="square" anchor="ctr">
                <a:spAutoFit/>
              </a:bodyPr>
              <a:lstStyle/>
              <a:p>
                <a:pPr marL="0" lvl="1">
                  <a:buClr>
                    <a:srgbClr val="002E8A"/>
                  </a:buClr>
                </a:pPr>
                <a:r>
                  <a:rPr lang="en-US" sz="1400" dirty="0">
                    <a:solidFill>
                      <a:schemeClr val="bg1"/>
                    </a:solidFill>
                    <a:latin typeface="Poppins Light" panose="00000400000000000000" pitchFamily="2" charset="0"/>
                    <a:cs typeface="Abd Elrady Pro" panose="020F0803030102020204" pitchFamily="34" charset="-78"/>
                  </a:rPr>
                  <a:t>Increase Patient Compliance with Treatment Protocols</a:t>
                </a:r>
                <a:endParaRPr lang="en-US" sz="1400" dirty="0">
                  <a:solidFill>
                    <a:schemeClr val="bg1"/>
                  </a:solidFill>
                  <a:latin typeface="Poppins Light" panose="00000400000000000000" pitchFamily="2" charset="0"/>
                  <a:cs typeface="Poppins Light" panose="00000400000000000000" pitchFamily="2" charset="0"/>
                </a:endParaRPr>
              </a:p>
            </p:txBody>
          </p:sp>
        </p:grpSp>
        <p:pic>
          <p:nvPicPr>
            <p:cNvPr id="233" name="Picture 232">
              <a:extLst>
                <a:ext uri="{FF2B5EF4-FFF2-40B4-BE49-F238E27FC236}">
                  <a16:creationId xmlns:a16="http://schemas.microsoft.com/office/drawing/2014/main" id="{C1EE3258-BF35-4E56-B3F1-65EDFED0260A}"/>
                </a:ext>
              </a:extLst>
            </p:cNvPr>
            <p:cNvPicPr>
              <a:picLocks noChangeAspect="1"/>
            </p:cNvPicPr>
            <p:nvPr/>
          </p:nvPicPr>
          <p:blipFill>
            <a:blip r:embed="rId13">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457081" y="4905901"/>
              <a:ext cx="270352" cy="270352"/>
            </a:xfrm>
            <a:prstGeom prst="rect">
              <a:avLst/>
            </a:prstGeom>
          </p:spPr>
        </p:pic>
      </p:grpSp>
      <p:sp>
        <p:nvSpPr>
          <p:cNvPr id="255" name="Freeform: Shape 254">
            <a:extLst>
              <a:ext uri="{FF2B5EF4-FFF2-40B4-BE49-F238E27FC236}">
                <a16:creationId xmlns:a16="http://schemas.microsoft.com/office/drawing/2014/main" id="{8DA93A7F-A267-45E5-A09B-FDDA410775B3}"/>
              </a:ext>
            </a:extLst>
          </p:cNvPr>
          <p:cNvSpPr/>
          <p:nvPr/>
        </p:nvSpPr>
        <p:spPr>
          <a:xfrm flipH="1">
            <a:off x="-9823874" y="-1600"/>
            <a:ext cx="7615491" cy="6858000"/>
          </a:xfrm>
          <a:custGeom>
            <a:avLst/>
            <a:gdLst>
              <a:gd name="connsiteX0" fmla="*/ 1600 w 7615490"/>
              <a:gd name="connsiteY0" fmla="*/ 1008612 h 6857999"/>
              <a:gd name="connsiteX1" fmla="*/ 5238840 w 7615490"/>
              <a:gd name="connsiteY1" fmla="*/ 6858969 h 6857999"/>
              <a:gd name="connsiteX2" fmla="*/ 7614341 w 7615490"/>
              <a:gd name="connsiteY2" fmla="*/ 6858969 h 6857999"/>
              <a:gd name="connsiteX3" fmla="*/ 1451790 w 7615490"/>
              <a:gd name="connsiteY3" fmla="*/ 1600 h 6857999"/>
              <a:gd name="connsiteX4" fmla="*/ 1600 w 7615490"/>
              <a:gd name="connsiteY4" fmla="*/ 1600 h 6857999"/>
              <a:gd name="connsiteX5" fmla="*/ 1600 w 7615490"/>
              <a:gd name="connsiteY5" fmla="*/ 100861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5490" h="6857999">
                <a:moveTo>
                  <a:pt x="1600" y="1008612"/>
                </a:moveTo>
                <a:lnTo>
                  <a:pt x="5238840" y="6858969"/>
                </a:lnTo>
                <a:lnTo>
                  <a:pt x="7614341" y="6858969"/>
                </a:lnTo>
                <a:lnTo>
                  <a:pt x="1451790" y="1600"/>
                </a:lnTo>
                <a:lnTo>
                  <a:pt x="1600" y="1600"/>
                </a:lnTo>
                <a:lnTo>
                  <a:pt x="1600" y="1008612"/>
                </a:lnTo>
                <a:close/>
              </a:path>
            </a:pathLst>
          </a:custGeom>
          <a:solidFill>
            <a:schemeClr val="tx1">
              <a:lumMod val="75000"/>
              <a:lumOff val="25000"/>
            </a:schemeClr>
          </a:solidFill>
          <a:ln w="4506"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368121CA-8224-4916-A9AE-CB3C824BC081}"/>
              </a:ext>
            </a:extLst>
          </p:cNvPr>
          <p:cNvSpPr/>
          <p:nvPr/>
        </p:nvSpPr>
        <p:spPr>
          <a:xfrm flipH="1">
            <a:off x="-7123057" y="1385285"/>
            <a:ext cx="4914674" cy="5469266"/>
          </a:xfrm>
          <a:custGeom>
            <a:avLst/>
            <a:gdLst>
              <a:gd name="connsiteX0" fmla="*/ 4914381 w 4914674"/>
              <a:gd name="connsiteY0" fmla="*/ 5472084 h 5469266"/>
              <a:gd name="connsiteX1" fmla="*/ 4793182 w 4914674"/>
              <a:gd name="connsiteY1" fmla="*/ 5472084 h 5469266"/>
              <a:gd name="connsiteX2" fmla="*/ 4183176 w 4914674"/>
              <a:gd name="connsiteY2" fmla="*/ 4792821 h 5469266"/>
              <a:gd name="connsiteX3" fmla="*/ 3984966 w 4914674"/>
              <a:gd name="connsiteY3" fmla="*/ 4572112 h 5469266"/>
              <a:gd name="connsiteX4" fmla="*/ 3791400 w 4914674"/>
              <a:gd name="connsiteY4" fmla="*/ 4356633 h 5469266"/>
              <a:gd name="connsiteX5" fmla="*/ 1336227 w 4914674"/>
              <a:gd name="connsiteY5" fmla="*/ 1622676 h 5469266"/>
              <a:gd name="connsiteX6" fmla="*/ 1142706 w 4914674"/>
              <a:gd name="connsiteY6" fmla="*/ 1407197 h 5469266"/>
              <a:gd name="connsiteX7" fmla="*/ 944586 w 4914674"/>
              <a:gd name="connsiteY7" fmla="*/ 1186578 h 5469266"/>
              <a:gd name="connsiteX8" fmla="*/ 1600 w 4914674"/>
              <a:gd name="connsiteY8" fmla="*/ 136550 h 5469266"/>
              <a:gd name="connsiteX9" fmla="*/ 1600 w 4914674"/>
              <a:gd name="connsiteY9" fmla="*/ 1600 h 5469266"/>
              <a:gd name="connsiteX10" fmla="*/ 979530 w 4914674"/>
              <a:gd name="connsiteY10" fmla="*/ 1090538 h 5469266"/>
              <a:gd name="connsiteX11" fmla="*/ 1173186 w 4914674"/>
              <a:gd name="connsiteY11" fmla="*/ 1306198 h 5469266"/>
              <a:gd name="connsiteX12" fmla="*/ 1361071 w 4914674"/>
              <a:gd name="connsiteY12" fmla="*/ 1515410 h 5469266"/>
              <a:gd name="connsiteX13" fmla="*/ 3900786 w 4914674"/>
              <a:gd name="connsiteY13" fmla="*/ 4343422 h 5469266"/>
              <a:gd name="connsiteX14" fmla="*/ 4088715 w 4914674"/>
              <a:gd name="connsiteY14" fmla="*/ 4552679 h 5469266"/>
              <a:gd name="connsiteX15" fmla="*/ 4282507 w 4914674"/>
              <a:gd name="connsiteY15" fmla="*/ 4768474 h 5469266"/>
              <a:gd name="connsiteX16" fmla="*/ 4914381 w 4914674"/>
              <a:gd name="connsiteY16" fmla="*/ 5472084 h 546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14674" h="5469266">
                <a:moveTo>
                  <a:pt x="4914381" y="5472084"/>
                </a:moveTo>
                <a:lnTo>
                  <a:pt x="4793182" y="5472084"/>
                </a:lnTo>
                <a:lnTo>
                  <a:pt x="4183176" y="4792821"/>
                </a:lnTo>
                <a:lnTo>
                  <a:pt x="3984966" y="4572112"/>
                </a:lnTo>
                <a:lnTo>
                  <a:pt x="3791400" y="4356633"/>
                </a:lnTo>
                <a:lnTo>
                  <a:pt x="1336227" y="1622676"/>
                </a:lnTo>
                <a:lnTo>
                  <a:pt x="1142706" y="1407197"/>
                </a:lnTo>
                <a:lnTo>
                  <a:pt x="944586" y="1186578"/>
                </a:lnTo>
                <a:lnTo>
                  <a:pt x="1600" y="136550"/>
                </a:lnTo>
                <a:lnTo>
                  <a:pt x="1600" y="1600"/>
                </a:lnTo>
                <a:lnTo>
                  <a:pt x="979530" y="1090538"/>
                </a:lnTo>
                <a:lnTo>
                  <a:pt x="1173186" y="1306198"/>
                </a:lnTo>
                <a:lnTo>
                  <a:pt x="1361071" y="1515410"/>
                </a:lnTo>
                <a:lnTo>
                  <a:pt x="3900786" y="4343422"/>
                </a:lnTo>
                <a:lnTo>
                  <a:pt x="4088715" y="4552679"/>
                </a:lnTo>
                <a:lnTo>
                  <a:pt x="4282507" y="4768474"/>
                </a:lnTo>
                <a:lnTo>
                  <a:pt x="4914381" y="5472084"/>
                </a:lnTo>
                <a:close/>
              </a:path>
            </a:pathLst>
          </a:custGeom>
          <a:solidFill>
            <a:schemeClr val="tx1">
              <a:lumMod val="75000"/>
              <a:lumOff val="25000"/>
            </a:schemeClr>
          </a:solidFill>
          <a:ln w="4506"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F8373139-05E1-4BCA-9B5A-22DC359EEB27}"/>
              </a:ext>
            </a:extLst>
          </p:cNvPr>
          <p:cNvSpPr/>
          <p:nvPr/>
        </p:nvSpPr>
        <p:spPr>
          <a:xfrm flipH="1">
            <a:off x="-8206495" y="1117052"/>
            <a:ext cx="4860568" cy="4860568"/>
          </a:xfrm>
          <a:custGeom>
            <a:avLst/>
            <a:gdLst>
              <a:gd name="connsiteX0" fmla="*/ 4863430 w 4860567"/>
              <a:gd name="connsiteY0" fmla="*/ 2432515 h 4860568"/>
              <a:gd name="connsiteX1" fmla="*/ 2432515 w 4860567"/>
              <a:gd name="connsiteY1" fmla="*/ 4863431 h 4860568"/>
              <a:gd name="connsiteX2" fmla="*/ 1600 w 4860567"/>
              <a:gd name="connsiteY2" fmla="*/ 2432515 h 4860568"/>
              <a:gd name="connsiteX3" fmla="*/ 2432515 w 4860567"/>
              <a:gd name="connsiteY3" fmla="*/ 1600 h 4860568"/>
              <a:gd name="connsiteX4" fmla="*/ 4863430 w 4860567"/>
              <a:gd name="connsiteY4" fmla="*/ 2432515 h 4860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0567" h="4860568">
                <a:moveTo>
                  <a:pt x="4863430" y="2432515"/>
                </a:moveTo>
                <a:cubicBezTo>
                  <a:pt x="4863430" y="3775073"/>
                  <a:pt x="3775072" y="4863431"/>
                  <a:pt x="2432515" y="4863431"/>
                </a:cubicBezTo>
                <a:cubicBezTo>
                  <a:pt x="1089957" y="4863431"/>
                  <a:pt x="1600" y="3775073"/>
                  <a:pt x="1600" y="2432515"/>
                </a:cubicBezTo>
                <a:cubicBezTo>
                  <a:pt x="1600" y="1089958"/>
                  <a:pt x="1089957" y="1600"/>
                  <a:pt x="2432515" y="1600"/>
                </a:cubicBezTo>
                <a:cubicBezTo>
                  <a:pt x="3775072" y="1600"/>
                  <a:pt x="4863430" y="1089958"/>
                  <a:pt x="4863430" y="2432515"/>
                </a:cubicBezTo>
                <a:close/>
              </a:path>
            </a:pathLst>
          </a:custGeom>
          <a:noFill/>
          <a:ln w="4506" cap="flat">
            <a:noFill/>
            <a:prstDash val="solid"/>
            <a:miter/>
          </a:ln>
        </p:spPr>
        <p:txBody>
          <a:bodyPr rtlCol="0" anchor="ctr"/>
          <a:lstStyle/>
          <a:p>
            <a:endParaRPr lang="en-US"/>
          </a:p>
        </p:txBody>
      </p:sp>
      <p:grpSp>
        <p:nvGrpSpPr>
          <p:cNvPr id="258" name="Group 257">
            <a:extLst>
              <a:ext uri="{FF2B5EF4-FFF2-40B4-BE49-F238E27FC236}">
                <a16:creationId xmlns:a16="http://schemas.microsoft.com/office/drawing/2014/main" id="{7908EDBD-E4ED-41F2-BEC1-520163377757}"/>
              </a:ext>
            </a:extLst>
          </p:cNvPr>
          <p:cNvGrpSpPr/>
          <p:nvPr/>
        </p:nvGrpSpPr>
        <p:grpSpPr>
          <a:xfrm>
            <a:off x="14373272" y="695337"/>
            <a:ext cx="5550426" cy="5550426"/>
            <a:chOff x="5849296" y="695337"/>
            <a:chExt cx="5550426" cy="5550426"/>
          </a:xfrm>
        </p:grpSpPr>
        <p:sp>
          <p:nvSpPr>
            <p:cNvPr id="259" name="Freeform: Shape 258">
              <a:extLst>
                <a:ext uri="{FF2B5EF4-FFF2-40B4-BE49-F238E27FC236}">
                  <a16:creationId xmlns:a16="http://schemas.microsoft.com/office/drawing/2014/main" id="{A39D3289-8C33-40D5-BB5E-3BA203FD7D54}"/>
                </a:ext>
              </a:extLst>
            </p:cNvPr>
            <p:cNvSpPr/>
            <p:nvPr/>
          </p:nvSpPr>
          <p:spPr>
            <a:xfrm flipH="1">
              <a:off x="5849296" y="695337"/>
              <a:ext cx="5550426" cy="5550426"/>
            </a:xfrm>
            <a:custGeom>
              <a:avLst/>
              <a:gdLst>
                <a:gd name="connsiteX0" fmla="*/ 5550764 w 5550425"/>
                <a:gd name="connsiteY0" fmla="*/ 2776182 h 5550426"/>
                <a:gd name="connsiteX1" fmla="*/ 2776182 w 5550425"/>
                <a:gd name="connsiteY1" fmla="*/ 5550764 h 5550426"/>
                <a:gd name="connsiteX2" fmla="*/ 1600 w 5550425"/>
                <a:gd name="connsiteY2" fmla="*/ 2776182 h 5550426"/>
                <a:gd name="connsiteX3" fmla="*/ 2776182 w 5550425"/>
                <a:gd name="connsiteY3" fmla="*/ 1600 h 5550426"/>
                <a:gd name="connsiteX4" fmla="*/ 5550764 w 5550425"/>
                <a:gd name="connsiteY4" fmla="*/ 2776182 h 5550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0425" h="5550426">
                  <a:moveTo>
                    <a:pt x="5550764" y="2776182"/>
                  </a:moveTo>
                  <a:cubicBezTo>
                    <a:pt x="5550764" y="4308541"/>
                    <a:pt x="4308541" y="5550764"/>
                    <a:pt x="2776182" y="5550764"/>
                  </a:cubicBezTo>
                  <a:cubicBezTo>
                    <a:pt x="1243823" y="5550764"/>
                    <a:pt x="1600" y="4308541"/>
                    <a:pt x="1600" y="2776182"/>
                  </a:cubicBezTo>
                  <a:cubicBezTo>
                    <a:pt x="1600" y="1243823"/>
                    <a:pt x="1243823" y="1600"/>
                    <a:pt x="2776182" y="1600"/>
                  </a:cubicBezTo>
                  <a:cubicBezTo>
                    <a:pt x="4308541" y="1600"/>
                    <a:pt x="5550764" y="1243823"/>
                    <a:pt x="5550764" y="2776182"/>
                  </a:cubicBezTo>
                  <a:close/>
                </a:path>
              </a:pathLst>
            </a:custGeom>
            <a:solidFill>
              <a:schemeClr val="bg1"/>
            </a:solidFill>
            <a:ln w="4506"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0CC4DBBE-85E9-44DB-966F-0487E79C4A5E}"/>
                </a:ext>
              </a:extLst>
            </p:cNvPr>
            <p:cNvSpPr/>
            <p:nvPr/>
          </p:nvSpPr>
          <p:spPr>
            <a:xfrm flipH="1">
              <a:off x="6104138" y="949998"/>
              <a:ext cx="5040923" cy="5040923"/>
            </a:xfrm>
            <a:custGeom>
              <a:avLst/>
              <a:gdLst>
                <a:gd name="connsiteX0" fmla="*/ 2521521 w 5040922"/>
                <a:gd name="connsiteY0" fmla="*/ 1600 h 5040923"/>
                <a:gd name="connsiteX1" fmla="*/ 1600 w 5040922"/>
                <a:gd name="connsiteY1" fmla="*/ 2521520 h 5040923"/>
                <a:gd name="connsiteX2" fmla="*/ 2521521 w 5040922"/>
                <a:gd name="connsiteY2" fmla="*/ 5041396 h 5040923"/>
                <a:gd name="connsiteX3" fmla="*/ 5041396 w 5040922"/>
                <a:gd name="connsiteY3" fmla="*/ 2521520 h 5040923"/>
                <a:gd name="connsiteX4" fmla="*/ 2521521 w 5040922"/>
                <a:gd name="connsiteY4" fmla="*/ 1600 h 5040923"/>
                <a:gd name="connsiteX5" fmla="*/ 2521521 w 5040922"/>
                <a:gd name="connsiteY5" fmla="*/ 4802516 h 5040923"/>
                <a:gd name="connsiteX6" fmla="*/ 240525 w 5040922"/>
                <a:gd name="connsiteY6" fmla="*/ 2521520 h 5040923"/>
                <a:gd name="connsiteX7" fmla="*/ 2521521 w 5040922"/>
                <a:gd name="connsiteY7" fmla="*/ 240525 h 5040923"/>
                <a:gd name="connsiteX8" fmla="*/ 4802471 w 5040922"/>
                <a:gd name="connsiteY8" fmla="*/ 2521520 h 5040923"/>
                <a:gd name="connsiteX9" fmla="*/ 2521521 w 5040922"/>
                <a:gd name="connsiteY9" fmla="*/ 4802516 h 504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0922" h="5040923">
                  <a:moveTo>
                    <a:pt x="2521521" y="1600"/>
                  </a:moveTo>
                  <a:cubicBezTo>
                    <a:pt x="1129811" y="1600"/>
                    <a:pt x="1600" y="1129811"/>
                    <a:pt x="1600" y="2521520"/>
                  </a:cubicBezTo>
                  <a:cubicBezTo>
                    <a:pt x="1600" y="3913230"/>
                    <a:pt x="1129811" y="5041396"/>
                    <a:pt x="2521521" y="5041396"/>
                  </a:cubicBezTo>
                  <a:cubicBezTo>
                    <a:pt x="3913230" y="5041396"/>
                    <a:pt x="5041396" y="3913230"/>
                    <a:pt x="5041396" y="2521520"/>
                  </a:cubicBezTo>
                  <a:cubicBezTo>
                    <a:pt x="5041396" y="1129811"/>
                    <a:pt x="3913185" y="1600"/>
                    <a:pt x="2521521" y="1600"/>
                  </a:cubicBezTo>
                  <a:close/>
                  <a:moveTo>
                    <a:pt x="2521521" y="4802516"/>
                  </a:moveTo>
                  <a:cubicBezTo>
                    <a:pt x="1261741" y="4802516"/>
                    <a:pt x="240525" y="3781255"/>
                    <a:pt x="240525" y="2521520"/>
                  </a:cubicBezTo>
                  <a:cubicBezTo>
                    <a:pt x="240525" y="1261786"/>
                    <a:pt x="1261741" y="240525"/>
                    <a:pt x="2521521" y="240525"/>
                  </a:cubicBezTo>
                  <a:cubicBezTo>
                    <a:pt x="3781300" y="240525"/>
                    <a:pt x="4802471" y="1261740"/>
                    <a:pt x="4802471" y="2521520"/>
                  </a:cubicBezTo>
                  <a:cubicBezTo>
                    <a:pt x="4802471" y="3781300"/>
                    <a:pt x="3781255" y="4802516"/>
                    <a:pt x="2521521" y="4802516"/>
                  </a:cubicBezTo>
                  <a:close/>
                </a:path>
              </a:pathLst>
            </a:custGeom>
            <a:solidFill>
              <a:schemeClr val="tx1">
                <a:lumMod val="75000"/>
                <a:lumOff val="25000"/>
              </a:schemeClr>
            </a:solidFill>
            <a:ln w="4506" cap="flat">
              <a:noFill/>
              <a:prstDash val="solid"/>
              <a:miter/>
            </a:ln>
          </p:spPr>
          <p:txBody>
            <a:bodyPr rtlCol="0" anchor="ctr"/>
            <a:lstStyle/>
            <a:p>
              <a:endParaRPr lang="en-US" dirty="0"/>
            </a:p>
          </p:txBody>
        </p:sp>
        <p:grpSp>
          <p:nvGrpSpPr>
            <p:cNvPr id="261" name="Group 260">
              <a:extLst>
                <a:ext uri="{FF2B5EF4-FFF2-40B4-BE49-F238E27FC236}">
                  <a16:creationId xmlns:a16="http://schemas.microsoft.com/office/drawing/2014/main" id="{CC8818DF-3074-44B7-BC2F-248A0F5A40DC}"/>
                </a:ext>
              </a:extLst>
            </p:cNvPr>
            <p:cNvGrpSpPr/>
            <p:nvPr/>
          </p:nvGrpSpPr>
          <p:grpSpPr>
            <a:xfrm>
              <a:off x="6693172" y="2195437"/>
              <a:ext cx="3682587" cy="2144829"/>
              <a:chOff x="7026546" y="2329607"/>
              <a:chExt cx="3073895" cy="1790311"/>
            </a:xfrm>
          </p:grpSpPr>
          <p:sp>
            <p:nvSpPr>
              <p:cNvPr id="262" name="Freeform: Shape 261">
                <a:extLst>
                  <a:ext uri="{FF2B5EF4-FFF2-40B4-BE49-F238E27FC236}">
                    <a16:creationId xmlns:a16="http://schemas.microsoft.com/office/drawing/2014/main" id="{A15CBF52-DB58-4897-BDB2-CCBF345E2596}"/>
                  </a:ext>
                </a:extLst>
              </p:cNvPr>
              <p:cNvSpPr/>
              <p:nvPr/>
            </p:nvSpPr>
            <p:spPr>
              <a:xfrm>
                <a:off x="7026546" y="2329607"/>
                <a:ext cx="1342733" cy="1790311"/>
              </a:xfrm>
              <a:custGeom>
                <a:avLst/>
                <a:gdLst>
                  <a:gd name="connsiteX0" fmla="*/ 1084798 w 1342733"/>
                  <a:gd name="connsiteY0" fmla="*/ 645151 h 1790310"/>
                  <a:gd name="connsiteX1" fmla="*/ 1019651 w 1342733"/>
                  <a:gd name="connsiteY1" fmla="*/ 645151 h 1790310"/>
                  <a:gd name="connsiteX2" fmla="*/ 1092258 w 1342733"/>
                  <a:gd name="connsiteY2" fmla="*/ 431806 h 1790310"/>
                  <a:gd name="connsiteX3" fmla="*/ 1183266 w 1342733"/>
                  <a:gd name="connsiteY3" fmla="*/ 314938 h 1790310"/>
                  <a:gd name="connsiteX4" fmla="*/ 1062424 w 1342733"/>
                  <a:gd name="connsiteY4" fmla="*/ 194088 h 1790310"/>
                  <a:gd name="connsiteX5" fmla="*/ 1061425 w 1342733"/>
                  <a:gd name="connsiteY5" fmla="*/ 194093 h 1790310"/>
                  <a:gd name="connsiteX6" fmla="*/ 940579 w 1342733"/>
                  <a:gd name="connsiteY6" fmla="*/ 314939 h 1790310"/>
                  <a:gd name="connsiteX7" fmla="*/ 961963 w 1342733"/>
                  <a:gd name="connsiteY7" fmla="*/ 380086 h 1790310"/>
                  <a:gd name="connsiteX8" fmla="*/ 871950 w 1342733"/>
                  <a:gd name="connsiteY8" fmla="*/ 645151 h 1790310"/>
                  <a:gd name="connsiteX9" fmla="*/ 260758 w 1342733"/>
                  <a:gd name="connsiteY9" fmla="*/ 645151 h 1790310"/>
                  <a:gd name="connsiteX10" fmla="*/ 194119 w 1342733"/>
                  <a:gd name="connsiteY10" fmla="*/ 712288 h 1790310"/>
                  <a:gd name="connsiteX11" fmla="*/ 194119 w 1342733"/>
                  <a:gd name="connsiteY11" fmla="*/ 719748 h 1790310"/>
                  <a:gd name="connsiteX12" fmla="*/ 260758 w 1342733"/>
                  <a:gd name="connsiteY12" fmla="*/ 786387 h 1790310"/>
                  <a:gd name="connsiteX13" fmla="*/ 291094 w 1342733"/>
                  <a:gd name="connsiteY13" fmla="*/ 786387 h 1790310"/>
                  <a:gd name="connsiteX14" fmla="*/ 291094 w 1342733"/>
                  <a:gd name="connsiteY14" fmla="*/ 789868 h 1790310"/>
                  <a:gd name="connsiteX15" fmla="*/ 371658 w 1342733"/>
                  <a:gd name="connsiteY15" fmla="*/ 1120578 h 1790310"/>
                  <a:gd name="connsiteX16" fmla="*/ 291094 w 1342733"/>
                  <a:gd name="connsiteY16" fmla="*/ 1450791 h 1790310"/>
                  <a:gd name="connsiteX17" fmla="*/ 291094 w 1342733"/>
                  <a:gd name="connsiteY17" fmla="*/ 1454273 h 1790310"/>
                  <a:gd name="connsiteX18" fmla="*/ 260758 w 1342733"/>
                  <a:gd name="connsiteY18" fmla="*/ 1454273 h 1790310"/>
                  <a:gd name="connsiteX19" fmla="*/ 194119 w 1342733"/>
                  <a:gd name="connsiteY19" fmla="*/ 1520912 h 1790310"/>
                  <a:gd name="connsiteX20" fmla="*/ 194119 w 1342733"/>
                  <a:gd name="connsiteY20" fmla="*/ 1528869 h 1790310"/>
                  <a:gd name="connsiteX21" fmla="*/ 258739 w 1342733"/>
                  <a:gd name="connsiteY21" fmla="*/ 1597468 h 1790310"/>
                  <a:gd name="connsiteX22" fmla="*/ 260758 w 1342733"/>
                  <a:gd name="connsiteY22" fmla="*/ 1597497 h 1790310"/>
                  <a:gd name="connsiteX23" fmla="*/ 1084798 w 1342733"/>
                  <a:gd name="connsiteY23" fmla="*/ 1597497 h 1790310"/>
                  <a:gd name="connsiteX24" fmla="*/ 1151438 w 1342733"/>
                  <a:gd name="connsiteY24" fmla="*/ 1530858 h 1790310"/>
                  <a:gd name="connsiteX25" fmla="*/ 1151438 w 1342733"/>
                  <a:gd name="connsiteY25" fmla="*/ 1522901 h 1790310"/>
                  <a:gd name="connsiteX26" fmla="*/ 1084798 w 1342733"/>
                  <a:gd name="connsiteY26" fmla="*/ 1456262 h 1790310"/>
                  <a:gd name="connsiteX27" fmla="*/ 1054960 w 1342733"/>
                  <a:gd name="connsiteY27" fmla="*/ 1456262 h 1790310"/>
                  <a:gd name="connsiteX28" fmla="*/ 1054960 w 1342733"/>
                  <a:gd name="connsiteY28" fmla="*/ 1452781 h 1790310"/>
                  <a:gd name="connsiteX29" fmla="*/ 974396 w 1342733"/>
                  <a:gd name="connsiteY29" fmla="*/ 1122568 h 1790310"/>
                  <a:gd name="connsiteX30" fmla="*/ 1054960 w 1342733"/>
                  <a:gd name="connsiteY30" fmla="*/ 791857 h 1790310"/>
                  <a:gd name="connsiteX31" fmla="*/ 1054960 w 1342733"/>
                  <a:gd name="connsiteY31" fmla="*/ 788376 h 1790310"/>
                  <a:gd name="connsiteX32" fmla="*/ 1084798 w 1342733"/>
                  <a:gd name="connsiteY32" fmla="*/ 788376 h 1790310"/>
                  <a:gd name="connsiteX33" fmla="*/ 1151438 w 1342733"/>
                  <a:gd name="connsiteY33" fmla="*/ 721737 h 1790310"/>
                  <a:gd name="connsiteX34" fmla="*/ 1151438 w 1342733"/>
                  <a:gd name="connsiteY34" fmla="*/ 714277 h 1790310"/>
                  <a:gd name="connsiteX35" fmla="*/ 1086322 w 1342733"/>
                  <a:gd name="connsiteY35" fmla="*/ 645179 h 1790310"/>
                  <a:gd name="connsiteX36" fmla="*/ 1084798 w 1342733"/>
                  <a:gd name="connsiteY36" fmla="*/ 645151 h 179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342733" h="1790310">
                    <a:moveTo>
                      <a:pt x="1084798" y="645151"/>
                    </a:moveTo>
                    <a:lnTo>
                      <a:pt x="1019651" y="645151"/>
                    </a:lnTo>
                    <a:lnTo>
                      <a:pt x="1092258" y="431806"/>
                    </a:lnTo>
                    <a:cubicBezTo>
                      <a:pt x="1145813" y="418343"/>
                      <a:pt x="1183334" y="370160"/>
                      <a:pt x="1183266" y="314938"/>
                    </a:cubicBezTo>
                    <a:cubicBezTo>
                      <a:pt x="1183268" y="248197"/>
                      <a:pt x="1129165" y="194091"/>
                      <a:pt x="1062424" y="194088"/>
                    </a:cubicBezTo>
                    <a:cubicBezTo>
                      <a:pt x="1062091" y="194088"/>
                      <a:pt x="1061758" y="194090"/>
                      <a:pt x="1061425" y="194093"/>
                    </a:cubicBezTo>
                    <a:cubicBezTo>
                      <a:pt x="994684" y="194093"/>
                      <a:pt x="940579" y="248197"/>
                      <a:pt x="940579" y="314939"/>
                    </a:cubicBezTo>
                    <a:cubicBezTo>
                      <a:pt x="941324" y="338254"/>
                      <a:pt x="948746" y="360865"/>
                      <a:pt x="961963" y="380086"/>
                    </a:cubicBezTo>
                    <a:lnTo>
                      <a:pt x="871950" y="645151"/>
                    </a:lnTo>
                    <a:lnTo>
                      <a:pt x="260758" y="645151"/>
                    </a:lnTo>
                    <a:cubicBezTo>
                      <a:pt x="223874" y="645425"/>
                      <a:pt x="194118" y="675403"/>
                      <a:pt x="194119" y="712288"/>
                    </a:cubicBezTo>
                    <a:lnTo>
                      <a:pt x="194119" y="719748"/>
                    </a:lnTo>
                    <a:cubicBezTo>
                      <a:pt x="194119" y="756552"/>
                      <a:pt x="223954" y="786387"/>
                      <a:pt x="260758" y="786387"/>
                    </a:cubicBezTo>
                    <a:lnTo>
                      <a:pt x="291094" y="786387"/>
                    </a:lnTo>
                    <a:lnTo>
                      <a:pt x="291094" y="789868"/>
                    </a:lnTo>
                    <a:cubicBezTo>
                      <a:pt x="346849" y="890991"/>
                      <a:pt x="374657" y="1005142"/>
                      <a:pt x="371658" y="1120578"/>
                    </a:cubicBezTo>
                    <a:cubicBezTo>
                      <a:pt x="374737" y="1235865"/>
                      <a:pt x="346921" y="1349876"/>
                      <a:pt x="291094" y="1450791"/>
                    </a:cubicBezTo>
                    <a:lnTo>
                      <a:pt x="291094" y="1454273"/>
                    </a:lnTo>
                    <a:lnTo>
                      <a:pt x="260758" y="1454273"/>
                    </a:lnTo>
                    <a:cubicBezTo>
                      <a:pt x="224067" y="1454543"/>
                      <a:pt x="194390" y="1484221"/>
                      <a:pt x="194119" y="1520912"/>
                    </a:cubicBezTo>
                    <a:lnTo>
                      <a:pt x="194119" y="1528869"/>
                    </a:lnTo>
                    <a:cubicBezTo>
                      <a:pt x="193020" y="1565656"/>
                      <a:pt x="221952" y="1596369"/>
                      <a:pt x="258739" y="1597468"/>
                    </a:cubicBezTo>
                    <a:cubicBezTo>
                      <a:pt x="259412" y="1597488"/>
                      <a:pt x="260085" y="1597498"/>
                      <a:pt x="260758" y="1597497"/>
                    </a:cubicBezTo>
                    <a:lnTo>
                      <a:pt x="1084798" y="1597497"/>
                    </a:lnTo>
                    <a:cubicBezTo>
                      <a:pt x="1121602" y="1597497"/>
                      <a:pt x="1151438" y="1567662"/>
                      <a:pt x="1151438" y="1530858"/>
                    </a:cubicBezTo>
                    <a:lnTo>
                      <a:pt x="1151438" y="1522901"/>
                    </a:lnTo>
                    <a:cubicBezTo>
                      <a:pt x="1151167" y="1486210"/>
                      <a:pt x="1121490" y="1456533"/>
                      <a:pt x="1084798" y="1456262"/>
                    </a:cubicBezTo>
                    <a:lnTo>
                      <a:pt x="1054960" y="1456262"/>
                    </a:lnTo>
                    <a:lnTo>
                      <a:pt x="1054960" y="1452781"/>
                    </a:lnTo>
                    <a:cubicBezTo>
                      <a:pt x="999133" y="1351866"/>
                      <a:pt x="971317" y="1237854"/>
                      <a:pt x="974396" y="1122568"/>
                    </a:cubicBezTo>
                    <a:cubicBezTo>
                      <a:pt x="971397" y="1007132"/>
                      <a:pt x="999205" y="892981"/>
                      <a:pt x="1054960" y="791857"/>
                    </a:cubicBezTo>
                    <a:lnTo>
                      <a:pt x="1054960" y="788376"/>
                    </a:lnTo>
                    <a:lnTo>
                      <a:pt x="1084798" y="788376"/>
                    </a:lnTo>
                    <a:cubicBezTo>
                      <a:pt x="1121602" y="788376"/>
                      <a:pt x="1151438" y="758541"/>
                      <a:pt x="1151438" y="721737"/>
                    </a:cubicBezTo>
                    <a:lnTo>
                      <a:pt x="1151438" y="714277"/>
                    </a:lnTo>
                    <a:cubicBezTo>
                      <a:pt x="1152537" y="677215"/>
                      <a:pt x="1123384" y="646279"/>
                      <a:pt x="1086322" y="645179"/>
                    </a:cubicBezTo>
                    <a:cubicBezTo>
                      <a:pt x="1085814" y="645164"/>
                      <a:pt x="1085306" y="645155"/>
                      <a:pt x="1084798" y="645151"/>
                    </a:cubicBezTo>
                    <a:close/>
                  </a:path>
                </a:pathLst>
              </a:custGeom>
              <a:gradFill>
                <a:gsLst>
                  <a:gs pos="0">
                    <a:srgbClr val="0A2C69"/>
                  </a:gs>
                  <a:gs pos="100000">
                    <a:srgbClr val="3795AF"/>
                  </a:gs>
                </a:gsLst>
                <a:path path="circle">
                  <a:fillToRect l="100000" t="100000"/>
                </a:path>
              </a:gradFill>
              <a:ln w="49565" cap="flat">
                <a:noFill/>
                <a:prstDash val="solid"/>
                <a:miter/>
              </a:ln>
              <a:effectLst/>
            </p:spPr>
            <p:txBody>
              <a:bodyPr rtlCol="0" anchor="ctr"/>
              <a:lstStyle/>
              <a:p>
                <a:endParaRPr lang="en-US" dirty="0"/>
              </a:p>
            </p:txBody>
          </p:sp>
          <p:sp>
            <p:nvSpPr>
              <p:cNvPr id="263" name="Freeform: Shape 262">
                <a:extLst>
                  <a:ext uri="{FF2B5EF4-FFF2-40B4-BE49-F238E27FC236}">
                    <a16:creationId xmlns:a16="http://schemas.microsoft.com/office/drawing/2014/main" id="{2A858ACE-A14A-4067-8B4C-F7364F0D953C}"/>
                  </a:ext>
                </a:extLst>
              </p:cNvPr>
              <p:cNvSpPr/>
              <p:nvPr/>
            </p:nvSpPr>
            <p:spPr>
              <a:xfrm>
                <a:off x="7247382" y="3294887"/>
                <a:ext cx="547039" cy="596770"/>
              </a:xfrm>
              <a:custGeom>
                <a:avLst/>
                <a:gdLst>
                  <a:gd name="connsiteX0" fmla="*/ 380082 w 547039"/>
                  <a:gd name="connsiteY0" fmla="*/ 383563 h 596770"/>
                  <a:gd name="connsiteX1" fmla="*/ 243819 w 547039"/>
                  <a:gd name="connsiteY1" fmla="*/ 234371 h 596770"/>
                  <a:gd name="connsiteX2" fmla="*/ 381076 w 547039"/>
                  <a:gd name="connsiteY2" fmla="*/ 234371 h 596770"/>
                  <a:gd name="connsiteX3" fmla="*/ 381076 w 547039"/>
                  <a:gd name="connsiteY3" fmla="*/ 194088 h 596770"/>
                  <a:gd name="connsiteX4" fmla="*/ 194088 w 547039"/>
                  <a:gd name="connsiteY4" fmla="*/ 194088 h 596770"/>
                  <a:gd name="connsiteX5" fmla="*/ 382568 w 547039"/>
                  <a:gd name="connsiteY5" fmla="*/ 431305 h 596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7039" h="596770">
                    <a:moveTo>
                      <a:pt x="380082" y="383563"/>
                    </a:moveTo>
                    <a:cubicBezTo>
                      <a:pt x="312750" y="359477"/>
                      <a:pt x="261720" y="303604"/>
                      <a:pt x="243819" y="234371"/>
                    </a:cubicBezTo>
                    <a:lnTo>
                      <a:pt x="381076" y="234371"/>
                    </a:lnTo>
                    <a:lnTo>
                      <a:pt x="381076" y="194088"/>
                    </a:lnTo>
                    <a:lnTo>
                      <a:pt x="194088" y="194088"/>
                    </a:lnTo>
                    <a:cubicBezTo>
                      <a:pt x="199771" y="305312"/>
                      <a:pt x="275507" y="400632"/>
                      <a:pt x="382568" y="431305"/>
                    </a:cubicBezTo>
                    <a:close/>
                  </a:path>
                </a:pathLst>
              </a:custGeom>
              <a:solidFill>
                <a:schemeClr val="bg1"/>
              </a:solidFill>
              <a:ln w="4956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BDADEFF7-EB1F-429E-ABC5-ECCC712EC7D6}"/>
                  </a:ext>
                </a:extLst>
              </p:cNvPr>
              <p:cNvSpPr/>
              <p:nvPr/>
            </p:nvSpPr>
            <p:spPr>
              <a:xfrm>
                <a:off x="7446305" y="3291406"/>
                <a:ext cx="397847" cy="596770"/>
              </a:xfrm>
              <a:custGeom>
                <a:avLst/>
                <a:gdLst>
                  <a:gd name="connsiteX0" fmla="*/ 194088 w 397846"/>
                  <a:gd name="connsiteY0" fmla="*/ 196575 h 596770"/>
                  <a:gd name="connsiteX1" fmla="*/ 194088 w 397846"/>
                  <a:gd name="connsiteY1" fmla="*/ 436775 h 596770"/>
                  <a:gd name="connsiteX2" fmla="*/ 236857 w 397846"/>
                  <a:gd name="connsiteY2" fmla="*/ 442743 h 596770"/>
                  <a:gd name="connsiteX3" fmla="*/ 236857 w 397846"/>
                  <a:gd name="connsiteY3" fmla="*/ 194088 h 596770"/>
                </a:gdLst>
                <a:ahLst/>
                <a:cxnLst>
                  <a:cxn ang="0">
                    <a:pos x="connsiteX0" y="connsiteY0"/>
                  </a:cxn>
                  <a:cxn ang="0">
                    <a:pos x="connsiteX1" y="connsiteY1"/>
                  </a:cxn>
                  <a:cxn ang="0">
                    <a:pos x="connsiteX2" y="connsiteY2"/>
                  </a:cxn>
                  <a:cxn ang="0">
                    <a:pos x="connsiteX3" y="connsiteY3"/>
                  </a:cxn>
                </a:cxnLst>
                <a:rect l="l" t="t" r="r" b="b"/>
                <a:pathLst>
                  <a:path w="397846" h="596770">
                    <a:moveTo>
                      <a:pt x="194088" y="196575"/>
                    </a:moveTo>
                    <a:lnTo>
                      <a:pt x="194088" y="436775"/>
                    </a:lnTo>
                    <a:cubicBezTo>
                      <a:pt x="208096" y="440258"/>
                      <a:pt x="222431" y="442258"/>
                      <a:pt x="236857" y="442743"/>
                    </a:cubicBezTo>
                    <a:lnTo>
                      <a:pt x="236857" y="194088"/>
                    </a:lnTo>
                    <a:close/>
                  </a:path>
                </a:pathLst>
              </a:custGeom>
              <a:solidFill>
                <a:schemeClr val="bg1"/>
              </a:solidFill>
              <a:ln w="4956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09412D76-D196-4AA1-A8F1-16007FCE71E7}"/>
                  </a:ext>
                </a:extLst>
              </p:cNvPr>
              <p:cNvSpPr/>
              <p:nvPr/>
            </p:nvSpPr>
            <p:spPr>
              <a:xfrm>
                <a:off x="7523388" y="3021368"/>
                <a:ext cx="596770" cy="895155"/>
              </a:xfrm>
              <a:custGeom>
                <a:avLst/>
                <a:gdLst>
                  <a:gd name="connsiteX0" fmla="*/ 234868 w 596770"/>
                  <a:gd name="connsiteY0" fmla="*/ 199559 h 895155"/>
                  <a:gd name="connsiteX1" fmla="*/ 234868 w 596770"/>
                  <a:gd name="connsiteY1" fmla="*/ 199559 h 895155"/>
                  <a:gd name="connsiteX2" fmla="*/ 194088 w 596770"/>
                  <a:gd name="connsiteY2" fmla="*/ 194088 h 895155"/>
                  <a:gd name="connsiteX3" fmla="*/ 194088 w 596770"/>
                  <a:gd name="connsiteY3" fmla="*/ 199559 h 895155"/>
                  <a:gd name="connsiteX4" fmla="*/ 194088 w 596770"/>
                  <a:gd name="connsiteY4" fmla="*/ 199559 h 895155"/>
                  <a:gd name="connsiteX5" fmla="*/ 194088 w 596770"/>
                  <a:gd name="connsiteY5" fmla="*/ 696868 h 895155"/>
                  <a:gd name="connsiteX6" fmla="*/ 194088 w 596770"/>
                  <a:gd name="connsiteY6" fmla="*/ 696868 h 895155"/>
                  <a:gd name="connsiteX7" fmla="*/ 194088 w 596770"/>
                  <a:gd name="connsiteY7" fmla="*/ 714273 h 895155"/>
                  <a:gd name="connsiteX8" fmla="*/ 438267 w 596770"/>
                  <a:gd name="connsiteY8" fmla="*/ 454181 h 895155"/>
                  <a:gd name="connsiteX9" fmla="*/ 234868 w 596770"/>
                  <a:gd name="connsiteY9" fmla="*/ 199559 h 895155"/>
                  <a:gd name="connsiteX10" fmla="*/ 234868 w 596770"/>
                  <a:gd name="connsiteY10" fmla="*/ 661061 h 895155"/>
                  <a:gd name="connsiteX11" fmla="*/ 234868 w 596770"/>
                  <a:gd name="connsiteY11" fmla="*/ 245809 h 895155"/>
                  <a:gd name="connsiteX12" fmla="*/ 392017 w 596770"/>
                  <a:gd name="connsiteY12" fmla="*/ 453186 h 895155"/>
                  <a:gd name="connsiteX13" fmla="*/ 234868 w 596770"/>
                  <a:gd name="connsiteY13" fmla="*/ 661061 h 89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6770" h="895155">
                    <a:moveTo>
                      <a:pt x="234868" y="199559"/>
                    </a:moveTo>
                    <a:lnTo>
                      <a:pt x="234868" y="199559"/>
                    </a:lnTo>
                    <a:cubicBezTo>
                      <a:pt x="221472" y="196484"/>
                      <a:pt x="207821" y="194653"/>
                      <a:pt x="194088" y="194088"/>
                    </a:cubicBezTo>
                    <a:lnTo>
                      <a:pt x="194088" y="199559"/>
                    </a:lnTo>
                    <a:lnTo>
                      <a:pt x="194088" y="199559"/>
                    </a:lnTo>
                    <a:lnTo>
                      <a:pt x="194088" y="696868"/>
                    </a:lnTo>
                    <a:lnTo>
                      <a:pt x="194088" y="696868"/>
                    </a:lnTo>
                    <a:lnTo>
                      <a:pt x="194088" y="714273"/>
                    </a:lnTo>
                    <a:cubicBezTo>
                      <a:pt x="331371" y="705611"/>
                      <a:pt x="438278" y="591736"/>
                      <a:pt x="438267" y="454181"/>
                    </a:cubicBezTo>
                    <a:cubicBezTo>
                      <a:pt x="438447" y="332152"/>
                      <a:pt x="353922" y="226340"/>
                      <a:pt x="234868" y="199559"/>
                    </a:cubicBezTo>
                    <a:close/>
                    <a:moveTo>
                      <a:pt x="234868" y="661061"/>
                    </a:moveTo>
                    <a:lnTo>
                      <a:pt x="234868" y="245809"/>
                    </a:lnTo>
                    <a:cubicBezTo>
                      <a:pt x="327714" y="272041"/>
                      <a:pt x="391873" y="356706"/>
                      <a:pt x="392017" y="453186"/>
                    </a:cubicBezTo>
                    <a:cubicBezTo>
                      <a:pt x="391927" y="549795"/>
                      <a:pt x="327791" y="634633"/>
                      <a:pt x="234868" y="661061"/>
                    </a:cubicBezTo>
                    <a:close/>
                  </a:path>
                </a:pathLst>
              </a:custGeom>
              <a:solidFill>
                <a:schemeClr val="bg1"/>
              </a:solidFill>
              <a:ln w="4956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0AE94DE4-FE70-442A-81B2-2AD14D42B138}"/>
                  </a:ext>
                </a:extLst>
              </p:cNvPr>
              <p:cNvSpPr/>
              <p:nvPr/>
            </p:nvSpPr>
            <p:spPr>
              <a:xfrm>
                <a:off x="7247382" y="3022362"/>
                <a:ext cx="596770" cy="596770"/>
              </a:xfrm>
              <a:custGeom>
                <a:avLst/>
                <a:gdLst>
                  <a:gd name="connsiteX0" fmla="*/ 437770 w 596770"/>
                  <a:gd name="connsiteY0" fmla="*/ 436278 h 596770"/>
                  <a:gd name="connsiteX1" fmla="*/ 437770 w 596770"/>
                  <a:gd name="connsiteY1" fmla="*/ 393012 h 596770"/>
                  <a:gd name="connsiteX2" fmla="*/ 437770 w 596770"/>
                  <a:gd name="connsiteY2" fmla="*/ 393012 h 596770"/>
                  <a:gd name="connsiteX3" fmla="*/ 437770 w 596770"/>
                  <a:gd name="connsiteY3" fmla="*/ 194088 h 596770"/>
                  <a:gd name="connsiteX4" fmla="*/ 194088 w 596770"/>
                  <a:gd name="connsiteY4" fmla="*/ 436278 h 596770"/>
                  <a:gd name="connsiteX5" fmla="*/ 437770 w 596770"/>
                  <a:gd name="connsiteY5" fmla="*/ 436278 h 596770"/>
                  <a:gd name="connsiteX6" fmla="*/ 393012 w 596770"/>
                  <a:gd name="connsiteY6" fmla="*/ 243819 h 596770"/>
                  <a:gd name="connsiteX7" fmla="*/ 393012 w 596770"/>
                  <a:gd name="connsiteY7" fmla="*/ 393012 h 596770"/>
                  <a:gd name="connsiteX8" fmla="*/ 243819 w 596770"/>
                  <a:gd name="connsiteY8" fmla="*/ 393012 h 596770"/>
                  <a:gd name="connsiteX9" fmla="*/ 393012 w 596770"/>
                  <a:gd name="connsiteY9" fmla="*/ 243819 h 596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6770" h="596770">
                    <a:moveTo>
                      <a:pt x="437770" y="436278"/>
                    </a:moveTo>
                    <a:lnTo>
                      <a:pt x="437770" y="393012"/>
                    </a:lnTo>
                    <a:lnTo>
                      <a:pt x="437770" y="393012"/>
                    </a:lnTo>
                    <a:lnTo>
                      <a:pt x="437770" y="194088"/>
                    </a:lnTo>
                    <a:cubicBezTo>
                      <a:pt x="307291" y="202263"/>
                      <a:pt x="203064" y="305851"/>
                      <a:pt x="194088" y="436278"/>
                    </a:cubicBezTo>
                    <a:lnTo>
                      <a:pt x="437770" y="436278"/>
                    </a:lnTo>
                    <a:close/>
                    <a:moveTo>
                      <a:pt x="393012" y="243819"/>
                    </a:moveTo>
                    <a:lnTo>
                      <a:pt x="393012" y="393012"/>
                    </a:lnTo>
                    <a:lnTo>
                      <a:pt x="243819" y="393012"/>
                    </a:lnTo>
                    <a:cubicBezTo>
                      <a:pt x="264369" y="320807"/>
                      <a:pt x="320807" y="264369"/>
                      <a:pt x="393012" y="243819"/>
                    </a:cubicBezTo>
                    <a:close/>
                  </a:path>
                </a:pathLst>
              </a:custGeom>
              <a:solidFill>
                <a:schemeClr val="bg1"/>
              </a:solidFill>
              <a:ln w="49565" cap="flat">
                <a:noFill/>
                <a:prstDash val="solid"/>
                <a:miter/>
              </a:ln>
            </p:spPr>
            <p:txBody>
              <a:bodyPr rtlCol="0" anchor="ctr"/>
              <a:lstStyle/>
              <a:p>
                <a:endParaRPr lang="en-US"/>
              </a:p>
            </p:txBody>
          </p:sp>
          <p:grpSp>
            <p:nvGrpSpPr>
              <p:cNvPr id="267" name="Group 266">
                <a:extLst>
                  <a:ext uri="{FF2B5EF4-FFF2-40B4-BE49-F238E27FC236}">
                    <a16:creationId xmlns:a16="http://schemas.microsoft.com/office/drawing/2014/main" id="{FA95DD17-EF62-44C1-B650-65EC53E62A14}"/>
                  </a:ext>
                </a:extLst>
              </p:cNvPr>
              <p:cNvGrpSpPr/>
              <p:nvPr/>
            </p:nvGrpSpPr>
            <p:grpSpPr>
              <a:xfrm>
                <a:off x="8085236" y="2795092"/>
                <a:ext cx="2015205" cy="955330"/>
                <a:chOff x="8085236" y="2795092"/>
                <a:chExt cx="2015205" cy="955330"/>
              </a:xfrm>
              <a:solidFill>
                <a:srgbClr val="ED174F"/>
              </a:solidFill>
            </p:grpSpPr>
            <p:sp>
              <p:nvSpPr>
                <p:cNvPr id="283" name="Freeform: Shape 282">
                  <a:extLst>
                    <a:ext uri="{FF2B5EF4-FFF2-40B4-BE49-F238E27FC236}">
                      <a16:creationId xmlns:a16="http://schemas.microsoft.com/office/drawing/2014/main" id="{D9D5779F-AE23-4078-98A9-C6F7546F3AE8}"/>
                    </a:ext>
                  </a:extLst>
                </p:cNvPr>
                <p:cNvSpPr/>
                <p:nvPr/>
              </p:nvSpPr>
              <p:spPr>
                <a:xfrm>
                  <a:off x="8088827" y="2805518"/>
                  <a:ext cx="646501" cy="944886"/>
                </a:xfrm>
                <a:custGeom>
                  <a:avLst/>
                  <a:gdLst>
                    <a:gd name="connsiteX0" fmla="*/ 194088 w 646501"/>
                    <a:gd name="connsiteY0" fmla="*/ 784411 h 944886"/>
                    <a:gd name="connsiteX1" fmla="*/ 194088 w 646501"/>
                    <a:gd name="connsiteY1" fmla="*/ 194106 h 944886"/>
                    <a:gd name="connsiteX2" fmla="*/ 232879 w 646501"/>
                    <a:gd name="connsiteY2" fmla="*/ 194106 h 944886"/>
                    <a:gd name="connsiteX3" fmla="*/ 396990 w 646501"/>
                    <a:gd name="connsiteY3" fmla="*/ 263232 h 944886"/>
                    <a:gd name="connsiteX4" fmla="*/ 465122 w 646501"/>
                    <a:gd name="connsiteY4" fmla="*/ 432317 h 944886"/>
                    <a:gd name="connsiteX5" fmla="*/ 435780 w 646501"/>
                    <a:gd name="connsiteY5" fmla="*/ 546200 h 944886"/>
                    <a:gd name="connsiteX6" fmla="*/ 357703 w 646501"/>
                    <a:gd name="connsiteY6" fmla="*/ 632732 h 944886"/>
                    <a:gd name="connsiteX7" fmla="*/ 235862 w 646501"/>
                    <a:gd name="connsiteY7" fmla="*/ 673014 h 944886"/>
                    <a:gd name="connsiteX8" fmla="*/ 235862 w 646501"/>
                    <a:gd name="connsiteY8" fmla="*/ 784411 h 944886"/>
                    <a:gd name="connsiteX9" fmla="*/ 237354 w 646501"/>
                    <a:gd name="connsiteY9" fmla="*/ 237372 h 944886"/>
                    <a:gd name="connsiteX10" fmla="*/ 237354 w 646501"/>
                    <a:gd name="connsiteY10" fmla="*/ 630743 h 944886"/>
                    <a:gd name="connsiteX11" fmla="*/ 370633 w 646501"/>
                    <a:gd name="connsiteY11" fmla="*/ 568579 h 944886"/>
                    <a:gd name="connsiteX12" fmla="*/ 423348 w 646501"/>
                    <a:gd name="connsiteY12" fmla="*/ 433311 h 944886"/>
                    <a:gd name="connsiteX13" fmla="*/ 347260 w 646501"/>
                    <a:gd name="connsiteY13" fmla="*/ 276162 h 944886"/>
                    <a:gd name="connsiteX14" fmla="*/ 237355 w 646501"/>
                    <a:gd name="connsiteY14" fmla="*/ 235383 h 94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6501" h="944886">
                      <a:moveTo>
                        <a:pt x="194088" y="784411"/>
                      </a:moveTo>
                      <a:lnTo>
                        <a:pt x="194088" y="194106"/>
                      </a:lnTo>
                      <a:lnTo>
                        <a:pt x="232879" y="194106"/>
                      </a:lnTo>
                      <a:cubicBezTo>
                        <a:pt x="294813" y="193334"/>
                        <a:pt x="354274" y="218379"/>
                        <a:pt x="396990" y="263232"/>
                      </a:cubicBezTo>
                      <a:cubicBezTo>
                        <a:pt x="441796" y="307952"/>
                        <a:pt x="466405" y="369025"/>
                        <a:pt x="465122" y="432317"/>
                      </a:cubicBezTo>
                      <a:cubicBezTo>
                        <a:pt x="465319" y="472172"/>
                        <a:pt x="455212" y="511402"/>
                        <a:pt x="435780" y="546200"/>
                      </a:cubicBezTo>
                      <a:cubicBezTo>
                        <a:pt x="417588" y="581250"/>
                        <a:pt x="390704" y="611044"/>
                        <a:pt x="357703" y="632732"/>
                      </a:cubicBezTo>
                      <a:cubicBezTo>
                        <a:pt x="320787" y="655478"/>
                        <a:pt x="279062" y="669273"/>
                        <a:pt x="235862" y="673014"/>
                      </a:cubicBezTo>
                      <a:lnTo>
                        <a:pt x="235862" y="784411"/>
                      </a:lnTo>
                      <a:close/>
                      <a:moveTo>
                        <a:pt x="237354" y="237372"/>
                      </a:moveTo>
                      <a:lnTo>
                        <a:pt x="237354" y="630743"/>
                      </a:lnTo>
                      <a:cubicBezTo>
                        <a:pt x="288090" y="627807"/>
                        <a:pt x="335779" y="605565"/>
                        <a:pt x="370633" y="568579"/>
                      </a:cubicBezTo>
                      <a:cubicBezTo>
                        <a:pt x="405514" y="532307"/>
                        <a:pt x="424487" y="483621"/>
                        <a:pt x="423348" y="433311"/>
                      </a:cubicBezTo>
                      <a:cubicBezTo>
                        <a:pt x="425765" y="371520"/>
                        <a:pt x="397231" y="312588"/>
                        <a:pt x="347260" y="276162"/>
                      </a:cubicBezTo>
                      <a:cubicBezTo>
                        <a:pt x="315113" y="252643"/>
                        <a:pt x="277062" y="238524"/>
                        <a:pt x="237355" y="235383"/>
                      </a:cubicBezTo>
                      <a:close/>
                    </a:path>
                  </a:pathLst>
                </a:custGeom>
                <a:grpFill/>
                <a:ln w="4956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9C1D56AF-4A28-4779-8618-5CBFF382C0E8}"/>
                    </a:ext>
                  </a:extLst>
                </p:cNvPr>
                <p:cNvSpPr/>
                <p:nvPr/>
              </p:nvSpPr>
              <p:spPr>
                <a:xfrm>
                  <a:off x="8085236" y="2795092"/>
                  <a:ext cx="646501" cy="944886"/>
                </a:xfrm>
                <a:custGeom>
                  <a:avLst/>
                  <a:gdLst>
                    <a:gd name="connsiteX0" fmla="*/ 197680 w 646501"/>
                    <a:gd name="connsiteY0" fmla="*/ 794837 h 944886"/>
                    <a:gd name="connsiteX1" fmla="*/ 195194 w 646501"/>
                    <a:gd name="connsiteY1" fmla="*/ 645645 h 944886"/>
                    <a:gd name="connsiteX2" fmla="*/ 195194 w 646501"/>
                    <a:gd name="connsiteY2" fmla="*/ 496452 h 944886"/>
                    <a:gd name="connsiteX3" fmla="*/ 195194 w 646501"/>
                    <a:gd name="connsiteY3" fmla="*/ 347260 h 944886"/>
                    <a:gd name="connsiteX4" fmla="*/ 195194 w 646501"/>
                    <a:gd name="connsiteY4" fmla="*/ 194088 h 944886"/>
                    <a:gd name="connsiteX5" fmla="*/ 201161 w 646501"/>
                    <a:gd name="connsiteY5" fmla="*/ 194088 h 944886"/>
                    <a:gd name="connsiteX6" fmla="*/ 250892 w 646501"/>
                    <a:gd name="connsiteY6" fmla="*/ 194088 h 944886"/>
                    <a:gd name="connsiteX7" fmla="*/ 300623 w 646501"/>
                    <a:gd name="connsiteY7" fmla="*/ 200553 h 944886"/>
                    <a:gd name="connsiteX8" fmla="*/ 389144 w 646501"/>
                    <a:gd name="connsiteY8" fmla="*/ 244814 h 944886"/>
                    <a:gd name="connsiteX9" fmla="*/ 424950 w 646501"/>
                    <a:gd name="connsiteY9" fmla="*/ 279626 h 944886"/>
                    <a:gd name="connsiteX10" fmla="*/ 452800 w 646501"/>
                    <a:gd name="connsiteY10" fmla="*/ 320405 h 944886"/>
                    <a:gd name="connsiteX11" fmla="*/ 480152 w 646501"/>
                    <a:gd name="connsiteY11" fmla="*/ 415391 h 944886"/>
                    <a:gd name="connsiteX12" fmla="*/ 480152 w 646501"/>
                    <a:gd name="connsiteY12" fmla="*/ 465122 h 944886"/>
                    <a:gd name="connsiteX13" fmla="*/ 469211 w 646501"/>
                    <a:gd name="connsiteY13" fmla="*/ 514852 h 944886"/>
                    <a:gd name="connsiteX14" fmla="*/ 448821 w 646501"/>
                    <a:gd name="connsiteY14" fmla="*/ 560108 h 944886"/>
                    <a:gd name="connsiteX15" fmla="*/ 420474 w 646501"/>
                    <a:gd name="connsiteY15" fmla="*/ 600390 h 944886"/>
                    <a:gd name="connsiteX16" fmla="*/ 384171 w 646501"/>
                    <a:gd name="connsiteY16" fmla="*/ 634207 h 944886"/>
                    <a:gd name="connsiteX17" fmla="*/ 363284 w 646501"/>
                    <a:gd name="connsiteY17" fmla="*/ 647634 h 944886"/>
                    <a:gd name="connsiteX18" fmla="*/ 341402 w 646501"/>
                    <a:gd name="connsiteY18" fmla="*/ 659072 h 944886"/>
                    <a:gd name="connsiteX19" fmla="*/ 295153 w 646501"/>
                    <a:gd name="connsiteY19" fmla="*/ 674986 h 944886"/>
                    <a:gd name="connsiteX20" fmla="*/ 245422 w 646501"/>
                    <a:gd name="connsiteY20" fmla="*/ 682943 h 944886"/>
                    <a:gd name="connsiteX21" fmla="*/ 245422 w 646501"/>
                    <a:gd name="connsiteY21" fmla="*/ 682943 h 944886"/>
                    <a:gd name="connsiteX22" fmla="*/ 245422 w 646501"/>
                    <a:gd name="connsiteY22" fmla="*/ 794340 h 944886"/>
                    <a:gd name="connsiteX23" fmla="*/ 245422 w 646501"/>
                    <a:gd name="connsiteY23" fmla="*/ 794340 h 944886"/>
                    <a:gd name="connsiteX24" fmla="*/ 245422 w 646501"/>
                    <a:gd name="connsiteY24" fmla="*/ 794340 h 944886"/>
                    <a:gd name="connsiteX25" fmla="*/ 197680 w 646501"/>
                    <a:gd name="connsiteY25" fmla="*/ 794837 h 944886"/>
                    <a:gd name="connsiteX26" fmla="*/ 240946 w 646501"/>
                    <a:gd name="connsiteY26" fmla="*/ 794837 h 944886"/>
                    <a:gd name="connsiteX27" fmla="*/ 240946 w 646501"/>
                    <a:gd name="connsiteY27" fmla="*/ 794837 h 944886"/>
                    <a:gd name="connsiteX28" fmla="*/ 240946 w 646501"/>
                    <a:gd name="connsiteY28" fmla="*/ 683440 h 944886"/>
                    <a:gd name="connsiteX29" fmla="*/ 240946 w 646501"/>
                    <a:gd name="connsiteY29" fmla="*/ 680954 h 944886"/>
                    <a:gd name="connsiteX30" fmla="*/ 240946 w 646501"/>
                    <a:gd name="connsiteY30" fmla="*/ 680954 h 944886"/>
                    <a:gd name="connsiteX31" fmla="*/ 333445 w 646501"/>
                    <a:gd name="connsiteY31" fmla="*/ 655094 h 944886"/>
                    <a:gd name="connsiteX32" fmla="*/ 354332 w 646501"/>
                    <a:gd name="connsiteY32" fmla="*/ 644153 h 944886"/>
                    <a:gd name="connsiteX33" fmla="*/ 373727 w 646501"/>
                    <a:gd name="connsiteY33" fmla="*/ 630228 h 944886"/>
                    <a:gd name="connsiteX34" fmla="*/ 408042 w 646501"/>
                    <a:gd name="connsiteY34" fmla="*/ 597406 h 944886"/>
                    <a:gd name="connsiteX35" fmla="*/ 453794 w 646501"/>
                    <a:gd name="connsiteY35" fmla="*/ 514355 h 944886"/>
                    <a:gd name="connsiteX36" fmla="*/ 463740 w 646501"/>
                    <a:gd name="connsiteY36" fmla="*/ 468106 h 944886"/>
                    <a:gd name="connsiteX37" fmla="*/ 463740 w 646501"/>
                    <a:gd name="connsiteY37" fmla="*/ 420861 h 944886"/>
                    <a:gd name="connsiteX38" fmla="*/ 436885 w 646501"/>
                    <a:gd name="connsiteY38" fmla="*/ 330848 h 944886"/>
                    <a:gd name="connsiteX39" fmla="*/ 376214 w 646501"/>
                    <a:gd name="connsiteY39" fmla="*/ 259236 h 944886"/>
                    <a:gd name="connsiteX40" fmla="*/ 292666 w 646501"/>
                    <a:gd name="connsiteY40" fmla="*/ 216965 h 944886"/>
                    <a:gd name="connsiteX41" fmla="*/ 245919 w 646501"/>
                    <a:gd name="connsiteY41" fmla="*/ 210500 h 944886"/>
                    <a:gd name="connsiteX42" fmla="*/ 196188 w 646501"/>
                    <a:gd name="connsiteY42" fmla="*/ 210500 h 944886"/>
                    <a:gd name="connsiteX43" fmla="*/ 202156 w 646501"/>
                    <a:gd name="connsiteY43" fmla="*/ 204532 h 944886"/>
                    <a:gd name="connsiteX44" fmla="*/ 202156 w 646501"/>
                    <a:gd name="connsiteY44" fmla="*/ 353725 h 944886"/>
                    <a:gd name="connsiteX45" fmla="*/ 202156 w 646501"/>
                    <a:gd name="connsiteY45" fmla="*/ 502917 h 944886"/>
                    <a:gd name="connsiteX46" fmla="*/ 202156 w 646501"/>
                    <a:gd name="connsiteY46" fmla="*/ 652110 h 944886"/>
                    <a:gd name="connsiteX47" fmla="*/ 197680 w 646501"/>
                    <a:gd name="connsiteY47" fmla="*/ 794837 h 94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46501" h="944886">
                      <a:moveTo>
                        <a:pt x="197680" y="794837"/>
                      </a:moveTo>
                      <a:cubicBezTo>
                        <a:pt x="197680" y="745106"/>
                        <a:pt x="197680" y="695376"/>
                        <a:pt x="195194" y="645645"/>
                      </a:cubicBezTo>
                      <a:cubicBezTo>
                        <a:pt x="192707" y="595914"/>
                        <a:pt x="195194" y="546183"/>
                        <a:pt x="195194" y="496452"/>
                      </a:cubicBezTo>
                      <a:lnTo>
                        <a:pt x="195194" y="347260"/>
                      </a:lnTo>
                      <a:lnTo>
                        <a:pt x="195194" y="194088"/>
                      </a:lnTo>
                      <a:lnTo>
                        <a:pt x="201161" y="194088"/>
                      </a:lnTo>
                      <a:cubicBezTo>
                        <a:pt x="217075" y="194088"/>
                        <a:pt x="233486" y="194088"/>
                        <a:pt x="250892" y="194088"/>
                      </a:cubicBezTo>
                      <a:cubicBezTo>
                        <a:pt x="267650" y="194491"/>
                        <a:pt x="284319" y="196658"/>
                        <a:pt x="300623" y="200553"/>
                      </a:cubicBezTo>
                      <a:cubicBezTo>
                        <a:pt x="333198" y="208147"/>
                        <a:pt x="363525" y="223310"/>
                        <a:pt x="389144" y="244814"/>
                      </a:cubicBezTo>
                      <a:cubicBezTo>
                        <a:pt x="402156" y="255256"/>
                        <a:pt x="414146" y="266913"/>
                        <a:pt x="424950" y="279626"/>
                      </a:cubicBezTo>
                      <a:cubicBezTo>
                        <a:pt x="435523" y="292292"/>
                        <a:pt x="444849" y="305948"/>
                        <a:pt x="452800" y="320405"/>
                      </a:cubicBezTo>
                      <a:cubicBezTo>
                        <a:pt x="468472" y="349800"/>
                        <a:pt x="477790" y="382162"/>
                        <a:pt x="480152" y="415391"/>
                      </a:cubicBezTo>
                      <a:cubicBezTo>
                        <a:pt x="481890" y="431922"/>
                        <a:pt x="481890" y="448590"/>
                        <a:pt x="480152" y="465122"/>
                      </a:cubicBezTo>
                      <a:cubicBezTo>
                        <a:pt x="478387" y="482057"/>
                        <a:pt x="474717" y="498740"/>
                        <a:pt x="469211" y="514852"/>
                      </a:cubicBezTo>
                      <a:cubicBezTo>
                        <a:pt x="464161" y="530665"/>
                        <a:pt x="457320" y="545849"/>
                        <a:pt x="448821" y="560108"/>
                      </a:cubicBezTo>
                      <a:cubicBezTo>
                        <a:pt x="440694" y="574418"/>
                        <a:pt x="431200" y="587908"/>
                        <a:pt x="420474" y="600390"/>
                      </a:cubicBezTo>
                      <a:cubicBezTo>
                        <a:pt x="409483" y="612797"/>
                        <a:pt x="397326" y="624121"/>
                        <a:pt x="384171" y="634207"/>
                      </a:cubicBezTo>
                      <a:lnTo>
                        <a:pt x="363284" y="647634"/>
                      </a:lnTo>
                      <a:cubicBezTo>
                        <a:pt x="356256" y="651935"/>
                        <a:pt x="348945" y="655756"/>
                        <a:pt x="341402" y="659072"/>
                      </a:cubicBezTo>
                      <a:cubicBezTo>
                        <a:pt x="326533" y="665851"/>
                        <a:pt x="311045" y="671181"/>
                        <a:pt x="295153" y="674986"/>
                      </a:cubicBezTo>
                      <a:cubicBezTo>
                        <a:pt x="278806" y="678920"/>
                        <a:pt x="262180" y="681580"/>
                        <a:pt x="245422" y="682943"/>
                      </a:cubicBezTo>
                      <a:lnTo>
                        <a:pt x="245422" y="682943"/>
                      </a:lnTo>
                      <a:lnTo>
                        <a:pt x="245422" y="794340"/>
                      </a:lnTo>
                      <a:lnTo>
                        <a:pt x="245422" y="794340"/>
                      </a:lnTo>
                      <a:lnTo>
                        <a:pt x="245422" y="794340"/>
                      </a:lnTo>
                      <a:close/>
                      <a:moveTo>
                        <a:pt x="197680" y="794837"/>
                      </a:moveTo>
                      <a:lnTo>
                        <a:pt x="240946" y="794837"/>
                      </a:lnTo>
                      <a:lnTo>
                        <a:pt x="240946" y="794837"/>
                      </a:lnTo>
                      <a:lnTo>
                        <a:pt x="240946" y="683440"/>
                      </a:lnTo>
                      <a:lnTo>
                        <a:pt x="240946" y="680954"/>
                      </a:lnTo>
                      <a:lnTo>
                        <a:pt x="240946" y="680954"/>
                      </a:lnTo>
                      <a:cubicBezTo>
                        <a:pt x="272941" y="677218"/>
                        <a:pt x="304152" y="668492"/>
                        <a:pt x="333445" y="655094"/>
                      </a:cubicBezTo>
                      <a:cubicBezTo>
                        <a:pt x="340408" y="651612"/>
                        <a:pt x="347867" y="648131"/>
                        <a:pt x="354332" y="644153"/>
                      </a:cubicBezTo>
                      <a:cubicBezTo>
                        <a:pt x="361078" y="639915"/>
                        <a:pt x="367555" y="635265"/>
                        <a:pt x="373727" y="630228"/>
                      </a:cubicBezTo>
                      <a:cubicBezTo>
                        <a:pt x="386457" y="620723"/>
                        <a:pt x="397980" y="609701"/>
                        <a:pt x="408042" y="597406"/>
                      </a:cubicBezTo>
                      <a:cubicBezTo>
                        <a:pt x="428417" y="572872"/>
                        <a:pt x="443944" y="544688"/>
                        <a:pt x="453794" y="514355"/>
                      </a:cubicBezTo>
                      <a:cubicBezTo>
                        <a:pt x="458862" y="499369"/>
                        <a:pt x="462200" y="483851"/>
                        <a:pt x="463740" y="468106"/>
                      </a:cubicBezTo>
                      <a:cubicBezTo>
                        <a:pt x="464989" y="452382"/>
                        <a:pt x="464989" y="436585"/>
                        <a:pt x="463740" y="420861"/>
                      </a:cubicBezTo>
                      <a:cubicBezTo>
                        <a:pt x="461379" y="389272"/>
                        <a:pt x="452218" y="358567"/>
                        <a:pt x="436885" y="330848"/>
                      </a:cubicBezTo>
                      <a:cubicBezTo>
                        <a:pt x="421391" y="303342"/>
                        <a:pt x="400800" y="279039"/>
                        <a:pt x="376214" y="259236"/>
                      </a:cubicBezTo>
                      <a:cubicBezTo>
                        <a:pt x="351875" y="239076"/>
                        <a:pt x="323325" y="224632"/>
                        <a:pt x="292666" y="216965"/>
                      </a:cubicBezTo>
                      <a:cubicBezTo>
                        <a:pt x="277282" y="213560"/>
                        <a:pt x="261649" y="211398"/>
                        <a:pt x="245919" y="210500"/>
                      </a:cubicBezTo>
                      <a:lnTo>
                        <a:pt x="196188" y="210500"/>
                      </a:lnTo>
                      <a:lnTo>
                        <a:pt x="202156" y="204532"/>
                      </a:lnTo>
                      <a:lnTo>
                        <a:pt x="202156" y="353725"/>
                      </a:lnTo>
                      <a:lnTo>
                        <a:pt x="202156" y="502917"/>
                      </a:lnTo>
                      <a:cubicBezTo>
                        <a:pt x="202156" y="552648"/>
                        <a:pt x="202156" y="602379"/>
                        <a:pt x="202156" y="652110"/>
                      </a:cubicBezTo>
                      <a:cubicBezTo>
                        <a:pt x="202156" y="701841"/>
                        <a:pt x="198675" y="745604"/>
                        <a:pt x="197680" y="794837"/>
                      </a:cubicBezTo>
                      <a:close/>
                    </a:path>
                  </a:pathLst>
                </a:custGeom>
                <a:grpFill/>
                <a:ln w="4956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887DD431-82BA-4163-94AA-BDE651440109}"/>
                    </a:ext>
                  </a:extLst>
                </p:cNvPr>
                <p:cNvSpPr/>
                <p:nvPr/>
              </p:nvSpPr>
              <p:spPr>
                <a:xfrm>
                  <a:off x="8126126" y="2846812"/>
                  <a:ext cx="547039" cy="745963"/>
                </a:xfrm>
                <a:custGeom>
                  <a:avLst/>
                  <a:gdLst>
                    <a:gd name="connsiteX0" fmla="*/ 200056 w 547039"/>
                    <a:gd name="connsiteY0" fmla="*/ 194088 h 745962"/>
                    <a:gd name="connsiteX1" fmla="*/ 202543 w 547039"/>
                    <a:gd name="connsiteY1" fmla="*/ 293550 h 745962"/>
                    <a:gd name="connsiteX2" fmla="*/ 202543 w 547039"/>
                    <a:gd name="connsiteY2" fmla="*/ 393012 h 745962"/>
                    <a:gd name="connsiteX3" fmla="*/ 202543 w 547039"/>
                    <a:gd name="connsiteY3" fmla="*/ 492474 h 745962"/>
                    <a:gd name="connsiteX4" fmla="*/ 202543 w 547039"/>
                    <a:gd name="connsiteY4" fmla="*/ 591935 h 745962"/>
                    <a:gd name="connsiteX5" fmla="*/ 199559 w 547039"/>
                    <a:gd name="connsiteY5" fmla="*/ 582984 h 745962"/>
                    <a:gd name="connsiteX6" fmla="*/ 269679 w 547039"/>
                    <a:gd name="connsiteY6" fmla="*/ 565081 h 745962"/>
                    <a:gd name="connsiteX7" fmla="*/ 327864 w 547039"/>
                    <a:gd name="connsiteY7" fmla="*/ 523307 h 745962"/>
                    <a:gd name="connsiteX8" fmla="*/ 350741 w 547039"/>
                    <a:gd name="connsiteY8" fmla="*/ 494960 h 745962"/>
                    <a:gd name="connsiteX9" fmla="*/ 367152 w 547039"/>
                    <a:gd name="connsiteY9" fmla="*/ 463133 h 745962"/>
                    <a:gd name="connsiteX10" fmla="*/ 380579 w 547039"/>
                    <a:gd name="connsiteY10" fmla="*/ 392515 h 745962"/>
                    <a:gd name="connsiteX11" fmla="*/ 378093 w 547039"/>
                    <a:gd name="connsiteY11" fmla="*/ 356211 h 745962"/>
                    <a:gd name="connsiteX12" fmla="*/ 369141 w 547039"/>
                    <a:gd name="connsiteY12" fmla="*/ 320902 h 745962"/>
                    <a:gd name="connsiteX13" fmla="*/ 352730 w 547039"/>
                    <a:gd name="connsiteY13" fmla="*/ 288080 h 745962"/>
                    <a:gd name="connsiteX14" fmla="*/ 330351 w 547039"/>
                    <a:gd name="connsiteY14" fmla="*/ 259733 h 745962"/>
                    <a:gd name="connsiteX15" fmla="*/ 302502 w 547039"/>
                    <a:gd name="connsiteY15" fmla="*/ 235365 h 745962"/>
                    <a:gd name="connsiteX16" fmla="*/ 271171 w 547039"/>
                    <a:gd name="connsiteY16" fmla="*/ 216468 h 745962"/>
                    <a:gd name="connsiteX17" fmla="*/ 200056 w 547039"/>
                    <a:gd name="connsiteY17" fmla="*/ 194089 h 745962"/>
                    <a:gd name="connsiteX18" fmla="*/ 200056 w 547039"/>
                    <a:gd name="connsiteY18" fmla="*/ 194088 h 745962"/>
                    <a:gd name="connsiteX19" fmla="*/ 272663 w 547039"/>
                    <a:gd name="connsiteY19" fmla="*/ 210997 h 745962"/>
                    <a:gd name="connsiteX20" fmla="*/ 305983 w 547039"/>
                    <a:gd name="connsiteY20" fmla="*/ 228900 h 745962"/>
                    <a:gd name="connsiteX21" fmla="*/ 335324 w 547039"/>
                    <a:gd name="connsiteY21" fmla="*/ 253268 h 745962"/>
                    <a:gd name="connsiteX22" fmla="*/ 359692 w 547039"/>
                    <a:gd name="connsiteY22" fmla="*/ 284599 h 745962"/>
                    <a:gd name="connsiteX23" fmla="*/ 377595 w 547039"/>
                    <a:gd name="connsiteY23" fmla="*/ 318416 h 745962"/>
                    <a:gd name="connsiteX24" fmla="*/ 388039 w 547039"/>
                    <a:gd name="connsiteY24" fmla="*/ 355216 h 745962"/>
                    <a:gd name="connsiteX25" fmla="*/ 391520 w 547039"/>
                    <a:gd name="connsiteY25" fmla="*/ 393509 h 745962"/>
                    <a:gd name="connsiteX26" fmla="*/ 378093 w 547039"/>
                    <a:gd name="connsiteY26" fmla="*/ 468603 h 745962"/>
                    <a:gd name="connsiteX27" fmla="*/ 360687 w 547039"/>
                    <a:gd name="connsiteY27" fmla="*/ 502917 h 745962"/>
                    <a:gd name="connsiteX28" fmla="*/ 337313 w 547039"/>
                    <a:gd name="connsiteY28" fmla="*/ 533253 h 745962"/>
                    <a:gd name="connsiteX29" fmla="*/ 307972 w 547039"/>
                    <a:gd name="connsiteY29" fmla="*/ 558616 h 745962"/>
                    <a:gd name="connsiteX30" fmla="*/ 274653 w 547039"/>
                    <a:gd name="connsiteY30" fmla="*/ 577513 h 745962"/>
                    <a:gd name="connsiteX31" fmla="*/ 200554 w 547039"/>
                    <a:gd name="connsiteY31" fmla="*/ 595914 h 745962"/>
                    <a:gd name="connsiteX32" fmla="*/ 194088 w 547039"/>
                    <a:gd name="connsiteY32" fmla="*/ 595914 h 745962"/>
                    <a:gd name="connsiteX33" fmla="*/ 194088 w 547039"/>
                    <a:gd name="connsiteY33" fmla="*/ 490982 h 745962"/>
                    <a:gd name="connsiteX34" fmla="*/ 194088 w 547039"/>
                    <a:gd name="connsiteY34" fmla="*/ 391520 h 745962"/>
                    <a:gd name="connsiteX35" fmla="*/ 194088 w 547039"/>
                    <a:gd name="connsiteY35" fmla="*/ 292058 h 745962"/>
                    <a:gd name="connsiteX36" fmla="*/ 200056 w 547039"/>
                    <a:gd name="connsiteY36" fmla="*/ 194088 h 74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47039" h="745962">
                      <a:moveTo>
                        <a:pt x="200056" y="194088"/>
                      </a:moveTo>
                      <a:cubicBezTo>
                        <a:pt x="200056" y="226911"/>
                        <a:pt x="200056" y="259733"/>
                        <a:pt x="202543" y="293550"/>
                      </a:cubicBezTo>
                      <a:cubicBezTo>
                        <a:pt x="205029" y="327367"/>
                        <a:pt x="202543" y="359195"/>
                        <a:pt x="202543" y="393012"/>
                      </a:cubicBezTo>
                      <a:cubicBezTo>
                        <a:pt x="202543" y="426829"/>
                        <a:pt x="202543" y="458159"/>
                        <a:pt x="202543" y="492474"/>
                      </a:cubicBezTo>
                      <a:lnTo>
                        <a:pt x="202543" y="591935"/>
                      </a:lnTo>
                      <a:lnTo>
                        <a:pt x="199559" y="582984"/>
                      </a:lnTo>
                      <a:cubicBezTo>
                        <a:pt x="223788" y="581092"/>
                        <a:pt x="247509" y="575035"/>
                        <a:pt x="269679" y="565081"/>
                      </a:cubicBezTo>
                      <a:cubicBezTo>
                        <a:pt x="291591" y="555047"/>
                        <a:pt x="311351" y="540860"/>
                        <a:pt x="327864" y="523307"/>
                      </a:cubicBezTo>
                      <a:cubicBezTo>
                        <a:pt x="336291" y="514534"/>
                        <a:pt x="343945" y="505050"/>
                        <a:pt x="350741" y="494960"/>
                      </a:cubicBezTo>
                      <a:cubicBezTo>
                        <a:pt x="357288" y="484942"/>
                        <a:pt x="362787" y="474276"/>
                        <a:pt x="367152" y="463133"/>
                      </a:cubicBezTo>
                      <a:cubicBezTo>
                        <a:pt x="375805" y="440583"/>
                        <a:pt x="380353" y="416667"/>
                        <a:pt x="380579" y="392515"/>
                      </a:cubicBezTo>
                      <a:cubicBezTo>
                        <a:pt x="380510" y="380373"/>
                        <a:pt x="379680" y="368248"/>
                        <a:pt x="378093" y="356211"/>
                      </a:cubicBezTo>
                      <a:cubicBezTo>
                        <a:pt x="376168" y="344198"/>
                        <a:pt x="373172" y="332381"/>
                        <a:pt x="369141" y="320902"/>
                      </a:cubicBezTo>
                      <a:cubicBezTo>
                        <a:pt x="364881" y="309397"/>
                        <a:pt x="359378" y="298391"/>
                        <a:pt x="352730" y="288080"/>
                      </a:cubicBezTo>
                      <a:cubicBezTo>
                        <a:pt x="346145" y="277972"/>
                        <a:pt x="338655" y="268484"/>
                        <a:pt x="330351" y="259733"/>
                      </a:cubicBezTo>
                      <a:cubicBezTo>
                        <a:pt x="321777" y="250834"/>
                        <a:pt x="312461" y="242681"/>
                        <a:pt x="302502" y="235365"/>
                      </a:cubicBezTo>
                      <a:cubicBezTo>
                        <a:pt x="292843" y="227849"/>
                        <a:pt x="282326" y="221505"/>
                        <a:pt x="271171" y="216468"/>
                      </a:cubicBezTo>
                      <a:cubicBezTo>
                        <a:pt x="248725" y="205476"/>
                        <a:pt x="224751" y="197932"/>
                        <a:pt x="200056" y="194089"/>
                      </a:cubicBezTo>
                      <a:close/>
                      <a:moveTo>
                        <a:pt x="200056" y="194088"/>
                      </a:moveTo>
                      <a:cubicBezTo>
                        <a:pt x="225024" y="195690"/>
                        <a:pt x="249557" y="201403"/>
                        <a:pt x="272663" y="210997"/>
                      </a:cubicBezTo>
                      <a:cubicBezTo>
                        <a:pt x="284325" y="215868"/>
                        <a:pt x="295485" y="221864"/>
                        <a:pt x="305983" y="228900"/>
                      </a:cubicBezTo>
                      <a:cubicBezTo>
                        <a:pt x="316418" y="236201"/>
                        <a:pt x="326231" y="244351"/>
                        <a:pt x="335324" y="253268"/>
                      </a:cubicBezTo>
                      <a:cubicBezTo>
                        <a:pt x="344508" y="262842"/>
                        <a:pt x="352674" y="273341"/>
                        <a:pt x="359692" y="284599"/>
                      </a:cubicBezTo>
                      <a:cubicBezTo>
                        <a:pt x="366920" y="295157"/>
                        <a:pt x="372927" y="306502"/>
                        <a:pt x="377595" y="318416"/>
                      </a:cubicBezTo>
                      <a:cubicBezTo>
                        <a:pt x="382512" y="330229"/>
                        <a:pt x="386018" y="342581"/>
                        <a:pt x="388039" y="355216"/>
                      </a:cubicBezTo>
                      <a:cubicBezTo>
                        <a:pt x="390452" y="367836"/>
                        <a:pt x="391618" y="380662"/>
                        <a:pt x="391520" y="393509"/>
                      </a:cubicBezTo>
                      <a:cubicBezTo>
                        <a:pt x="391796" y="419161"/>
                        <a:pt x="387241" y="444636"/>
                        <a:pt x="378093" y="468603"/>
                      </a:cubicBezTo>
                      <a:cubicBezTo>
                        <a:pt x="373496" y="480613"/>
                        <a:pt x="367663" y="492113"/>
                        <a:pt x="360687" y="502917"/>
                      </a:cubicBezTo>
                      <a:cubicBezTo>
                        <a:pt x="353614" y="513563"/>
                        <a:pt x="345804" y="523700"/>
                        <a:pt x="337313" y="533253"/>
                      </a:cubicBezTo>
                      <a:cubicBezTo>
                        <a:pt x="328237" y="542489"/>
                        <a:pt x="318424" y="550971"/>
                        <a:pt x="307972" y="558616"/>
                      </a:cubicBezTo>
                      <a:cubicBezTo>
                        <a:pt x="297683" y="566259"/>
                        <a:pt x="286492" y="572605"/>
                        <a:pt x="274653" y="577513"/>
                      </a:cubicBezTo>
                      <a:cubicBezTo>
                        <a:pt x="251257" y="588042"/>
                        <a:pt x="226157" y="594275"/>
                        <a:pt x="200554" y="595914"/>
                      </a:cubicBezTo>
                      <a:lnTo>
                        <a:pt x="194088" y="595914"/>
                      </a:lnTo>
                      <a:lnTo>
                        <a:pt x="194088" y="490982"/>
                      </a:lnTo>
                      <a:cubicBezTo>
                        <a:pt x="194088" y="458159"/>
                        <a:pt x="194088" y="425337"/>
                        <a:pt x="194088" y="391520"/>
                      </a:cubicBezTo>
                      <a:cubicBezTo>
                        <a:pt x="194088" y="357703"/>
                        <a:pt x="194088" y="325875"/>
                        <a:pt x="194088" y="292058"/>
                      </a:cubicBezTo>
                      <a:cubicBezTo>
                        <a:pt x="194088" y="258241"/>
                        <a:pt x="199062" y="226911"/>
                        <a:pt x="200056" y="194088"/>
                      </a:cubicBezTo>
                      <a:close/>
                    </a:path>
                  </a:pathLst>
                </a:custGeom>
                <a:grpFill/>
                <a:ln w="4956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4B279DCC-04FD-4B3E-AD36-2D1929F85BB9}"/>
                    </a:ext>
                  </a:extLst>
                </p:cNvPr>
                <p:cNvSpPr/>
                <p:nvPr/>
              </p:nvSpPr>
              <p:spPr>
                <a:xfrm>
                  <a:off x="8527951" y="2805503"/>
                  <a:ext cx="696232" cy="944886"/>
                </a:xfrm>
                <a:custGeom>
                  <a:avLst/>
                  <a:gdLst>
                    <a:gd name="connsiteX0" fmla="*/ 194088 w 696231"/>
                    <a:gd name="connsiteY0" fmla="*/ 784427 h 944886"/>
                    <a:gd name="connsiteX1" fmla="*/ 194088 w 696231"/>
                    <a:gd name="connsiteY1" fmla="*/ 194122 h 944886"/>
                    <a:gd name="connsiteX2" fmla="*/ 233873 w 696231"/>
                    <a:gd name="connsiteY2" fmla="*/ 194122 h 944886"/>
                    <a:gd name="connsiteX3" fmla="*/ 401466 w 696231"/>
                    <a:gd name="connsiteY3" fmla="*/ 243853 h 944886"/>
                    <a:gd name="connsiteX4" fmla="*/ 530766 w 696231"/>
                    <a:gd name="connsiteY4" fmla="*/ 486539 h 944886"/>
                    <a:gd name="connsiteX5" fmla="*/ 442245 w 696231"/>
                    <a:gd name="connsiteY5" fmla="*/ 697895 h 944886"/>
                    <a:gd name="connsiteX6" fmla="*/ 230392 w 696231"/>
                    <a:gd name="connsiteY6" fmla="*/ 784924 h 944886"/>
                    <a:gd name="connsiteX7" fmla="*/ 237354 w 696231"/>
                    <a:gd name="connsiteY7" fmla="*/ 234404 h 944886"/>
                    <a:gd name="connsiteX8" fmla="*/ 237354 w 696231"/>
                    <a:gd name="connsiteY8" fmla="*/ 740167 h 944886"/>
                    <a:gd name="connsiteX9" fmla="*/ 386547 w 696231"/>
                    <a:gd name="connsiteY9" fmla="*/ 690436 h 944886"/>
                    <a:gd name="connsiteX10" fmla="*/ 486009 w 696231"/>
                    <a:gd name="connsiteY10" fmla="*/ 485545 h 944886"/>
                    <a:gd name="connsiteX11" fmla="*/ 386547 w 696231"/>
                    <a:gd name="connsiteY11" fmla="*/ 286621 h 944886"/>
                    <a:gd name="connsiteX12" fmla="*/ 315929 w 696231"/>
                    <a:gd name="connsiteY12" fmla="*/ 246339 h 944886"/>
                    <a:gd name="connsiteX13" fmla="*/ 237354 w 696231"/>
                    <a:gd name="connsiteY13" fmla="*/ 234404 h 94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6231" h="944886">
                      <a:moveTo>
                        <a:pt x="194088" y="784427"/>
                      </a:moveTo>
                      <a:lnTo>
                        <a:pt x="194088" y="194122"/>
                      </a:lnTo>
                      <a:lnTo>
                        <a:pt x="233873" y="194122"/>
                      </a:lnTo>
                      <a:cubicBezTo>
                        <a:pt x="293502" y="193222"/>
                        <a:pt x="351980" y="210574"/>
                        <a:pt x="401466" y="243853"/>
                      </a:cubicBezTo>
                      <a:cubicBezTo>
                        <a:pt x="484059" y="296554"/>
                        <a:pt x="533096" y="388593"/>
                        <a:pt x="530766" y="486539"/>
                      </a:cubicBezTo>
                      <a:cubicBezTo>
                        <a:pt x="532072" y="566262"/>
                        <a:pt x="499975" y="642898"/>
                        <a:pt x="442245" y="697895"/>
                      </a:cubicBezTo>
                      <a:cubicBezTo>
                        <a:pt x="386564" y="754750"/>
                        <a:pt x="309961" y="786219"/>
                        <a:pt x="230392" y="784924"/>
                      </a:cubicBezTo>
                      <a:close/>
                      <a:moveTo>
                        <a:pt x="237354" y="234404"/>
                      </a:moveTo>
                      <a:lnTo>
                        <a:pt x="237354" y="740167"/>
                      </a:lnTo>
                      <a:cubicBezTo>
                        <a:pt x="291156" y="740167"/>
                        <a:pt x="343506" y="722717"/>
                        <a:pt x="386547" y="690436"/>
                      </a:cubicBezTo>
                      <a:cubicBezTo>
                        <a:pt x="450869" y="642230"/>
                        <a:pt x="487921" y="565903"/>
                        <a:pt x="486009" y="485545"/>
                      </a:cubicBezTo>
                      <a:cubicBezTo>
                        <a:pt x="488274" y="406761"/>
                        <a:pt x="450933" y="332079"/>
                        <a:pt x="386547" y="286621"/>
                      </a:cubicBezTo>
                      <a:cubicBezTo>
                        <a:pt x="365180" y="269701"/>
                        <a:pt x="341370" y="256119"/>
                        <a:pt x="315929" y="246339"/>
                      </a:cubicBezTo>
                      <a:cubicBezTo>
                        <a:pt x="290595" y="237970"/>
                        <a:pt x="264031" y="233935"/>
                        <a:pt x="237354" y="234404"/>
                      </a:cubicBezTo>
                      <a:close/>
                    </a:path>
                  </a:pathLst>
                </a:custGeom>
                <a:grpFill/>
                <a:ln w="4956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49F1267E-E561-4308-BE41-B95D53EE02A1}"/>
                    </a:ext>
                  </a:extLst>
                </p:cNvPr>
                <p:cNvSpPr/>
                <p:nvPr/>
              </p:nvSpPr>
              <p:spPr>
                <a:xfrm>
                  <a:off x="8527454" y="2796584"/>
                  <a:ext cx="696232" cy="944886"/>
                </a:xfrm>
                <a:custGeom>
                  <a:avLst/>
                  <a:gdLst>
                    <a:gd name="connsiteX0" fmla="*/ 194586 w 696231"/>
                    <a:gd name="connsiteY0" fmla="*/ 793345 h 944886"/>
                    <a:gd name="connsiteX1" fmla="*/ 194586 w 696231"/>
                    <a:gd name="connsiteY1" fmla="*/ 644153 h 944886"/>
                    <a:gd name="connsiteX2" fmla="*/ 194586 w 696231"/>
                    <a:gd name="connsiteY2" fmla="*/ 570551 h 944886"/>
                    <a:gd name="connsiteX3" fmla="*/ 194586 w 696231"/>
                    <a:gd name="connsiteY3" fmla="*/ 496452 h 944886"/>
                    <a:gd name="connsiteX4" fmla="*/ 194586 w 696231"/>
                    <a:gd name="connsiteY4" fmla="*/ 347260 h 944886"/>
                    <a:gd name="connsiteX5" fmla="*/ 194586 w 696231"/>
                    <a:gd name="connsiteY5" fmla="*/ 194088 h 944886"/>
                    <a:gd name="connsiteX6" fmla="*/ 200553 w 696231"/>
                    <a:gd name="connsiteY6" fmla="*/ 194088 h 944886"/>
                    <a:gd name="connsiteX7" fmla="*/ 264209 w 696231"/>
                    <a:gd name="connsiteY7" fmla="*/ 194088 h 944886"/>
                    <a:gd name="connsiteX8" fmla="*/ 327864 w 696231"/>
                    <a:gd name="connsiteY8" fmla="*/ 204532 h 944886"/>
                    <a:gd name="connsiteX9" fmla="*/ 387541 w 696231"/>
                    <a:gd name="connsiteY9" fmla="*/ 228900 h 944886"/>
                    <a:gd name="connsiteX10" fmla="*/ 414893 w 696231"/>
                    <a:gd name="connsiteY10" fmla="*/ 246306 h 944886"/>
                    <a:gd name="connsiteX11" fmla="*/ 427823 w 696231"/>
                    <a:gd name="connsiteY11" fmla="*/ 255257 h 944886"/>
                    <a:gd name="connsiteX12" fmla="*/ 440256 w 696231"/>
                    <a:gd name="connsiteY12" fmla="*/ 265701 h 944886"/>
                    <a:gd name="connsiteX13" fmla="*/ 517836 w 696231"/>
                    <a:gd name="connsiteY13" fmla="*/ 367649 h 944886"/>
                    <a:gd name="connsiteX14" fmla="*/ 531263 w 696231"/>
                    <a:gd name="connsiteY14" fmla="*/ 434289 h 944886"/>
                    <a:gd name="connsiteX15" fmla="*/ 536734 w 696231"/>
                    <a:gd name="connsiteY15" fmla="*/ 497944 h 944886"/>
                    <a:gd name="connsiteX16" fmla="*/ 536734 w 696231"/>
                    <a:gd name="connsiteY16" fmla="*/ 513858 h 944886"/>
                    <a:gd name="connsiteX17" fmla="*/ 536734 w 696231"/>
                    <a:gd name="connsiteY17" fmla="*/ 530269 h 944886"/>
                    <a:gd name="connsiteX18" fmla="*/ 531761 w 696231"/>
                    <a:gd name="connsiteY18" fmla="*/ 562097 h 944886"/>
                    <a:gd name="connsiteX19" fmla="*/ 511371 w 696231"/>
                    <a:gd name="connsiteY19" fmla="*/ 622769 h 944886"/>
                    <a:gd name="connsiteX20" fmla="*/ 477554 w 696231"/>
                    <a:gd name="connsiteY20" fmla="*/ 676975 h 944886"/>
                    <a:gd name="connsiteX21" fmla="*/ 433294 w 696231"/>
                    <a:gd name="connsiteY21" fmla="*/ 723225 h 944886"/>
                    <a:gd name="connsiteX22" fmla="*/ 383563 w 696231"/>
                    <a:gd name="connsiteY22" fmla="*/ 760026 h 944886"/>
                    <a:gd name="connsiteX23" fmla="*/ 324880 w 696231"/>
                    <a:gd name="connsiteY23" fmla="*/ 784394 h 944886"/>
                    <a:gd name="connsiteX24" fmla="*/ 262220 w 696231"/>
                    <a:gd name="connsiteY24" fmla="*/ 794837 h 944886"/>
                    <a:gd name="connsiteX25" fmla="*/ 194586 w 696231"/>
                    <a:gd name="connsiteY25" fmla="*/ 793345 h 944886"/>
                    <a:gd name="connsiteX26" fmla="*/ 194586 w 696231"/>
                    <a:gd name="connsiteY26" fmla="*/ 793345 h 944886"/>
                    <a:gd name="connsiteX27" fmla="*/ 257744 w 696231"/>
                    <a:gd name="connsiteY27" fmla="*/ 793345 h 944886"/>
                    <a:gd name="connsiteX28" fmla="*/ 319410 w 696231"/>
                    <a:gd name="connsiteY28" fmla="*/ 780913 h 944886"/>
                    <a:gd name="connsiteX29" fmla="*/ 426332 w 696231"/>
                    <a:gd name="connsiteY29" fmla="*/ 718252 h 944886"/>
                    <a:gd name="connsiteX30" fmla="*/ 468603 w 696231"/>
                    <a:gd name="connsiteY30" fmla="*/ 672499 h 944886"/>
                    <a:gd name="connsiteX31" fmla="*/ 500431 w 696231"/>
                    <a:gd name="connsiteY31" fmla="*/ 619287 h 944886"/>
                    <a:gd name="connsiteX32" fmla="*/ 519328 w 696231"/>
                    <a:gd name="connsiteY32" fmla="*/ 560108 h 944886"/>
                    <a:gd name="connsiteX33" fmla="*/ 523804 w 696231"/>
                    <a:gd name="connsiteY33" fmla="*/ 529274 h 944886"/>
                    <a:gd name="connsiteX34" fmla="*/ 523804 w 696231"/>
                    <a:gd name="connsiteY34" fmla="*/ 514355 h 944886"/>
                    <a:gd name="connsiteX35" fmla="*/ 523804 w 696231"/>
                    <a:gd name="connsiteY35" fmla="*/ 498441 h 944886"/>
                    <a:gd name="connsiteX36" fmla="*/ 519826 w 696231"/>
                    <a:gd name="connsiteY36" fmla="*/ 434289 h 944886"/>
                    <a:gd name="connsiteX37" fmla="*/ 500928 w 696231"/>
                    <a:gd name="connsiteY37" fmla="*/ 375606 h 944886"/>
                    <a:gd name="connsiteX38" fmla="*/ 426331 w 696231"/>
                    <a:gd name="connsiteY38" fmla="*/ 278631 h 944886"/>
                    <a:gd name="connsiteX39" fmla="*/ 413899 w 696231"/>
                    <a:gd name="connsiteY39" fmla="*/ 268685 h 944886"/>
                    <a:gd name="connsiteX40" fmla="*/ 401466 w 696231"/>
                    <a:gd name="connsiteY40" fmla="*/ 259733 h 944886"/>
                    <a:gd name="connsiteX41" fmla="*/ 375109 w 696231"/>
                    <a:gd name="connsiteY41" fmla="*/ 243322 h 944886"/>
                    <a:gd name="connsiteX42" fmla="*/ 318416 w 696231"/>
                    <a:gd name="connsiteY42" fmla="*/ 219949 h 944886"/>
                    <a:gd name="connsiteX43" fmla="*/ 256749 w 696231"/>
                    <a:gd name="connsiteY43" fmla="*/ 209505 h 944886"/>
                    <a:gd name="connsiteX44" fmla="*/ 194088 w 696231"/>
                    <a:gd name="connsiteY44" fmla="*/ 209505 h 944886"/>
                    <a:gd name="connsiteX45" fmla="*/ 200056 w 696231"/>
                    <a:gd name="connsiteY45" fmla="*/ 204035 h 944886"/>
                    <a:gd name="connsiteX46" fmla="*/ 200056 w 696231"/>
                    <a:gd name="connsiteY46" fmla="*/ 353227 h 944886"/>
                    <a:gd name="connsiteX47" fmla="*/ 200056 w 696231"/>
                    <a:gd name="connsiteY47" fmla="*/ 502420 h 944886"/>
                    <a:gd name="connsiteX48" fmla="*/ 200056 w 696231"/>
                    <a:gd name="connsiteY48" fmla="*/ 576519 h 944886"/>
                    <a:gd name="connsiteX49" fmla="*/ 200056 w 696231"/>
                    <a:gd name="connsiteY49" fmla="*/ 650120 h 944886"/>
                    <a:gd name="connsiteX50" fmla="*/ 194586 w 696231"/>
                    <a:gd name="connsiteY50" fmla="*/ 793345 h 94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96231" h="944886">
                      <a:moveTo>
                        <a:pt x="194586" y="793345"/>
                      </a:moveTo>
                      <a:cubicBezTo>
                        <a:pt x="194586" y="743615"/>
                        <a:pt x="194586" y="693884"/>
                        <a:pt x="194586" y="644153"/>
                      </a:cubicBezTo>
                      <a:lnTo>
                        <a:pt x="194586" y="570551"/>
                      </a:lnTo>
                      <a:lnTo>
                        <a:pt x="194586" y="496452"/>
                      </a:lnTo>
                      <a:lnTo>
                        <a:pt x="194586" y="347260"/>
                      </a:lnTo>
                      <a:lnTo>
                        <a:pt x="194586" y="194088"/>
                      </a:lnTo>
                      <a:lnTo>
                        <a:pt x="200553" y="194088"/>
                      </a:lnTo>
                      <a:cubicBezTo>
                        <a:pt x="221440" y="194088"/>
                        <a:pt x="242327" y="194088"/>
                        <a:pt x="264209" y="194088"/>
                      </a:cubicBezTo>
                      <a:cubicBezTo>
                        <a:pt x="285705" y="195592"/>
                        <a:pt x="307015" y="199088"/>
                        <a:pt x="327864" y="204532"/>
                      </a:cubicBezTo>
                      <a:cubicBezTo>
                        <a:pt x="348587" y="210450"/>
                        <a:pt x="368599" y="218621"/>
                        <a:pt x="387541" y="228900"/>
                      </a:cubicBezTo>
                      <a:cubicBezTo>
                        <a:pt x="397057" y="234051"/>
                        <a:pt x="406197" y="239867"/>
                        <a:pt x="414893" y="246306"/>
                      </a:cubicBezTo>
                      <a:lnTo>
                        <a:pt x="427823" y="255257"/>
                      </a:lnTo>
                      <a:lnTo>
                        <a:pt x="440256" y="265701"/>
                      </a:lnTo>
                      <a:cubicBezTo>
                        <a:pt x="473531" y="293343"/>
                        <a:pt x="500064" y="328210"/>
                        <a:pt x="517836" y="367649"/>
                      </a:cubicBezTo>
                      <a:cubicBezTo>
                        <a:pt x="525192" y="389184"/>
                        <a:pt x="529706" y="411586"/>
                        <a:pt x="531263" y="434289"/>
                      </a:cubicBezTo>
                      <a:cubicBezTo>
                        <a:pt x="535080" y="455288"/>
                        <a:pt x="536911" y="476601"/>
                        <a:pt x="536734" y="497944"/>
                      </a:cubicBezTo>
                      <a:cubicBezTo>
                        <a:pt x="536734" y="503414"/>
                        <a:pt x="536734" y="508388"/>
                        <a:pt x="536734" y="513858"/>
                      </a:cubicBezTo>
                      <a:cubicBezTo>
                        <a:pt x="536734" y="519328"/>
                        <a:pt x="536734" y="524799"/>
                        <a:pt x="536734" y="530269"/>
                      </a:cubicBezTo>
                      <a:cubicBezTo>
                        <a:pt x="535766" y="540975"/>
                        <a:pt x="534104" y="551606"/>
                        <a:pt x="531761" y="562097"/>
                      </a:cubicBezTo>
                      <a:cubicBezTo>
                        <a:pt x="527220" y="583010"/>
                        <a:pt x="520382" y="603358"/>
                        <a:pt x="511371" y="622769"/>
                      </a:cubicBezTo>
                      <a:cubicBezTo>
                        <a:pt x="502239" y="642088"/>
                        <a:pt x="490890" y="660279"/>
                        <a:pt x="477554" y="676975"/>
                      </a:cubicBezTo>
                      <a:cubicBezTo>
                        <a:pt x="464502" y="693934"/>
                        <a:pt x="449663" y="709440"/>
                        <a:pt x="433294" y="723225"/>
                      </a:cubicBezTo>
                      <a:cubicBezTo>
                        <a:pt x="418277" y="737471"/>
                        <a:pt x="401577" y="749830"/>
                        <a:pt x="383563" y="760026"/>
                      </a:cubicBezTo>
                      <a:cubicBezTo>
                        <a:pt x="365005" y="770380"/>
                        <a:pt x="345314" y="778557"/>
                        <a:pt x="324880" y="784394"/>
                      </a:cubicBezTo>
                      <a:cubicBezTo>
                        <a:pt x="304484" y="790360"/>
                        <a:pt x="283448" y="793866"/>
                        <a:pt x="262220" y="794837"/>
                      </a:cubicBezTo>
                      <a:cubicBezTo>
                        <a:pt x="236857" y="794837"/>
                        <a:pt x="215473" y="793843"/>
                        <a:pt x="194586" y="793345"/>
                      </a:cubicBezTo>
                      <a:close/>
                      <a:moveTo>
                        <a:pt x="194586" y="793345"/>
                      </a:moveTo>
                      <a:cubicBezTo>
                        <a:pt x="215473" y="793345"/>
                        <a:pt x="236857" y="793345"/>
                        <a:pt x="257744" y="793345"/>
                      </a:cubicBezTo>
                      <a:cubicBezTo>
                        <a:pt x="278684" y="791412"/>
                        <a:pt x="299357" y="787244"/>
                        <a:pt x="319410" y="780913"/>
                      </a:cubicBezTo>
                      <a:cubicBezTo>
                        <a:pt x="359144" y="767962"/>
                        <a:pt x="395614" y="746588"/>
                        <a:pt x="426332" y="718252"/>
                      </a:cubicBezTo>
                      <a:cubicBezTo>
                        <a:pt x="442063" y="704603"/>
                        <a:pt x="456239" y="689259"/>
                        <a:pt x="468603" y="672499"/>
                      </a:cubicBezTo>
                      <a:cubicBezTo>
                        <a:pt x="481369" y="656145"/>
                        <a:pt x="492060" y="638271"/>
                        <a:pt x="500431" y="619287"/>
                      </a:cubicBezTo>
                      <a:cubicBezTo>
                        <a:pt x="508957" y="600342"/>
                        <a:pt x="515297" y="580488"/>
                        <a:pt x="519328" y="560108"/>
                      </a:cubicBezTo>
                      <a:cubicBezTo>
                        <a:pt x="521341" y="549912"/>
                        <a:pt x="522835" y="539621"/>
                        <a:pt x="523804" y="529274"/>
                      </a:cubicBezTo>
                      <a:cubicBezTo>
                        <a:pt x="523804" y="524301"/>
                        <a:pt x="523804" y="519328"/>
                        <a:pt x="523804" y="514355"/>
                      </a:cubicBezTo>
                      <a:cubicBezTo>
                        <a:pt x="523804" y="509382"/>
                        <a:pt x="523804" y="503414"/>
                        <a:pt x="523804" y="498441"/>
                      </a:cubicBezTo>
                      <a:cubicBezTo>
                        <a:pt x="524346" y="476982"/>
                        <a:pt x="523015" y="455516"/>
                        <a:pt x="519826" y="434289"/>
                      </a:cubicBezTo>
                      <a:cubicBezTo>
                        <a:pt x="515866" y="414050"/>
                        <a:pt x="509522" y="394352"/>
                        <a:pt x="500928" y="375606"/>
                      </a:cubicBezTo>
                      <a:cubicBezTo>
                        <a:pt x="483674" y="338081"/>
                        <a:pt x="458176" y="304933"/>
                        <a:pt x="426331" y="278631"/>
                      </a:cubicBezTo>
                      <a:lnTo>
                        <a:pt x="413899" y="268685"/>
                      </a:lnTo>
                      <a:lnTo>
                        <a:pt x="401466" y="259733"/>
                      </a:lnTo>
                      <a:cubicBezTo>
                        <a:pt x="392979" y="253797"/>
                        <a:pt x="384181" y="248319"/>
                        <a:pt x="375109" y="243322"/>
                      </a:cubicBezTo>
                      <a:cubicBezTo>
                        <a:pt x="357211" y="233297"/>
                        <a:pt x="338178" y="225450"/>
                        <a:pt x="318416" y="219949"/>
                      </a:cubicBezTo>
                      <a:cubicBezTo>
                        <a:pt x="298311" y="214191"/>
                        <a:pt x="277628" y="210689"/>
                        <a:pt x="256749" y="209505"/>
                      </a:cubicBezTo>
                      <a:cubicBezTo>
                        <a:pt x="236360" y="209505"/>
                        <a:pt x="214975" y="209505"/>
                        <a:pt x="194088" y="209505"/>
                      </a:cubicBezTo>
                      <a:lnTo>
                        <a:pt x="200056" y="204035"/>
                      </a:lnTo>
                      <a:lnTo>
                        <a:pt x="200056" y="353227"/>
                      </a:lnTo>
                      <a:lnTo>
                        <a:pt x="200056" y="502420"/>
                      </a:lnTo>
                      <a:lnTo>
                        <a:pt x="200056" y="576519"/>
                      </a:lnTo>
                      <a:lnTo>
                        <a:pt x="200056" y="650120"/>
                      </a:lnTo>
                      <a:cubicBezTo>
                        <a:pt x="196078" y="694878"/>
                        <a:pt x="195580" y="744112"/>
                        <a:pt x="194586" y="793345"/>
                      </a:cubicBezTo>
                      <a:close/>
                    </a:path>
                  </a:pathLst>
                </a:custGeom>
                <a:grpFill/>
                <a:ln w="4956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AF130C40-405F-487B-B329-9A53132A2041}"/>
                    </a:ext>
                  </a:extLst>
                </p:cNvPr>
                <p:cNvSpPr/>
                <p:nvPr/>
              </p:nvSpPr>
              <p:spPr>
                <a:xfrm>
                  <a:off x="8565249" y="2845538"/>
                  <a:ext cx="646501" cy="895155"/>
                </a:xfrm>
                <a:custGeom>
                  <a:avLst/>
                  <a:gdLst>
                    <a:gd name="connsiteX0" fmla="*/ 200056 w 646501"/>
                    <a:gd name="connsiteY0" fmla="*/ 194368 h 895155"/>
                    <a:gd name="connsiteX1" fmla="*/ 202543 w 646501"/>
                    <a:gd name="connsiteY1" fmla="*/ 321182 h 895155"/>
                    <a:gd name="connsiteX2" fmla="*/ 202543 w 646501"/>
                    <a:gd name="connsiteY2" fmla="*/ 447498 h 895155"/>
                    <a:gd name="connsiteX3" fmla="*/ 202543 w 646501"/>
                    <a:gd name="connsiteY3" fmla="*/ 573814 h 895155"/>
                    <a:gd name="connsiteX4" fmla="*/ 202543 w 646501"/>
                    <a:gd name="connsiteY4" fmla="*/ 700131 h 895155"/>
                    <a:gd name="connsiteX5" fmla="*/ 196575 w 646501"/>
                    <a:gd name="connsiteY5" fmla="*/ 694163 h 895155"/>
                    <a:gd name="connsiteX6" fmla="*/ 246306 w 646501"/>
                    <a:gd name="connsiteY6" fmla="*/ 688693 h 895155"/>
                    <a:gd name="connsiteX7" fmla="*/ 292058 w 646501"/>
                    <a:gd name="connsiteY7" fmla="*/ 674271 h 895155"/>
                    <a:gd name="connsiteX8" fmla="*/ 334329 w 646501"/>
                    <a:gd name="connsiteY8" fmla="*/ 650897 h 895155"/>
                    <a:gd name="connsiteX9" fmla="*/ 343778 w 646501"/>
                    <a:gd name="connsiteY9" fmla="*/ 643935 h 895155"/>
                    <a:gd name="connsiteX10" fmla="*/ 353227 w 646501"/>
                    <a:gd name="connsiteY10" fmla="*/ 635978 h 895155"/>
                    <a:gd name="connsiteX11" fmla="*/ 371130 w 646501"/>
                    <a:gd name="connsiteY11" fmla="*/ 620064 h 895155"/>
                    <a:gd name="connsiteX12" fmla="*/ 401963 w 646501"/>
                    <a:gd name="connsiteY12" fmla="*/ 583263 h 895155"/>
                    <a:gd name="connsiteX13" fmla="*/ 424840 w 646501"/>
                    <a:gd name="connsiteY13" fmla="*/ 540992 h 895155"/>
                    <a:gd name="connsiteX14" fmla="*/ 438267 w 646501"/>
                    <a:gd name="connsiteY14" fmla="*/ 494742 h 895155"/>
                    <a:gd name="connsiteX15" fmla="*/ 442743 w 646501"/>
                    <a:gd name="connsiteY15" fmla="*/ 445012 h 895155"/>
                    <a:gd name="connsiteX16" fmla="*/ 439262 w 646501"/>
                    <a:gd name="connsiteY16" fmla="*/ 395281 h 895155"/>
                    <a:gd name="connsiteX17" fmla="*/ 426332 w 646501"/>
                    <a:gd name="connsiteY17" fmla="*/ 348534 h 895155"/>
                    <a:gd name="connsiteX18" fmla="*/ 403953 w 646501"/>
                    <a:gd name="connsiteY18" fmla="*/ 305765 h 895155"/>
                    <a:gd name="connsiteX19" fmla="*/ 372622 w 646501"/>
                    <a:gd name="connsiteY19" fmla="*/ 268467 h 895155"/>
                    <a:gd name="connsiteX20" fmla="*/ 335324 w 646501"/>
                    <a:gd name="connsiteY20" fmla="*/ 237137 h 895155"/>
                    <a:gd name="connsiteX21" fmla="*/ 294047 w 646501"/>
                    <a:gd name="connsiteY21" fmla="*/ 211774 h 895155"/>
                    <a:gd name="connsiteX22" fmla="*/ 247798 w 646501"/>
                    <a:gd name="connsiteY22" fmla="*/ 195860 h 895155"/>
                    <a:gd name="connsiteX23" fmla="*/ 200056 w 646501"/>
                    <a:gd name="connsiteY23" fmla="*/ 194368 h 895155"/>
                    <a:gd name="connsiteX24" fmla="*/ 200056 w 646501"/>
                    <a:gd name="connsiteY24" fmla="*/ 194368 h 895155"/>
                    <a:gd name="connsiteX25" fmla="*/ 249787 w 646501"/>
                    <a:gd name="connsiteY25" fmla="*/ 197352 h 895155"/>
                    <a:gd name="connsiteX26" fmla="*/ 299518 w 646501"/>
                    <a:gd name="connsiteY26" fmla="*/ 211277 h 895155"/>
                    <a:gd name="connsiteX27" fmla="*/ 342784 w 646501"/>
                    <a:gd name="connsiteY27" fmla="*/ 236142 h 895155"/>
                    <a:gd name="connsiteX28" fmla="*/ 381574 w 646501"/>
                    <a:gd name="connsiteY28" fmla="*/ 266975 h 895155"/>
                    <a:gd name="connsiteX29" fmla="*/ 414893 w 646501"/>
                    <a:gd name="connsiteY29" fmla="*/ 304771 h 895155"/>
                    <a:gd name="connsiteX30" fmla="*/ 439261 w 646501"/>
                    <a:gd name="connsiteY30" fmla="*/ 348534 h 895155"/>
                    <a:gd name="connsiteX31" fmla="*/ 453683 w 646501"/>
                    <a:gd name="connsiteY31" fmla="*/ 398265 h 895155"/>
                    <a:gd name="connsiteX32" fmla="*/ 458159 w 646501"/>
                    <a:gd name="connsiteY32" fmla="*/ 447995 h 895155"/>
                    <a:gd name="connsiteX33" fmla="*/ 453683 w 646501"/>
                    <a:gd name="connsiteY33" fmla="*/ 497726 h 895155"/>
                    <a:gd name="connsiteX34" fmla="*/ 439759 w 646501"/>
                    <a:gd name="connsiteY34" fmla="*/ 547457 h 895155"/>
                    <a:gd name="connsiteX35" fmla="*/ 416385 w 646501"/>
                    <a:gd name="connsiteY35" fmla="*/ 592215 h 895155"/>
                    <a:gd name="connsiteX36" fmla="*/ 384060 w 646501"/>
                    <a:gd name="connsiteY36" fmla="*/ 631005 h 895155"/>
                    <a:gd name="connsiteX37" fmla="*/ 365163 w 646501"/>
                    <a:gd name="connsiteY37" fmla="*/ 647913 h 895155"/>
                    <a:gd name="connsiteX38" fmla="*/ 355714 w 646501"/>
                    <a:gd name="connsiteY38" fmla="*/ 655870 h 895155"/>
                    <a:gd name="connsiteX39" fmla="*/ 345270 w 646501"/>
                    <a:gd name="connsiteY39" fmla="*/ 663330 h 895155"/>
                    <a:gd name="connsiteX40" fmla="*/ 301010 w 646501"/>
                    <a:gd name="connsiteY40" fmla="*/ 687698 h 895155"/>
                    <a:gd name="connsiteX41" fmla="*/ 251279 w 646501"/>
                    <a:gd name="connsiteY41" fmla="*/ 702617 h 895155"/>
                    <a:gd name="connsiteX42" fmla="*/ 201548 w 646501"/>
                    <a:gd name="connsiteY42" fmla="*/ 708088 h 895155"/>
                    <a:gd name="connsiteX43" fmla="*/ 194088 w 646501"/>
                    <a:gd name="connsiteY43" fmla="*/ 708088 h 895155"/>
                    <a:gd name="connsiteX44" fmla="*/ 194088 w 646501"/>
                    <a:gd name="connsiteY44" fmla="*/ 575306 h 895155"/>
                    <a:gd name="connsiteX45" fmla="*/ 194088 w 646501"/>
                    <a:gd name="connsiteY45" fmla="*/ 448990 h 895155"/>
                    <a:gd name="connsiteX46" fmla="*/ 194088 w 646501"/>
                    <a:gd name="connsiteY46" fmla="*/ 322674 h 895155"/>
                    <a:gd name="connsiteX47" fmla="*/ 200056 w 646501"/>
                    <a:gd name="connsiteY47" fmla="*/ 194368 h 89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46501" h="895155">
                      <a:moveTo>
                        <a:pt x="200056" y="194368"/>
                      </a:moveTo>
                      <a:cubicBezTo>
                        <a:pt x="200056" y="236639"/>
                        <a:pt x="200056" y="278911"/>
                        <a:pt x="202543" y="321182"/>
                      </a:cubicBezTo>
                      <a:cubicBezTo>
                        <a:pt x="205029" y="363453"/>
                        <a:pt x="202543" y="405227"/>
                        <a:pt x="202543" y="447498"/>
                      </a:cubicBezTo>
                      <a:lnTo>
                        <a:pt x="202543" y="573814"/>
                      </a:lnTo>
                      <a:lnTo>
                        <a:pt x="202543" y="700131"/>
                      </a:lnTo>
                      <a:lnTo>
                        <a:pt x="196575" y="694163"/>
                      </a:lnTo>
                      <a:cubicBezTo>
                        <a:pt x="213274" y="693705"/>
                        <a:pt x="229907" y="691876"/>
                        <a:pt x="246306" y="688693"/>
                      </a:cubicBezTo>
                      <a:cubicBezTo>
                        <a:pt x="261951" y="685240"/>
                        <a:pt x="277261" y="680414"/>
                        <a:pt x="292058" y="674271"/>
                      </a:cubicBezTo>
                      <a:cubicBezTo>
                        <a:pt x="306821" y="667763"/>
                        <a:pt x="320968" y="659940"/>
                        <a:pt x="334329" y="650897"/>
                      </a:cubicBezTo>
                      <a:lnTo>
                        <a:pt x="343778" y="643935"/>
                      </a:lnTo>
                      <a:lnTo>
                        <a:pt x="353227" y="635978"/>
                      </a:lnTo>
                      <a:cubicBezTo>
                        <a:pt x="359195" y="631005"/>
                        <a:pt x="365660" y="625535"/>
                        <a:pt x="371130" y="620064"/>
                      </a:cubicBezTo>
                      <a:cubicBezTo>
                        <a:pt x="382602" y="608849"/>
                        <a:pt x="392930" y="596521"/>
                        <a:pt x="401963" y="583263"/>
                      </a:cubicBezTo>
                      <a:cubicBezTo>
                        <a:pt x="411033" y="570004"/>
                        <a:pt x="418700" y="555837"/>
                        <a:pt x="424840" y="540992"/>
                      </a:cubicBezTo>
                      <a:cubicBezTo>
                        <a:pt x="430801" y="526046"/>
                        <a:pt x="435298" y="510557"/>
                        <a:pt x="438267" y="494742"/>
                      </a:cubicBezTo>
                      <a:cubicBezTo>
                        <a:pt x="441350" y="478347"/>
                        <a:pt x="442849" y="461694"/>
                        <a:pt x="442743" y="445012"/>
                      </a:cubicBezTo>
                      <a:cubicBezTo>
                        <a:pt x="442927" y="428368"/>
                        <a:pt x="441762" y="411737"/>
                        <a:pt x="439262" y="395281"/>
                      </a:cubicBezTo>
                      <a:cubicBezTo>
                        <a:pt x="436709" y="379265"/>
                        <a:pt x="432372" y="363585"/>
                        <a:pt x="426332" y="348534"/>
                      </a:cubicBezTo>
                      <a:cubicBezTo>
                        <a:pt x="420371" y="333542"/>
                        <a:pt x="412871" y="319209"/>
                        <a:pt x="403953" y="305765"/>
                      </a:cubicBezTo>
                      <a:cubicBezTo>
                        <a:pt x="394904" y="292225"/>
                        <a:pt x="384398" y="279717"/>
                        <a:pt x="372622" y="268467"/>
                      </a:cubicBezTo>
                      <a:cubicBezTo>
                        <a:pt x="360858" y="257252"/>
                        <a:pt x="348401" y="246788"/>
                        <a:pt x="335324" y="237137"/>
                      </a:cubicBezTo>
                      <a:cubicBezTo>
                        <a:pt x="322351" y="227465"/>
                        <a:pt x="308537" y="218977"/>
                        <a:pt x="294047" y="211774"/>
                      </a:cubicBezTo>
                      <a:cubicBezTo>
                        <a:pt x="279446" y="204343"/>
                        <a:pt x="263880" y="198987"/>
                        <a:pt x="247798" y="195860"/>
                      </a:cubicBezTo>
                      <a:cubicBezTo>
                        <a:pt x="231941" y="194211"/>
                        <a:pt x="215985" y="193712"/>
                        <a:pt x="200056" y="194368"/>
                      </a:cubicBezTo>
                      <a:close/>
                      <a:moveTo>
                        <a:pt x="200056" y="194368"/>
                      </a:moveTo>
                      <a:cubicBezTo>
                        <a:pt x="216685" y="194082"/>
                        <a:pt x="233311" y="195079"/>
                        <a:pt x="249787" y="197352"/>
                      </a:cubicBezTo>
                      <a:cubicBezTo>
                        <a:pt x="266960" y="199516"/>
                        <a:pt x="283718" y="204209"/>
                        <a:pt x="299518" y="211277"/>
                      </a:cubicBezTo>
                      <a:cubicBezTo>
                        <a:pt x="314635" y="218293"/>
                        <a:pt x="329111" y="226613"/>
                        <a:pt x="342784" y="236142"/>
                      </a:cubicBezTo>
                      <a:cubicBezTo>
                        <a:pt x="356583" y="245276"/>
                        <a:pt x="369562" y="255592"/>
                        <a:pt x="381574" y="266975"/>
                      </a:cubicBezTo>
                      <a:cubicBezTo>
                        <a:pt x="393967" y="278378"/>
                        <a:pt x="405134" y="291046"/>
                        <a:pt x="414893" y="304771"/>
                      </a:cubicBezTo>
                      <a:cubicBezTo>
                        <a:pt x="424554" y="318447"/>
                        <a:pt x="432723" y="333119"/>
                        <a:pt x="439261" y="348534"/>
                      </a:cubicBezTo>
                      <a:cubicBezTo>
                        <a:pt x="445892" y="364527"/>
                        <a:pt x="450729" y="381206"/>
                        <a:pt x="453683" y="398265"/>
                      </a:cubicBezTo>
                      <a:cubicBezTo>
                        <a:pt x="456404" y="414708"/>
                        <a:pt x="457900" y="431330"/>
                        <a:pt x="458159" y="447995"/>
                      </a:cubicBezTo>
                      <a:cubicBezTo>
                        <a:pt x="458151" y="464673"/>
                        <a:pt x="456653" y="481316"/>
                        <a:pt x="453683" y="497726"/>
                      </a:cubicBezTo>
                      <a:cubicBezTo>
                        <a:pt x="450865" y="514761"/>
                        <a:pt x="446196" y="531436"/>
                        <a:pt x="439759" y="547457"/>
                      </a:cubicBezTo>
                      <a:cubicBezTo>
                        <a:pt x="433162" y="562970"/>
                        <a:pt x="425346" y="577936"/>
                        <a:pt x="416385" y="592215"/>
                      </a:cubicBezTo>
                      <a:cubicBezTo>
                        <a:pt x="406857" y="606135"/>
                        <a:pt x="396034" y="619123"/>
                        <a:pt x="384060" y="631005"/>
                      </a:cubicBezTo>
                      <a:cubicBezTo>
                        <a:pt x="378093" y="636973"/>
                        <a:pt x="371628" y="642443"/>
                        <a:pt x="365163" y="647913"/>
                      </a:cubicBezTo>
                      <a:lnTo>
                        <a:pt x="355714" y="655870"/>
                      </a:lnTo>
                      <a:lnTo>
                        <a:pt x="345270" y="663330"/>
                      </a:lnTo>
                      <a:cubicBezTo>
                        <a:pt x="331420" y="672996"/>
                        <a:pt x="316584" y="681164"/>
                        <a:pt x="301010" y="687698"/>
                      </a:cubicBezTo>
                      <a:cubicBezTo>
                        <a:pt x="284949" y="694251"/>
                        <a:pt x="268295" y="699247"/>
                        <a:pt x="251279" y="702617"/>
                      </a:cubicBezTo>
                      <a:cubicBezTo>
                        <a:pt x="234897" y="705911"/>
                        <a:pt x="218254" y="707741"/>
                        <a:pt x="201548" y="708088"/>
                      </a:cubicBezTo>
                      <a:lnTo>
                        <a:pt x="194088" y="708088"/>
                      </a:lnTo>
                      <a:lnTo>
                        <a:pt x="194088" y="575306"/>
                      </a:lnTo>
                      <a:lnTo>
                        <a:pt x="194088" y="448990"/>
                      </a:lnTo>
                      <a:cubicBezTo>
                        <a:pt x="194088" y="406719"/>
                        <a:pt x="194088" y="364448"/>
                        <a:pt x="194088" y="322674"/>
                      </a:cubicBezTo>
                      <a:cubicBezTo>
                        <a:pt x="194088" y="280900"/>
                        <a:pt x="199061" y="236142"/>
                        <a:pt x="200056" y="194368"/>
                      </a:cubicBezTo>
                      <a:close/>
                    </a:path>
                  </a:pathLst>
                </a:custGeom>
                <a:grpFill/>
                <a:ln w="4956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B021848D-4BB1-4A3B-BB75-FB228E7EDB65}"/>
                    </a:ext>
                  </a:extLst>
                </p:cNvPr>
                <p:cNvSpPr/>
                <p:nvPr/>
              </p:nvSpPr>
              <p:spPr>
                <a:xfrm>
                  <a:off x="9037692" y="2805517"/>
                  <a:ext cx="646501" cy="944886"/>
                </a:xfrm>
                <a:custGeom>
                  <a:avLst/>
                  <a:gdLst>
                    <a:gd name="connsiteX0" fmla="*/ 456667 w 646501"/>
                    <a:gd name="connsiteY0" fmla="*/ 784413 h 944886"/>
                    <a:gd name="connsiteX1" fmla="*/ 388536 w 646501"/>
                    <a:gd name="connsiteY1" fmla="*/ 784413 h 944886"/>
                    <a:gd name="connsiteX2" fmla="*/ 235862 w 646501"/>
                    <a:gd name="connsiteY2" fmla="*/ 657102 h 944886"/>
                    <a:gd name="connsiteX3" fmla="*/ 235862 w 646501"/>
                    <a:gd name="connsiteY3" fmla="*/ 784413 h 944886"/>
                    <a:gd name="connsiteX4" fmla="*/ 194088 w 646501"/>
                    <a:gd name="connsiteY4" fmla="*/ 784413 h 944886"/>
                    <a:gd name="connsiteX5" fmla="*/ 194088 w 646501"/>
                    <a:gd name="connsiteY5" fmla="*/ 194107 h 944886"/>
                    <a:gd name="connsiteX6" fmla="*/ 225916 w 646501"/>
                    <a:gd name="connsiteY6" fmla="*/ 194107 h 944886"/>
                    <a:gd name="connsiteX7" fmla="*/ 393012 w 646501"/>
                    <a:gd name="connsiteY7" fmla="*/ 262239 h 944886"/>
                    <a:gd name="connsiteX8" fmla="*/ 462635 w 646501"/>
                    <a:gd name="connsiteY8" fmla="*/ 427842 h 944886"/>
                    <a:gd name="connsiteX9" fmla="*/ 389033 w 646501"/>
                    <a:gd name="connsiteY9" fmla="*/ 599414 h 944886"/>
                    <a:gd name="connsiteX10" fmla="*/ 298523 w 646501"/>
                    <a:gd name="connsiteY10" fmla="*/ 653621 h 944886"/>
                    <a:gd name="connsiteX11" fmla="*/ 235862 w 646501"/>
                    <a:gd name="connsiteY11" fmla="*/ 234389 h 944886"/>
                    <a:gd name="connsiteX12" fmla="*/ 235862 w 646501"/>
                    <a:gd name="connsiteY12" fmla="*/ 624279 h 944886"/>
                    <a:gd name="connsiteX13" fmla="*/ 345767 w 646501"/>
                    <a:gd name="connsiteY13" fmla="*/ 583003 h 944886"/>
                    <a:gd name="connsiteX14" fmla="*/ 420364 w 646501"/>
                    <a:gd name="connsiteY14" fmla="*/ 433810 h 944886"/>
                    <a:gd name="connsiteX15" fmla="*/ 343281 w 646501"/>
                    <a:gd name="connsiteY15" fmla="*/ 276163 h 944886"/>
                    <a:gd name="connsiteX16" fmla="*/ 235862 w 646501"/>
                    <a:gd name="connsiteY16" fmla="*/ 234389 h 94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501" h="944886">
                      <a:moveTo>
                        <a:pt x="456667" y="784413"/>
                      </a:moveTo>
                      <a:lnTo>
                        <a:pt x="388536" y="784413"/>
                      </a:lnTo>
                      <a:lnTo>
                        <a:pt x="235862" y="657102"/>
                      </a:lnTo>
                      <a:lnTo>
                        <a:pt x="235862" y="784413"/>
                      </a:lnTo>
                      <a:lnTo>
                        <a:pt x="194088" y="784413"/>
                      </a:lnTo>
                      <a:lnTo>
                        <a:pt x="194088" y="194107"/>
                      </a:lnTo>
                      <a:lnTo>
                        <a:pt x="225916" y="194107"/>
                      </a:lnTo>
                      <a:cubicBezTo>
                        <a:pt x="288532" y="193309"/>
                        <a:pt x="348806" y="217885"/>
                        <a:pt x="393012" y="262239"/>
                      </a:cubicBezTo>
                      <a:cubicBezTo>
                        <a:pt x="438381" y="305258"/>
                        <a:pt x="463636" y="365328"/>
                        <a:pt x="462635" y="427842"/>
                      </a:cubicBezTo>
                      <a:cubicBezTo>
                        <a:pt x="463427" y="492860"/>
                        <a:pt x="436692" y="555181"/>
                        <a:pt x="389033" y="599414"/>
                      </a:cubicBezTo>
                      <a:cubicBezTo>
                        <a:pt x="362858" y="623442"/>
                        <a:pt x="332062" y="641886"/>
                        <a:pt x="298523" y="653621"/>
                      </a:cubicBezTo>
                      <a:close/>
                      <a:moveTo>
                        <a:pt x="235862" y="234389"/>
                      </a:moveTo>
                      <a:lnTo>
                        <a:pt x="235862" y="624279"/>
                      </a:lnTo>
                      <a:cubicBezTo>
                        <a:pt x="275678" y="621256"/>
                        <a:pt x="313805" y="606937"/>
                        <a:pt x="345767" y="583003"/>
                      </a:cubicBezTo>
                      <a:cubicBezTo>
                        <a:pt x="393233" y="548208"/>
                        <a:pt x="421007" y="492659"/>
                        <a:pt x="420364" y="433810"/>
                      </a:cubicBezTo>
                      <a:cubicBezTo>
                        <a:pt x="421681" y="371886"/>
                        <a:pt x="392961" y="313151"/>
                        <a:pt x="343281" y="276163"/>
                      </a:cubicBezTo>
                      <a:cubicBezTo>
                        <a:pt x="312088" y="252463"/>
                        <a:pt x="274871" y="237990"/>
                        <a:pt x="235862" y="234389"/>
                      </a:cubicBezTo>
                      <a:close/>
                    </a:path>
                  </a:pathLst>
                </a:custGeom>
                <a:grpFill/>
                <a:ln w="4956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7194476A-CA51-4FCE-8DD5-815EE32EBDBD}"/>
                    </a:ext>
                  </a:extLst>
                </p:cNvPr>
                <p:cNvSpPr/>
                <p:nvPr/>
              </p:nvSpPr>
              <p:spPr>
                <a:xfrm>
                  <a:off x="9031724" y="2798573"/>
                  <a:ext cx="646501" cy="944886"/>
                </a:xfrm>
                <a:custGeom>
                  <a:avLst/>
                  <a:gdLst>
                    <a:gd name="connsiteX0" fmla="*/ 462635 w 646501"/>
                    <a:gd name="connsiteY0" fmla="*/ 791356 h 944886"/>
                    <a:gd name="connsiteX1" fmla="*/ 394504 w 646501"/>
                    <a:gd name="connsiteY1" fmla="*/ 791356 h 944886"/>
                    <a:gd name="connsiteX2" fmla="*/ 394504 w 646501"/>
                    <a:gd name="connsiteY2" fmla="*/ 791356 h 944886"/>
                    <a:gd name="connsiteX3" fmla="*/ 239841 w 646501"/>
                    <a:gd name="connsiteY3" fmla="*/ 666532 h 944886"/>
                    <a:gd name="connsiteX4" fmla="*/ 245312 w 646501"/>
                    <a:gd name="connsiteY4" fmla="*/ 664045 h 944886"/>
                    <a:gd name="connsiteX5" fmla="*/ 245312 w 646501"/>
                    <a:gd name="connsiteY5" fmla="*/ 791356 h 944886"/>
                    <a:gd name="connsiteX6" fmla="*/ 245312 w 646501"/>
                    <a:gd name="connsiteY6" fmla="*/ 795832 h 944886"/>
                    <a:gd name="connsiteX7" fmla="*/ 194088 w 646501"/>
                    <a:gd name="connsiteY7" fmla="*/ 795832 h 944886"/>
                    <a:gd name="connsiteX8" fmla="*/ 194088 w 646501"/>
                    <a:gd name="connsiteY8" fmla="*/ 790859 h 944886"/>
                    <a:gd name="connsiteX9" fmla="*/ 194088 w 646501"/>
                    <a:gd name="connsiteY9" fmla="*/ 641666 h 944886"/>
                    <a:gd name="connsiteX10" fmla="*/ 194088 w 646501"/>
                    <a:gd name="connsiteY10" fmla="*/ 194088 h 944886"/>
                    <a:gd name="connsiteX11" fmla="*/ 243819 w 646501"/>
                    <a:gd name="connsiteY11" fmla="*/ 194088 h 944886"/>
                    <a:gd name="connsiteX12" fmla="*/ 288080 w 646501"/>
                    <a:gd name="connsiteY12" fmla="*/ 199559 h 944886"/>
                    <a:gd name="connsiteX13" fmla="*/ 370633 w 646501"/>
                    <a:gd name="connsiteY13" fmla="*/ 235365 h 944886"/>
                    <a:gd name="connsiteX14" fmla="*/ 404948 w 646501"/>
                    <a:gd name="connsiteY14" fmla="*/ 263712 h 944886"/>
                    <a:gd name="connsiteX15" fmla="*/ 434289 w 646501"/>
                    <a:gd name="connsiteY15" fmla="*/ 298026 h 944886"/>
                    <a:gd name="connsiteX16" fmla="*/ 469100 w 646501"/>
                    <a:gd name="connsiteY16" fmla="*/ 382569 h 944886"/>
                    <a:gd name="connsiteX17" fmla="*/ 474570 w 646501"/>
                    <a:gd name="connsiteY17" fmla="*/ 427326 h 944886"/>
                    <a:gd name="connsiteX18" fmla="*/ 474570 w 646501"/>
                    <a:gd name="connsiteY18" fmla="*/ 460646 h 944886"/>
                    <a:gd name="connsiteX19" fmla="*/ 474570 w 646501"/>
                    <a:gd name="connsiteY19" fmla="*/ 472084 h 944886"/>
                    <a:gd name="connsiteX20" fmla="*/ 445229 w 646501"/>
                    <a:gd name="connsiteY20" fmla="*/ 556129 h 944886"/>
                    <a:gd name="connsiteX21" fmla="*/ 418872 w 646501"/>
                    <a:gd name="connsiteY21" fmla="*/ 591935 h 944886"/>
                    <a:gd name="connsiteX22" fmla="*/ 387044 w 646501"/>
                    <a:gd name="connsiteY22" fmla="*/ 623266 h 944886"/>
                    <a:gd name="connsiteX23" fmla="*/ 308967 w 646501"/>
                    <a:gd name="connsiteY23" fmla="*/ 665040 h 944886"/>
                    <a:gd name="connsiteX24" fmla="*/ 308967 w 646501"/>
                    <a:gd name="connsiteY24" fmla="*/ 660067 h 944886"/>
                    <a:gd name="connsiteX25" fmla="*/ 462635 w 646501"/>
                    <a:gd name="connsiteY25" fmla="*/ 791356 h 944886"/>
                    <a:gd name="connsiteX26" fmla="*/ 303994 w 646501"/>
                    <a:gd name="connsiteY26" fmla="*/ 662553 h 944886"/>
                    <a:gd name="connsiteX27" fmla="*/ 299518 w 646501"/>
                    <a:gd name="connsiteY27" fmla="*/ 659569 h 944886"/>
                    <a:gd name="connsiteX28" fmla="*/ 303497 w 646501"/>
                    <a:gd name="connsiteY28" fmla="*/ 659569 h 944886"/>
                    <a:gd name="connsiteX29" fmla="*/ 379087 w 646501"/>
                    <a:gd name="connsiteY29" fmla="*/ 617298 h 944886"/>
                    <a:gd name="connsiteX30" fmla="*/ 409423 w 646501"/>
                    <a:gd name="connsiteY30" fmla="*/ 586465 h 944886"/>
                    <a:gd name="connsiteX31" fmla="*/ 434289 w 646501"/>
                    <a:gd name="connsiteY31" fmla="*/ 551156 h 944886"/>
                    <a:gd name="connsiteX32" fmla="*/ 461143 w 646501"/>
                    <a:gd name="connsiteY32" fmla="*/ 470095 h 944886"/>
                    <a:gd name="connsiteX33" fmla="*/ 461143 w 646501"/>
                    <a:gd name="connsiteY33" fmla="*/ 459154 h 944886"/>
                    <a:gd name="connsiteX34" fmla="*/ 461143 w 646501"/>
                    <a:gd name="connsiteY34" fmla="*/ 437770 h 944886"/>
                    <a:gd name="connsiteX35" fmla="*/ 461143 w 646501"/>
                    <a:gd name="connsiteY35" fmla="*/ 427326 h 944886"/>
                    <a:gd name="connsiteX36" fmla="*/ 458657 w 646501"/>
                    <a:gd name="connsiteY36" fmla="*/ 382569 h 944886"/>
                    <a:gd name="connsiteX37" fmla="*/ 423845 w 646501"/>
                    <a:gd name="connsiteY37" fmla="*/ 304988 h 944886"/>
                    <a:gd name="connsiteX38" fmla="*/ 395996 w 646501"/>
                    <a:gd name="connsiteY38" fmla="*/ 272663 h 944886"/>
                    <a:gd name="connsiteX39" fmla="*/ 362676 w 646501"/>
                    <a:gd name="connsiteY39" fmla="*/ 245312 h 944886"/>
                    <a:gd name="connsiteX40" fmla="*/ 284599 w 646501"/>
                    <a:gd name="connsiteY40" fmla="*/ 211992 h 944886"/>
                    <a:gd name="connsiteX41" fmla="*/ 242328 w 646501"/>
                    <a:gd name="connsiteY41" fmla="*/ 207019 h 944886"/>
                    <a:gd name="connsiteX42" fmla="*/ 200056 w 646501"/>
                    <a:gd name="connsiteY42" fmla="*/ 207019 h 944886"/>
                    <a:gd name="connsiteX43" fmla="*/ 206521 w 646501"/>
                    <a:gd name="connsiteY43" fmla="*/ 201051 h 944886"/>
                    <a:gd name="connsiteX44" fmla="*/ 206521 w 646501"/>
                    <a:gd name="connsiteY44" fmla="*/ 643656 h 944886"/>
                    <a:gd name="connsiteX45" fmla="*/ 206521 w 646501"/>
                    <a:gd name="connsiteY45" fmla="*/ 792848 h 944886"/>
                    <a:gd name="connsiteX46" fmla="*/ 200056 w 646501"/>
                    <a:gd name="connsiteY46" fmla="*/ 786880 h 944886"/>
                    <a:gd name="connsiteX47" fmla="*/ 243322 w 646501"/>
                    <a:gd name="connsiteY47" fmla="*/ 786880 h 944886"/>
                    <a:gd name="connsiteX48" fmla="*/ 239344 w 646501"/>
                    <a:gd name="connsiteY48" fmla="*/ 790859 h 944886"/>
                    <a:gd name="connsiteX49" fmla="*/ 239344 w 646501"/>
                    <a:gd name="connsiteY49" fmla="*/ 656088 h 944886"/>
                    <a:gd name="connsiteX50" fmla="*/ 244814 w 646501"/>
                    <a:gd name="connsiteY50" fmla="*/ 661061 h 944886"/>
                    <a:gd name="connsiteX51" fmla="*/ 394007 w 646501"/>
                    <a:gd name="connsiteY51" fmla="*/ 790362 h 944886"/>
                    <a:gd name="connsiteX52" fmla="*/ 394007 w 646501"/>
                    <a:gd name="connsiteY52" fmla="*/ 790362 h 94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46501" h="944886">
                      <a:moveTo>
                        <a:pt x="462635" y="791356"/>
                      </a:moveTo>
                      <a:lnTo>
                        <a:pt x="394504" y="791356"/>
                      </a:lnTo>
                      <a:lnTo>
                        <a:pt x="394504" y="791356"/>
                      </a:lnTo>
                      <a:lnTo>
                        <a:pt x="239841" y="666532"/>
                      </a:lnTo>
                      <a:lnTo>
                        <a:pt x="245312" y="664045"/>
                      </a:lnTo>
                      <a:lnTo>
                        <a:pt x="245312" y="791356"/>
                      </a:lnTo>
                      <a:lnTo>
                        <a:pt x="245312" y="795832"/>
                      </a:lnTo>
                      <a:lnTo>
                        <a:pt x="194088" y="795832"/>
                      </a:lnTo>
                      <a:lnTo>
                        <a:pt x="194088" y="790859"/>
                      </a:lnTo>
                      <a:lnTo>
                        <a:pt x="194088" y="641666"/>
                      </a:lnTo>
                      <a:lnTo>
                        <a:pt x="194088" y="194088"/>
                      </a:lnTo>
                      <a:lnTo>
                        <a:pt x="243819" y="194088"/>
                      </a:lnTo>
                      <a:cubicBezTo>
                        <a:pt x="258701" y="194654"/>
                        <a:pt x="273508" y="196484"/>
                        <a:pt x="288080" y="199559"/>
                      </a:cubicBezTo>
                      <a:cubicBezTo>
                        <a:pt x="317681" y="205961"/>
                        <a:pt x="345732" y="218128"/>
                        <a:pt x="370633" y="235365"/>
                      </a:cubicBezTo>
                      <a:cubicBezTo>
                        <a:pt x="382938" y="243713"/>
                        <a:pt x="394427" y="253204"/>
                        <a:pt x="404948" y="263712"/>
                      </a:cubicBezTo>
                      <a:cubicBezTo>
                        <a:pt x="415634" y="274343"/>
                        <a:pt x="425446" y="285818"/>
                        <a:pt x="434289" y="298026"/>
                      </a:cubicBezTo>
                      <a:cubicBezTo>
                        <a:pt x="451838" y="323375"/>
                        <a:pt x="463712" y="352212"/>
                        <a:pt x="469100" y="382569"/>
                      </a:cubicBezTo>
                      <a:cubicBezTo>
                        <a:pt x="472390" y="397272"/>
                        <a:pt x="474222" y="412264"/>
                        <a:pt x="474570" y="427326"/>
                      </a:cubicBezTo>
                      <a:lnTo>
                        <a:pt x="474570" y="460646"/>
                      </a:lnTo>
                      <a:lnTo>
                        <a:pt x="474570" y="472084"/>
                      </a:lnTo>
                      <a:cubicBezTo>
                        <a:pt x="470067" y="501671"/>
                        <a:pt x="460118" y="530168"/>
                        <a:pt x="445229" y="556129"/>
                      </a:cubicBezTo>
                      <a:cubicBezTo>
                        <a:pt x="437627" y="568892"/>
                        <a:pt x="428800" y="580884"/>
                        <a:pt x="418872" y="591935"/>
                      </a:cubicBezTo>
                      <a:cubicBezTo>
                        <a:pt x="409402" y="603476"/>
                        <a:pt x="398733" y="613979"/>
                        <a:pt x="387044" y="623266"/>
                      </a:cubicBezTo>
                      <a:cubicBezTo>
                        <a:pt x="363328" y="641133"/>
                        <a:pt x="336991" y="655224"/>
                        <a:pt x="308967" y="665040"/>
                      </a:cubicBezTo>
                      <a:lnTo>
                        <a:pt x="308967" y="660067"/>
                      </a:lnTo>
                      <a:close/>
                      <a:moveTo>
                        <a:pt x="462635" y="791356"/>
                      </a:moveTo>
                      <a:lnTo>
                        <a:pt x="303994" y="662553"/>
                      </a:lnTo>
                      <a:lnTo>
                        <a:pt x="299518" y="659569"/>
                      </a:lnTo>
                      <a:lnTo>
                        <a:pt x="303497" y="659569"/>
                      </a:lnTo>
                      <a:cubicBezTo>
                        <a:pt x="330634" y="649269"/>
                        <a:pt x="356104" y="635026"/>
                        <a:pt x="379087" y="617298"/>
                      </a:cubicBezTo>
                      <a:cubicBezTo>
                        <a:pt x="390178" y="608031"/>
                        <a:pt x="400338" y="597704"/>
                        <a:pt x="409423" y="586465"/>
                      </a:cubicBezTo>
                      <a:cubicBezTo>
                        <a:pt x="418874" y="575558"/>
                        <a:pt x="427204" y="563729"/>
                        <a:pt x="434289" y="551156"/>
                      </a:cubicBezTo>
                      <a:cubicBezTo>
                        <a:pt x="448599" y="526216"/>
                        <a:pt x="457733" y="498646"/>
                        <a:pt x="461143" y="470095"/>
                      </a:cubicBezTo>
                      <a:lnTo>
                        <a:pt x="461143" y="459154"/>
                      </a:lnTo>
                      <a:lnTo>
                        <a:pt x="461143" y="437770"/>
                      </a:lnTo>
                      <a:cubicBezTo>
                        <a:pt x="461392" y="434293"/>
                        <a:pt x="461392" y="430803"/>
                        <a:pt x="461143" y="427326"/>
                      </a:cubicBezTo>
                      <a:cubicBezTo>
                        <a:pt x="461680" y="412362"/>
                        <a:pt x="460848" y="397381"/>
                        <a:pt x="458657" y="382569"/>
                      </a:cubicBezTo>
                      <a:cubicBezTo>
                        <a:pt x="452141" y="354713"/>
                        <a:pt x="440322" y="328374"/>
                        <a:pt x="423845" y="304988"/>
                      </a:cubicBezTo>
                      <a:cubicBezTo>
                        <a:pt x="415519" y="293425"/>
                        <a:pt x="406201" y="282609"/>
                        <a:pt x="395996" y="272663"/>
                      </a:cubicBezTo>
                      <a:cubicBezTo>
                        <a:pt x="385570" y="262747"/>
                        <a:pt x="374434" y="253605"/>
                        <a:pt x="362676" y="245312"/>
                      </a:cubicBezTo>
                      <a:cubicBezTo>
                        <a:pt x="339033" y="229293"/>
                        <a:pt x="312524" y="217980"/>
                        <a:pt x="284599" y="211992"/>
                      </a:cubicBezTo>
                      <a:cubicBezTo>
                        <a:pt x="270679" y="209112"/>
                        <a:pt x="256536" y="207448"/>
                        <a:pt x="242328" y="207019"/>
                      </a:cubicBezTo>
                      <a:lnTo>
                        <a:pt x="200056" y="207019"/>
                      </a:lnTo>
                      <a:lnTo>
                        <a:pt x="206521" y="201051"/>
                      </a:lnTo>
                      <a:lnTo>
                        <a:pt x="206521" y="643656"/>
                      </a:lnTo>
                      <a:lnTo>
                        <a:pt x="206521" y="792848"/>
                      </a:lnTo>
                      <a:lnTo>
                        <a:pt x="200056" y="786880"/>
                      </a:lnTo>
                      <a:lnTo>
                        <a:pt x="243322" y="786880"/>
                      </a:lnTo>
                      <a:lnTo>
                        <a:pt x="239344" y="790859"/>
                      </a:lnTo>
                      <a:lnTo>
                        <a:pt x="239344" y="656088"/>
                      </a:lnTo>
                      <a:lnTo>
                        <a:pt x="244814" y="661061"/>
                      </a:lnTo>
                      <a:lnTo>
                        <a:pt x="394007" y="790362"/>
                      </a:lnTo>
                      <a:lnTo>
                        <a:pt x="394007" y="790362"/>
                      </a:lnTo>
                      <a:close/>
                    </a:path>
                  </a:pathLst>
                </a:custGeom>
                <a:grpFill/>
                <a:ln w="4956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21451940-2907-4AEB-AD8A-94741CB7633D}"/>
                    </a:ext>
                  </a:extLst>
                </p:cNvPr>
                <p:cNvSpPr/>
                <p:nvPr/>
              </p:nvSpPr>
              <p:spPr>
                <a:xfrm>
                  <a:off x="9072504" y="2845818"/>
                  <a:ext cx="547039" cy="745963"/>
                </a:xfrm>
                <a:custGeom>
                  <a:avLst/>
                  <a:gdLst>
                    <a:gd name="connsiteX0" fmla="*/ 201051 w 547039"/>
                    <a:gd name="connsiteY0" fmla="*/ 194088 h 745962"/>
                    <a:gd name="connsiteX1" fmla="*/ 201051 w 547039"/>
                    <a:gd name="connsiteY1" fmla="*/ 291064 h 745962"/>
                    <a:gd name="connsiteX2" fmla="*/ 201051 w 547039"/>
                    <a:gd name="connsiteY2" fmla="*/ 388039 h 745962"/>
                    <a:gd name="connsiteX3" fmla="*/ 201051 w 547039"/>
                    <a:gd name="connsiteY3" fmla="*/ 487501 h 745962"/>
                    <a:gd name="connsiteX4" fmla="*/ 201051 w 547039"/>
                    <a:gd name="connsiteY4" fmla="*/ 583978 h 745962"/>
                    <a:gd name="connsiteX5" fmla="*/ 194586 w 547039"/>
                    <a:gd name="connsiteY5" fmla="*/ 578011 h 745962"/>
                    <a:gd name="connsiteX6" fmla="*/ 263712 w 547039"/>
                    <a:gd name="connsiteY6" fmla="*/ 560108 h 745962"/>
                    <a:gd name="connsiteX7" fmla="*/ 294545 w 547039"/>
                    <a:gd name="connsiteY7" fmla="*/ 542205 h 745962"/>
                    <a:gd name="connsiteX8" fmla="*/ 308470 w 547039"/>
                    <a:gd name="connsiteY8" fmla="*/ 534248 h 745962"/>
                    <a:gd name="connsiteX9" fmla="*/ 315432 w 547039"/>
                    <a:gd name="connsiteY9" fmla="*/ 528280 h 745962"/>
                    <a:gd name="connsiteX10" fmla="*/ 328859 w 547039"/>
                    <a:gd name="connsiteY10" fmla="*/ 516344 h 745962"/>
                    <a:gd name="connsiteX11" fmla="*/ 368147 w 547039"/>
                    <a:gd name="connsiteY11" fmla="*/ 457165 h 745962"/>
                    <a:gd name="connsiteX12" fmla="*/ 380580 w 547039"/>
                    <a:gd name="connsiteY12" fmla="*/ 387542 h 745962"/>
                    <a:gd name="connsiteX13" fmla="*/ 380579 w 547039"/>
                    <a:gd name="connsiteY13" fmla="*/ 369638 h 745962"/>
                    <a:gd name="connsiteX14" fmla="*/ 380579 w 547039"/>
                    <a:gd name="connsiteY14" fmla="*/ 351735 h 745962"/>
                    <a:gd name="connsiteX15" fmla="*/ 371628 w 547039"/>
                    <a:gd name="connsiteY15" fmla="*/ 316924 h 745962"/>
                    <a:gd name="connsiteX16" fmla="*/ 355216 w 547039"/>
                    <a:gd name="connsiteY16" fmla="*/ 285096 h 745962"/>
                    <a:gd name="connsiteX17" fmla="*/ 333335 w 547039"/>
                    <a:gd name="connsiteY17" fmla="*/ 256252 h 745962"/>
                    <a:gd name="connsiteX18" fmla="*/ 306480 w 547039"/>
                    <a:gd name="connsiteY18" fmla="*/ 231884 h 745962"/>
                    <a:gd name="connsiteX19" fmla="*/ 275647 w 547039"/>
                    <a:gd name="connsiteY19" fmla="*/ 213484 h 745962"/>
                    <a:gd name="connsiteX20" fmla="*/ 201050 w 547039"/>
                    <a:gd name="connsiteY20" fmla="*/ 194088 h 745962"/>
                    <a:gd name="connsiteX21" fmla="*/ 201051 w 547039"/>
                    <a:gd name="connsiteY21" fmla="*/ 194088 h 745962"/>
                    <a:gd name="connsiteX22" fmla="*/ 273160 w 547039"/>
                    <a:gd name="connsiteY22" fmla="*/ 210500 h 745962"/>
                    <a:gd name="connsiteX23" fmla="*/ 305983 w 547039"/>
                    <a:gd name="connsiteY23" fmla="*/ 228403 h 745962"/>
                    <a:gd name="connsiteX24" fmla="*/ 334329 w 547039"/>
                    <a:gd name="connsiteY24" fmla="*/ 252274 h 745962"/>
                    <a:gd name="connsiteX25" fmla="*/ 358200 w 547039"/>
                    <a:gd name="connsiteY25" fmla="*/ 281615 h 745962"/>
                    <a:gd name="connsiteX26" fmla="*/ 376104 w 547039"/>
                    <a:gd name="connsiteY26" fmla="*/ 314437 h 745962"/>
                    <a:gd name="connsiteX27" fmla="*/ 387044 w 547039"/>
                    <a:gd name="connsiteY27" fmla="*/ 350741 h 745962"/>
                    <a:gd name="connsiteX28" fmla="*/ 390028 w 547039"/>
                    <a:gd name="connsiteY28" fmla="*/ 369638 h 745962"/>
                    <a:gd name="connsiteX29" fmla="*/ 390028 w 547039"/>
                    <a:gd name="connsiteY29" fmla="*/ 388536 h 745962"/>
                    <a:gd name="connsiteX30" fmla="*/ 387044 w 547039"/>
                    <a:gd name="connsiteY30" fmla="*/ 426332 h 745962"/>
                    <a:gd name="connsiteX31" fmla="*/ 377098 w 547039"/>
                    <a:gd name="connsiteY31" fmla="*/ 462635 h 745962"/>
                    <a:gd name="connsiteX32" fmla="*/ 359693 w 547039"/>
                    <a:gd name="connsiteY32" fmla="*/ 496452 h 745962"/>
                    <a:gd name="connsiteX33" fmla="*/ 335822 w 547039"/>
                    <a:gd name="connsiteY33" fmla="*/ 525793 h 745962"/>
                    <a:gd name="connsiteX34" fmla="*/ 321897 w 547039"/>
                    <a:gd name="connsiteY34" fmla="*/ 539221 h 745962"/>
                    <a:gd name="connsiteX35" fmla="*/ 314934 w 547039"/>
                    <a:gd name="connsiteY35" fmla="*/ 545188 h 745962"/>
                    <a:gd name="connsiteX36" fmla="*/ 306978 w 547039"/>
                    <a:gd name="connsiteY36" fmla="*/ 550659 h 745962"/>
                    <a:gd name="connsiteX37" fmla="*/ 273658 w 547039"/>
                    <a:gd name="connsiteY37" fmla="*/ 569557 h 745962"/>
                    <a:gd name="connsiteX38" fmla="*/ 201051 w 547039"/>
                    <a:gd name="connsiteY38" fmla="*/ 587957 h 745962"/>
                    <a:gd name="connsiteX39" fmla="*/ 194088 w 547039"/>
                    <a:gd name="connsiteY39" fmla="*/ 587957 h 745962"/>
                    <a:gd name="connsiteX40" fmla="*/ 194088 w 547039"/>
                    <a:gd name="connsiteY40" fmla="*/ 484517 h 745962"/>
                    <a:gd name="connsiteX41" fmla="*/ 194088 w 547039"/>
                    <a:gd name="connsiteY41" fmla="*/ 385055 h 745962"/>
                    <a:gd name="connsiteX42" fmla="*/ 194088 w 547039"/>
                    <a:gd name="connsiteY42" fmla="*/ 288080 h 745962"/>
                    <a:gd name="connsiteX43" fmla="*/ 201051 w 547039"/>
                    <a:gd name="connsiteY43" fmla="*/ 194088 h 74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47039" h="745962">
                      <a:moveTo>
                        <a:pt x="201051" y="194088"/>
                      </a:moveTo>
                      <a:cubicBezTo>
                        <a:pt x="201051" y="226414"/>
                        <a:pt x="201051" y="258739"/>
                        <a:pt x="201051" y="291064"/>
                      </a:cubicBezTo>
                      <a:cubicBezTo>
                        <a:pt x="201051" y="323389"/>
                        <a:pt x="201051" y="355714"/>
                        <a:pt x="201051" y="388039"/>
                      </a:cubicBezTo>
                      <a:cubicBezTo>
                        <a:pt x="201051" y="420364"/>
                        <a:pt x="201051" y="452689"/>
                        <a:pt x="201051" y="487501"/>
                      </a:cubicBezTo>
                      <a:lnTo>
                        <a:pt x="201051" y="583978"/>
                      </a:lnTo>
                      <a:lnTo>
                        <a:pt x="194586" y="578011"/>
                      </a:lnTo>
                      <a:cubicBezTo>
                        <a:pt x="218402" y="575580"/>
                        <a:pt x="241710" y="569544"/>
                        <a:pt x="263712" y="560108"/>
                      </a:cubicBezTo>
                      <a:cubicBezTo>
                        <a:pt x="274524" y="555112"/>
                        <a:pt x="284846" y="549118"/>
                        <a:pt x="294545" y="542205"/>
                      </a:cubicBezTo>
                      <a:lnTo>
                        <a:pt x="308470" y="534248"/>
                      </a:lnTo>
                      <a:lnTo>
                        <a:pt x="315432" y="528280"/>
                      </a:lnTo>
                      <a:lnTo>
                        <a:pt x="328859" y="516344"/>
                      </a:lnTo>
                      <a:cubicBezTo>
                        <a:pt x="345840" y="499492"/>
                        <a:pt x="359208" y="479356"/>
                        <a:pt x="368147" y="457165"/>
                      </a:cubicBezTo>
                      <a:cubicBezTo>
                        <a:pt x="376766" y="434983"/>
                        <a:pt x="380989" y="411336"/>
                        <a:pt x="380580" y="387542"/>
                      </a:cubicBezTo>
                      <a:lnTo>
                        <a:pt x="380579" y="369638"/>
                      </a:lnTo>
                      <a:cubicBezTo>
                        <a:pt x="381062" y="363680"/>
                        <a:pt x="381062" y="357693"/>
                        <a:pt x="380579" y="351735"/>
                      </a:cubicBezTo>
                      <a:cubicBezTo>
                        <a:pt x="378594" y="339897"/>
                        <a:pt x="375599" y="328251"/>
                        <a:pt x="371628" y="316924"/>
                      </a:cubicBezTo>
                      <a:cubicBezTo>
                        <a:pt x="367158" y="305827"/>
                        <a:pt x="361664" y="295172"/>
                        <a:pt x="355216" y="285096"/>
                      </a:cubicBezTo>
                      <a:cubicBezTo>
                        <a:pt x="348933" y="274755"/>
                        <a:pt x="341601" y="265089"/>
                        <a:pt x="333335" y="256252"/>
                      </a:cubicBezTo>
                      <a:cubicBezTo>
                        <a:pt x="324863" y="247616"/>
                        <a:pt x="315896" y="239480"/>
                        <a:pt x="306480" y="231884"/>
                      </a:cubicBezTo>
                      <a:cubicBezTo>
                        <a:pt x="296864" y="224704"/>
                        <a:pt x="286531" y="218538"/>
                        <a:pt x="275647" y="213484"/>
                      </a:cubicBezTo>
                      <a:cubicBezTo>
                        <a:pt x="251848" y="203452"/>
                        <a:pt x="226722" y="196919"/>
                        <a:pt x="201050" y="194088"/>
                      </a:cubicBezTo>
                      <a:close/>
                      <a:moveTo>
                        <a:pt x="201051" y="194088"/>
                      </a:moveTo>
                      <a:cubicBezTo>
                        <a:pt x="225788" y="195819"/>
                        <a:pt x="250110" y="201355"/>
                        <a:pt x="273160" y="210500"/>
                      </a:cubicBezTo>
                      <a:cubicBezTo>
                        <a:pt x="284612" y="215479"/>
                        <a:pt x="295596" y="221471"/>
                        <a:pt x="305983" y="228403"/>
                      </a:cubicBezTo>
                      <a:cubicBezTo>
                        <a:pt x="316189" y="235414"/>
                        <a:pt x="325683" y="243410"/>
                        <a:pt x="334329" y="252274"/>
                      </a:cubicBezTo>
                      <a:cubicBezTo>
                        <a:pt x="343231" y="261247"/>
                        <a:pt x="351226" y="271074"/>
                        <a:pt x="358200" y="281615"/>
                      </a:cubicBezTo>
                      <a:cubicBezTo>
                        <a:pt x="365133" y="292001"/>
                        <a:pt x="371124" y="302986"/>
                        <a:pt x="376104" y="314437"/>
                      </a:cubicBezTo>
                      <a:cubicBezTo>
                        <a:pt x="380949" y="326144"/>
                        <a:pt x="384614" y="338306"/>
                        <a:pt x="387044" y="350741"/>
                      </a:cubicBezTo>
                      <a:cubicBezTo>
                        <a:pt x="387044" y="357206"/>
                        <a:pt x="387044" y="363173"/>
                        <a:pt x="390028" y="369638"/>
                      </a:cubicBezTo>
                      <a:lnTo>
                        <a:pt x="390028" y="388536"/>
                      </a:lnTo>
                      <a:cubicBezTo>
                        <a:pt x="389997" y="401192"/>
                        <a:pt x="388999" y="413827"/>
                        <a:pt x="387044" y="426332"/>
                      </a:cubicBezTo>
                      <a:cubicBezTo>
                        <a:pt x="384958" y="438737"/>
                        <a:pt x="381626" y="450899"/>
                        <a:pt x="377098" y="462635"/>
                      </a:cubicBezTo>
                      <a:cubicBezTo>
                        <a:pt x="372602" y="474533"/>
                        <a:pt x="366763" y="485879"/>
                        <a:pt x="359693" y="496452"/>
                      </a:cubicBezTo>
                      <a:cubicBezTo>
                        <a:pt x="352686" y="506968"/>
                        <a:pt x="344693" y="516793"/>
                        <a:pt x="335822" y="525793"/>
                      </a:cubicBezTo>
                      <a:cubicBezTo>
                        <a:pt x="331346" y="530766"/>
                        <a:pt x="326373" y="534745"/>
                        <a:pt x="321897" y="539221"/>
                      </a:cubicBezTo>
                      <a:lnTo>
                        <a:pt x="314934" y="545188"/>
                      </a:lnTo>
                      <a:lnTo>
                        <a:pt x="306978" y="550659"/>
                      </a:lnTo>
                      <a:cubicBezTo>
                        <a:pt x="296623" y="558200"/>
                        <a:pt x="285445" y="564540"/>
                        <a:pt x="273658" y="569557"/>
                      </a:cubicBezTo>
                      <a:cubicBezTo>
                        <a:pt x="250625" y="579620"/>
                        <a:pt x="226097" y="585836"/>
                        <a:pt x="201051" y="587957"/>
                      </a:cubicBezTo>
                      <a:lnTo>
                        <a:pt x="194088" y="587957"/>
                      </a:lnTo>
                      <a:lnTo>
                        <a:pt x="194088" y="484517"/>
                      </a:lnTo>
                      <a:lnTo>
                        <a:pt x="194088" y="385055"/>
                      </a:lnTo>
                      <a:cubicBezTo>
                        <a:pt x="194088" y="352730"/>
                        <a:pt x="194088" y="320405"/>
                        <a:pt x="194088" y="288080"/>
                      </a:cubicBezTo>
                      <a:cubicBezTo>
                        <a:pt x="194088" y="255755"/>
                        <a:pt x="200056" y="226414"/>
                        <a:pt x="201051" y="194088"/>
                      </a:cubicBezTo>
                      <a:close/>
                    </a:path>
                  </a:pathLst>
                </a:custGeom>
                <a:grpFill/>
                <a:ln w="4956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88872591-891D-4D02-A226-593099E27BA1}"/>
                    </a:ext>
                  </a:extLst>
                </p:cNvPr>
                <p:cNvSpPr/>
                <p:nvPr/>
              </p:nvSpPr>
              <p:spPr>
                <a:xfrm>
                  <a:off x="9453940" y="2805536"/>
                  <a:ext cx="646501" cy="944886"/>
                </a:xfrm>
                <a:custGeom>
                  <a:avLst/>
                  <a:gdLst>
                    <a:gd name="connsiteX0" fmla="*/ 460646 w 646501"/>
                    <a:gd name="connsiteY0" fmla="*/ 784394 h 944886"/>
                    <a:gd name="connsiteX1" fmla="*/ 414396 w 646501"/>
                    <a:gd name="connsiteY1" fmla="*/ 784394 h 944886"/>
                    <a:gd name="connsiteX2" fmla="*/ 331345 w 646501"/>
                    <a:gd name="connsiteY2" fmla="*/ 466614 h 944886"/>
                    <a:gd name="connsiteX3" fmla="*/ 243819 w 646501"/>
                    <a:gd name="connsiteY3" fmla="*/ 784394 h 944886"/>
                    <a:gd name="connsiteX4" fmla="*/ 194088 w 646501"/>
                    <a:gd name="connsiteY4" fmla="*/ 784394 h 944886"/>
                    <a:gd name="connsiteX5" fmla="*/ 302999 w 646501"/>
                    <a:gd name="connsiteY5" fmla="*/ 416883 h 944886"/>
                    <a:gd name="connsiteX6" fmla="*/ 235862 w 646501"/>
                    <a:gd name="connsiteY6" fmla="*/ 194088 h 944886"/>
                    <a:gd name="connsiteX7" fmla="*/ 282112 w 646501"/>
                    <a:gd name="connsiteY7" fmla="*/ 194088 h 944886"/>
                    <a:gd name="connsiteX8" fmla="*/ 326870 w 646501"/>
                    <a:gd name="connsiteY8" fmla="*/ 358698 h 944886"/>
                    <a:gd name="connsiteX9" fmla="*/ 368644 w 646501"/>
                    <a:gd name="connsiteY9" fmla="*/ 194088 h 944886"/>
                    <a:gd name="connsiteX10" fmla="*/ 414893 w 646501"/>
                    <a:gd name="connsiteY10" fmla="*/ 194088 h 944886"/>
                    <a:gd name="connsiteX11" fmla="*/ 354222 w 646501"/>
                    <a:gd name="connsiteY11" fmla="*/ 405445 h 94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6501" h="944886">
                      <a:moveTo>
                        <a:pt x="460646" y="784394"/>
                      </a:moveTo>
                      <a:lnTo>
                        <a:pt x="414396" y="784394"/>
                      </a:lnTo>
                      <a:lnTo>
                        <a:pt x="331345" y="466614"/>
                      </a:lnTo>
                      <a:lnTo>
                        <a:pt x="243819" y="784394"/>
                      </a:lnTo>
                      <a:lnTo>
                        <a:pt x="194088" y="784394"/>
                      </a:lnTo>
                      <a:lnTo>
                        <a:pt x="302999" y="416883"/>
                      </a:lnTo>
                      <a:lnTo>
                        <a:pt x="235862" y="194088"/>
                      </a:lnTo>
                      <a:lnTo>
                        <a:pt x="282112" y="194088"/>
                      </a:lnTo>
                      <a:lnTo>
                        <a:pt x="326870" y="358698"/>
                      </a:lnTo>
                      <a:lnTo>
                        <a:pt x="368644" y="194088"/>
                      </a:lnTo>
                      <a:lnTo>
                        <a:pt x="414893" y="194088"/>
                      </a:lnTo>
                      <a:lnTo>
                        <a:pt x="354222" y="405445"/>
                      </a:lnTo>
                      <a:close/>
                    </a:path>
                  </a:pathLst>
                </a:custGeom>
                <a:grpFill/>
                <a:ln w="4956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F2E66E1F-220C-4DDA-A190-46F015686893}"/>
                    </a:ext>
                  </a:extLst>
                </p:cNvPr>
                <p:cNvSpPr/>
                <p:nvPr/>
              </p:nvSpPr>
              <p:spPr>
                <a:xfrm>
                  <a:off x="9448966" y="2796584"/>
                  <a:ext cx="646501" cy="944886"/>
                </a:xfrm>
                <a:custGeom>
                  <a:avLst/>
                  <a:gdLst>
                    <a:gd name="connsiteX0" fmla="*/ 465619 w 646501"/>
                    <a:gd name="connsiteY0" fmla="*/ 793345 h 944886"/>
                    <a:gd name="connsiteX1" fmla="*/ 418872 w 646501"/>
                    <a:gd name="connsiteY1" fmla="*/ 793345 h 944886"/>
                    <a:gd name="connsiteX2" fmla="*/ 375606 w 646501"/>
                    <a:gd name="connsiteY2" fmla="*/ 633212 h 944886"/>
                    <a:gd name="connsiteX3" fmla="*/ 332838 w 646501"/>
                    <a:gd name="connsiteY3" fmla="*/ 474571 h 944886"/>
                    <a:gd name="connsiteX4" fmla="*/ 339800 w 646501"/>
                    <a:gd name="connsiteY4" fmla="*/ 474571 h 944886"/>
                    <a:gd name="connsiteX5" fmla="*/ 253766 w 646501"/>
                    <a:gd name="connsiteY5" fmla="*/ 792848 h 944886"/>
                    <a:gd name="connsiteX6" fmla="*/ 253766 w 646501"/>
                    <a:gd name="connsiteY6" fmla="*/ 796827 h 944886"/>
                    <a:gd name="connsiteX7" fmla="*/ 194088 w 646501"/>
                    <a:gd name="connsiteY7" fmla="*/ 796827 h 944886"/>
                    <a:gd name="connsiteX8" fmla="*/ 194088 w 646501"/>
                    <a:gd name="connsiteY8" fmla="*/ 789367 h 944886"/>
                    <a:gd name="connsiteX9" fmla="*/ 302502 w 646501"/>
                    <a:gd name="connsiteY9" fmla="*/ 421856 h 944886"/>
                    <a:gd name="connsiteX10" fmla="*/ 302502 w 646501"/>
                    <a:gd name="connsiteY10" fmla="*/ 425337 h 944886"/>
                    <a:gd name="connsiteX11" fmla="*/ 268685 w 646501"/>
                    <a:gd name="connsiteY11" fmla="*/ 313940 h 944886"/>
                    <a:gd name="connsiteX12" fmla="*/ 235365 w 646501"/>
                    <a:gd name="connsiteY12" fmla="*/ 202045 h 944886"/>
                    <a:gd name="connsiteX13" fmla="*/ 235365 w 646501"/>
                    <a:gd name="connsiteY13" fmla="*/ 194088 h 944886"/>
                    <a:gd name="connsiteX14" fmla="*/ 294545 w 646501"/>
                    <a:gd name="connsiteY14" fmla="*/ 194088 h 944886"/>
                    <a:gd name="connsiteX15" fmla="*/ 294545 w 646501"/>
                    <a:gd name="connsiteY15" fmla="*/ 198564 h 944886"/>
                    <a:gd name="connsiteX16" fmla="*/ 339800 w 646501"/>
                    <a:gd name="connsiteY16" fmla="*/ 363671 h 944886"/>
                    <a:gd name="connsiteX17" fmla="*/ 329854 w 646501"/>
                    <a:gd name="connsiteY17" fmla="*/ 363671 h 944886"/>
                    <a:gd name="connsiteX18" fmla="*/ 372125 w 646501"/>
                    <a:gd name="connsiteY18" fmla="*/ 199062 h 944886"/>
                    <a:gd name="connsiteX19" fmla="*/ 372125 w 646501"/>
                    <a:gd name="connsiteY19" fmla="*/ 195083 h 944886"/>
                    <a:gd name="connsiteX20" fmla="*/ 429316 w 646501"/>
                    <a:gd name="connsiteY20" fmla="*/ 195083 h 944886"/>
                    <a:gd name="connsiteX21" fmla="*/ 429316 w 646501"/>
                    <a:gd name="connsiteY21" fmla="*/ 201548 h 944886"/>
                    <a:gd name="connsiteX22" fmla="*/ 365163 w 646501"/>
                    <a:gd name="connsiteY22" fmla="*/ 412904 h 944886"/>
                    <a:gd name="connsiteX23" fmla="*/ 365163 w 646501"/>
                    <a:gd name="connsiteY23" fmla="*/ 412904 h 944886"/>
                    <a:gd name="connsiteX24" fmla="*/ 414894 w 646501"/>
                    <a:gd name="connsiteY24" fmla="*/ 602876 h 944886"/>
                    <a:gd name="connsiteX25" fmla="*/ 465619 w 646501"/>
                    <a:gd name="connsiteY25" fmla="*/ 793345 h 944886"/>
                    <a:gd name="connsiteX26" fmla="*/ 410418 w 646501"/>
                    <a:gd name="connsiteY26" fmla="*/ 604368 h 944886"/>
                    <a:gd name="connsiteX27" fmla="*/ 355714 w 646501"/>
                    <a:gd name="connsiteY27" fmla="*/ 415391 h 944886"/>
                    <a:gd name="connsiteX28" fmla="*/ 355714 w 646501"/>
                    <a:gd name="connsiteY28" fmla="*/ 415391 h 944886"/>
                    <a:gd name="connsiteX29" fmla="*/ 417380 w 646501"/>
                    <a:gd name="connsiteY29" fmla="*/ 203537 h 944886"/>
                    <a:gd name="connsiteX30" fmla="*/ 422353 w 646501"/>
                    <a:gd name="connsiteY30" fmla="*/ 210002 h 944886"/>
                    <a:gd name="connsiteX31" fmla="*/ 376104 w 646501"/>
                    <a:gd name="connsiteY31" fmla="*/ 210002 h 944886"/>
                    <a:gd name="connsiteX32" fmla="*/ 381077 w 646501"/>
                    <a:gd name="connsiteY32" fmla="*/ 206024 h 944886"/>
                    <a:gd name="connsiteX33" fmla="*/ 340297 w 646501"/>
                    <a:gd name="connsiteY33" fmla="*/ 371130 h 944886"/>
                    <a:gd name="connsiteX34" fmla="*/ 334827 w 646501"/>
                    <a:gd name="connsiteY34" fmla="*/ 392017 h 944886"/>
                    <a:gd name="connsiteX35" fmla="*/ 329854 w 646501"/>
                    <a:gd name="connsiteY35" fmla="*/ 369141 h 944886"/>
                    <a:gd name="connsiteX36" fmla="*/ 284599 w 646501"/>
                    <a:gd name="connsiteY36" fmla="*/ 204532 h 944886"/>
                    <a:gd name="connsiteX37" fmla="*/ 290566 w 646501"/>
                    <a:gd name="connsiteY37" fmla="*/ 209008 h 944886"/>
                    <a:gd name="connsiteX38" fmla="*/ 244317 w 646501"/>
                    <a:gd name="connsiteY38" fmla="*/ 209008 h 944886"/>
                    <a:gd name="connsiteX39" fmla="*/ 250285 w 646501"/>
                    <a:gd name="connsiteY39" fmla="*/ 201051 h 944886"/>
                    <a:gd name="connsiteX40" fmla="*/ 284102 w 646501"/>
                    <a:gd name="connsiteY40" fmla="*/ 312448 h 944886"/>
                    <a:gd name="connsiteX41" fmla="*/ 317421 w 646501"/>
                    <a:gd name="connsiteY41" fmla="*/ 424342 h 944886"/>
                    <a:gd name="connsiteX42" fmla="*/ 317421 w 646501"/>
                    <a:gd name="connsiteY42" fmla="*/ 424342 h 944886"/>
                    <a:gd name="connsiteX43" fmla="*/ 317421 w 646501"/>
                    <a:gd name="connsiteY43" fmla="*/ 424342 h 944886"/>
                    <a:gd name="connsiteX44" fmla="*/ 207516 w 646501"/>
                    <a:gd name="connsiteY44" fmla="*/ 791356 h 944886"/>
                    <a:gd name="connsiteX45" fmla="*/ 202046 w 646501"/>
                    <a:gd name="connsiteY45" fmla="*/ 784394 h 944886"/>
                    <a:gd name="connsiteX46" fmla="*/ 251776 w 646501"/>
                    <a:gd name="connsiteY46" fmla="*/ 784394 h 944886"/>
                    <a:gd name="connsiteX47" fmla="*/ 246306 w 646501"/>
                    <a:gd name="connsiteY47" fmla="*/ 788372 h 944886"/>
                    <a:gd name="connsiteX48" fmla="*/ 335822 w 646501"/>
                    <a:gd name="connsiteY48" fmla="*/ 471089 h 944886"/>
                    <a:gd name="connsiteX49" fmla="*/ 339303 w 646501"/>
                    <a:gd name="connsiteY49" fmla="*/ 458159 h 944886"/>
                    <a:gd name="connsiteX50" fmla="*/ 342784 w 646501"/>
                    <a:gd name="connsiteY50" fmla="*/ 471089 h 944886"/>
                    <a:gd name="connsiteX51" fmla="*/ 379585 w 646501"/>
                    <a:gd name="connsiteY51" fmla="*/ 633212 h 944886"/>
                    <a:gd name="connsiteX52" fmla="*/ 419370 w 646501"/>
                    <a:gd name="connsiteY52" fmla="*/ 792848 h 944886"/>
                    <a:gd name="connsiteX53" fmla="*/ 465122 w 646501"/>
                    <a:gd name="connsiteY53" fmla="*/ 792848 h 94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46501" h="944886">
                      <a:moveTo>
                        <a:pt x="465619" y="793345"/>
                      </a:moveTo>
                      <a:lnTo>
                        <a:pt x="418872" y="793345"/>
                      </a:lnTo>
                      <a:lnTo>
                        <a:pt x="375606" y="633212"/>
                      </a:lnTo>
                      <a:lnTo>
                        <a:pt x="332838" y="474571"/>
                      </a:lnTo>
                      <a:lnTo>
                        <a:pt x="339800" y="474571"/>
                      </a:lnTo>
                      <a:lnTo>
                        <a:pt x="253766" y="792848"/>
                      </a:lnTo>
                      <a:lnTo>
                        <a:pt x="253766" y="796827"/>
                      </a:lnTo>
                      <a:lnTo>
                        <a:pt x="194088" y="796827"/>
                      </a:lnTo>
                      <a:lnTo>
                        <a:pt x="194088" y="789367"/>
                      </a:lnTo>
                      <a:lnTo>
                        <a:pt x="302502" y="421856"/>
                      </a:lnTo>
                      <a:lnTo>
                        <a:pt x="302502" y="425337"/>
                      </a:lnTo>
                      <a:lnTo>
                        <a:pt x="268685" y="313940"/>
                      </a:lnTo>
                      <a:lnTo>
                        <a:pt x="235365" y="202045"/>
                      </a:lnTo>
                      <a:lnTo>
                        <a:pt x="235365" y="194088"/>
                      </a:lnTo>
                      <a:lnTo>
                        <a:pt x="294545" y="194088"/>
                      </a:lnTo>
                      <a:lnTo>
                        <a:pt x="294545" y="198564"/>
                      </a:lnTo>
                      <a:lnTo>
                        <a:pt x="339800" y="363671"/>
                      </a:lnTo>
                      <a:lnTo>
                        <a:pt x="329854" y="363671"/>
                      </a:lnTo>
                      <a:lnTo>
                        <a:pt x="372125" y="199062"/>
                      </a:lnTo>
                      <a:lnTo>
                        <a:pt x="372125" y="195083"/>
                      </a:lnTo>
                      <a:lnTo>
                        <a:pt x="429316" y="195083"/>
                      </a:lnTo>
                      <a:lnTo>
                        <a:pt x="429316" y="201548"/>
                      </a:lnTo>
                      <a:lnTo>
                        <a:pt x="365163" y="412904"/>
                      </a:lnTo>
                      <a:lnTo>
                        <a:pt x="365163" y="412904"/>
                      </a:lnTo>
                      <a:lnTo>
                        <a:pt x="414894" y="602876"/>
                      </a:lnTo>
                      <a:close/>
                      <a:moveTo>
                        <a:pt x="465619" y="793345"/>
                      </a:moveTo>
                      <a:lnTo>
                        <a:pt x="410418" y="604368"/>
                      </a:lnTo>
                      <a:lnTo>
                        <a:pt x="355714" y="415391"/>
                      </a:lnTo>
                      <a:lnTo>
                        <a:pt x="355714" y="415391"/>
                      </a:lnTo>
                      <a:lnTo>
                        <a:pt x="417380" y="203537"/>
                      </a:lnTo>
                      <a:lnTo>
                        <a:pt x="422353" y="210002"/>
                      </a:lnTo>
                      <a:lnTo>
                        <a:pt x="376104" y="210002"/>
                      </a:lnTo>
                      <a:lnTo>
                        <a:pt x="381077" y="206024"/>
                      </a:lnTo>
                      <a:lnTo>
                        <a:pt x="340297" y="371130"/>
                      </a:lnTo>
                      <a:lnTo>
                        <a:pt x="334827" y="392017"/>
                      </a:lnTo>
                      <a:lnTo>
                        <a:pt x="329854" y="369141"/>
                      </a:lnTo>
                      <a:lnTo>
                        <a:pt x="284599" y="204532"/>
                      </a:lnTo>
                      <a:lnTo>
                        <a:pt x="290566" y="209008"/>
                      </a:lnTo>
                      <a:lnTo>
                        <a:pt x="244317" y="209008"/>
                      </a:lnTo>
                      <a:lnTo>
                        <a:pt x="250285" y="201051"/>
                      </a:lnTo>
                      <a:lnTo>
                        <a:pt x="284102" y="312448"/>
                      </a:lnTo>
                      <a:lnTo>
                        <a:pt x="317421" y="424342"/>
                      </a:lnTo>
                      <a:lnTo>
                        <a:pt x="317421" y="424342"/>
                      </a:lnTo>
                      <a:lnTo>
                        <a:pt x="317421" y="424342"/>
                      </a:lnTo>
                      <a:lnTo>
                        <a:pt x="207516" y="791356"/>
                      </a:lnTo>
                      <a:lnTo>
                        <a:pt x="202046" y="784394"/>
                      </a:lnTo>
                      <a:lnTo>
                        <a:pt x="251776" y="784394"/>
                      </a:lnTo>
                      <a:lnTo>
                        <a:pt x="246306" y="788372"/>
                      </a:lnTo>
                      <a:lnTo>
                        <a:pt x="335822" y="471089"/>
                      </a:lnTo>
                      <a:lnTo>
                        <a:pt x="339303" y="458159"/>
                      </a:lnTo>
                      <a:lnTo>
                        <a:pt x="342784" y="471089"/>
                      </a:lnTo>
                      <a:lnTo>
                        <a:pt x="379585" y="633212"/>
                      </a:lnTo>
                      <a:lnTo>
                        <a:pt x="419370" y="792848"/>
                      </a:lnTo>
                      <a:lnTo>
                        <a:pt x="465122" y="792848"/>
                      </a:lnTo>
                      <a:close/>
                    </a:path>
                  </a:pathLst>
                </a:custGeom>
                <a:grpFill/>
                <a:ln w="49565" cap="flat">
                  <a:noFill/>
                  <a:prstDash val="solid"/>
                  <a:miter/>
                </a:ln>
              </p:spPr>
              <p:txBody>
                <a:bodyPr rtlCol="0" anchor="ctr"/>
                <a:lstStyle/>
                <a:p>
                  <a:endParaRPr lang="en-US"/>
                </a:p>
              </p:txBody>
            </p:sp>
          </p:grpSp>
          <p:sp>
            <p:nvSpPr>
              <p:cNvPr id="268" name="Freeform: Shape 267">
                <a:extLst>
                  <a:ext uri="{FF2B5EF4-FFF2-40B4-BE49-F238E27FC236}">
                    <a16:creationId xmlns:a16="http://schemas.microsoft.com/office/drawing/2014/main" id="{87E67E67-A647-4DA5-8C2D-00F75EDEAFB1}"/>
                  </a:ext>
                </a:extLst>
              </p:cNvPr>
              <p:cNvSpPr/>
              <p:nvPr/>
            </p:nvSpPr>
            <p:spPr>
              <a:xfrm>
                <a:off x="8092806" y="3504254"/>
                <a:ext cx="497309" cy="547039"/>
              </a:xfrm>
              <a:custGeom>
                <a:avLst/>
                <a:gdLst>
                  <a:gd name="connsiteX0" fmla="*/ 248295 w 497308"/>
                  <a:gd name="connsiteY0" fmla="*/ 194088 h 547039"/>
                  <a:gd name="connsiteX1" fmla="*/ 307972 w 497308"/>
                  <a:gd name="connsiteY1" fmla="*/ 239344 h 547039"/>
                  <a:gd name="connsiteX2" fmla="*/ 258734 w 497308"/>
                  <a:gd name="connsiteY2" fmla="*/ 289562 h 547039"/>
                  <a:gd name="connsiteX3" fmla="*/ 251279 w 497308"/>
                  <a:gd name="connsiteY3" fmla="*/ 289074 h 547039"/>
                  <a:gd name="connsiteX4" fmla="*/ 210002 w 497308"/>
                  <a:gd name="connsiteY4" fmla="*/ 289074 h 547039"/>
                  <a:gd name="connsiteX5" fmla="*/ 210002 w 497308"/>
                  <a:gd name="connsiteY5" fmla="*/ 367152 h 547039"/>
                  <a:gd name="connsiteX6" fmla="*/ 194088 w 497308"/>
                  <a:gd name="connsiteY6" fmla="*/ 367152 h 547039"/>
                  <a:gd name="connsiteX7" fmla="*/ 194088 w 497308"/>
                  <a:gd name="connsiteY7" fmla="*/ 194088 h 547039"/>
                  <a:gd name="connsiteX8" fmla="*/ 210002 w 497308"/>
                  <a:gd name="connsiteY8" fmla="*/ 209505 h 547039"/>
                  <a:gd name="connsiteX9" fmla="*/ 210002 w 497308"/>
                  <a:gd name="connsiteY9" fmla="*/ 273658 h 547039"/>
                  <a:gd name="connsiteX10" fmla="*/ 249290 w 497308"/>
                  <a:gd name="connsiteY10" fmla="*/ 273658 h 547039"/>
                  <a:gd name="connsiteX11" fmla="*/ 288324 w 497308"/>
                  <a:gd name="connsiteY11" fmla="*/ 243658 h 547039"/>
                  <a:gd name="connsiteX12" fmla="*/ 288577 w 497308"/>
                  <a:gd name="connsiteY12" fmla="*/ 240836 h 547039"/>
                  <a:gd name="connsiteX13" fmla="*/ 247798 w 497308"/>
                  <a:gd name="connsiteY13" fmla="*/ 209505 h 54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7308" h="547039">
                    <a:moveTo>
                      <a:pt x="248295" y="194088"/>
                    </a:moveTo>
                    <a:cubicBezTo>
                      <a:pt x="273161" y="194088"/>
                      <a:pt x="307972" y="201051"/>
                      <a:pt x="307972" y="239344"/>
                    </a:cubicBezTo>
                    <a:cubicBezTo>
                      <a:pt x="308243" y="266808"/>
                      <a:pt x="286198" y="289292"/>
                      <a:pt x="258734" y="289562"/>
                    </a:cubicBezTo>
                    <a:cubicBezTo>
                      <a:pt x="256240" y="289587"/>
                      <a:pt x="253748" y="289424"/>
                      <a:pt x="251279" y="289074"/>
                    </a:cubicBezTo>
                    <a:lnTo>
                      <a:pt x="210002" y="289074"/>
                    </a:lnTo>
                    <a:lnTo>
                      <a:pt x="210002" y="367152"/>
                    </a:lnTo>
                    <a:lnTo>
                      <a:pt x="194088" y="367152"/>
                    </a:lnTo>
                    <a:lnTo>
                      <a:pt x="194088" y="194088"/>
                    </a:lnTo>
                    <a:close/>
                    <a:moveTo>
                      <a:pt x="210002" y="209505"/>
                    </a:moveTo>
                    <a:lnTo>
                      <a:pt x="210002" y="273658"/>
                    </a:lnTo>
                    <a:lnTo>
                      <a:pt x="249290" y="273658"/>
                    </a:lnTo>
                    <a:cubicBezTo>
                      <a:pt x="268353" y="276153"/>
                      <a:pt x="285829" y="262721"/>
                      <a:pt x="288324" y="243658"/>
                    </a:cubicBezTo>
                    <a:cubicBezTo>
                      <a:pt x="288447" y="242721"/>
                      <a:pt x="288531" y="241779"/>
                      <a:pt x="288577" y="240836"/>
                    </a:cubicBezTo>
                    <a:cubicBezTo>
                      <a:pt x="288577" y="213981"/>
                      <a:pt x="262717" y="209505"/>
                      <a:pt x="247798" y="209505"/>
                    </a:cubicBezTo>
                    <a:close/>
                  </a:path>
                </a:pathLst>
              </a:custGeom>
              <a:solidFill>
                <a:srgbClr val="ED174F"/>
              </a:solidFill>
              <a:ln w="4956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16AB7317-A9BA-479D-B30E-6DFDB85936A1}"/>
                  </a:ext>
                </a:extLst>
              </p:cNvPr>
              <p:cNvSpPr/>
              <p:nvPr/>
            </p:nvSpPr>
            <p:spPr>
              <a:xfrm>
                <a:off x="8205198" y="3557384"/>
                <a:ext cx="497309" cy="497309"/>
              </a:xfrm>
              <a:custGeom>
                <a:avLst/>
                <a:gdLst>
                  <a:gd name="connsiteX0" fmla="*/ 288577 w 497308"/>
                  <a:gd name="connsiteY0" fmla="*/ 293633 h 497308"/>
                  <a:gd name="connsiteX1" fmla="*/ 296534 w 497308"/>
                  <a:gd name="connsiteY1" fmla="*/ 302584 h 497308"/>
                  <a:gd name="connsiteX2" fmla="*/ 303994 w 497308"/>
                  <a:gd name="connsiteY2" fmla="*/ 302584 h 497308"/>
                  <a:gd name="connsiteX3" fmla="*/ 303994 w 497308"/>
                  <a:gd name="connsiteY3" fmla="*/ 315017 h 497308"/>
                  <a:gd name="connsiteX4" fmla="*/ 290069 w 497308"/>
                  <a:gd name="connsiteY4" fmla="*/ 315017 h 497308"/>
                  <a:gd name="connsiteX5" fmla="*/ 272663 w 497308"/>
                  <a:gd name="connsiteY5" fmla="*/ 293135 h 497308"/>
                  <a:gd name="connsiteX6" fmla="*/ 272663 w 497308"/>
                  <a:gd name="connsiteY6" fmla="*/ 293135 h 497308"/>
                  <a:gd name="connsiteX7" fmla="*/ 234868 w 497308"/>
                  <a:gd name="connsiteY7" fmla="*/ 316509 h 497308"/>
                  <a:gd name="connsiteX8" fmla="*/ 194138 w 497308"/>
                  <a:gd name="connsiteY8" fmla="*/ 281895 h 497308"/>
                  <a:gd name="connsiteX9" fmla="*/ 194088 w 497308"/>
                  <a:gd name="connsiteY9" fmla="*/ 281200 h 497308"/>
                  <a:gd name="connsiteX10" fmla="*/ 262717 w 497308"/>
                  <a:gd name="connsiteY10" fmla="*/ 241415 h 497308"/>
                  <a:gd name="connsiteX11" fmla="*/ 273160 w 497308"/>
                  <a:gd name="connsiteY11" fmla="*/ 241415 h 497308"/>
                  <a:gd name="connsiteX12" fmla="*/ 245435 w 497308"/>
                  <a:gd name="connsiteY12" fmla="*/ 208677 h 497308"/>
                  <a:gd name="connsiteX13" fmla="*/ 241830 w 497308"/>
                  <a:gd name="connsiteY13" fmla="*/ 208593 h 497308"/>
                  <a:gd name="connsiteX14" fmla="*/ 204034 w 497308"/>
                  <a:gd name="connsiteY14" fmla="*/ 225004 h 497308"/>
                  <a:gd name="connsiteX15" fmla="*/ 204034 w 497308"/>
                  <a:gd name="connsiteY15" fmla="*/ 207101 h 497308"/>
                  <a:gd name="connsiteX16" fmla="*/ 244814 w 497308"/>
                  <a:gd name="connsiteY16" fmla="*/ 194171 h 497308"/>
                  <a:gd name="connsiteX17" fmla="*/ 289106 w 497308"/>
                  <a:gd name="connsiteY17" fmla="*/ 233265 h 497308"/>
                  <a:gd name="connsiteX18" fmla="*/ 289074 w 497308"/>
                  <a:gd name="connsiteY18" fmla="*/ 238929 h 497308"/>
                  <a:gd name="connsiteX19" fmla="*/ 272663 w 497308"/>
                  <a:gd name="connsiteY19" fmla="*/ 253848 h 497308"/>
                  <a:gd name="connsiteX20" fmla="*/ 265203 w 497308"/>
                  <a:gd name="connsiteY20" fmla="*/ 253848 h 497308"/>
                  <a:gd name="connsiteX21" fmla="*/ 210997 w 497308"/>
                  <a:gd name="connsiteY21" fmla="*/ 281200 h 497308"/>
                  <a:gd name="connsiteX22" fmla="*/ 235142 w 497308"/>
                  <a:gd name="connsiteY22" fmla="*/ 301661 h 497308"/>
                  <a:gd name="connsiteX23" fmla="*/ 235862 w 497308"/>
                  <a:gd name="connsiteY23" fmla="*/ 301590 h 497308"/>
                  <a:gd name="connsiteX24" fmla="*/ 272663 w 497308"/>
                  <a:gd name="connsiteY24" fmla="*/ 259816 h 497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97308" h="497308">
                    <a:moveTo>
                      <a:pt x="288577" y="293633"/>
                    </a:moveTo>
                    <a:cubicBezTo>
                      <a:pt x="288577" y="297611"/>
                      <a:pt x="288577" y="302584"/>
                      <a:pt x="296534" y="302584"/>
                    </a:cubicBezTo>
                    <a:cubicBezTo>
                      <a:pt x="298994" y="303093"/>
                      <a:pt x="301533" y="303093"/>
                      <a:pt x="303994" y="302584"/>
                    </a:cubicBezTo>
                    <a:lnTo>
                      <a:pt x="303994" y="315017"/>
                    </a:lnTo>
                    <a:cubicBezTo>
                      <a:pt x="299380" y="315735"/>
                      <a:pt x="294683" y="315735"/>
                      <a:pt x="290069" y="315017"/>
                    </a:cubicBezTo>
                    <a:cubicBezTo>
                      <a:pt x="274155" y="315017"/>
                      <a:pt x="272663" y="307060"/>
                      <a:pt x="272663" y="293135"/>
                    </a:cubicBezTo>
                    <a:lnTo>
                      <a:pt x="272663" y="293135"/>
                    </a:lnTo>
                    <a:cubicBezTo>
                      <a:pt x="265692" y="307622"/>
                      <a:pt x="250943" y="316743"/>
                      <a:pt x="234868" y="316509"/>
                    </a:cubicBezTo>
                    <a:cubicBezTo>
                      <a:pt x="214062" y="318198"/>
                      <a:pt x="195827" y="302700"/>
                      <a:pt x="194138" y="281895"/>
                    </a:cubicBezTo>
                    <a:cubicBezTo>
                      <a:pt x="194120" y="281663"/>
                      <a:pt x="194103" y="281432"/>
                      <a:pt x="194088" y="281200"/>
                    </a:cubicBezTo>
                    <a:cubicBezTo>
                      <a:pt x="194088" y="252356"/>
                      <a:pt x="224922" y="245891"/>
                      <a:pt x="262717" y="241415"/>
                    </a:cubicBezTo>
                    <a:lnTo>
                      <a:pt x="273160" y="241415"/>
                    </a:lnTo>
                    <a:cubicBezTo>
                      <a:pt x="274545" y="224718"/>
                      <a:pt x="262131" y="210061"/>
                      <a:pt x="245435" y="208677"/>
                    </a:cubicBezTo>
                    <a:cubicBezTo>
                      <a:pt x="244236" y="208577"/>
                      <a:pt x="243032" y="208549"/>
                      <a:pt x="241830" y="208593"/>
                    </a:cubicBezTo>
                    <a:cubicBezTo>
                      <a:pt x="227788" y="209830"/>
                      <a:pt x="214526" y="215589"/>
                      <a:pt x="204034" y="225004"/>
                    </a:cubicBezTo>
                    <a:lnTo>
                      <a:pt x="204034" y="207101"/>
                    </a:lnTo>
                    <a:cubicBezTo>
                      <a:pt x="216111" y="198980"/>
                      <a:pt x="230264" y="194492"/>
                      <a:pt x="244814" y="194171"/>
                    </a:cubicBezTo>
                    <a:cubicBezTo>
                      <a:pt x="267840" y="192735"/>
                      <a:pt x="287670" y="210238"/>
                      <a:pt x="289106" y="233265"/>
                    </a:cubicBezTo>
                    <a:cubicBezTo>
                      <a:pt x="289224" y="235151"/>
                      <a:pt x="289213" y="237044"/>
                      <a:pt x="289074" y="238929"/>
                    </a:cubicBezTo>
                    <a:close/>
                    <a:moveTo>
                      <a:pt x="272663" y="253848"/>
                    </a:moveTo>
                    <a:lnTo>
                      <a:pt x="265203" y="253848"/>
                    </a:lnTo>
                    <a:cubicBezTo>
                      <a:pt x="233873" y="257329"/>
                      <a:pt x="210997" y="262302"/>
                      <a:pt x="210997" y="281200"/>
                    </a:cubicBezTo>
                    <a:cubicBezTo>
                      <a:pt x="212014" y="293517"/>
                      <a:pt x="222824" y="302678"/>
                      <a:pt x="235142" y="301661"/>
                    </a:cubicBezTo>
                    <a:cubicBezTo>
                      <a:pt x="235382" y="301641"/>
                      <a:pt x="235622" y="301617"/>
                      <a:pt x="235862" y="301590"/>
                    </a:cubicBezTo>
                    <a:cubicBezTo>
                      <a:pt x="257451" y="299996"/>
                      <a:pt x="273804" y="281433"/>
                      <a:pt x="272663" y="259816"/>
                    </a:cubicBezTo>
                    <a:close/>
                  </a:path>
                </a:pathLst>
              </a:custGeom>
              <a:solidFill>
                <a:srgbClr val="ED174F"/>
              </a:solidFill>
              <a:ln w="4956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88C975E-6F65-49FB-8014-6FC04CE8BD93}"/>
                  </a:ext>
                </a:extLst>
              </p:cNvPr>
              <p:cNvSpPr/>
              <p:nvPr/>
            </p:nvSpPr>
            <p:spPr>
              <a:xfrm>
                <a:off x="8318087" y="3524644"/>
                <a:ext cx="447578" cy="497309"/>
              </a:xfrm>
              <a:custGeom>
                <a:avLst/>
                <a:gdLst>
                  <a:gd name="connsiteX0" fmla="*/ 230392 w 447577"/>
                  <a:gd name="connsiteY0" fmla="*/ 194088 h 497308"/>
                  <a:gd name="connsiteX1" fmla="*/ 230392 w 447577"/>
                  <a:gd name="connsiteY1" fmla="*/ 228403 h 497308"/>
                  <a:gd name="connsiteX2" fmla="*/ 261225 w 447577"/>
                  <a:gd name="connsiteY2" fmla="*/ 228403 h 497308"/>
                  <a:gd name="connsiteX3" fmla="*/ 261225 w 447577"/>
                  <a:gd name="connsiteY3" fmla="*/ 242825 h 497308"/>
                  <a:gd name="connsiteX4" fmla="*/ 230392 w 447577"/>
                  <a:gd name="connsiteY4" fmla="*/ 242825 h 497308"/>
                  <a:gd name="connsiteX5" fmla="*/ 230392 w 447577"/>
                  <a:gd name="connsiteY5" fmla="*/ 317918 h 497308"/>
                  <a:gd name="connsiteX6" fmla="*/ 245311 w 447577"/>
                  <a:gd name="connsiteY6" fmla="*/ 335324 h 497308"/>
                  <a:gd name="connsiteX7" fmla="*/ 261225 w 447577"/>
                  <a:gd name="connsiteY7" fmla="*/ 331346 h 497308"/>
                  <a:gd name="connsiteX8" fmla="*/ 261225 w 447577"/>
                  <a:gd name="connsiteY8" fmla="*/ 345768 h 497308"/>
                  <a:gd name="connsiteX9" fmla="*/ 242825 w 447577"/>
                  <a:gd name="connsiteY9" fmla="*/ 348751 h 497308"/>
                  <a:gd name="connsiteX10" fmla="*/ 213981 w 447577"/>
                  <a:gd name="connsiteY10" fmla="*/ 322891 h 497308"/>
                  <a:gd name="connsiteX11" fmla="*/ 213981 w 447577"/>
                  <a:gd name="connsiteY11" fmla="*/ 242825 h 497308"/>
                  <a:gd name="connsiteX12" fmla="*/ 194088 w 447577"/>
                  <a:gd name="connsiteY12" fmla="*/ 242825 h 497308"/>
                  <a:gd name="connsiteX13" fmla="*/ 194088 w 447577"/>
                  <a:gd name="connsiteY13" fmla="*/ 228403 h 497308"/>
                  <a:gd name="connsiteX14" fmla="*/ 213981 w 447577"/>
                  <a:gd name="connsiteY14" fmla="*/ 228403 h 497308"/>
                  <a:gd name="connsiteX15" fmla="*/ 213981 w 447577"/>
                  <a:gd name="connsiteY15" fmla="*/ 194088 h 497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7577" h="497308">
                    <a:moveTo>
                      <a:pt x="230392" y="194088"/>
                    </a:moveTo>
                    <a:lnTo>
                      <a:pt x="230392" y="228403"/>
                    </a:lnTo>
                    <a:lnTo>
                      <a:pt x="261225" y="228403"/>
                    </a:lnTo>
                    <a:lnTo>
                      <a:pt x="261225" y="242825"/>
                    </a:lnTo>
                    <a:lnTo>
                      <a:pt x="230392" y="242825"/>
                    </a:lnTo>
                    <a:lnTo>
                      <a:pt x="230392" y="317918"/>
                    </a:lnTo>
                    <a:cubicBezTo>
                      <a:pt x="230392" y="329356"/>
                      <a:pt x="233873" y="335324"/>
                      <a:pt x="245311" y="335324"/>
                    </a:cubicBezTo>
                    <a:cubicBezTo>
                      <a:pt x="250848" y="335212"/>
                      <a:pt x="256288" y="333852"/>
                      <a:pt x="261225" y="331346"/>
                    </a:cubicBezTo>
                    <a:lnTo>
                      <a:pt x="261225" y="345768"/>
                    </a:lnTo>
                    <a:cubicBezTo>
                      <a:pt x="255252" y="347577"/>
                      <a:pt x="249064" y="348580"/>
                      <a:pt x="242825" y="348751"/>
                    </a:cubicBezTo>
                    <a:cubicBezTo>
                      <a:pt x="226414" y="348751"/>
                      <a:pt x="213981" y="341292"/>
                      <a:pt x="213981" y="322891"/>
                    </a:cubicBezTo>
                    <a:lnTo>
                      <a:pt x="213981" y="242825"/>
                    </a:lnTo>
                    <a:lnTo>
                      <a:pt x="194088" y="242825"/>
                    </a:lnTo>
                    <a:lnTo>
                      <a:pt x="194088" y="228403"/>
                    </a:lnTo>
                    <a:lnTo>
                      <a:pt x="213981" y="228403"/>
                    </a:lnTo>
                    <a:lnTo>
                      <a:pt x="213981" y="194088"/>
                    </a:lnTo>
                    <a:close/>
                  </a:path>
                </a:pathLst>
              </a:custGeom>
              <a:solidFill>
                <a:srgbClr val="ED174F"/>
              </a:solidFill>
              <a:ln w="4956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375E5C35-E59B-4170-98F2-B76A77F49BD5}"/>
                  </a:ext>
                </a:extLst>
              </p:cNvPr>
              <p:cNvSpPr/>
              <p:nvPr/>
            </p:nvSpPr>
            <p:spPr>
              <a:xfrm>
                <a:off x="8402132" y="3507238"/>
                <a:ext cx="397847" cy="547039"/>
              </a:xfrm>
              <a:custGeom>
                <a:avLst/>
                <a:gdLst>
                  <a:gd name="connsiteX0" fmla="*/ 212489 w 397846"/>
                  <a:gd name="connsiteY0" fmla="*/ 208510 h 547039"/>
                  <a:gd name="connsiteX1" fmla="*/ 203040 w 397846"/>
                  <a:gd name="connsiteY1" fmla="*/ 222932 h 547039"/>
                  <a:gd name="connsiteX2" fmla="*/ 194088 w 397846"/>
                  <a:gd name="connsiteY2" fmla="*/ 209008 h 547039"/>
                  <a:gd name="connsiteX3" fmla="*/ 203040 w 397846"/>
                  <a:gd name="connsiteY3" fmla="*/ 194088 h 547039"/>
                  <a:gd name="connsiteX4" fmla="*/ 212489 w 397846"/>
                  <a:gd name="connsiteY4" fmla="*/ 208510 h 547039"/>
                  <a:gd name="connsiteX5" fmla="*/ 212489 w 397846"/>
                  <a:gd name="connsiteY5" fmla="*/ 246306 h 547039"/>
                  <a:gd name="connsiteX6" fmla="*/ 212489 w 397846"/>
                  <a:gd name="connsiteY6" fmla="*/ 364168 h 547039"/>
                  <a:gd name="connsiteX7" fmla="*/ 196575 w 397846"/>
                  <a:gd name="connsiteY7" fmla="*/ 364168 h 547039"/>
                  <a:gd name="connsiteX8" fmla="*/ 196575 w 397846"/>
                  <a:gd name="connsiteY8" fmla="*/ 246306 h 54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7846" h="547039">
                    <a:moveTo>
                      <a:pt x="212489" y="208510"/>
                    </a:moveTo>
                    <a:cubicBezTo>
                      <a:pt x="212489" y="214478"/>
                      <a:pt x="210002" y="222932"/>
                      <a:pt x="203040" y="222932"/>
                    </a:cubicBezTo>
                    <a:cubicBezTo>
                      <a:pt x="196078" y="222932"/>
                      <a:pt x="194088" y="213981"/>
                      <a:pt x="194088" y="209008"/>
                    </a:cubicBezTo>
                    <a:cubicBezTo>
                      <a:pt x="194088" y="204035"/>
                      <a:pt x="194088" y="194088"/>
                      <a:pt x="203040" y="194088"/>
                    </a:cubicBezTo>
                    <a:cubicBezTo>
                      <a:pt x="211992" y="194088"/>
                      <a:pt x="212489" y="201548"/>
                      <a:pt x="212489" y="208510"/>
                    </a:cubicBezTo>
                    <a:close/>
                    <a:moveTo>
                      <a:pt x="212489" y="246306"/>
                    </a:moveTo>
                    <a:lnTo>
                      <a:pt x="212489" y="364168"/>
                    </a:lnTo>
                    <a:lnTo>
                      <a:pt x="196575" y="364168"/>
                    </a:lnTo>
                    <a:lnTo>
                      <a:pt x="196575" y="246306"/>
                    </a:lnTo>
                    <a:close/>
                  </a:path>
                </a:pathLst>
              </a:custGeom>
              <a:solidFill>
                <a:srgbClr val="ED174F"/>
              </a:solidFill>
              <a:ln w="4956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C1292319-6081-4941-9CFD-C5E2E450E1F7}"/>
                  </a:ext>
                </a:extLst>
              </p:cNvPr>
              <p:cNvSpPr/>
              <p:nvPr/>
            </p:nvSpPr>
            <p:spPr>
              <a:xfrm>
                <a:off x="8440816" y="3556472"/>
                <a:ext cx="447578" cy="497309"/>
              </a:xfrm>
              <a:custGeom>
                <a:avLst/>
                <a:gdLst>
                  <a:gd name="connsiteX0" fmla="*/ 209611 w 447577"/>
                  <a:gd name="connsiteY0" fmla="*/ 251279 h 497308"/>
                  <a:gd name="connsiteX1" fmla="*/ 252379 w 447577"/>
                  <a:gd name="connsiteY1" fmla="*/ 303496 h 497308"/>
                  <a:gd name="connsiteX2" fmla="*/ 297635 w 447577"/>
                  <a:gd name="connsiteY2" fmla="*/ 279626 h 497308"/>
                  <a:gd name="connsiteX3" fmla="*/ 297635 w 447577"/>
                  <a:gd name="connsiteY3" fmla="*/ 299021 h 497308"/>
                  <a:gd name="connsiteX4" fmla="*/ 251385 w 447577"/>
                  <a:gd name="connsiteY4" fmla="*/ 317918 h 497308"/>
                  <a:gd name="connsiteX5" fmla="*/ 194135 w 447577"/>
                  <a:gd name="connsiteY5" fmla="*/ 257838 h 497308"/>
                  <a:gd name="connsiteX6" fmla="*/ 194195 w 447577"/>
                  <a:gd name="connsiteY6" fmla="*/ 256252 h 497308"/>
                  <a:gd name="connsiteX7" fmla="*/ 249275 w 447577"/>
                  <a:gd name="connsiteY7" fmla="*/ 194176 h 497308"/>
                  <a:gd name="connsiteX8" fmla="*/ 251385 w 447577"/>
                  <a:gd name="connsiteY8" fmla="*/ 194088 h 497308"/>
                  <a:gd name="connsiteX9" fmla="*/ 291667 w 447577"/>
                  <a:gd name="connsiteY9" fmla="*/ 215970 h 497308"/>
                  <a:gd name="connsiteX10" fmla="*/ 301116 w 447577"/>
                  <a:gd name="connsiteY10" fmla="*/ 251279 h 497308"/>
                  <a:gd name="connsiteX11" fmla="*/ 281223 w 447577"/>
                  <a:gd name="connsiteY11" fmla="*/ 237852 h 497308"/>
                  <a:gd name="connsiteX12" fmla="*/ 248898 w 447577"/>
                  <a:gd name="connsiteY12" fmla="*/ 208013 h 497308"/>
                  <a:gd name="connsiteX13" fmla="*/ 211600 w 447577"/>
                  <a:gd name="connsiteY13" fmla="*/ 237852 h 497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7577" h="497308">
                    <a:moveTo>
                      <a:pt x="209611" y="251279"/>
                    </a:moveTo>
                    <a:cubicBezTo>
                      <a:pt x="209611" y="301010"/>
                      <a:pt x="246412" y="303496"/>
                      <a:pt x="252379" y="303496"/>
                    </a:cubicBezTo>
                    <a:cubicBezTo>
                      <a:pt x="270040" y="301878"/>
                      <a:pt x="286327" y="293287"/>
                      <a:pt x="297635" y="279626"/>
                    </a:cubicBezTo>
                    <a:lnTo>
                      <a:pt x="297635" y="299021"/>
                    </a:lnTo>
                    <a:cubicBezTo>
                      <a:pt x="284685" y="310184"/>
                      <a:pt x="268447" y="316819"/>
                      <a:pt x="251385" y="317918"/>
                    </a:cubicBezTo>
                    <a:cubicBezTo>
                      <a:pt x="218985" y="317137"/>
                      <a:pt x="193353" y="290238"/>
                      <a:pt x="194135" y="257838"/>
                    </a:cubicBezTo>
                    <a:cubicBezTo>
                      <a:pt x="194148" y="257309"/>
                      <a:pt x="194168" y="256780"/>
                      <a:pt x="194195" y="256252"/>
                    </a:cubicBezTo>
                    <a:cubicBezTo>
                      <a:pt x="192263" y="223900"/>
                      <a:pt x="216923" y="196108"/>
                      <a:pt x="249275" y="194176"/>
                    </a:cubicBezTo>
                    <a:cubicBezTo>
                      <a:pt x="249978" y="194134"/>
                      <a:pt x="250681" y="194105"/>
                      <a:pt x="251385" y="194088"/>
                    </a:cubicBezTo>
                    <a:cubicBezTo>
                      <a:pt x="267574" y="194390"/>
                      <a:pt x="282602" y="202554"/>
                      <a:pt x="291667" y="215970"/>
                    </a:cubicBezTo>
                    <a:cubicBezTo>
                      <a:pt x="298594" y="226389"/>
                      <a:pt x="301913" y="238793"/>
                      <a:pt x="301116" y="251279"/>
                    </a:cubicBezTo>
                    <a:close/>
                    <a:moveTo>
                      <a:pt x="281223" y="237852"/>
                    </a:moveTo>
                    <a:cubicBezTo>
                      <a:pt x="279922" y="220977"/>
                      <a:pt x="265823" y="207963"/>
                      <a:pt x="248898" y="208013"/>
                    </a:cubicBezTo>
                    <a:cubicBezTo>
                      <a:pt x="231214" y="208559"/>
                      <a:pt x="216015" y="220718"/>
                      <a:pt x="211600" y="237852"/>
                    </a:cubicBezTo>
                    <a:close/>
                  </a:path>
                </a:pathLst>
              </a:custGeom>
              <a:solidFill>
                <a:srgbClr val="ED174F"/>
              </a:solidFill>
              <a:ln w="4956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55FADCB5-ED32-4371-8A8C-3A8164877A83}"/>
                  </a:ext>
                </a:extLst>
              </p:cNvPr>
              <p:cNvSpPr/>
              <p:nvPr/>
            </p:nvSpPr>
            <p:spPr>
              <a:xfrm>
                <a:off x="8566741" y="3556411"/>
                <a:ext cx="447578" cy="497309"/>
              </a:xfrm>
              <a:custGeom>
                <a:avLst/>
                <a:gdLst>
                  <a:gd name="connsiteX0" fmla="*/ 288577 w 447577"/>
                  <a:gd name="connsiteY0" fmla="*/ 314995 h 497308"/>
                  <a:gd name="connsiteX1" fmla="*/ 272663 w 447577"/>
                  <a:gd name="connsiteY1" fmla="*/ 314995 h 497308"/>
                  <a:gd name="connsiteX2" fmla="*/ 272663 w 447577"/>
                  <a:gd name="connsiteY2" fmla="*/ 237415 h 497308"/>
                  <a:gd name="connsiteX3" fmla="*/ 249969 w 447577"/>
                  <a:gd name="connsiteY3" fmla="*/ 208736 h 497308"/>
                  <a:gd name="connsiteX4" fmla="*/ 246306 w 447577"/>
                  <a:gd name="connsiteY4" fmla="*/ 208571 h 497308"/>
                  <a:gd name="connsiteX5" fmla="*/ 209505 w 447577"/>
                  <a:gd name="connsiteY5" fmla="*/ 254324 h 497308"/>
                  <a:gd name="connsiteX6" fmla="*/ 209505 w 447577"/>
                  <a:gd name="connsiteY6" fmla="*/ 314995 h 497308"/>
                  <a:gd name="connsiteX7" fmla="*/ 194088 w 447577"/>
                  <a:gd name="connsiteY7" fmla="*/ 314995 h 497308"/>
                  <a:gd name="connsiteX8" fmla="*/ 194088 w 447577"/>
                  <a:gd name="connsiteY8" fmla="*/ 197133 h 497308"/>
                  <a:gd name="connsiteX9" fmla="*/ 208510 w 447577"/>
                  <a:gd name="connsiteY9" fmla="*/ 197133 h 497308"/>
                  <a:gd name="connsiteX10" fmla="*/ 208510 w 447577"/>
                  <a:gd name="connsiteY10" fmla="*/ 219015 h 497308"/>
                  <a:gd name="connsiteX11" fmla="*/ 208510 w 447577"/>
                  <a:gd name="connsiteY11" fmla="*/ 219015 h 497308"/>
                  <a:gd name="connsiteX12" fmla="*/ 246306 w 447577"/>
                  <a:gd name="connsiteY12" fmla="*/ 194149 h 497308"/>
                  <a:gd name="connsiteX13" fmla="*/ 287187 w 447577"/>
                  <a:gd name="connsiteY13" fmla="*/ 230728 h 497308"/>
                  <a:gd name="connsiteX14" fmla="*/ 287085 w 447577"/>
                  <a:gd name="connsiteY14" fmla="*/ 236420 h 497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577" h="497308">
                    <a:moveTo>
                      <a:pt x="288577" y="314995"/>
                    </a:moveTo>
                    <a:lnTo>
                      <a:pt x="272663" y="314995"/>
                    </a:lnTo>
                    <a:lnTo>
                      <a:pt x="272663" y="237415"/>
                    </a:lnTo>
                    <a:cubicBezTo>
                      <a:pt x="274316" y="223229"/>
                      <a:pt x="264156" y="210389"/>
                      <a:pt x="249969" y="208736"/>
                    </a:cubicBezTo>
                    <a:cubicBezTo>
                      <a:pt x="248754" y="208595"/>
                      <a:pt x="247529" y="208539"/>
                      <a:pt x="246306" y="208571"/>
                    </a:cubicBezTo>
                    <a:cubicBezTo>
                      <a:pt x="223582" y="211175"/>
                      <a:pt x="207178" y="231570"/>
                      <a:pt x="209505" y="254324"/>
                    </a:cubicBezTo>
                    <a:lnTo>
                      <a:pt x="209505" y="314995"/>
                    </a:lnTo>
                    <a:lnTo>
                      <a:pt x="194088" y="314995"/>
                    </a:lnTo>
                    <a:lnTo>
                      <a:pt x="194088" y="197133"/>
                    </a:lnTo>
                    <a:lnTo>
                      <a:pt x="208510" y="197133"/>
                    </a:lnTo>
                    <a:lnTo>
                      <a:pt x="208510" y="219015"/>
                    </a:lnTo>
                    <a:lnTo>
                      <a:pt x="208510" y="219015"/>
                    </a:lnTo>
                    <a:cubicBezTo>
                      <a:pt x="214825" y="203766"/>
                      <a:pt x="229803" y="193912"/>
                      <a:pt x="246306" y="194149"/>
                    </a:cubicBezTo>
                    <a:cubicBezTo>
                      <a:pt x="267696" y="192961"/>
                      <a:pt x="285999" y="209338"/>
                      <a:pt x="287187" y="230728"/>
                    </a:cubicBezTo>
                    <a:cubicBezTo>
                      <a:pt x="287293" y="232626"/>
                      <a:pt x="287259" y="234528"/>
                      <a:pt x="287085" y="236420"/>
                    </a:cubicBezTo>
                    <a:close/>
                  </a:path>
                </a:pathLst>
              </a:custGeom>
              <a:solidFill>
                <a:srgbClr val="ED174F"/>
              </a:solidFill>
              <a:ln w="4956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6E602076-92C2-4323-ACB6-4E421DDCC56B}"/>
                  </a:ext>
                </a:extLst>
              </p:cNvPr>
              <p:cNvSpPr/>
              <p:nvPr/>
            </p:nvSpPr>
            <p:spPr>
              <a:xfrm>
                <a:off x="8678635" y="3524644"/>
                <a:ext cx="447578" cy="497309"/>
              </a:xfrm>
              <a:custGeom>
                <a:avLst/>
                <a:gdLst>
                  <a:gd name="connsiteX0" fmla="*/ 230392 w 447577"/>
                  <a:gd name="connsiteY0" fmla="*/ 194088 h 497308"/>
                  <a:gd name="connsiteX1" fmla="*/ 230392 w 447577"/>
                  <a:gd name="connsiteY1" fmla="*/ 228403 h 497308"/>
                  <a:gd name="connsiteX2" fmla="*/ 261225 w 447577"/>
                  <a:gd name="connsiteY2" fmla="*/ 228403 h 497308"/>
                  <a:gd name="connsiteX3" fmla="*/ 261225 w 447577"/>
                  <a:gd name="connsiteY3" fmla="*/ 242825 h 497308"/>
                  <a:gd name="connsiteX4" fmla="*/ 230392 w 447577"/>
                  <a:gd name="connsiteY4" fmla="*/ 242825 h 497308"/>
                  <a:gd name="connsiteX5" fmla="*/ 230392 w 447577"/>
                  <a:gd name="connsiteY5" fmla="*/ 317918 h 497308"/>
                  <a:gd name="connsiteX6" fmla="*/ 245311 w 447577"/>
                  <a:gd name="connsiteY6" fmla="*/ 335324 h 497308"/>
                  <a:gd name="connsiteX7" fmla="*/ 261225 w 447577"/>
                  <a:gd name="connsiteY7" fmla="*/ 331346 h 497308"/>
                  <a:gd name="connsiteX8" fmla="*/ 261225 w 447577"/>
                  <a:gd name="connsiteY8" fmla="*/ 345768 h 497308"/>
                  <a:gd name="connsiteX9" fmla="*/ 242825 w 447577"/>
                  <a:gd name="connsiteY9" fmla="*/ 348751 h 497308"/>
                  <a:gd name="connsiteX10" fmla="*/ 214478 w 447577"/>
                  <a:gd name="connsiteY10" fmla="*/ 322891 h 497308"/>
                  <a:gd name="connsiteX11" fmla="*/ 214478 w 447577"/>
                  <a:gd name="connsiteY11" fmla="*/ 242825 h 497308"/>
                  <a:gd name="connsiteX12" fmla="*/ 194088 w 447577"/>
                  <a:gd name="connsiteY12" fmla="*/ 242825 h 497308"/>
                  <a:gd name="connsiteX13" fmla="*/ 194088 w 447577"/>
                  <a:gd name="connsiteY13" fmla="*/ 228403 h 497308"/>
                  <a:gd name="connsiteX14" fmla="*/ 214478 w 447577"/>
                  <a:gd name="connsiteY14" fmla="*/ 228403 h 497308"/>
                  <a:gd name="connsiteX15" fmla="*/ 214478 w 447577"/>
                  <a:gd name="connsiteY15" fmla="*/ 194088 h 497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7577" h="497308">
                    <a:moveTo>
                      <a:pt x="230392" y="194088"/>
                    </a:moveTo>
                    <a:lnTo>
                      <a:pt x="230392" y="228403"/>
                    </a:lnTo>
                    <a:lnTo>
                      <a:pt x="261225" y="228403"/>
                    </a:lnTo>
                    <a:lnTo>
                      <a:pt x="261225" y="242825"/>
                    </a:lnTo>
                    <a:lnTo>
                      <a:pt x="230392" y="242825"/>
                    </a:lnTo>
                    <a:lnTo>
                      <a:pt x="230392" y="317918"/>
                    </a:lnTo>
                    <a:cubicBezTo>
                      <a:pt x="230392" y="329356"/>
                      <a:pt x="233873" y="335324"/>
                      <a:pt x="245311" y="335324"/>
                    </a:cubicBezTo>
                    <a:cubicBezTo>
                      <a:pt x="250848" y="335212"/>
                      <a:pt x="256288" y="333852"/>
                      <a:pt x="261225" y="331346"/>
                    </a:cubicBezTo>
                    <a:lnTo>
                      <a:pt x="261225" y="345768"/>
                    </a:lnTo>
                    <a:cubicBezTo>
                      <a:pt x="255252" y="347577"/>
                      <a:pt x="249064" y="348580"/>
                      <a:pt x="242825" y="348751"/>
                    </a:cubicBezTo>
                    <a:cubicBezTo>
                      <a:pt x="226414" y="348751"/>
                      <a:pt x="214478" y="341292"/>
                      <a:pt x="214478" y="322891"/>
                    </a:cubicBezTo>
                    <a:lnTo>
                      <a:pt x="214478" y="242825"/>
                    </a:lnTo>
                    <a:lnTo>
                      <a:pt x="194088" y="242825"/>
                    </a:lnTo>
                    <a:lnTo>
                      <a:pt x="194088" y="228403"/>
                    </a:lnTo>
                    <a:lnTo>
                      <a:pt x="214478" y="228403"/>
                    </a:lnTo>
                    <a:lnTo>
                      <a:pt x="214478" y="194088"/>
                    </a:lnTo>
                    <a:close/>
                  </a:path>
                </a:pathLst>
              </a:custGeom>
              <a:solidFill>
                <a:srgbClr val="ED174F"/>
              </a:solidFill>
              <a:ln w="4956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0EC8F206-BD3C-4D90-A28E-294778E3F6F0}"/>
                  </a:ext>
                </a:extLst>
              </p:cNvPr>
              <p:cNvSpPr/>
              <p:nvPr/>
            </p:nvSpPr>
            <p:spPr>
              <a:xfrm>
                <a:off x="8838769" y="3503886"/>
                <a:ext cx="497309" cy="547039"/>
              </a:xfrm>
              <a:custGeom>
                <a:avLst/>
                <a:gdLst>
                  <a:gd name="connsiteX0" fmla="*/ 248792 w 497308"/>
                  <a:gd name="connsiteY0" fmla="*/ 194456 h 547039"/>
                  <a:gd name="connsiteX1" fmla="*/ 310458 w 497308"/>
                  <a:gd name="connsiteY1" fmla="*/ 214846 h 547039"/>
                  <a:gd name="connsiteX2" fmla="*/ 335324 w 497308"/>
                  <a:gd name="connsiteY2" fmla="*/ 279496 h 547039"/>
                  <a:gd name="connsiteX3" fmla="*/ 260886 w 497308"/>
                  <a:gd name="connsiteY3" fmla="*/ 367602 h 547039"/>
                  <a:gd name="connsiteX4" fmla="*/ 246306 w 497308"/>
                  <a:gd name="connsiteY4" fmla="*/ 367520 h 547039"/>
                  <a:gd name="connsiteX5" fmla="*/ 194088 w 497308"/>
                  <a:gd name="connsiteY5" fmla="*/ 367520 h 547039"/>
                  <a:gd name="connsiteX6" fmla="*/ 194088 w 497308"/>
                  <a:gd name="connsiteY6" fmla="*/ 194456 h 547039"/>
                  <a:gd name="connsiteX7" fmla="*/ 209505 w 497308"/>
                  <a:gd name="connsiteY7" fmla="*/ 209376 h 547039"/>
                  <a:gd name="connsiteX8" fmla="*/ 209505 w 497308"/>
                  <a:gd name="connsiteY8" fmla="*/ 352601 h 547039"/>
                  <a:gd name="connsiteX9" fmla="*/ 253268 w 497308"/>
                  <a:gd name="connsiteY9" fmla="*/ 352601 h 547039"/>
                  <a:gd name="connsiteX10" fmla="*/ 316471 w 497308"/>
                  <a:gd name="connsiteY10" fmla="*/ 286534 h 547039"/>
                  <a:gd name="connsiteX11" fmla="*/ 315929 w 497308"/>
                  <a:gd name="connsiteY11" fmla="*/ 279496 h 547039"/>
                  <a:gd name="connsiteX12" fmla="*/ 293551 w 497308"/>
                  <a:gd name="connsiteY12" fmla="*/ 224295 h 547039"/>
                  <a:gd name="connsiteX13" fmla="*/ 243820 w 497308"/>
                  <a:gd name="connsiteY13" fmla="*/ 209376 h 54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7308" h="547039">
                    <a:moveTo>
                      <a:pt x="248792" y="194456"/>
                    </a:moveTo>
                    <a:cubicBezTo>
                      <a:pt x="271298" y="192299"/>
                      <a:pt x="293675" y="199698"/>
                      <a:pt x="310458" y="214846"/>
                    </a:cubicBezTo>
                    <a:cubicBezTo>
                      <a:pt x="326945" y="232276"/>
                      <a:pt x="335881" y="255511"/>
                      <a:pt x="335324" y="279496"/>
                    </a:cubicBezTo>
                    <a:cubicBezTo>
                      <a:pt x="339098" y="324381"/>
                      <a:pt x="305771" y="363828"/>
                      <a:pt x="260886" y="367602"/>
                    </a:cubicBezTo>
                    <a:cubicBezTo>
                      <a:pt x="256033" y="368010"/>
                      <a:pt x="251153" y="367982"/>
                      <a:pt x="246306" y="367520"/>
                    </a:cubicBezTo>
                    <a:lnTo>
                      <a:pt x="194088" y="367520"/>
                    </a:lnTo>
                    <a:lnTo>
                      <a:pt x="194088" y="194456"/>
                    </a:lnTo>
                    <a:close/>
                    <a:moveTo>
                      <a:pt x="209505" y="209376"/>
                    </a:moveTo>
                    <a:lnTo>
                      <a:pt x="209505" y="352601"/>
                    </a:lnTo>
                    <a:lnTo>
                      <a:pt x="253268" y="352601"/>
                    </a:lnTo>
                    <a:cubicBezTo>
                      <a:pt x="288965" y="351810"/>
                      <a:pt x="317261" y="322231"/>
                      <a:pt x="316471" y="286534"/>
                    </a:cubicBezTo>
                    <a:cubicBezTo>
                      <a:pt x="316419" y="284180"/>
                      <a:pt x="316238" y="281831"/>
                      <a:pt x="315929" y="279496"/>
                    </a:cubicBezTo>
                    <a:cubicBezTo>
                      <a:pt x="316281" y="258819"/>
                      <a:pt x="308202" y="238890"/>
                      <a:pt x="293551" y="224295"/>
                    </a:cubicBezTo>
                    <a:cubicBezTo>
                      <a:pt x="279619" y="212904"/>
                      <a:pt x="261721" y="207535"/>
                      <a:pt x="243820" y="209376"/>
                    </a:cubicBezTo>
                    <a:close/>
                  </a:path>
                </a:pathLst>
              </a:custGeom>
              <a:solidFill>
                <a:srgbClr val="ED174F"/>
              </a:solidFill>
              <a:ln w="4956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AB3887F0-5F7F-4F94-98ED-860A3914EA78}"/>
                  </a:ext>
                </a:extLst>
              </p:cNvPr>
              <p:cNvSpPr/>
              <p:nvPr/>
            </p:nvSpPr>
            <p:spPr>
              <a:xfrm>
                <a:off x="8996913" y="3507238"/>
                <a:ext cx="397847" cy="547039"/>
              </a:xfrm>
              <a:custGeom>
                <a:avLst/>
                <a:gdLst>
                  <a:gd name="connsiteX0" fmla="*/ 212986 w 397846"/>
                  <a:gd name="connsiteY0" fmla="*/ 208510 h 547039"/>
                  <a:gd name="connsiteX1" fmla="*/ 203537 w 397846"/>
                  <a:gd name="connsiteY1" fmla="*/ 222932 h 547039"/>
                  <a:gd name="connsiteX2" fmla="*/ 194088 w 397846"/>
                  <a:gd name="connsiteY2" fmla="*/ 209008 h 547039"/>
                  <a:gd name="connsiteX3" fmla="*/ 203537 w 397846"/>
                  <a:gd name="connsiteY3" fmla="*/ 194088 h 547039"/>
                  <a:gd name="connsiteX4" fmla="*/ 212986 w 397846"/>
                  <a:gd name="connsiteY4" fmla="*/ 208510 h 547039"/>
                  <a:gd name="connsiteX5" fmla="*/ 212986 w 397846"/>
                  <a:gd name="connsiteY5" fmla="*/ 246306 h 547039"/>
                  <a:gd name="connsiteX6" fmla="*/ 212986 w 397846"/>
                  <a:gd name="connsiteY6" fmla="*/ 364168 h 547039"/>
                  <a:gd name="connsiteX7" fmla="*/ 197072 w 397846"/>
                  <a:gd name="connsiteY7" fmla="*/ 364168 h 547039"/>
                  <a:gd name="connsiteX8" fmla="*/ 197072 w 397846"/>
                  <a:gd name="connsiteY8" fmla="*/ 246306 h 54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7846" h="547039">
                    <a:moveTo>
                      <a:pt x="212986" y="208510"/>
                    </a:moveTo>
                    <a:cubicBezTo>
                      <a:pt x="212986" y="214478"/>
                      <a:pt x="212986" y="222932"/>
                      <a:pt x="203537" y="222932"/>
                    </a:cubicBezTo>
                    <a:cubicBezTo>
                      <a:pt x="194088" y="222932"/>
                      <a:pt x="194088" y="213981"/>
                      <a:pt x="194088" y="209008"/>
                    </a:cubicBezTo>
                    <a:cubicBezTo>
                      <a:pt x="194088" y="204035"/>
                      <a:pt x="194088" y="194088"/>
                      <a:pt x="203537" y="194088"/>
                    </a:cubicBezTo>
                    <a:cubicBezTo>
                      <a:pt x="212986" y="194088"/>
                      <a:pt x="212986" y="201548"/>
                      <a:pt x="212986" y="208510"/>
                    </a:cubicBezTo>
                    <a:close/>
                    <a:moveTo>
                      <a:pt x="212986" y="246306"/>
                    </a:moveTo>
                    <a:lnTo>
                      <a:pt x="212986" y="364168"/>
                    </a:lnTo>
                    <a:lnTo>
                      <a:pt x="197072" y="364168"/>
                    </a:lnTo>
                    <a:lnTo>
                      <a:pt x="197072" y="246306"/>
                    </a:lnTo>
                    <a:close/>
                  </a:path>
                </a:pathLst>
              </a:custGeom>
              <a:solidFill>
                <a:srgbClr val="ED174F"/>
              </a:solidFill>
              <a:ln w="4956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8217FA50-30ED-4BE0-897E-2C833F669485}"/>
                  </a:ext>
                </a:extLst>
              </p:cNvPr>
              <p:cNvSpPr/>
              <p:nvPr/>
            </p:nvSpPr>
            <p:spPr>
              <a:xfrm>
                <a:off x="9044654" y="3557575"/>
                <a:ext cx="447578" cy="497309"/>
              </a:xfrm>
              <a:custGeom>
                <a:avLst/>
                <a:gdLst>
                  <a:gd name="connsiteX0" fmla="*/ 257744 w 447577"/>
                  <a:gd name="connsiteY0" fmla="*/ 211883 h 497308"/>
                  <a:gd name="connsiteX1" fmla="*/ 245809 w 447577"/>
                  <a:gd name="connsiteY1" fmla="*/ 209396 h 497308"/>
                  <a:gd name="connsiteX2" fmla="*/ 210500 w 447577"/>
                  <a:gd name="connsiteY2" fmla="*/ 259127 h 497308"/>
                  <a:gd name="connsiteX3" fmla="*/ 210500 w 447577"/>
                  <a:gd name="connsiteY3" fmla="*/ 315820 h 497308"/>
                  <a:gd name="connsiteX4" fmla="*/ 194088 w 447577"/>
                  <a:gd name="connsiteY4" fmla="*/ 315820 h 497308"/>
                  <a:gd name="connsiteX5" fmla="*/ 194088 w 447577"/>
                  <a:gd name="connsiteY5" fmla="*/ 195969 h 497308"/>
                  <a:gd name="connsiteX6" fmla="*/ 209008 w 447577"/>
                  <a:gd name="connsiteY6" fmla="*/ 195969 h 497308"/>
                  <a:gd name="connsiteX7" fmla="*/ 209008 w 447577"/>
                  <a:gd name="connsiteY7" fmla="*/ 216359 h 497308"/>
                  <a:gd name="connsiteX8" fmla="*/ 209008 w 447577"/>
                  <a:gd name="connsiteY8" fmla="*/ 216359 h 497308"/>
                  <a:gd name="connsiteX9" fmla="*/ 242825 w 447577"/>
                  <a:gd name="connsiteY9" fmla="*/ 194477 h 497308"/>
                  <a:gd name="connsiteX10" fmla="*/ 256252 w 447577"/>
                  <a:gd name="connsiteY10" fmla="*/ 194477 h 497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7577" h="497308">
                    <a:moveTo>
                      <a:pt x="257744" y="211883"/>
                    </a:moveTo>
                    <a:cubicBezTo>
                      <a:pt x="253946" y="210348"/>
                      <a:pt x="249904" y="209506"/>
                      <a:pt x="245809" y="209396"/>
                    </a:cubicBezTo>
                    <a:cubicBezTo>
                      <a:pt x="221938" y="209396"/>
                      <a:pt x="210500" y="234759"/>
                      <a:pt x="210500" y="259127"/>
                    </a:cubicBezTo>
                    <a:lnTo>
                      <a:pt x="210500" y="315820"/>
                    </a:lnTo>
                    <a:lnTo>
                      <a:pt x="194088" y="315820"/>
                    </a:lnTo>
                    <a:lnTo>
                      <a:pt x="194088" y="195969"/>
                    </a:lnTo>
                    <a:lnTo>
                      <a:pt x="209008" y="195969"/>
                    </a:lnTo>
                    <a:lnTo>
                      <a:pt x="209008" y="216359"/>
                    </a:lnTo>
                    <a:lnTo>
                      <a:pt x="209008" y="216359"/>
                    </a:lnTo>
                    <a:cubicBezTo>
                      <a:pt x="214720" y="202815"/>
                      <a:pt x="228130" y="194138"/>
                      <a:pt x="242825" y="194477"/>
                    </a:cubicBezTo>
                    <a:cubicBezTo>
                      <a:pt x="247286" y="193959"/>
                      <a:pt x="251791" y="193959"/>
                      <a:pt x="256252" y="194477"/>
                    </a:cubicBezTo>
                    <a:close/>
                  </a:path>
                </a:pathLst>
              </a:custGeom>
              <a:solidFill>
                <a:srgbClr val="ED174F"/>
              </a:solidFill>
              <a:ln w="4956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96E19A8E-578B-4DF5-B1D6-47C8F60CB4F6}"/>
                  </a:ext>
                </a:extLst>
              </p:cNvPr>
              <p:cNvSpPr/>
              <p:nvPr/>
            </p:nvSpPr>
            <p:spPr>
              <a:xfrm>
                <a:off x="9109199" y="3556472"/>
                <a:ext cx="447578" cy="497309"/>
              </a:xfrm>
              <a:custGeom>
                <a:avLst/>
                <a:gdLst>
                  <a:gd name="connsiteX0" fmla="*/ 211103 w 447577"/>
                  <a:gd name="connsiteY0" fmla="*/ 251279 h 497308"/>
                  <a:gd name="connsiteX1" fmla="*/ 253872 w 447577"/>
                  <a:gd name="connsiteY1" fmla="*/ 303496 h 497308"/>
                  <a:gd name="connsiteX2" fmla="*/ 299127 w 447577"/>
                  <a:gd name="connsiteY2" fmla="*/ 279626 h 497308"/>
                  <a:gd name="connsiteX3" fmla="*/ 299127 w 447577"/>
                  <a:gd name="connsiteY3" fmla="*/ 299021 h 497308"/>
                  <a:gd name="connsiteX4" fmla="*/ 252877 w 447577"/>
                  <a:gd name="connsiteY4" fmla="*/ 317918 h 497308"/>
                  <a:gd name="connsiteX5" fmla="*/ 194119 w 447577"/>
                  <a:gd name="connsiteY5" fmla="*/ 259312 h 497308"/>
                  <a:gd name="connsiteX6" fmla="*/ 194195 w 447577"/>
                  <a:gd name="connsiteY6" fmla="*/ 256252 h 497308"/>
                  <a:gd name="connsiteX7" fmla="*/ 249275 w 447577"/>
                  <a:gd name="connsiteY7" fmla="*/ 194176 h 497308"/>
                  <a:gd name="connsiteX8" fmla="*/ 251385 w 447577"/>
                  <a:gd name="connsiteY8" fmla="*/ 194088 h 497308"/>
                  <a:gd name="connsiteX9" fmla="*/ 291667 w 447577"/>
                  <a:gd name="connsiteY9" fmla="*/ 215970 h 497308"/>
                  <a:gd name="connsiteX10" fmla="*/ 301116 w 447577"/>
                  <a:gd name="connsiteY10" fmla="*/ 251279 h 497308"/>
                  <a:gd name="connsiteX11" fmla="*/ 282715 w 447577"/>
                  <a:gd name="connsiteY11" fmla="*/ 237852 h 497308"/>
                  <a:gd name="connsiteX12" fmla="*/ 249893 w 447577"/>
                  <a:gd name="connsiteY12" fmla="*/ 208013 h 497308"/>
                  <a:gd name="connsiteX13" fmla="*/ 213092 w 447577"/>
                  <a:gd name="connsiteY13" fmla="*/ 237852 h 497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7577" h="497308">
                    <a:moveTo>
                      <a:pt x="211103" y="251279"/>
                    </a:moveTo>
                    <a:cubicBezTo>
                      <a:pt x="211103" y="301010"/>
                      <a:pt x="247904" y="303496"/>
                      <a:pt x="253872" y="303496"/>
                    </a:cubicBezTo>
                    <a:cubicBezTo>
                      <a:pt x="271532" y="301878"/>
                      <a:pt x="287819" y="293287"/>
                      <a:pt x="299127" y="279626"/>
                    </a:cubicBezTo>
                    <a:lnTo>
                      <a:pt x="299127" y="299021"/>
                    </a:lnTo>
                    <a:cubicBezTo>
                      <a:pt x="286120" y="310092"/>
                      <a:pt x="269915" y="316713"/>
                      <a:pt x="252877" y="317918"/>
                    </a:cubicBezTo>
                    <a:cubicBezTo>
                      <a:pt x="220468" y="317960"/>
                      <a:pt x="194161" y="291721"/>
                      <a:pt x="194119" y="259312"/>
                    </a:cubicBezTo>
                    <a:cubicBezTo>
                      <a:pt x="194118" y="258291"/>
                      <a:pt x="194143" y="257271"/>
                      <a:pt x="194195" y="256252"/>
                    </a:cubicBezTo>
                    <a:cubicBezTo>
                      <a:pt x="192263" y="223900"/>
                      <a:pt x="216923" y="196108"/>
                      <a:pt x="249275" y="194176"/>
                    </a:cubicBezTo>
                    <a:cubicBezTo>
                      <a:pt x="249978" y="194134"/>
                      <a:pt x="250681" y="194105"/>
                      <a:pt x="251385" y="194088"/>
                    </a:cubicBezTo>
                    <a:cubicBezTo>
                      <a:pt x="267574" y="194390"/>
                      <a:pt x="282603" y="202554"/>
                      <a:pt x="291667" y="215970"/>
                    </a:cubicBezTo>
                    <a:cubicBezTo>
                      <a:pt x="298594" y="226389"/>
                      <a:pt x="301914" y="238793"/>
                      <a:pt x="301116" y="251279"/>
                    </a:cubicBezTo>
                    <a:close/>
                    <a:moveTo>
                      <a:pt x="282715" y="237852"/>
                    </a:moveTo>
                    <a:cubicBezTo>
                      <a:pt x="281402" y="220784"/>
                      <a:pt x="267009" y="207699"/>
                      <a:pt x="249893" y="208013"/>
                    </a:cubicBezTo>
                    <a:cubicBezTo>
                      <a:pt x="232395" y="208775"/>
                      <a:pt x="217454" y="220889"/>
                      <a:pt x="213092" y="237852"/>
                    </a:cubicBezTo>
                    <a:close/>
                  </a:path>
                </a:pathLst>
              </a:custGeom>
              <a:solidFill>
                <a:srgbClr val="ED174F"/>
              </a:solidFill>
              <a:ln w="4956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C6326B7E-700A-403C-88DC-038C56BD41E6}"/>
                  </a:ext>
                </a:extLst>
              </p:cNvPr>
              <p:cNvSpPr/>
              <p:nvPr/>
            </p:nvSpPr>
            <p:spPr>
              <a:xfrm>
                <a:off x="9223825" y="3556426"/>
                <a:ext cx="447578" cy="497309"/>
              </a:xfrm>
              <a:custGeom>
                <a:avLst/>
                <a:gdLst>
                  <a:gd name="connsiteX0" fmla="*/ 294406 w 447577"/>
                  <a:gd name="connsiteY0" fmla="*/ 227951 h 497308"/>
                  <a:gd name="connsiteX1" fmla="*/ 253129 w 447577"/>
                  <a:gd name="connsiteY1" fmla="*/ 208556 h 497308"/>
                  <a:gd name="connsiteX2" fmla="*/ 211486 w 447577"/>
                  <a:gd name="connsiteY2" fmla="*/ 254341 h 497308"/>
                  <a:gd name="connsiteX3" fmla="*/ 211852 w 447577"/>
                  <a:gd name="connsiteY3" fmla="*/ 258287 h 497308"/>
                  <a:gd name="connsiteX4" fmla="*/ 250268 w 447577"/>
                  <a:gd name="connsiteY4" fmla="*/ 307705 h 497308"/>
                  <a:gd name="connsiteX5" fmla="*/ 254123 w 447577"/>
                  <a:gd name="connsiteY5" fmla="*/ 308018 h 497308"/>
                  <a:gd name="connsiteX6" fmla="*/ 294405 w 447577"/>
                  <a:gd name="connsiteY6" fmla="*/ 288125 h 497308"/>
                  <a:gd name="connsiteX7" fmla="*/ 294406 w 447577"/>
                  <a:gd name="connsiteY7" fmla="*/ 309012 h 497308"/>
                  <a:gd name="connsiteX8" fmla="*/ 254124 w 447577"/>
                  <a:gd name="connsiteY8" fmla="*/ 322440 h 497308"/>
                  <a:gd name="connsiteX9" fmla="*/ 194430 w 447577"/>
                  <a:gd name="connsiteY9" fmla="*/ 261789 h 497308"/>
                  <a:gd name="connsiteX10" fmla="*/ 194447 w 447577"/>
                  <a:gd name="connsiteY10" fmla="*/ 260773 h 497308"/>
                  <a:gd name="connsiteX11" fmla="*/ 247758 w 447577"/>
                  <a:gd name="connsiteY11" fmla="*/ 194442 h 497308"/>
                  <a:gd name="connsiteX12" fmla="*/ 256610 w 447577"/>
                  <a:gd name="connsiteY12" fmla="*/ 194134 h 497308"/>
                  <a:gd name="connsiteX13" fmla="*/ 296892 w 447577"/>
                  <a:gd name="connsiteY13" fmla="*/ 207561 h 497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7577" h="497308">
                    <a:moveTo>
                      <a:pt x="294406" y="227951"/>
                    </a:moveTo>
                    <a:cubicBezTo>
                      <a:pt x="283859" y="216139"/>
                      <a:pt x="268954" y="209135"/>
                      <a:pt x="253129" y="208556"/>
                    </a:cubicBezTo>
                    <a:cubicBezTo>
                      <a:pt x="228986" y="209700"/>
                      <a:pt x="210342" y="230199"/>
                      <a:pt x="211486" y="254341"/>
                    </a:cubicBezTo>
                    <a:cubicBezTo>
                      <a:pt x="211548" y="255661"/>
                      <a:pt x="211670" y="256978"/>
                      <a:pt x="211852" y="258287"/>
                    </a:cubicBezTo>
                    <a:cubicBezTo>
                      <a:pt x="208814" y="282542"/>
                      <a:pt x="226014" y="304667"/>
                      <a:pt x="250268" y="307705"/>
                    </a:cubicBezTo>
                    <a:cubicBezTo>
                      <a:pt x="251548" y="307866"/>
                      <a:pt x="252834" y="307970"/>
                      <a:pt x="254123" y="308018"/>
                    </a:cubicBezTo>
                    <a:cubicBezTo>
                      <a:pt x="269733" y="307276"/>
                      <a:pt x="284328" y="300069"/>
                      <a:pt x="294405" y="288125"/>
                    </a:cubicBezTo>
                    <a:lnTo>
                      <a:pt x="294406" y="309012"/>
                    </a:lnTo>
                    <a:cubicBezTo>
                      <a:pt x="282659" y="317486"/>
                      <a:pt x="268605" y="322170"/>
                      <a:pt x="254124" y="322440"/>
                    </a:cubicBezTo>
                    <a:cubicBezTo>
                      <a:pt x="220891" y="322175"/>
                      <a:pt x="194166" y="295021"/>
                      <a:pt x="194430" y="261789"/>
                    </a:cubicBezTo>
                    <a:cubicBezTo>
                      <a:pt x="194433" y="261450"/>
                      <a:pt x="194439" y="261112"/>
                      <a:pt x="194447" y="260773"/>
                    </a:cubicBezTo>
                    <a:cubicBezTo>
                      <a:pt x="190851" y="227735"/>
                      <a:pt x="214719" y="198037"/>
                      <a:pt x="247758" y="194442"/>
                    </a:cubicBezTo>
                    <a:cubicBezTo>
                      <a:pt x="250697" y="194122"/>
                      <a:pt x="253656" y="194019"/>
                      <a:pt x="256610" y="194134"/>
                    </a:cubicBezTo>
                    <a:cubicBezTo>
                      <a:pt x="271125" y="194205"/>
                      <a:pt x="285238" y="198909"/>
                      <a:pt x="296892" y="207561"/>
                    </a:cubicBezTo>
                    <a:close/>
                  </a:path>
                </a:pathLst>
              </a:custGeom>
              <a:solidFill>
                <a:srgbClr val="ED174F"/>
              </a:solidFill>
              <a:ln w="4956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5C78189D-392E-42F0-98E6-2F9184D3AE20}"/>
                  </a:ext>
                </a:extLst>
              </p:cNvPr>
              <p:cNvSpPr/>
              <p:nvPr/>
            </p:nvSpPr>
            <p:spPr>
              <a:xfrm>
                <a:off x="9327623" y="3524644"/>
                <a:ext cx="447578" cy="497309"/>
              </a:xfrm>
              <a:custGeom>
                <a:avLst/>
                <a:gdLst>
                  <a:gd name="connsiteX0" fmla="*/ 230392 w 447577"/>
                  <a:gd name="connsiteY0" fmla="*/ 194088 h 497308"/>
                  <a:gd name="connsiteX1" fmla="*/ 230392 w 447577"/>
                  <a:gd name="connsiteY1" fmla="*/ 228403 h 497308"/>
                  <a:gd name="connsiteX2" fmla="*/ 261722 w 447577"/>
                  <a:gd name="connsiteY2" fmla="*/ 228403 h 497308"/>
                  <a:gd name="connsiteX3" fmla="*/ 261722 w 447577"/>
                  <a:gd name="connsiteY3" fmla="*/ 242825 h 497308"/>
                  <a:gd name="connsiteX4" fmla="*/ 230392 w 447577"/>
                  <a:gd name="connsiteY4" fmla="*/ 242825 h 497308"/>
                  <a:gd name="connsiteX5" fmla="*/ 230392 w 447577"/>
                  <a:gd name="connsiteY5" fmla="*/ 317918 h 497308"/>
                  <a:gd name="connsiteX6" fmla="*/ 245311 w 447577"/>
                  <a:gd name="connsiteY6" fmla="*/ 335324 h 497308"/>
                  <a:gd name="connsiteX7" fmla="*/ 261722 w 447577"/>
                  <a:gd name="connsiteY7" fmla="*/ 331346 h 497308"/>
                  <a:gd name="connsiteX8" fmla="*/ 261722 w 447577"/>
                  <a:gd name="connsiteY8" fmla="*/ 345768 h 497308"/>
                  <a:gd name="connsiteX9" fmla="*/ 242825 w 447577"/>
                  <a:gd name="connsiteY9" fmla="*/ 348751 h 497308"/>
                  <a:gd name="connsiteX10" fmla="*/ 214478 w 447577"/>
                  <a:gd name="connsiteY10" fmla="*/ 322891 h 497308"/>
                  <a:gd name="connsiteX11" fmla="*/ 214478 w 447577"/>
                  <a:gd name="connsiteY11" fmla="*/ 242825 h 497308"/>
                  <a:gd name="connsiteX12" fmla="*/ 194088 w 447577"/>
                  <a:gd name="connsiteY12" fmla="*/ 242825 h 497308"/>
                  <a:gd name="connsiteX13" fmla="*/ 194088 w 447577"/>
                  <a:gd name="connsiteY13" fmla="*/ 228403 h 497308"/>
                  <a:gd name="connsiteX14" fmla="*/ 214478 w 447577"/>
                  <a:gd name="connsiteY14" fmla="*/ 228403 h 497308"/>
                  <a:gd name="connsiteX15" fmla="*/ 214478 w 447577"/>
                  <a:gd name="connsiteY15" fmla="*/ 194088 h 497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7577" h="497308">
                    <a:moveTo>
                      <a:pt x="230392" y="194088"/>
                    </a:moveTo>
                    <a:lnTo>
                      <a:pt x="230392" y="228403"/>
                    </a:lnTo>
                    <a:lnTo>
                      <a:pt x="261722" y="228403"/>
                    </a:lnTo>
                    <a:lnTo>
                      <a:pt x="261722" y="242825"/>
                    </a:lnTo>
                    <a:lnTo>
                      <a:pt x="230392" y="242825"/>
                    </a:lnTo>
                    <a:lnTo>
                      <a:pt x="230392" y="317918"/>
                    </a:lnTo>
                    <a:cubicBezTo>
                      <a:pt x="230392" y="329356"/>
                      <a:pt x="233873" y="335324"/>
                      <a:pt x="245311" y="335324"/>
                    </a:cubicBezTo>
                    <a:cubicBezTo>
                      <a:pt x="250995" y="335129"/>
                      <a:pt x="256580" y="333775"/>
                      <a:pt x="261722" y="331346"/>
                    </a:cubicBezTo>
                    <a:lnTo>
                      <a:pt x="261722" y="345768"/>
                    </a:lnTo>
                    <a:cubicBezTo>
                      <a:pt x="255567" y="347523"/>
                      <a:pt x="249221" y="348525"/>
                      <a:pt x="242825" y="348751"/>
                    </a:cubicBezTo>
                    <a:cubicBezTo>
                      <a:pt x="226414" y="348751"/>
                      <a:pt x="214478" y="341292"/>
                      <a:pt x="214478" y="322891"/>
                    </a:cubicBezTo>
                    <a:lnTo>
                      <a:pt x="214478" y="242825"/>
                    </a:lnTo>
                    <a:lnTo>
                      <a:pt x="194088" y="242825"/>
                    </a:lnTo>
                    <a:lnTo>
                      <a:pt x="194088" y="228403"/>
                    </a:lnTo>
                    <a:lnTo>
                      <a:pt x="214478" y="228403"/>
                    </a:lnTo>
                    <a:lnTo>
                      <a:pt x="214478" y="194088"/>
                    </a:lnTo>
                    <a:close/>
                  </a:path>
                </a:pathLst>
              </a:custGeom>
              <a:solidFill>
                <a:srgbClr val="ED174F"/>
              </a:solidFill>
              <a:ln w="4956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DD0BD5E6-97F5-44E5-8121-178CD722A11E}"/>
                  </a:ext>
                </a:extLst>
              </p:cNvPr>
              <p:cNvSpPr/>
              <p:nvPr/>
            </p:nvSpPr>
            <p:spPr>
              <a:xfrm>
                <a:off x="9481291" y="3504254"/>
                <a:ext cx="497309" cy="547039"/>
              </a:xfrm>
              <a:custGeom>
                <a:avLst/>
                <a:gdLst>
                  <a:gd name="connsiteX0" fmla="*/ 251279 w 497308"/>
                  <a:gd name="connsiteY0" fmla="*/ 194088 h 547039"/>
                  <a:gd name="connsiteX1" fmla="*/ 307475 w 497308"/>
                  <a:gd name="connsiteY1" fmla="*/ 236857 h 547039"/>
                  <a:gd name="connsiteX2" fmla="*/ 267690 w 497308"/>
                  <a:gd name="connsiteY2" fmla="*/ 282112 h 547039"/>
                  <a:gd name="connsiteX3" fmla="*/ 267690 w 497308"/>
                  <a:gd name="connsiteY3" fmla="*/ 282112 h 547039"/>
                  <a:gd name="connsiteX4" fmla="*/ 291064 w 497308"/>
                  <a:gd name="connsiteY4" fmla="*/ 306978 h 547039"/>
                  <a:gd name="connsiteX5" fmla="*/ 313443 w 497308"/>
                  <a:gd name="connsiteY5" fmla="*/ 366655 h 547039"/>
                  <a:gd name="connsiteX6" fmla="*/ 293550 w 497308"/>
                  <a:gd name="connsiteY6" fmla="*/ 366655 h 547039"/>
                  <a:gd name="connsiteX7" fmla="*/ 282112 w 497308"/>
                  <a:gd name="connsiteY7" fmla="*/ 330351 h 547039"/>
                  <a:gd name="connsiteX8" fmla="*/ 236857 w 497308"/>
                  <a:gd name="connsiteY8" fmla="*/ 287085 h 547039"/>
                  <a:gd name="connsiteX9" fmla="*/ 210997 w 497308"/>
                  <a:gd name="connsiteY9" fmla="*/ 287085 h 547039"/>
                  <a:gd name="connsiteX10" fmla="*/ 210997 w 497308"/>
                  <a:gd name="connsiteY10" fmla="*/ 366655 h 547039"/>
                  <a:gd name="connsiteX11" fmla="*/ 194088 w 497308"/>
                  <a:gd name="connsiteY11" fmla="*/ 366655 h 547039"/>
                  <a:gd name="connsiteX12" fmla="*/ 194088 w 497308"/>
                  <a:gd name="connsiteY12" fmla="*/ 194088 h 547039"/>
                  <a:gd name="connsiteX13" fmla="*/ 210997 w 497308"/>
                  <a:gd name="connsiteY13" fmla="*/ 209505 h 547039"/>
                  <a:gd name="connsiteX14" fmla="*/ 210997 w 497308"/>
                  <a:gd name="connsiteY14" fmla="*/ 273658 h 547039"/>
                  <a:gd name="connsiteX15" fmla="*/ 237852 w 497308"/>
                  <a:gd name="connsiteY15" fmla="*/ 273658 h 547039"/>
                  <a:gd name="connsiteX16" fmla="*/ 280123 w 497308"/>
                  <a:gd name="connsiteY16" fmla="*/ 261225 h 547039"/>
                  <a:gd name="connsiteX17" fmla="*/ 291064 w 497308"/>
                  <a:gd name="connsiteY17" fmla="*/ 237852 h 547039"/>
                  <a:gd name="connsiteX18" fmla="*/ 254263 w 497308"/>
                  <a:gd name="connsiteY18" fmla="*/ 209008 h 54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97308" h="547039">
                    <a:moveTo>
                      <a:pt x="251279" y="194088"/>
                    </a:moveTo>
                    <a:cubicBezTo>
                      <a:pt x="273658" y="194088"/>
                      <a:pt x="307475" y="200056"/>
                      <a:pt x="307475" y="236857"/>
                    </a:cubicBezTo>
                    <a:cubicBezTo>
                      <a:pt x="307001" y="259617"/>
                      <a:pt x="290202" y="278727"/>
                      <a:pt x="267690" y="282112"/>
                    </a:cubicBezTo>
                    <a:lnTo>
                      <a:pt x="267690" y="282112"/>
                    </a:lnTo>
                    <a:cubicBezTo>
                      <a:pt x="279399" y="285573"/>
                      <a:pt x="288333" y="295077"/>
                      <a:pt x="291064" y="306978"/>
                    </a:cubicBezTo>
                    <a:lnTo>
                      <a:pt x="313443" y="366655"/>
                    </a:lnTo>
                    <a:lnTo>
                      <a:pt x="293550" y="366655"/>
                    </a:lnTo>
                    <a:lnTo>
                      <a:pt x="282112" y="330351"/>
                    </a:lnTo>
                    <a:cubicBezTo>
                      <a:pt x="270177" y="294048"/>
                      <a:pt x="261722" y="287085"/>
                      <a:pt x="236857" y="287085"/>
                    </a:cubicBezTo>
                    <a:lnTo>
                      <a:pt x="210997" y="287085"/>
                    </a:lnTo>
                    <a:lnTo>
                      <a:pt x="210997" y="366655"/>
                    </a:lnTo>
                    <a:lnTo>
                      <a:pt x="194088" y="366655"/>
                    </a:lnTo>
                    <a:lnTo>
                      <a:pt x="194088" y="194088"/>
                    </a:lnTo>
                    <a:close/>
                    <a:moveTo>
                      <a:pt x="210997" y="209505"/>
                    </a:moveTo>
                    <a:lnTo>
                      <a:pt x="210997" y="273658"/>
                    </a:lnTo>
                    <a:lnTo>
                      <a:pt x="237852" y="273658"/>
                    </a:lnTo>
                    <a:cubicBezTo>
                      <a:pt x="253012" y="275058"/>
                      <a:pt x="268135" y="270610"/>
                      <a:pt x="280123" y="261225"/>
                    </a:cubicBezTo>
                    <a:cubicBezTo>
                      <a:pt x="286762" y="255220"/>
                      <a:pt x="290705" y="246796"/>
                      <a:pt x="291064" y="237852"/>
                    </a:cubicBezTo>
                    <a:cubicBezTo>
                      <a:pt x="291064" y="222932"/>
                      <a:pt x="279128" y="209008"/>
                      <a:pt x="254263" y="209008"/>
                    </a:cubicBezTo>
                    <a:close/>
                  </a:path>
                </a:pathLst>
              </a:custGeom>
              <a:solidFill>
                <a:srgbClr val="ED174F"/>
              </a:solidFill>
              <a:ln w="4956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7A3D2CFA-B9A8-4EC6-8928-72ADB0180C7A}"/>
                  </a:ext>
                </a:extLst>
              </p:cNvPr>
              <p:cNvSpPr/>
              <p:nvPr/>
            </p:nvSpPr>
            <p:spPr>
              <a:xfrm>
                <a:off x="9605121" y="3559456"/>
                <a:ext cx="447578" cy="497309"/>
              </a:xfrm>
              <a:custGeom>
                <a:avLst/>
                <a:gdLst>
                  <a:gd name="connsiteX0" fmla="*/ 218954 w 447577"/>
                  <a:gd name="connsiteY0" fmla="*/ 194088 h 497308"/>
                  <a:gd name="connsiteX1" fmla="*/ 247300 w 447577"/>
                  <a:gd name="connsiteY1" fmla="*/ 237852 h 497308"/>
                  <a:gd name="connsiteX2" fmla="*/ 276144 w 447577"/>
                  <a:gd name="connsiteY2" fmla="*/ 194088 h 497308"/>
                  <a:gd name="connsiteX3" fmla="*/ 295042 w 447577"/>
                  <a:gd name="connsiteY3" fmla="*/ 194088 h 497308"/>
                  <a:gd name="connsiteX4" fmla="*/ 256252 w 447577"/>
                  <a:gd name="connsiteY4" fmla="*/ 248792 h 497308"/>
                  <a:gd name="connsiteX5" fmla="*/ 300015 w 447577"/>
                  <a:gd name="connsiteY5" fmla="*/ 311951 h 497308"/>
                  <a:gd name="connsiteX6" fmla="*/ 279625 w 447577"/>
                  <a:gd name="connsiteY6" fmla="*/ 311951 h 497308"/>
                  <a:gd name="connsiteX7" fmla="*/ 246306 w 447577"/>
                  <a:gd name="connsiteY7" fmla="*/ 262220 h 497308"/>
                  <a:gd name="connsiteX8" fmla="*/ 212986 w 447577"/>
                  <a:gd name="connsiteY8" fmla="*/ 311951 h 497308"/>
                  <a:gd name="connsiteX9" fmla="*/ 194088 w 447577"/>
                  <a:gd name="connsiteY9" fmla="*/ 311951 h 497308"/>
                  <a:gd name="connsiteX10" fmla="*/ 237354 w 447577"/>
                  <a:gd name="connsiteY10" fmla="*/ 248792 h 497308"/>
                  <a:gd name="connsiteX11" fmla="*/ 199061 w 447577"/>
                  <a:gd name="connsiteY11" fmla="*/ 194088 h 497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7577" h="497308">
                    <a:moveTo>
                      <a:pt x="218954" y="194088"/>
                    </a:moveTo>
                    <a:lnTo>
                      <a:pt x="247300" y="237852"/>
                    </a:lnTo>
                    <a:lnTo>
                      <a:pt x="276144" y="194088"/>
                    </a:lnTo>
                    <a:lnTo>
                      <a:pt x="295042" y="194088"/>
                    </a:lnTo>
                    <a:lnTo>
                      <a:pt x="256252" y="248792"/>
                    </a:lnTo>
                    <a:lnTo>
                      <a:pt x="300015" y="311951"/>
                    </a:lnTo>
                    <a:lnTo>
                      <a:pt x="279625" y="311951"/>
                    </a:lnTo>
                    <a:lnTo>
                      <a:pt x="246306" y="262220"/>
                    </a:lnTo>
                    <a:lnTo>
                      <a:pt x="212986" y="311951"/>
                    </a:lnTo>
                    <a:lnTo>
                      <a:pt x="194088" y="311951"/>
                    </a:lnTo>
                    <a:lnTo>
                      <a:pt x="237354" y="248792"/>
                    </a:lnTo>
                    <a:lnTo>
                      <a:pt x="199061" y="194088"/>
                    </a:lnTo>
                    <a:close/>
                  </a:path>
                </a:pathLst>
              </a:custGeom>
              <a:solidFill>
                <a:srgbClr val="ED174F"/>
              </a:solidFill>
              <a:ln w="49565" cap="flat">
                <a:noFill/>
                <a:prstDash val="solid"/>
                <a:miter/>
              </a:ln>
            </p:spPr>
            <p:txBody>
              <a:bodyPr rtlCol="0" anchor="ctr"/>
              <a:lstStyle/>
              <a:p>
                <a:endParaRPr lang="en-US"/>
              </a:p>
            </p:txBody>
          </p:sp>
        </p:grpSp>
      </p:grpSp>
      <p:sp>
        <p:nvSpPr>
          <p:cNvPr id="295" name="Rectangle 294">
            <a:extLst>
              <a:ext uri="{FF2B5EF4-FFF2-40B4-BE49-F238E27FC236}">
                <a16:creationId xmlns:a16="http://schemas.microsoft.com/office/drawing/2014/main" id="{FAC8790F-A0CD-4FB6-8DD1-8F9FDCF8F665}"/>
              </a:ext>
            </a:extLst>
          </p:cNvPr>
          <p:cNvSpPr/>
          <p:nvPr/>
        </p:nvSpPr>
        <p:spPr>
          <a:xfrm>
            <a:off x="-9021048" y="2424557"/>
            <a:ext cx="5532576" cy="1892826"/>
          </a:xfrm>
          <a:prstGeom prst="rect">
            <a:avLst/>
          </a:prstGeom>
        </p:spPr>
        <p:txBody>
          <a:bodyPr wrap="square">
            <a:spAutoFit/>
          </a:bodyPr>
          <a:lstStyle/>
          <a:p>
            <a:pPr algn="ctr"/>
            <a:r>
              <a:rPr lang="en-US" sz="5300" dirty="0">
                <a:solidFill>
                  <a:schemeClr val="bg1"/>
                </a:solidFill>
                <a:latin typeface="Poppins Light" panose="00000400000000000000" pitchFamily="2" charset="0"/>
                <a:cs typeface="Poppins Light" panose="00000400000000000000" pitchFamily="2" charset="0"/>
              </a:rPr>
              <a:t>HOME DELIVERY </a:t>
            </a:r>
            <a:r>
              <a:rPr lang="en-US" sz="6300" dirty="0">
                <a:solidFill>
                  <a:schemeClr val="bg1"/>
                </a:solidFill>
                <a:latin typeface="Poppins Black" panose="00000A00000000000000" pitchFamily="2" charset="0"/>
                <a:cs typeface="Poppins Black" panose="00000A00000000000000" pitchFamily="2" charset="0"/>
              </a:rPr>
              <a:t>PHARMACY</a:t>
            </a:r>
          </a:p>
        </p:txBody>
      </p:sp>
      <p:grpSp>
        <p:nvGrpSpPr>
          <p:cNvPr id="296" name="Group 295">
            <a:extLst>
              <a:ext uri="{FF2B5EF4-FFF2-40B4-BE49-F238E27FC236}">
                <a16:creationId xmlns:a16="http://schemas.microsoft.com/office/drawing/2014/main" id="{CE380D1E-F7B1-424F-A81D-D1B109743FDE}"/>
              </a:ext>
            </a:extLst>
          </p:cNvPr>
          <p:cNvGrpSpPr/>
          <p:nvPr/>
        </p:nvGrpSpPr>
        <p:grpSpPr>
          <a:xfrm>
            <a:off x="-8827096" y="2165014"/>
            <a:ext cx="5182278" cy="2382884"/>
            <a:chOff x="118624" y="2171727"/>
            <a:chExt cx="4935976" cy="2209800"/>
          </a:xfrm>
        </p:grpSpPr>
        <p:cxnSp>
          <p:nvCxnSpPr>
            <p:cNvPr id="297" name="Straight Connector 296">
              <a:extLst>
                <a:ext uri="{FF2B5EF4-FFF2-40B4-BE49-F238E27FC236}">
                  <a16:creationId xmlns:a16="http://schemas.microsoft.com/office/drawing/2014/main" id="{EDB58E7D-8499-4361-AA3E-47145AF322E1}"/>
                </a:ext>
              </a:extLst>
            </p:cNvPr>
            <p:cNvCxnSpPr>
              <a:cxnSpLocks/>
            </p:cNvCxnSpPr>
            <p:nvPr/>
          </p:nvCxnSpPr>
          <p:spPr>
            <a:xfrm>
              <a:off x="118624" y="4381527"/>
              <a:ext cx="4935976" cy="0"/>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C6C93473-3F6A-408F-B5D4-EFB896417CFB}"/>
                </a:ext>
              </a:extLst>
            </p:cNvPr>
            <p:cNvCxnSpPr>
              <a:cxnSpLocks/>
            </p:cNvCxnSpPr>
            <p:nvPr/>
          </p:nvCxnSpPr>
          <p:spPr>
            <a:xfrm>
              <a:off x="118624" y="2171727"/>
              <a:ext cx="4935976" cy="0"/>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60" name="Group 359">
            <a:extLst>
              <a:ext uri="{FF2B5EF4-FFF2-40B4-BE49-F238E27FC236}">
                <a16:creationId xmlns:a16="http://schemas.microsoft.com/office/drawing/2014/main" id="{83055361-988D-46E9-9FBC-8048B1A1D9FC}"/>
              </a:ext>
            </a:extLst>
          </p:cNvPr>
          <p:cNvGrpSpPr/>
          <p:nvPr/>
        </p:nvGrpSpPr>
        <p:grpSpPr>
          <a:xfrm>
            <a:off x="13667869" y="1887021"/>
            <a:ext cx="6218237" cy="373186"/>
            <a:chOff x="5702832" y="1887021"/>
            <a:chExt cx="6218237" cy="373186"/>
          </a:xfrm>
        </p:grpSpPr>
        <p:grpSp>
          <p:nvGrpSpPr>
            <p:cNvPr id="361" name="Group 360">
              <a:extLst>
                <a:ext uri="{FF2B5EF4-FFF2-40B4-BE49-F238E27FC236}">
                  <a16:creationId xmlns:a16="http://schemas.microsoft.com/office/drawing/2014/main" id="{9C7B97C5-F5E6-4248-A09C-BDD6C5F0B192}"/>
                </a:ext>
              </a:extLst>
            </p:cNvPr>
            <p:cNvGrpSpPr/>
            <p:nvPr/>
          </p:nvGrpSpPr>
          <p:grpSpPr>
            <a:xfrm>
              <a:off x="5902424" y="1887021"/>
              <a:ext cx="222588" cy="323577"/>
              <a:chOff x="5761329" y="1551237"/>
              <a:chExt cx="528773" cy="768679"/>
            </a:xfrm>
          </p:grpSpPr>
          <p:sp>
            <p:nvSpPr>
              <p:cNvPr id="364" name="Oval 363">
                <a:extLst>
                  <a:ext uri="{FF2B5EF4-FFF2-40B4-BE49-F238E27FC236}">
                    <a16:creationId xmlns:a16="http://schemas.microsoft.com/office/drawing/2014/main" id="{E99A83C8-D0C6-4A12-A860-4D51003F441B}"/>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5" name="Oval 364">
                <a:extLst>
                  <a:ext uri="{FF2B5EF4-FFF2-40B4-BE49-F238E27FC236}">
                    <a16:creationId xmlns:a16="http://schemas.microsoft.com/office/drawing/2014/main" id="{EA37D607-E4AB-4F06-983C-859BB9B860C0}"/>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6" name="Rectangle 365">
                <a:extLst>
                  <a:ext uri="{FF2B5EF4-FFF2-40B4-BE49-F238E27FC236}">
                    <a16:creationId xmlns:a16="http://schemas.microsoft.com/office/drawing/2014/main" id="{956460F8-D4ED-4FC5-97FD-3793B10EE395}"/>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362" name="Rectangle 361">
              <a:extLst>
                <a:ext uri="{FF2B5EF4-FFF2-40B4-BE49-F238E27FC236}">
                  <a16:creationId xmlns:a16="http://schemas.microsoft.com/office/drawing/2014/main" id="{A703D4BD-46D4-4155-8F09-F2278AAF57F3}"/>
                </a:ext>
              </a:extLst>
            </p:cNvPr>
            <p:cNvSpPr/>
            <p:nvPr/>
          </p:nvSpPr>
          <p:spPr>
            <a:xfrm>
              <a:off x="6243479" y="189491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Licensed in 49 States</a:t>
              </a:r>
            </a:p>
          </p:txBody>
        </p:sp>
        <p:cxnSp>
          <p:nvCxnSpPr>
            <p:cNvPr id="363" name="Straight Connector 362">
              <a:extLst>
                <a:ext uri="{FF2B5EF4-FFF2-40B4-BE49-F238E27FC236}">
                  <a16:creationId xmlns:a16="http://schemas.microsoft.com/office/drawing/2014/main" id="{D003AEBD-E3BC-41A5-BB30-8CF2C4F920B1}"/>
                </a:ext>
              </a:extLst>
            </p:cNvPr>
            <p:cNvCxnSpPr>
              <a:cxnSpLocks/>
            </p:cNvCxnSpPr>
            <p:nvPr/>
          </p:nvCxnSpPr>
          <p:spPr>
            <a:xfrm>
              <a:off x="5702832" y="226020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67" name="Group 366">
            <a:extLst>
              <a:ext uri="{FF2B5EF4-FFF2-40B4-BE49-F238E27FC236}">
                <a16:creationId xmlns:a16="http://schemas.microsoft.com/office/drawing/2014/main" id="{524D352E-5A0B-4744-8C30-EA94F808F6FF}"/>
              </a:ext>
            </a:extLst>
          </p:cNvPr>
          <p:cNvGrpSpPr/>
          <p:nvPr/>
        </p:nvGrpSpPr>
        <p:grpSpPr>
          <a:xfrm>
            <a:off x="14780758" y="2402891"/>
            <a:ext cx="6218237" cy="373186"/>
            <a:chOff x="5702832" y="2402891"/>
            <a:chExt cx="6218237" cy="373186"/>
          </a:xfrm>
        </p:grpSpPr>
        <p:grpSp>
          <p:nvGrpSpPr>
            <p:cNvPr id="368" name="Group 367">
              <a:extLst>
                <a:ext uri="{FF2B5EF4-FFF2-40B4-BE49-F238E27FC236}">
                  <a16:creationId xmlns:a16="http://schemas.microsoft.com/office/drawing/2014/main" id="{BA655A2F-06F9-4731-A6A4-C6CD57DD48B5}"/>
                </a:ext>
              </a:extLst>
            </p:cNvPr>
            <p:cNvGrpSpPr/>
            <p:nvPr/>
          </p:nvGrpSpPr>
          <p:grpSpPr>
            <a:xfrm>
              <a:off x="5902424" y="2402891"/>
              <a:ext cx="222588" cy="323577"/>
              <a:chOff x="5761329" y="1551237"/>
              <a:chExt cx="528773" cy="768679"/>
            </a:xfrm>
          </p:grpSpPr>
          <p:sp>
            <p:nvSpPr>
              <p:cNvPr id="371" name="Oval 370">
                <a:extLst>
                  <a:ext uri="{FF2B5EF4-FFF2-40B4-BE49-F238E27FC236}">
                    <a16:creationId xmlns:a16="http://schemas.microsoft.com/office/drawing/2014/main" id="{EB49ECD2-379C-452F-B6D1-79BE286E0013}"/>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2" name="Oval 371">
                <a:extLst>
                  <a:ext uri="{FF2B5EF4-FFF2-40B4-BE49-F238E27FC236}">
                    <a16:creationId xmlns:a16="http://schemas.microsoft.com/office/drawing/2014/main" id="{7D7A3AD5-2C49-4099-9079-E27181602263}"/>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3" name="Rectangle 372">
                <a:extLst>
                  <a:ext uri="{FF2B5EF4-FFF2-40B4-BE49-F238E27FC236}">
                    <a16:creationId xmlns:a16="http://schemas.microsoft.com/office/drawing/2014/main" id="{A2110514-D16A-4C56-A7F7-56AE86F12B71}"/>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369" name="Rectangle 368">
              <a:extLst>
                <a:ext uri="{FF2B5EF4-FFF2-40B4-BE49-F238E27FC236}">
                  <a16:creationId xmlns:a16="http://schemas.microsoft.com/office/drawing/2014/main" id="{E3F6D284-D1E5-4F55-B5EF-90593F2B490F}"/>
                </a:ext>
              </a:extLst>
            </p:cNvPr>
            <p:cNvSpPr/>
            <p:nvPr/>
          </p:nvSpPr>
          <p:spPr>
            <a:xfrm>
              <a:off x="6243479" y="241078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Operate in 37+ States</a:t>
              </a:r>
            </a:p>
          </p:txBody>
        </p:sp>
        <p:cxnSp>
          <p:nvCxnSpPr>
            <p:cNvPr id="370" name="Straight Connector 369">
              <a:extLst>
                <a:ext uri="{FF2B5EF4-FFF2-40B4-BE49-F238E27FC236}">
                  <a16:creationId xmlns:a16="http://schemas.microsoft.com/office/drawing/2014/main" id="{14E36BEE-F009-4752-9259-9E242983D1CD}"/>
                </a:ext>
              </a:extLst>
            </p:cNvPr>
            <p:cNvCxnSpPr>
              <a:cxnSpLocks/>
            </p:cNvCxnSpPr>
            <p:nvPr/>
          </p:nvCxnSpPr>
          <p:spPr>
            <a:xfrm>
              <a:off x="5702832" y="277607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4" name="Group 373">
            <a:extLst>
              <a:ext uri="{FF2B5EF4-FFF2-40B4-BE49-F238E27FC236}">
                <a16:creationId xmlns:a16="http://schemas.microsoft.com/office/drawing/2014/main" id="{0327AE2B-AA2A-43C3-9DF3-09A4FD158D6F}"/>
              </a:ext>
            </a:extLst>
          </p:cNvPr>
          <p:cNvGrpSpPr/>
          <p:nvPr/>
        </p:nvGrpSpPr>
        <p:grpSpPr>
          <a:xfrm>
            <a:off x="15893647" y="2918761"/>
            <a:ext cx="6218237" cy="373186"/>
            <a:chOff x="5702832" y="2918761"/>
            <a:chExt cx="6218237" cy="373186"/>
          </a:xfrm>
        </p:grpSpPr>
        <p:grpSp>
          <p:nvGrpSpPr>
            <p:cNvPr id="375" name="Group 374">
              <a:extLst>
                <a:ext uri="{FF2B5EF4-FFF2-40B4-BE49-F238E27FC236}">
                  <a16:creationId xmlns:a16="http://schemas.microsoft.com/office/drawing/2014/main" id="{7EB53D9C-63BC-4889-8879-EE1810B748E2}"/>
                </a:ext>
              </a:extLst>
            </p:cNvPr>
            <p:cNvGrpSpPr/>
            <p:nvPr/>
          </p:nvGrpSpPr>
          <p:grpSpPr>
            <a:xfrm>
              <a:off x="5902424" y="2918761"/>
              <a:ext cx="222588" cy="323577"/>
              <a:chOff x="5761329" y="1551237"/>
              <a:chExt cx="528773" cy="768679"/>
            </a:xfrm>
          </p:grpSpPr>
          <p:sp>
            <p:nvSpPr>
              <p:cNvPr id="378" name="Oval 377">
                <a:extLst>
                  <a:ext uri="{FF2B5EF4-FFF2-40B4-BE49-F238E27FC236}">
                    <a16:creationId xmlns:a16="http://schemas.microsoft.com/office/drawing/2014/main" id="{7E96CA2F-2962-47D0-A437-31FAB6B6059F}"/>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9" name="Oval 378">
                <a:extLst>
                  <a:ext uri="{FF2B5EF4-FFF2-40B4-BE49-F238E27FC236}">
                    <a16:creationId xmlns:a16="http://schemas.microsoft.com/office/drawing/2014/main" id="{7D7D3F1C-5BEA-48CA-B0FB-F6B941D74EBB}"/>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0" name="Rectangle 379">
                <a:extLst>
                  <a:ext uri="{FF2B5EF4-FFF2-40B4-BE49-F238E27FC236}">
                    <a16:creationId xmlns:a16="http://schemas.microsoft.com/office/drawing/2014/main" id="{33859DCA-AF6F-4DB1-9282-B78D806949C6}"/>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376" name="Rectangle 375">
              <a:extLst>
                <a:ext uri="{FF2B5EF4-FFF2-40B4-BE49-F238E27FC236}">
                  <a16:creationId xmlns:a16="http://schemas.microsoft.com/office/drawing/2014/main" id="{A2D76E51-1D2D-49E9-A6AB-A1AC44871EC9}"/>
                </a:ext>
              </a:extLst>
            </p:cNvPr>
            <p:cNvSpPr/>
            <p:nvPr/>
          </p:nvSpPr>
          <p:spPr>
            <a:xfrm>
              <a:off x="6243479" y="292665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Over 800 Doctors utilizing program</a:t>
              </a:r>
            </a:p>
          </p:txBody>
        </p:sp>
        <p:cxnSp>
          <p:nvCxnSpPr>
            <p:cNvPr id="377" name="Straight Connector 376">
              <a:extLst>
                <a:ext uri="{FF2B5EF4-FFF2-40B4-BE49-F238E27FC236}">
                  <a16:creationId xmlns:a16="http://schemas.microsoft.com/office/drawing/2014/main" id="{184A774B-6892-401D-AEF1-B6C3CDCC038E}"/>
                </a:ext>
              </a:extLst>
            </p:cNvPr>
            <p:cNvCxnSpPr>
              <a:cxnSpLocks/>
            </p:cNvCxnSpPr>
            <p:nvPr/>
          </p:nvCxnSpPr>
          <p:spPr>
            <a:xfrm>
              <a:off x="5702832" y="329194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81" name="Group 380">
            <a:extLst>
              <a:ext uri="{FF2B5EF4-FFF2-40B4-BE49-F238E27FC236}">
                <a16:creationId xmlns:a16="http://schemas.microsoft.com/office/drawing/2014/main" id="{6580F8B5-C8B0-4035-8A5B-3F16BB771FA5}"/>
              </a:ext>
            </a:extLst>
          </p:cNvPr>
          <p:cNvGrpSpPr/>
          <p:nvPr/>
        </p:nvGrpSpPr>
        <p:grpSpPr>
          <a:xfrm>
            <a:off x="17006536" y="3434631"/>
            <a:ext cx="6218237" cy="373186"/>
            <a:chOff x="5702832" y="3434631"/>
            <a:chExt cx="6218237" cy="373186"/>
          </a:xfrm>
        </p:grpSpPr>
        <p:grpSp>
          <p:nvGrpSpPr>
            <p:cNvPr id="382" name="Group 381">
              <a:extLst>
                <a:ext uri="{FF2B5EF4-FFF2-40B4-BE49-F238E27FC236}">
                  <a16:creationId xmlns:a16="http://schemas.microsoft.com/office/drawing/2014/main" id="{09B8D1E9-157A-49C0-8CF1-85A936DCA0AD}"/>
                </a:ext>
              </a:extLst>
            </p:cNvPr>
            <p:cNvGrpSpPr/>
            <p:nvPr/>
          </p:nvGrpSpPr>
          <p:grpSpPr>
            <a:xfrm>
              <a:off x="5902424" y="3434631"/>
              <a:ext cx="222588" cy="323577"/>
              <a:chOff x="5761329" y="1551237"/>
              <a:chExt cx="528773" cy="768679"/>
            </a:xfrm>
          </p:grpSpPr>
          <p:sp>
            <p:nvSpPr>
              <p:cNvPr id="385" name="Oval 384">
                <a:extLst>
                  <a:ext uri="{FF2B5EF4-FFF2-40B4-BE49-F238E27FC236}">
                    <a16:creationId xmlns:a16="http://schemas.microsoft.com/office/drawing/2014/main" id="{089AB7F6-1D00-4384-B5E5-BDA252B7C04D}"/>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6" name="Oval 385">
                <a:extLst>
                  <a:ext uri="{FF2B5EF4-FFF2-40B4-BE49-F238E27FC236}">
                    <a16:creationId xmlns:a16="http://schemas.microsoft.com/office/drawing/2014/main" id="{6C2D5466-0552-4CFD-A93A-56AD4C27D216}"/>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7" name="Rectangle 386">
                <a:extLst>
                  <a:ext uri="{FF2B5EF4-FFF2-40B4-BE49-F238E27FC236}">
                    <a16:creationId xmlns:a16="http://schemas.microsoft.com/office/drawing/2014/main" id="{1B952055-2256-4D85-831F-0FCB50AA9048}"/>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383" name="Rectangle 382">
              <a:extLst>
                <a:ext uri="{FF2B5EF4-FFF2-40B4-BE49-F238E27FC236}">
                  <a16:creationId xmlns:a16="http://schemas.microsoft.com/office/drawing/2014/main" id="{143736C4-5435-4129-970D-FD03218241D3}"/>
                </a:ext>
              </a:extLst>
            </p:cNvPr>
            <p:cNvSpPr/>
            <p:nvPr/>
          </p:nvSpPr>
          <p:spPr>
            <a:xfrm>
              <a:off x="6243479" y="344252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20 years in workers compensation and auto</a:t>
              </a:r>
            </a:p>
          </p:txBody>
        </p:sp>
        <p:cxnSp>
          <p:nvCxnSpPr>
            <p:cNvPr id="384" name="Straight Connector 383">
              <a:extLst>
                <a:ext uri="{FF2B5EF4-FFF2-40B4-BE49-F238E27FC236}">
                  <a16:creationId xmlns:a16="http://schemas.microsoft.com/office/drawing/2014/main" id="{A77C4F09-6CC4-4312-8D1D-B7DFE814A766}"/>
                </a:ext>
              </a:extLst>
            </p:cNvPr>
            <p:cNvCxnSpPr>
              <a:cxnSpLocks/>
            </p:cNvCxnSpPr>
            <p:nvPr/>
          </p:nvCxnSpPr>
          <p:spPr>
            <a:xfrm>
              <a:off x="5702832" y="380781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88" name="Group 387">
            <a:extLst>
              <a:ext uri="{FF2B5EF4-FFF2-40B4-BE49-F238E27FC236}">
                <a16:creationId xmlns:a16="http://schemas.microsoft.com/office/drawing/2014/main" id="{F5665921-6084-416C-86DE-8CACB8C4EC26}"/>
              </a:ext>
            </a:extLst>
          </p:cNvPr>
          <p:cNvGrpSpPr/>
          <p:nvPr/>
        </p:nvGrpSpPr>
        <p:grpSpPr>
          <a:xfrm>
            <a:off x="18119425" y="3950501"/>
            <a:ext cx="6218237" cy="373186"/>
            <a:chOff x="5702832" y="3950501"/>
            <a:chExt cx="6218237" cy="373186"/>
          </a:xfrm>
        </p:grpSpPr>
        <p:grpSp>
          <p:nvGrpSpPr>
            <p:cNvPr id="389" name="Group 388">
              <a:extLst>
                <a:ext uri="{FF2B5EF4-FFF2-40B4-BE49-F238E27FC236}">
                  <a16:creationId xmlns:a16="http://schemas.microsoft.com/office/drawing/2014/main" id="{8073A555-A4A7-4C10-B8E8-0117713EC6C0}"/>
                </a:ext>
              </a:extLst>
            </p:cNvPr>
            <p:cNvGrpSpPr/>
            <p:nvPr/>
          </p:nvGrpSpPr>
          <p:grpSpPr>
            <a:xfrm>
              <a:off x="5902424" y="3950501"/>
              <a:ext cx="222588" cy="323577"/>
              <a:chOff x="5761329" y="1551237"/>
              <a:chExt cx="528773" cy="768679"/>
            </a:xfrm>
          </p:grpSpPr>
          <p:sp>
            <p:nvSpPr>
              <p:cNvPr id="392" name="Oval 391">
                <a:extLst>
                  <a:ext uri="{FF2B5EF4-FFF2-40B4-BE49-F238E27FC236}">
                    <a16:creationId xmlns:a16="http://schemas.microsoft.com/office/drawing/2014/main" id="{C5B20890-9A70-4949-BE78-8DE72F14546E}"/>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3" name="Oval 392">
                <a:extLst>
                  <a:ext uri="{FF2B5EF4-FFF2-40B4-BE49-F238E27FC236}">
                    <a16:creationId xmlns:a16="http://schemas.microsoft.com/office/drawing/2014/main" id="{4298AD08-6E12-4257-83CF-B834E7888EF3}"/>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4" name="Rectangle 393">
                <a:extLst>
                  <a:ext uri="{FF2B5EF4-FFF2-40B4-BE49-F238E27FC236}">
                    <a16:creationId xmlns:a16="http://schemas.microsoft.com/office/drawing/2014/main" id="{4E50B833-7905-4A99-BAE3-D7567CBDF94A}"/>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390" name="Rectangle 389">
              <a:extLst>
                <a:ext uri="{FF2B5EF4-FFF2-40B4-BE49-F238E27FC236}">
                  <a16:creationId xmlns:a16="http://schemas.microsoft.com/office/drawing/2014/main" id="{4DC590C9-2651-4AE7-AE20-27D8A3F578D1}"/>
                </a:ext>
              </a:extLst>
            </p:cNvPr>
            <p:cNvSpPr/>
            <p:nvPr/>
          </p:nvSpPr>
          <p:spPr>
            <a:xfrm>
              <a:off x="6243479" y="395839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Low Cost of Medications</a:t>
              </a:r>
            </a:p>
          </p:txBody>
        </p:sp>
        <p:cxnSp>
          <p:nvCxnSpPr>
            <p:cNvPr id="391" name="Straight Connector 390">
              <a:extLst>
                <a:ext uri="{FF2B5EF4-FFF2-40B4-BE49-F238E27FC236}">
                  <a16:creationId xmlns:a16="http://schemas.microsoft.com/office/drawing/2014/main" id="{DC62B636-6145-4C80-96FD-308A4B25827F}"/>
                </a:ext>
              </a:extLst>
            </p:cNvPr>
            <p:cNvCxnSpPr>
              <a:cxnSpLocks/>
            </p:cNvCxnSpPr>
            <p:nvPr/>
          </p:nvCxnSpPr>
          <p:spPr>
            <a:xfrm>
              <a:off x="5702832" y="432368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95" name="Group 394">
            <a:extLst>
              <a:ext uri="{FF2B5EF4-FFF2-40B4-BE49-F238E27FC236}">
                <a16:creationId xmlns:a16="http://schemas.microsoft.com/office/drawing/2014/main" id="{DD7385FC-F916-48AE-8F61-5076FC6127A0}"/>
              </a:ext>
            </a:extLst>
          </p:cNvPr>
          <p:cNvGrpSpPr/>
          <p:nvPr/>
        </p:nvGrpSpPr>
        <p:grpSpPr>
          <a:xfrm>
            <a:off x="20345203" y="4466371"/>
            <a:ext cx="6260568" cy="373186"/>
            <a:chOff x="5702832" y="4466371"/>
            <a:chExt cx="6260568" cy="373186"/>
          </a:xfrm>
        </p:grpSpPr>
        <p:grpSp>
          <p:nvGrpSpPr>
            <p:cNvPr id="396" name="Group 395">
              <a:extLst>
                <a:ext uri="{FF2B5EF4-FFF2-40B4-BE49-F238E27FC236}">
                  <a16:creationId xmlns:a16="http://schemas.microsoft.com/office/drawing/2014/main" id="{2F9113AE-E75D-4211-AECA-B86ADD6C441C}"/>
                </a:ext>
              </a:extLst>
            </p:cNvPr>
            <p:cNvGrpSpPr/>
            <p:nvPr/>
          </p:nvGrpSpPr>
          <p:grpSpPr>
            <a:xfrm>
              <a:off x="5902424" y="4466371"/>
              <a:ext cx="222588" cy="323577"/>
              <a:chOff x="5761329" y="1551237"/>
              <a:chExt cx="528773" cy="768679"/>
            </a:xfrm>
          </p:grpSpPr>
          <p:sp>
            <p:nvSpPr>
              <p:cNvPr id="399" name="Oval 398">
                <a:extLst>
                  <a:ext uri="{FF2B5EF4-FFF2-40B4-BE49-F238E27FC236}">
                    <a16:creationId xmlns:a16="http://schemas.microsoft.com/office/drawing/2014/main" id="{9A3A7B51-E8F1-4970-BFE4-DF7406AFD8EA}"/>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0" name="Oval 399">
                <a:extLst>
                  <a:ext uri="{FF2B5EF4-FFF2-40B4-BE49-F238E27FC236}">
                    <a16:creationId xmlns:a16="http://schemas.microsoft.com/office/drawing/2014/main" id="{FEA23C54-EB02-431A-B979-2D587D67DCC3}"/>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1" name="Rectangle 400">
                <a:extLst>
                  <a:ext uri="{FF2B5EF4-FFF2-40B4-BE49-F238E27FC236}">
                    <a16:creationId xmlns:a16="http://schemas.microsoft.com/office/drawing/2014/main" id="{B5DED926-0B30-4B08-8960-22F6D20A912E}"/>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397" name="Rectangle 396">
              <a:extLst>
                <a:ext uri="{FF2B5EF4-FFF2-40B4-BE49-F238E27FC236}">
                  <a16:creationId xmlns:a16="http://schemas.microsoft.com/office/drawing/2014/main" id="{E2C0CFEC-74CC-46E2-A8A0-0F542EF1ABCE}"/>
                </a:ext>
              </a:extLst>
            </p:cNvPr>
            <p:cNvSpPr/>
            <p:nvPr/>
          </p:nvSpPr>
          <p:spPr>
            <a:xfrm>
              <a:off x="6243479" y="4474266"/>
              <a:ext cx="5719921" cy="307777"/>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Historically collection rate exceeding 90% of billed charges</a:t>
              </a:r>
            </a:p>
          </p:txBody>
        </p:sp>
        <p:cxnSp>
          <p:nvCxnSpPr>
            <p:cNvPr id="398" name="Straight Connector 397">
              <a:extLst>
                <a:ext uri="{FF2B5EF4-FFF2-40B4-BE49-F238E27FC236}">
                  <a16:creationId xmlns:a16="http://schemas.microsoft.com/office/drawing/2014/main" id="{DA02AC3F-E08C-4C22-AE34-8871B7347AFE}"/>
                </a:ext>
              </a:extLst>
            </p:cNvPr>
            <p:cNvCxnSpPr>
              <a:cxnSpLocks/>
            </p:cNvCxnSpPr>
            <p:nvPr/>
          </p:nvCxnSpPr>
          <p:spPr>
            <a:xfrm>
              <a:off x="5702832" y="483955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02" name="Group 401">
            <a:extLst>
              <a:ext uri="{FF2B5EF4-FFF2-40B4-BE49-F238E27FC236}">
                <a16:creationId xmlns:a16="http://schemas.microsoft.com/office/drawing/2014/main" id="{9D4BD6DF-506A-4AE0-87B9-AE0BCF78BA9A}"/>
              </a:ext>
            </a:extLst>
          </p:cNvPr>
          <p:cNvGrpSpPr/>
          <p:nvPr/>
        </p:nvGrpSpPr>
        <p:grpSpPr>
          <a:xfrm>
            <a:off x="19232314" y="4982241"/>
            <a:ext cx="6218237" cy="373186"/>
            <a:chOff x="5702832" y="4982241"/>
            <a:chExt cx="6218237" cy="373186"/>
          </a:xfrm>
        </p:grpSpPr>
        <p:grpSp>
          <p:nvGrpSpPr>
            <p:cNvPr id="403" name="Group 402">
              <a:extLst>
                <a:ext uri="{FF2B5EF4-FFF2-40B4-BE49-F238E27FC236}">
                  <a16:creationId xmlns:a16="http://schemas.microsoft.com/office/drawing/2014/main" id="{8B0D34A0-DD6A-4491-A777-2AD1189F83A3}"/>
                </a:ext>
              </a:extLst>
            </p:cNvPr>
            <p:cNvGrpSpPr/>
            <p:nvPr/>
          </p:nvGrpSpPr>
          <p:grpSpPr>
            <a:xfrm>
              <a:off x="5902424" y="4982241"/>
              <a:ext cx="222588" cy="323577"/>
              <a:chOff x="5761329" y="1551237"/>
              <a:chExt cx="528773" cy="768679"/>
            </a:xfrm>
          </p:grpSpPr>
          <p:sp>
            <p:nvSpPr>
              <p:cNvPr id="406" name="Oval 405">
                <a:extLst>
                  <a:ext uri="{FF2B5EF4-FFF2-40B4-BE49-F238E27FC236}">
                    <a16:creationId xmlns:a16="http://schemas.microsoft.com/office/drawing/2014/main" id="{170EE48F-C06F-4CFC-8E49-674CFF7EA4CE}"/>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7" name="Oval 406">
                <a:extLst>
                  <a:ext uri="{FF2B5EF4-FFF2-40B4-BE49-F238E27FC236}">
                    <a16:creationId xmlns:a16="http://schemas.microsoft.com/office/drawing/2014/main" id="{32367D20-E462-42B3-A2A1-39ED2AB483BF}"/>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8" name="Rectangle 407">
                <a:extLst>
                  <a:ext uri="{FF2B5EF4-FFF2-40B4-BE49-F238E27FC236}">
                    <a16:creationId xmlns:a16="http://schemas.microsoft.com/office/drawing/2014/main" id="{1B9AC99D-6E6E-444A-85E6-9B73C4FAA1FD}"/>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404" name="Rectangle 403">
              <a:extLst>
                <a:ext uri="{FF2B5EF4-FFF2-40B4-BE49-F238E27FC236}">
                  <a16:creationId xmlns:a16="http://schemas.microsoft.com/office/drawing/2014/main" id="{075CDBD7-12B6-4F3A-AD56-E4EA51964A3D}"/>
                </a:ext>
              </a:extLst>
            </p:cNvPr>
            <p:cNvSpPr/>
            <p:nvPr/>
          </p:nvSpPr>
          <p:spPr>
            <a:xfrm>
              <a:off x="6243479" y="499013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Skilled staff of billers and collectors</a:t>
              </a:r>
            </a:p>
          </p:txBody>
        </p:sp>
        <p:cxnSp>
          <p:nvCxnSpPr>
            <p:cNvPr id="405" name="Straight Connector 404">
              <a:extLst>
                <a:ext uri="{FF2B5EF4-FFF2-40B4-BE49-F238E27FC236}">
                  <a16:creationId xmlns:a16="http://schemas.microsoft.com/office/drawing/2014/main" id="{B4C342D2-4C5D-44F9-8673-1ED2FC2229CC}"/>
                </a:ext>
              </a:extLst>
            </p:cNvPr>
            <p:cNvCxnSpPr>
              <a:cxnSpLocks/>
            </p:cNvCxnSpPr>
            <p:nvPr/>
          </p:nvCxnSpPr>
          <p:spPr>
            <a:xfrm>
              <a:off x="5702832" y="535542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09" name="Group 408">
            <a:extLst>
              <a:ext uri="{FF2B5EF4-FFF2-40B4-BE49-F238E27FC236}">
                <a16:creationId xmlns:a16="http://schemas.microsoft.com/office/drawing/2014/main" id="{777B8A76-AE11-4298-962C-E9D189BE020C}"/>
              </a:ext>
            </a:extLst>
          </p:cNvPr>
          <p:cNvGrpSpPr/>
          <p:nvPr/>
        </p:nvGrpSpPr>
        <p:grpSpPr>
          <a:xfrm>
            <a:off x="21500425" y="5498113"/>
            <a:ext cx="6218237" cy="373186"/>
            <a:chOff x="5702832" y="5498113"/>
            <a:chExt cx="6218237" cy="373186"/>
          </a:xfrm>
        </p:grpSpPr>
        <p:grpSp>
          <p:nvGrpSpPr>
            <p:cNvPr id="410" name="Group 409">
              <a:extLst>
                <a:ext uri="{FF2B5EF4-FFF2-40B4-BE49-F238E27FC236}">
                  <a16:creationId xmlns:a16="http://schemas.microsoft.com/office/drawing/2014/main" id="{1EB38B80-07F9-40BF-B466-0928E88E7727}"/>
                </a:ext>
              </a:extLst>
            </p:cNvPr>
            <p:cNvGrpSpPr/>
            <p:nvPr/>
          </p:nvGrpSpPr>
          <p:grpSpPr>
            <a:xfrm>
              <a:off x="5902424" y="5498113"/>
              <a:ext cx="222588" cy="323577"/>
              <a:chOff x="5761329" y="1551237"/>
              <a:chExt cx="528773" cy="768679"/>
            </a:xfrm>
          </p:grpSpPr>
          <p:sp>
            <p:nvSpPr>
              <p:cNvPr id="413" name="Oval 412">
                <a:extLst>
                  <a:ext uri="{FF2B5EF4-FFF2-40B4-BE49-F238E27FC236}">
                    <a16:creationId xmlns:a16="http://schemas.microsoft.com/office/drawing/2014/main" id="{7C3AD187-D703-475F-96D6-344CE541B87F}"/>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4" name="Oval 413">
                <a:extLst>
                  <a:ext uri="{FF2B5EF4-FFF2-40B4-BE49-F238E27FC236}">
                    <a16:creationId xmlns:a16="http://schemas.microsoft.com/office/drawing/2014/main" id="{EBC4A091-D63C-4A57-985C-4768F7ADFAB7}"/>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5" name="Rectangle 414">
                <a:extLst>
                  <a:ext uri="{FF2B5EF4-FFF2-40B4-BE49-F238E27FC236}">
                    <a16:creationId xmlns:a16="http://schemas.microsoft.com/office/drawing/2014/main" id="{19A771BE-A9A5-4EDE-9C56-72431814AB48}"/>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411" name="Rectangle 410">
              <a:extLst>
                <a:ext uri="{FF2B5EF4-FFF2-40B4-BE49-F238E27FC236}">
                  <a16:creationId xmlns:a16="http://schemas.microsoft.com/office/drawing/2014/main" id="{6AC92679-E323-44E5-871A-C3443645E99B}"/>
                </a:ext>
              </a:extLst>
            </p:cNvPr>
            <p:cNvSpPr/>
            <p:nvPr/>
          </p:nvSpPr>
          <p:spPr>
            <a:xfrm>
              <a:off x="6243479" y="5506009"/>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Strong Legal Support</a:t>
              </a:r>
            </a:p>
          </p:txBody>
        </p:sp>
        <p:cxnSp>
          <p:nvCxnSpPr>
            <p:cNvPr id="412" name="Straight Connector 411">
              <a:extLst>
                <a:ext uri="{FF2B5EF4-FFF2-40B4-BE49-F238E27FC236}">
                  <a16:creationId xmlns:a16="http://schemas.microsoft.com/office/drawing/2014/main" id="{560F1C7D-277B-4DC0-8276-C16645BBC71F}"/>
                </a:ext>
              </a:extLst>
            </p:cNvPr>
            <p:cNvCxnSpPr>
              <a:cxnSpLocks/>
            </p:cNvCxnSpPr>
            <p:nvPr/>
          </p:nvCxnSpPr>
          <p:spPr>
            <a:xfrm>
              <a:off x="5702832" y="5871299"/>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16" name="Group 415">
            <a:extLst>
              <a:ext uri="{FF2B5EF4-FFF2-40B4-BE49-F238E27FC236}">
                <a16:creationId xmlns:a16="http://schemas.microsoft.com/office/drawing/2014/main" id="{1D605E0B-2E16-4252-9AA0-AB0EA59D5039}"/>
              </a:ext>
            </a:extLst>
          </p:cNvPr>
          <p:cNvGrpSpPr/>
          <p:nvPr/>
        </p:nvGrpSpPr>
        <p:grpSpPr>
          <a:xfrm>
            <a:off x="-8086350" y="987325"/>
            <a:ext cx="4536063" cy="5347631"/>
            <a:chOff x="402219" y="1018384"/>
            <a:chExt cx="4331705" cy="5106710"/>
          </a:xfrm>
        </p:grpSpPr>
        <p:grpSp>
          <p:nvGrpSpPr>
            <p:cNvPr id="417" name="Group 416">
              <a:extLst>
                <a:ext uri="{FF2B5EF4-FFF2-40B4-BE49-F238E27FC236}">
                  <a16:creationId xmlns:a16="http://schemas.microsoft.com/office/drawing/2014/main" id="{1E4B985E-2C5E-4B82-B303-CEE55156E95F}"/>
                </a:ext>
              </a:extLst>
            </p:cNvPr>
            <p:cNvGrpSpPr/>
            <p:nvPr/>
          </p:nvGrpSpPr>
          <p:grpSpPr>
            <a:xfrm>
              <a:off x="488949" y="1018384"/>
              <a:ext cx="4244975" cy="5106710"/>
              <a:chOff x="698500" y="1389859"/>
              <a:chExt cx="3225800" cy="3880641"/>
            </a:xfrm>
          </p:grpSpPr>
          <p:sp>
            <p:nvSpPr>
              <p:cNvPr id="422" name="Oval 421">
                <a:extLst>
                  <a:ext uri="{FF2B5EF4-FFF2-40B4-BE49-F238E27FC236}">
                    <a16:creationId xmlns:a16="http://schemas.microsoft.com/office/drawing/2014/main" id="{06276596-CE0C-4CCB-AE77-571C92D00C45}"/>
                  </a:ext>
                </a:extLst>
              </p:cNvPr>
              <p:cNvSpPr/>
              <p:nvPr/>
            </p:nvSpPr>
            <p:spPr>
              <a:xfrm>
                <a:off x="698500" y="2044700"/>
                <a:ext cx="3225800" cy="3225800"/>
              </a:xfrm>
              <a:prstGeom prst="ellipse">
                <a:avLst/>
              </a:prstGeom>
              <a:blipFill>
                <a:blip r:embed="rId15"/>
                <a:stretch>
                  <a:fillRect l="-36906" t="-19411" r="-64520" b="-5237"/>
                </a:stretch>
              </a:bli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3" name="Picture 422">
                <a:extLst>
                  <a:ext uri="{FF2B5EF4-FFF2-40B4-BE49-F238E27FC236}">
                    <a16:creationId xmlns:a16="http://schemas.microsoft.com/office/drawing/2014/main" id="{98BA0A10-EA53-4C6D-BC14-47DE2E9BEDDB}"/>
                  </a:ext>
                </a:extLst>
              </p:cNvPr>
              <p:cNvPicPr>
                <a:picLocks noChangeAspect="1"/>
              </p:cNvPicPr>
              <p:nvPr/>
            </p:nvPicPr>
            <p:blipFill rotWithShape="1">
              <a:blip r:embed="rId16">
                <a:extLst>
                  <a:ext uri="{28A0092B-C50C-407E-A947-70E740481C1C}">
                    <a14:useLocalDpi xmlns:a14="http://schemas.microsoft.com/office/drawing/2010/main" val="0"/>
                  </a:ext>
                </a:extLst>
              </a:blip>
              <a:srcRect l="20210" r="37243" b="29460"/>
              <a:stretch/>
            </p:blipFill>
            <p:spPr>
              <a:xfrm>
                <a:off x="822959" y="1389859"/>
                <a:ext cx="2758441" cy="2915438"/>
              </a:xfrm>
              <a:prstGeom prst="rect">
                <a:avLst/>
              </a:prstGeom>
            </p:spPr>
          </p:pic>
        </p:grpSp>
        <p:grpSp>
          <p:nvGrpSpPr>
            <p:cNvPr id="418" name="Group 417">
              <a:extLst>
                <a:ext uri="{FF2B5EF4-FFF2-40B4-BE49-F238E27FC236}">
                  <a16:creationId xmlns:a16="http://schemas.microsoft.com/office/drawing/2014/main" id="{375FFEE0-5204-40ED-B232-20ABD93783BB}"/>
                </a:ext>
              </a:extLst>
            </p:cNvPr>
            <p:cNvGrpSpPr/>
            <p:nvPr/>
          </p:nvGrpSpPr>
          <p:grpSpPr>
            <a:xfrm>
              <a:off x="402219" y="1570187"/>
              <a:ext cx="854814" cy="1220081"/>
              <a:chOff x="402219" y="1570187"/>
              <a:chExt cx="854814" cy="1220081"/>
            </a:xfrm>
          </p:grpSpPr>
          <p:sp>
            <p:nvSpPr>
              <p:cNvPr id="419" name="Oval 418">
                <a:extLst>
                  <a:ext uri="{FF2B5EF4-FFF2-40B4-BE49-F238E27FC236}">
                    <a16:creationId xmlns:a16="http://schemas.microsoft.com/office/drawing/2014/main" id="{4141CA2A-ACAA-449E-82CC-981EB7BBE3BC}"/>
                  </a:ext>
                </a:extLst>
              </p:cNvPr>
              <p:cNvSpPr/>
              <p:nvPr/>
            </p:nvSpPr>
            <p:spPr>
              <a:xfrm>
                <a:off x="402219" y="2443965"/>
                <a:ext cx="346303" cy="34630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Oval 419">
                <a:extLst>
                  <a:ext uri="{FF2B5EF4-FFF2-40B4-BE49-F238E27FC236}">
                    <a16:creationId xmlns:a16="http://schemas.microsoft.com/office/drawing/2014/main" id="{5EB09907-F16F-411C-81CE-2552606F99B3}"/>
                  </a:ext>
                </a:extLst>
              </p:cNvPr>
              <p:cNvSpPr/>
              <p:nvPr/>
            </p:nvSpPr>
            <p:spPr>
              <a:xfrm>
                <a:off x="546352" y="1570187"/>
                <a:ext cx="710681" cy="710681"/>
              </a:xfrm>
              <a:prstGeom prst="ellipse">
                <a:avLst/>
              </a:prstGeom>
              <a:solidFill>
                <a:schemeClr val="bg1">
                  <a:alpha val="2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1" name="Picture 420">
                <a:extLst>
                  <a:ext uri="{FF2B5EF4-FFF2-40B4-BE49-F238E27FC236}">
                    <a16:creationId xmlns:a16="http://schemas.microsoft.com/office/drawing/2014/main" id="{7CEFDCDB-8C56-4372-B6AD-695B3B48313A}"/>
                  </a:ext>
                </a:extLst>
              </p:cNvPr>
              <p:cNvPicPr>
                <a:picLocks noChangeAspect="1"/>
              </p:cNvPicPr>
              <p:nvPr/>
            </p:nvPicPr>
            <p:blipFill>
              <a:blip r:embed="rId17">
                <a:extLst>
                  <a:ext uri="{BEBA8EAE-BF5A-486C-A8C5-ECC9F3942E4B}">
                    <a14:imgProps xmlns:a14="http://schemas.microsoft.com/office/drawing/2010/main">
                      <a14:imgLayer r:embed="rId18">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66516" y="1790352"/>
                <a:ext cx="270352" cy="270352"/>
              </a:xfrm>
              <a:prstGeom prst="rect">
                <a:avLst/>
              </a:prstGeom>
            </p:spPr>
          </p:pic>
        </p:grpSp>
      </p:grpSp>
      <p:grpSp>
        <p:nvGrpSpPr>
          <p:cNvPr id="5" name="Group 4">
            <a:extLst>
              <a:ext uri="{FF2B5EF4-FFF2-40B4-BE49-F238E27FC236}">
                <a16:creationId xmlns:a16="http://schemas.microsoft.com/office/drawing/2014/main" id="{A583BC1D-4B15-677D-4081-752532524537}"/>
              </a:ext>
            </a:extLst>
          </p:cNvPr>
          <p:cNvGrpSpPr/>
          <p:nvPr/>
        </p:nvGrpSpPr>
        <p:grpSpPr>
          <a:xfrm>
            <a:off x="5702832" y="11431071"/>
            <a:ext cx="6218237" cy="373186"/>
            <a:chOff x="5702832" y="1887021"/>
            <a:chExt cx="6218237" cy="373186"/>
          </a:xfrm>
        </p:grpSpPr>
        <p:grpSp>
          <p:nvGrpSpPr>
            <p:cNvPr id="7" name="Group 6">
              <a:extLst>
                <a:ext uri="{FF2B5EF4-FFF2-40B4-BE49-F238E27FC236}">
                  <a16:creationId xmlns:a16="http://schemas.microsoft.com/office/drawing/2014/main" id="{531BE305-0AAF-075F-CB2D-1D96B06985E3}"/>
                </a:ext>
              </a:extLst>
            </p:cNvPr>
            <p:cNvGrpSpPr/>
            <p:nvPr/>
          </p:nvGrpSpPr>
          <p:grpSpPr>
            <a:xfrm>
              <a:off x="5902424" y="1887021"/>
              <a:ext cx="222588" cy="323577"/>
              <a:chOff x="5761329" y="1551237"/>
              <a:chExt cx="528773" cy="768679"/>
            </a:xfrm>
          </p:grpSpPr>
          <p:sp>
            <p:nvSpPr>
              <p:cNvPr id="11" name="Oval 10">
                <a:extLst>
                  <a:ext uri="{FF2B5EF4-FFF2-40B4-BE49-F238E27FC236}">
                    <a16:creationId xmlns:a16="http://schemas.microsoft.com/office/drawing/2014/main" id="{EC58E0C2-51E0-3EAF-89DB-C3659D498965}"/>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5FA21AA0-0643-D69B-454D-488265C9B0E0}"/>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442607E-DA5E-0ABC-B594-DE543AD6BBF9}"/>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8" name="Rectangle 7">
              <a:extLst>
                <a:ext uri="{FF2B5EF4-FFF2-40B4-BE49-F238E27FC236}">
                  <a16:creationId xmlns:a16="http://schemas.microsoft.com/office/drawing/2014/main" id="{30204757-033E-41CB-0A20-05465DBB7EC4}"/>
                </a:ext>
              </a:extLst>
            </p:cNvPr>
            <p:cNvSpPr/>
            <p:nvPr/>
          </p:nvSpPr>
          <p:spPr>
            <a:xfrm>
              <a:off x="6243479" y="189491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Licensed in 49 States</a:t>
              </a:r>
            </a:p>
          </p:txBody>
        </p:sp>
        <p:cxnSp>
          <p:nvCxnSpPr>
            <p:cNvPr id="10" name="Straight Connector 9">
              <a:extLst>
                <a:ext uri="{FF2B5EF4-FFF2-40B4-BE49-F238E27FC236}">
                  <a16:creationId xmlns:a16="http://schemas.microsoft.com/office/drawing/2014/main" id="{F709EB77-F86D-B0BF-2097-1E18FA39795B}"/>
                </a:ext>
              </a:extLst>
            </p:cNvPr>
            <p:cNvCxnSpPr>
              <a:cxnSpLocks/>
            </p:cNvCxnSpPr>
            <p:nvPr/>
          </p:nvCxnSpPr>
          <p:spPr>
            <a:xfrm>
              <a:off x="5702832" y="226020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3627DB69-E311-B5B9-C517-C9536C90290C}"/>
              </a:ext>
            </a:extLst>
          </p:cNvPr>
          <p:cNvGrpSpPr/>
          <p:nvPr/>
        </p:nvGrpSpPr>
        <p:grpSpPr>
          <a:xfrm>
            <a:off x="5702832" y="16004591"/>
            <a:ext cx="6218237" cy="373186"/>
            <a:chOff x="5702832" y="2402891"/>
            <a:chExt cx="6218237" cy="373186"/>
          </a:xfrm>
        </p:grpSpPr>
        <p:grpSp>
          <p:nvGrpSpPr>
            <p:cNvPr id="15" name="Group 14">
              <a:extLst>
                <a:ext uri="{FF2B5EF4-FFF2-40B4-BE49-F238E27FC236}">
                  <a16:creationId xmlns:a16="http://schemas.microsoft.com/office/drawing/2014/main" id="{21D59191-8452-181B-980B-9713363BD356}"/>
                </a:ext>
              </a:extLst>
            </p:cNvPr>
            <p:cNvGrpSpPr/>
            <p:nvPr/>
          </p:nvGrpSpPr>
          <p:grpSpPr>
            <a:xfrm>
              <a:off x="5902424" y="2402891"/>
              <a:ext cx="222588" cy="323577"/>
              <a:chOff x="5761329" y="1551237"/>
              <a:chExt cx="528773" cy="768679"/>
            </a:xfrm>
          </p:grpSpPr>
          <p:sp>
            <p:nvSpPr>
              <p:cNvPr id="18" name="Oval 17">
                <a:extLst>
                  <a:ext uri="{FF2B5EF4-FFF2-40B4-BE49-F238E27FC236}">
                    <a16:creationId xmlns:a16="http://schemas.microsoft.com/office/drawing/2014/main" id="{F2C09464-022B-A1CC-CF6B-ED7E0D05DFE3}"/>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7F05F738-601F-2601-74D3-25725DEDECA0}"/>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1FD927FF-8A35-BD71-6A2D-AD7D79F6CF1E}"/>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16" name="Rectangle 15">
              <a:extLst>
                <a:ext uri="{FF2B5EF4-FFF2-40B4-BE49-F238E27FC236}">
                  <a16:creationId xmlns:a16="http://schemas.microsoft.com/office/drawing/2014/main" id="{2688690E-9CC7-E49E-BBE2-5AD4A18ED35A}"/>
                </a:ext>
              </a:extLst>
            </p:cNvPr>
            <p:cNvSpPr/>
            <p:nvPr/>
          </p:nvSpPr>
          <p:spPr>
            <a:xfrm>
              <a:off x="6243479" y="241078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Operate in 37+ States</a:t>
              </a:r>
            </a:p>
          </p:txBody>
        </p:sp>
        <p:cxnSp>
          <p:nvCxnSpPr>
            <p:cNvPr id="17" name="Straight Connector 16">
              <a:extLst>
                <a:ext uri="{FF2B5EF4-FFF2-40B4-BE49-F238E27FC236}">
                  <a16:creationId xmlns:a16="http://schemas.microsoft.com/office/drawing/2014/main" id="{902FC902-B86B-2703-5B4D-1E6D016921F0}"/>
                </a:ext>
              </a:extLst>
            </p:cNvPr>
            <p:cNvCxnSpPr>
              <a:cxnSpLocks/>
            </p:cNvCxnSpPr>
            <p:nvPr/>
          </p:nvCxnSpPr>
          <p:spPr>
            <a:xfrm>
              <a:off x="5702832" y="277607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5D8659E6-D288-C749-10C4-00BB66DFD9C6}"/>
              </a:ext>
            </a:extLst>
          </p:cNvPr>
          <p:cNvGrpSpPr/>
          <p:nvPr/>
        </p:nvGrpSpPr>
        <p:grpSpPr>
          <a:xfrm>
            <a:off x="5702832" y="16520461"/>
            <a:ext cx="6218237" cy="373186"/>
            <a:chOff x="5702832" y="2918761"/>
            <a:chExt cx="6218237" cy="373186"/>
          </a:xfrm>
        </p:grpSpPr>
        <p:grpSp>
          <p:nvGrpSpPr>
            <p:cNvPr id="22" name="Group 21">
              <a:extLst>
                <a:ext uri="{FF2B5EF4-FFF2-40B4-BE49-F238E27FC236}">
                  <a16:creationId xmlns:a16="http://schemas.microsoft.com/office/drawing/2014/main" id="{1F243F05-81E6-973D-4074-48EE55CB973B}"/>
                </a:ext>
              </a:extLst>
            </p:cNvPr>
            <p:cNvGrpSpPr/>
            <p:nvPr/>
          </p:nvGrpSpPr>
          <p:grpSpPr>
            <a:xfrm>
              <a:off x="5902424" y="2918761"/>
              <a:ext cx="222588" cy="323577"/>
              <a:chOff x="5761329" y="1551237"/>
              <a:chExt cx="528773" cy="768679"/>
            </a:xfrm>
          </p:grpSpPr>
          <p:sp>
            <p:nvSpPr>
              <p:cNvPr id="25" name="Oval 24">
                <a:extLst>
                  <a:ext uri="{FF2B5EF4-FFF2-40B4-BE49-F238E27FC236}">
                    <a16:creationId xmlns:a16="http://schemas.microsoft.com/office/drawing/2014/main" id="{F7BD9EAD-0F68-6869-92AA-C4338E59EB59}"/>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4A1D7A9A-19F6-B55E-0B73-65C295D0AEAA}"/>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641389D1-F463-AC0A-218B-91CAAF49427C}"/>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23" name="Rectangle 22">
              <a:extLst>
                <a:ext uri="{FF2B5EF4-FFF2-40B4-BE49-F238E27FC236}">
                  <a16:creationId xmlns:a16="http://schemas.microsoft.com/office/drawing/2014/main" id="{3AE209DC-A0C4-9CCD-E0BB-C7D9C200B542}"/>
                </a:ext>
              </a:extLst>
            </p:cNvPr>
            <p:cNvSpPr/>
            <p:nvPr/>
          </p:nvSpPr>
          <p:spPr>
            <a:xfrm>
              <a:off x="6243479" y="292665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Over 800 Doctors Utilizing Program</a:t>
              </a:r>
            </a:p>
          </p:txBody>
        </p:sp>
        <p:cxnSp>
          <p:nvCxnSpPr>
            <p:cNvPr id="24" name="Straight Connector 23">
              <a:extLst>
                <a:ext uri="{FF2B5EF4-FFF2-40B4-BE49-F238E27FC236}">
                  <a16:creationId xmlns:a16="http://schemas.microsoft.com/office/drawing/2014/main" id="{5A62FFCD-299F-F176-1463-BC3E13AB601C}"/>
                </a:ext>
              </a:extLst>
            </p:cNvPr>
            <p:cNvCxnSpPr>
              <a:cxnSpLocks/>
            </p:cNvCxnSpPr>
            <p:nvPr/>
          </p:nvCxnSpPr>
          <p:spPr>
            <a:xfrm>
              <a:off x="5702832" y="329194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3DF33155-C3A0-FA3C-C21A-949EC2A9BE48}"/>
              </a:ext>
            </a:extLst>
          </p:cNvPr>
          <p:cNvGrpSpPr/>
          <p:nvPr/>
        </p:nvGrpSpPr>
        <p:grpSpPr>
          <a:xfrm>
            <a:off x="5702832" y="17036331"/>
            <a:ext cx="6218237" cy="373186"/>
            <a:chOff x="5702832" y="3434631"/>
            <a:chExt cx="6218237" cy="373186"/>
          </a:xfrm>
        </p:grpSpPr>
        <p:grpSp>
          <p:nvGrpSpPr>
            <p:cNvPr id="32" name="Group 31">
              <a:extLst>
                <a:ext uri="{FF2B5EF4-FFF2-40B4-BE49-F238E27FC236}">
                  <a16:creationId xmlns:a16="http://schemas.microsoft.com/office/drawing/2014/main" id="{8E63517B-0616-AB6F-7CCF-CA87530DF322}"/>
                </a:ext>
              </a:extLst>
            </p:cNvPr>
            <p:cNvGrpSpPr/>
            <p:nvPr/>
          </p:nvGrpSpPr>
          <p:grpSpPr>
            <a:xfrm>
              <a:off x="5902424" y="3434631"/>
              <a:ext cx="222588" cy="323577"/>
              <a:chOff x="5761329" y="1551237"/>
              <a:chExt cx="528773" cy="768679"/>
            </a:xfrm>
          </p:grpSpPr>
          <p:sp>
            <p:nvSpPr>
              <p:cNvPr id="35" name="Oval 34">
                <a:extLst>
                  <a:ext uri="{FF2B5EF4-FFF2-40B4-BE49-F238E27FC236}">
                    <a16:creationId xmlns:a16="http://schemas.microsoft.com/office/drawing/2014/main" id="{08678346-FA45-D8AD-D7DF-81E369D77DC5}"/>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97BB07B6-6F51-82FD-AB0F-5B87A839D086}"/>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ADDA8C36-0D02-7CDB-1624-E86B5AB7258C}"/>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33" name="Rectangle 32">
              <a:extLst>
                <a:ext uri="{FF2B5EF4-FFF2-40B4-BE49-F238E27FC236}">
                  <a16:creationId xmlns:a16="http://schemas.microsoft.com/office/drawing/2014/main" id="{25C033DB-DAD1-C240-72F2-3366DB2DB75E}"/>
                </a:ext>
              </a:extLst>
            </p:cNvPr>
            <p:cNvSpPr/>
            <p:nvPr/>
          </p:nvSpPr>
          <p:spPr>
            <a:xfrm>
              <a:off x="6243479" y="344252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20 Years in Workers’ Compensation and Auto</a:t>
              </a:r>
            </a:p>
          </p:txBody>
        </p:sp>
        <p:cxnSp>
          <p:nvCxnSpPr>
            <p:cNvPr id="34" name="Straight Connector 33">
              <a:extLst>
                <a:ext uri="{FF2B5EF4-FFF2-40B4-BE49-F238E27FC236}">
                  <a16:creationId xmlns:a16="http://schemas.microsoft.com/office/drawing/2014/main" id="{00BC9B69-E68D-E1FE-70D0-3A638424E0BB}"/>
                </a:ext>
              </a:extLst>
            </p:cNvPr>
            <p:cNvCxnSpPr>
              <a:cxnSpLocks/>
            </p:cNvCxnSpPr>
            <p:nvPr/>
          </p:nvCxnSpPr>
          <p:spPr>
            <a:xfrm>
              <a:off x="5702832" y="380781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ED0146DC-D8C2-C269-C370-894C08B75005}"/>
              </a:ext>
            </a:extLst>
          </p:cNvPr>
          <p:cNvGrpSpPr/>
          <p:nvPr/>
        </p:nvGrpSpPr>
        <p:grpSpPr>
          <a:xfrm>
            <a:off x="5702832" y="17552201"/>
            <a:ext cx="6218237" cy="373186"/>
            <a:chOff x="5702832" y="3950501"/>
            <a:chExt cx="6218237" cy="373186"/>
          </a:xfrm>
        </p:grpSpPr>
        <p:grpSp>
          <p:nvGrpSpPr>
            <p:cNvPr id="39" name="Group 38">
              <a:extLst>
                <a:ext uri="{FF2B5EF4-FFF2-40B4-BE49-F238E27FC236}">
                  <a16:creationId xmlns:a16="http://schemas.microsoft.com/office/drawing/2014/main" id="{442AC14A-A7E9-FAD8-46E8-ECC571CD4C1A}"/>
                </a:ext>
              </a:extLst>
            </p:cNvPr>
            <p:cNvGrpSpPr/>
            <p:nvPr/>
          </p:nvGrpSpPr>
          <p:grpSpPr>
            <a:xfrm>
              <a:off x="5902424" y="3950501"/>
              <a:ext cx="222588" cy="323577"/>
              <a:chOff x="5761329" y="1551237"/>
              <a:chExt cx="528773" cy="768679"/>
            </a:xfrm>
          </p:grpSpPr>
          <p:sp>
            <p:nvSpPr>
              <p:cNvPr id="42" name="Oval 41">
                <a:extLst>
                  <a:ext uri="{FF2B5EF4-FFF2-40B4-BE49-F238E27FC236}">
                    <a16:creationId xmlns:a16="http://schemas.microsoft.com/office/drawing/2014/main" id="{DD65038F-6752-8091-5A45-7C2204F983CA}"/>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DD41CDC2-9D67-E8D4-10E6-F4FB9FAD93F9}"/>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32CE03D4-D363-1F5F-FE75-109852E7E929}"/>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40" name="Rectangle 39">
              <a:extLst>
                <a:ext uri="{FF2B5EF4-FFF2-40B4-BE49-F238E27FC236}">
                  <a16:creationId xmlns:a16="http://schemas.microsoft.com/office/drawing/2014/main" id="{04D4FC94-4DB9-DD15-10F2-C00ADF016EFC}"/>
                </a:ext>
              </a:extLst>
            </p:cNvPr>
            <p:cNvSpPr/>
            <p:nvPr/>
          </p:nvSpPr>
          <p:spPr>
            <a:xfrm>
              <a:off x="6243479" y="395839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Low Cost of Medications</a:t>
              </a:r>
            </a:p>
          </p:txBody>
        </p:sp>
        <p:cxnSp>
          <p:nvCxnSpPr>
            <p:cNvPr id="41" name="Straight Connector 40">
              <a:extLst>
                <a:ext uri="{FF2B5EF4-FFF2-40B4-BE49-F238E27FC236}">
                  <a16:creationId xmlns:a16="http://schemas.microsoft.com/office/drawing/2014/main" id="{7ECA6A03-DC0B-36A9-B3BD-A70D5D8A66B7}"/>
                </a:ext>
              </a:extLst>
            </p:cNvPr>
            <p:cNvCxnSpPr>
              <a:cxnSpLocks/>
            </p:cNvCxnSpPr>
            <p:nvPr/>
          </p:nvCxnSpPr>
          <p:spPr>
            <a:xfrm>
              <a:off x="5702832" y="432368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3D6ED9C9-ACD3-0841-AE49-3E7B0DAAAEC4}"/>
              </a:ext>
            </a:extLst>
          </p:cNvPr>
          <p:cNvGrpSpPr/>
          <p:nvPr/>
        </p:nvGrpSpPr>
        <p:grpSpPr>
          <a:xfrm>
            <a:off x="5702832" y="20239771"/>
            <a:ext cx="6260568" cy="373186"/>
            <a:chOff x="5702832" y="4466371"/>
            <a:chExt cx="6260568" cy="373186"/>
          </a:xfrm>
        </p:grpSpPr>
        <p:grpSp>
          <p:nvGrpSpPr>
            <p:cNvPr id="46" name="Group 45">
              <a:extLst>
                <a:ext uri="{FF2B5EF4-FFF2-40B4-BE49-F238E27FC236}">
                  <a16:creationId xmlns:a16="http://schemas.microsoft.com/office/drawing/2014/main" id="{BC5EB5A8-C708-8134-D8A5-888FF631A18C}"/>
                </a:ext>
              </a:extLst>
            </p:cNvPr>
            <p:cNvGrpSpPr/>
            <p:nvPr/>
          </p:nvGrpSpPr>
          <p:grpSpPr>
            <a:xfrm>
              <a:off x="5902424" y="4466371"/>
              <a:ext cx="222588" cy="323577"/>
              <a:chOff x="5761329" y="1551237"/>
              <a:chExt cx="528773" cy="768679"/>
            </a:xfrm>
          </p:grpSpPr>
          <p:sp>
            <p:nvSpPr>
              <p:cNvPr id="49" name="Oval 48">
                <a:extLst>
                  <a:ext uri="{FF2B5EF4-FFF2-40B4-BE49-F238E27FC236}">
                    <a16:creationId xmlns:a16="http://schemas.microsoft.com/office/drawing/2014/main" id="{353B88A7-047C-B5A5-92EB-A12D58A6D7FB}"/>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a:extLst>
                  <a:ext uri="{FF2B5EF4-FFF2-40B4-BE49-F238E27FC236}">
                    <a16:creationId xmlns:a16="http://schemas.microsoft.com/office/drawing/2014/main" id="{FD047E26-E1E1-64E6-C977-01D45F8F558A}"/>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45EFF8D5-8116-0DDA-8461-95A71E35DB8F}"/>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47" name="Rectangle 46">
              <a:extLst>
                <a:ext uri="{FF2B5EF4-FFF2-40B4-BE49-F238E27FC236}">
                  <a16:creationId xmlns:a16="http://schemas.microsoft.com/office/drawing/2014/main" id="{2A0FA970-B10E-C882-0851-CD51E458CCDE}"/>
                </a:ext>
              </a:extLst>
            </p:cNvPr>
            <p:cNvSpPr/>
            <p:nvPr/>
          </p:nvSpPr>
          <p:spPr>
            <a:xfrm>
              <a:off x="6243479" y="4474266"/>
              <a:ext cx="5719921" cy="307777"/>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Collection Rate Historically Exceeding 90% of Billed Charges</a:t>
              </a:r>
            </a:p>
          </p:txBody>
        </p:sp>
        <p:cxnSp>
          <p:nvCxnSpPr>
            <p:cNvPr id="48" name="Straight Connector 47">
              <a:extLst>
                <a:ext uri="{FF2B5EF4-FFF2-40B4-BE49-F238E27FC236}">
                  <a16:creationId xmlns:a16="http://schemas.microsoft.com/office/drawing/2014/main" id="{A4335C5A-C32E-1C7D-8DC5-F1335DB4C6D8}"/>
                </a:ext>
              </a:extLst>
            </p:cNvPr>
            <p:cNvCxnSpPr>
              <a:cxnSpLocks/>
            </p:cNvCxnSpPr>
            <p:nvPr/>
          </p:nvCxnSpPr>
          <p:spPr>
            <a:xfrm>
              <a:off x="5702832" y="483955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8E5667DB-DA60-3F13-2A84-ACA147DA6799}"/>
              </a:ext>
            </a:extLst>
          </p:cNvPr>
          <p:cNvGrpSpPr/>
          <p:nvPr/>
        </p:nvGrpSpPr>
        <p:grpSpPr>
          <a:xfrm>
            <a:off x="5702832" y="20755641"/>
            <a:ext cx="6218237" cy="373186"/>
            <a:chOff x="5702832" y="4982241"/>
            <a:chExt cx="6218237" cy="373186"/>
          </a:xfrm>
        </p:grpSpPr>
        <p:grpSp>
          <p:nvGrpSpPr>
            <p:cNvPr id="53" name="Group 52">
              <a:extLst>
                <a:ext uri="{FF2B5EF4-FFF2-40B4-BE49-F238E27FC236}">
                  <a16:creationId xmlns:a16="http://schemas.microsoft.com/office/drawing/2014/main" id="{CDB628EE-ADF0-9F93-4A36-F3962719E2B2}"/>
                </a:ext>
              </a:extLst>
            </p:cNvPr>
            <p:cNvGrpSpPr/>
            <p:nvPr/>
          </p:nvGrpSpPr>
          <p:grpSpPr>
            <a:xfrm>
              <a:off x="5902424" y="4982241"/>
              <a:ext cx="222588" cy="323577"/>
              <a:chOff x="5761329" y="1551237"/>
              <a:chExt cx="528773" cy="768679"/>
            </a:xfrm>
          </p:grpSpPr>
          <p:sp>
            <p:nvSpPr>
              <p:cNvPr id="56" name="Oval 55">
                <a:extLst>
                  <a:ext uri="{FF2B5EF4-FFF2-40B4-BE49-F238E27FC236}">
                    <a16:creationId xmlns:a16="http://schemas.microsoft.com/office/drawing/2014/main" id="{CDF52D49-06D8-7335-1DDF-AF97F81C79A2}"/>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90535A78-4EB1-CC49-3E4A-7A25A421A297}"/>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857B30DE-22A5-74C9-3E30-AC0DFFAD75A4}"/>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54" name="Rectangle 53">
              <a:extLst>
                <a:ext uri="{FF2B5EF4-FFF2-40B4-BE49-F238E27FC236}">
                  <a16:creationId xmlns:a16="http://schemas.microsoft.com/office/drawing/2014/main" id="{2D82DD3D-019A-2798-4993-42D6B4B12E57}"/>
                </a:ext>
              </a:extLst>
            </p:cNvPr>
            <p:cNvSpPr/>
            <p:nvPr/>
          </p:nvSpPr>
          <p:spPr>
            <a:xfrm>
              <a:off x="6243479" y="499013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Skilled Staff of Billers and Collectors</a:t>
              </a:r>
            </a:p>
          </p:txBody>
        </p:sp>
        <p:cxnSp>
          <p:nvCxnSpPr>
            <p:cNvPr id="55" name="Straight Connector 54">
              <a:extLst>
                <a:ext uri="{FF2B5EF4-FFF2-40B4-BE49-F238E27FC236}">
                  <a16:creationId xmlns:a16="http://schemas.microsoft.com/office/drawing/2014/main" id="{8B304679-CFDE-54D9-DEE2-D8EB81790563}"/>
                </a:ext>
              </a:extLst>
            </p:cNvPr>
            <p:cNvCxnSpPr>
              <a:cxnSpLocks/>
            </p:cNvCxnSpPr>
            <p:nvPr/>
          </p:nvCxnSpPr>
          <p:spPr>
            <a:xfrm>
              <a:off x="5702832" y="535542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18E1EB5F-3FCC-4510-9713-E0CCAFA61C98}"/>
              </a:ext>
            </a:extLst>
          </p:cNvPr>
          <p:cNvGrpSpPr/>
          <p:nvPr/>
        </p:nvGrpSpPr>
        <p:grpSpPr>
          <a:xfrm>
            <a:off x="5702832" y="25729213"/>
            <a:ext cx="6218237" cy="373186"/>
            <a:chOff x="5702832" y="5498113"/>
            <a:chExt cx="6218237" cy="373186"/>
          </a:xfrm>
        </p:grpSpPr>
        <p:grpSp>
          <p:nvGrpSpPr>
            <p:cNvPr id="60" name="Group 59">
              <a:extLst>
                <a:ext uri="{FF2B5EF4-FFF2-40B4-BE49-F238E27FC236}">
                  <a16:creationId xmlns:a16="http://schemas.microsoft.com/office/drawing/2014/main" id="{3ACE5778-B04D-7758-9337-24DE560A221C}"/>
                </a:ext>
              </a:extLst>
            </p:cNvPr>
            <p:cNvGrpSpPr/>
            <p:nvPr/>
          </p:nvGrpSpPr>
          <p:grpSpPr>
            <a:xfrm>
              <a:off x="5902424" y="5498113"/>
              <a:ext cx="222588" cy="323577"/>
              <a:chOff x="5761329" y="1551237"/>
              <a:chExt cx="528773" cy="768679"/>
            </a:xfrm>
          </p:grpSpPr>
          <p:sp>
            <p:nvSpPr>
              <p:cNvPr id="63" name="Oval 62">
                <a:extLst>
                  <a:ext uri="{FF2B5EF4-FFF2-40B4-BE49-F238E27FC236}">
                    <a16:creationId xmlns:a16="http://schemas.microsoft.com/office/drawing/2014/main" id="{701CA23B-C7EE-4F2D-E359-7C3D8D563E71}"/>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Oval 63">
                <a:extLst>
                  <a:ext uri="{FF2B5EF4-FFF2-40B4-BE49-F238E27FC236}">
                    <a16:creationId xmlns:a16="http://schemas.microsoft.com/office/drawing/2014/main" id="{5E91E6D4-A500-4956-C2F5-0E7B6C8CF9A8}"/>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0DE8E42E-A6F9-EF11-458C-74D6FBCFFD11}"/>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61" name="Rectangle 60">
              <a:extLst>
                <a:ext uri="{FF2B5EF4-FFF2-40B4-BE49-F238E27FC236}">
                  <a16:creationId xmlns:a16="http://schemas.microsoft.com/office/drawing/2014/main" id="{799F848F-7007-84BD-E729-72183744DCD6}"/>
                </a:ext>
              </a:extLst>
            </p:cNvPr>
            <p:cNvSpPr/>
            <p:nvPr/>
          </p:nvSpPr>
          <p:spPr>
            <a:xfrm>
              <a:off x="6243479" y="5506009"/>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Strong Legal Support</a:t>
              </a:r>
            </a:p>
          </p:txBody>
        </p:sp>
        <p:cxnSp>
          <p:nvCxnSpPr>
            <p:cNvPr id="62" name="Straight Connector 61">
              <a:extLst>
                <a:ext uri="{FF2B5EF4-FFF2-40B4-BE49-F238E27FC236}">
                  <a16:creationId xmlns:a16="http://schemas.microsoft.com/office/drawing/2014/main" id="{BAACBEC7-D46C-8B58-9856-673013A4EB6C}"/>
                </a:ext>
              </a:extLst>
            </p:cNvPr>
            <p:cNvCxnSpPr>
              <a:cxnSpLocks/>
            </p:cNvCxnSpPr>
            <p:nvPr/>
          </p:nvCxnSpPr>
          <p:spPr>
            <a:xfrm>
              <a:off x="5702832" y="5871299"/>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80092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A2C69"/>
            </a:gs>
            <a:gs pos="0">
              <a:srgbClr val="3795AF"/>
            </a:gs>
          </a:gsLst>
          <a:path path="circle">
            <a:fillToRect t="100000" r="100000"/>
          </a:path>
          <a:tileRect l="-100000" b="-100000"/>
        </a:gradFill>
        <a:effectLst/>
      </p:bgPr>
    </p:bg>
    <p:spTree>
      <p:nvGrpSpPr>
        <p:cNvPr id="1" name=""/>
        <p:cNvGrpSpPr/>
        <p:nvPr/>
      </p:nvGrpSpPr>
      <p:grpSpPr>
        <a:xfrm>
          <a:off x="0" y="0"/>
          <a:ext cx="0" cy="0"/>
          <a:chOff x="0" y="0"/>
          <a:chExt cx="0" cy="0"/>
        </a:xfrm>
      </p:grpSpPr>
      <p:grpSp>
        <p:nvGrpSpPr>
          <p:cNvPr id="470" name="Group 469">
            <a:extLst>
              <a:ext uri="{FF2B5EF4-FFF2-40B4-BE49-F238E27FC236}">
                <a16:creationId xmlns:a16="http://schemas.microsoft.com/office/drawing/2014/main" id="{9A061072-BB5E-4DF8-BFDC-22A0CEB9CA8F}"/>
              </a:ext>
            </a:extLst>
          </p:cNvPr>
          <p:cNvGrpSpPr/>
          <p:nvPr/>
        </p:nvGrpSpPr>
        <p:grpSpPr>
          <a:xfrm flipH="1">
            <a:off x="-2366476" y="3421623"/>
            <a:ext cx="7371987" cy="4117698"/>
            <a:chOff x="-3808" y="23009"/>
            <a:chExt cx="12196519" cy="6812489"/>
          </a:xfrm>
        </p:grpSpPr>
        <p:sp>
          <p:nvSpPr>
            <p:cNvPr id="471" name="Freeform: Shape 470">
              <a:extLst>
                <a:ext uri="{FF2B5EF4-FFF2-40B4-BE49-F238E27FC236}">
                  <a16:creationId xmlns:a16="http://schemas.microsoft.com/office/drawing/2014/main" id="{EFCB571F-DB99-4326-8478-5EB3F24C001C}"/>
                </a:ext>
              </a:extLst>
            </p:cNvPr>
            <p:cNvSpPr/>
            <p:nvPr/>
          </p:nvSpPr>
          <p:spPr>
            <a:xfrm>
              <a:off x="583957" y="4773877"/>
              <a:ext cx="2061621" cy="2061621"/>
            </a:xfrm>
            <a:custGeom>
              <a:avLst/>
              <a:gdLst>
                <a:gd name="connsiteX0" fmla="*/ 2059031 w 2061620"/>
                <a:gd name="connsiteY0" fmla="*/ 690085 h 2061621"/>
                <a:gd name="connsiteX1" fmla="*/ 1372755 w 2061620"/>
                <a:gd name="connsiteY1" fmla="*/ 690085 h 2061621"/>
                <a:gd name="connsiteX2" fmla="*/ 1372755 w 2061620"/>
                <a:gd name="connsiteY2" fmla="*/ 3808 h 2061621"/>
                <a:gd name="connsiteX3" fmla="*/ 690034 w 2061620"/>
                <a:gd name="connsiteY3" fmla="*/ 3808 h 2061621"/>
                <a:gd name="connsiteX4" fmla="*/ 690034 w 2061620"/>
                <a:gd name="connsiteY4" fmla="*/ 690085 h 2061621"/>
                <a:gd name="connsiteX5" fmla="*/ 3808 w 2061620"/>
                <a:gd name="connsiteY5" fmla="*/ 690085 h 2061621"/>
                <a:gd name="connsiteX6" fmla="*/ 3808 w 2061620"/>
                <a:gd name="connsiteY6" fmla="*/ 1372755 h 2061621"/>
                <a:gd name="connsiteX7" fmla="*/ 690034 w 2061620"/>
                <a:gd name="connsiteY7" fmla="*/ 1372755 h 2061621"/>
                <a:gd name="connsiteX8" fmla="*/ 690034 w 2061620"/>
                <a:gd name="connsiteY8" fmla="*/ 2059031 h 2061621"/>
                <a:gd name="connsiteX9" fmla="*/ 1372755 w 2061620"/>
                <a:gd name="connsiteY9" fmla="*/ 2059031 h 2061621"/>
                <a:gd name="connsiteX10" fmla="*/ 1372755 w 2061620"/>
                <a:gd name="connsiteY10" fmla="*/ 1372755 h 2061621"/>
                <a:gd name="connsiteX11" fmla="*/ 2059031 w 2061620"/>
                <a:gd name="connsiteY11" fmla="*/ 1372755 h 2061621"/>
                <a:gd name="connsiteX12" fmla="*/ 2059031 w 2061620"/>
                <a:gd name="connsiteY12" fmla="*/ 690085 h 206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61620" h="2061621">
                  <a:moveTo>
                    <a:pt x="2059031" y="690085"/>
                  </a:moveTo>
                  <a:lnTo>
                    <a:pt x="1372755" y="690085"/>
                  </a:lnTo>
                  <a:lnTo>
                    <a:pt x="1372755" y="3808"/>
                  </a:lnTo>
                  <a:lnTo>
                    <a:pt x="690034" y="3808"/>
                  </a:lnTo>
                  <a:lnTo>
                    <a:pt x="690034" y="690085"/>
                  </a:lnTo>
                  <a:lnTo>
                    <a:pt x="3808" y="690085"/>
                  </a:lnTo>
                  <a:lnTo>
                    <a:pt x="3808" y="1372755"/>
                  </a:lnTo>
                  <a:lnTo>
                    <a:pt x="690034" y="1372755"/>
                  </a:lnTo>
                  <a:lnTo>
                    <a:pt x="690034" y="2059031"/>
                  </a:lnTo>
                  <a:lnTo>
                    <a:pt x="1372755" y="2059031"/>
                  </a:lnTo>
                  <a:lnTo>
                    <a:pt x="1372755" y="1372755"/>
                  </a:lnTo>
                  <a:lnTo>
                    <a:pt x="2059031" y="1372755"/>
                  </a:lnTo>
                  <a:lnTo>
                    <a:pt x="2059031" y="690085"/>
                  </a:lnTo>
                  <a:close/>
                </a:path>
              </a:pathLst>
            </a:custGeom>
            <a:solidFill>
              <a:schemeClr val="bg1">
                <a:alpha val="6000"/>
              </a:schemeClr>
            </a:solidFill>
            <a:ln w="9525" cap="flat">
              <a:noFill/>
              <a:prstDash val="solid"/>
              <a:miter/>
            </a:ln>
          </p:spPr>
          <p:txBody>
            <a:bodyPr rtlCol="0" anchor="ctr"/>
            <a:lstStyle/>
            <a:p>
              <a:endParaRPr lang="en-US"/>
            </a:p>
          </p:txBody>
        </p:sp>
        <p:sp>
          <p:nvSpPr>
            <p:cNvPr id="472" name="Freeform: Shape 471">
              <a:extLst>
                <a:ext uri="{FF2B5EF4-FFF2-40B4-BE49-F238E27FC236}">
                  <a16:creationId xmlns:a16="http://schemas.microsoft.com/office/drawing/2014/main" id="{098211B6-D597-4E99-A2CA-34B4CD4FB317}"/>
                </a:ext>
              </a:extLst>
            </p:cNvPr>
            <p:cNvSpPr/>
            <p:nvPr/>
          </p:nvSpPr>
          <p:spPr>
            <a:xfrm>
              <a:off x="6255344" y="4709845"/>
              <a:ext cx="497633" cy="497633"/>
            </a:xfrm>
            <a:custGeom>
              <a:avLst/>
              <a:gdLst>
                <a:gd name="connsiteX0" fmla="*/ 494992 w 497632"/>
                <a:gd name="connsiteY0" fmla="*/ 167774 h 497632"/>
                <a:gd name="connsiteX1" fmla="*/ 330977 w 497632"/>
                <a:gd name="connsiteY1" fmla="*/ 167774 h 497632"/>
                <a:gd name="connsiteX2" fmla="*/ 330977 w 497632"/>
                <a:gd name="connsiteY2" fmla="*/ 3808 h 497632"/>
                <a:gd name="connsiteX3" fmla="*/ 167824 w 497632"/>
                <a:gd name="connsiteY3" fmla="*/ 3808 h 497632"/>
                <a:gd name="connsiteX4" fmla="*/ 167824 w 497632"/>
                <a:gd name="connsiteY4" fmla="*/ 167774 h 497632"/>
                <a:gd name="connsiteX5" fmla="*/ 3808 w 497632"/>
                <a:gd name="connsiteY5" fmla="*/ 167774 h 497632"/>
                <a:gd name="connsiteX6" fmla="*/ 3808 w 497632"/>
                <a:gd name="connsiteY6" fmla="*/ 330976 h 497632"/>
                <a:gd name="connsiteX7" fmla="*/ 167824 w 497632"/>
                <a:gd name="connsiteY7" fmla="*/ 330976 h 497632"/>
                <a:gd name="connsiteX8" fmla="*/ 167824 w 497632"/>
                <a:gd name="connsiteY8" fmla="*/ 494992 h 497632"/>
                <a:gd name="connsiteX9" fmla="*/ 330977 w 497632"/>
                <a:gd name="connsiteY9" fmla="*/ 494992 h 497632"/>
                <a:gd name="connsiteX10" fmla="*/ 330977 w 497632"/>
                <a:gd name="connsiteY10" fmla="*/ 330976 h 497632"/>
                <a:gd name="connsiteX11" fmla="*/ 494992 w 497632"/>
                <a:gd name="connsiteY11" fmla="*/ 330976 h 497632"/>
                <a:gd name="connsiteX12" fmla="*/ 494992 w 497632"/>
                <a:gd name="connsiteY12" fmla="*/ 167774 h 49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632" h="497632">
                  <a:moveTo>
                    <a:pt x="494992" y="167774"/>
                  </a:moveTo>
                  <a:lnTo>
                    <a:pt x="330977" y="167774"/>
                  </a:lnTo>
                  <a:lnTo>
                    <a:pt x="330977" y="3808"/>
                  </a:lnTo>
                  <a:lnTo>
                    <a:pt x="167824" y="3808"/>
                  </a:lnTo>
                  <a:lnTo>
                    <a:pt x="167824" y="167774"/>
                  </a:lnTo>
                  <a:lnTo>
                    <a:pt x="3808" y="167774"/>
                  </a:lnTo>
                  <a:lnTo>
                    <a:pt x="3808" y="330976"/>
                  </a:lnTo>
                  <a:lnTo>
                    <a:pt x="167824" y="330976"/>
                  </a:lnTo>
                  <a:lnTo>
                    <a:pt x="167824" y="494992"/>
                  </a:lnTo>
                  <a:lnTo>
                    <a:pt x="330977" y="494992"/>
                  </a:lnTo>
                  <a:lnTo>
                    <a:pt x="330977" y="330976"/>
                  </a:lnTo>
                  <a:lnTo>
                    <a:pt x="494992" y="330976"/>
                  </a:lnTo>
                  <a:lnTo>
                    <a:pt x="494992" y="167774"/>
                  </a:lnTo>
                  <a:close/>
                </a:path>
              </a:pathLst>
            </a:custGeom>
            <a:solidFill>
              <a:schemeClr val="bg1">
                <a:alpha val="6000"/>
              </a:schemeClr>
            </a:solidFill>
            <a:ln w="9525" cap="flat">
              <a:noFill/>
              <a:prstDash val="solid"/>
              <a:miter/>
            </a:ln>
          </p:spPr>
          <p:txBody>
            <a:bodyPr rtlCol="0" anchor="ctr"/>
            <a:lstStyle/>
            <a:p>
              <a:endParaRPr lang="en-US"/>
            </a:p>
          </p:txBody>
        </p:sp>
        <p:sp>
          <p:nvSpPr>
            <p:cNvPr id="473" name="Freeform: Shape 472">
              <a:extLst>
                <a:ext uri="{FF2B5EF4-FFF2-40B4-BE49-F238E27FC236}">
                  <a16:creationId xmlns:a16="http://schemas.microsoft.com/office/drawing/2014/main" id="{F4612249-08FC-43DE-B761-5F7275FCB89E}"/>
                </a:ext>
              </a:extLst>
            </p:cNvPr>
            <p:cNvSpPr/>
            <p:nvPr/>
          </p:nvSpPr>
          <p:spPr>
            <a:xfrm>
              <a:off x="10683665" y="23009"/>
              <a:ext cx="396075" cy="396075"/>
            </a:xfrm>
            <a:custGeom>
              <a:avLst/>
              <a:gdLst>
                <a:gd name="connsiteX0" fmla="*/ 394551 w 396074"/>
                <a:gd name="connsiteY0" fmla="*/ 134259 h 396074"/>
                <a:gd name="connsiteX1" fmla="*/ 264101 w 396074"/>
                <a:gd name="connsiteY1" fmla="*/ 134259 h 396074"/>
                <a:gd name="connsiteX2" fmla="*/ 264101 w 396074"/>
                <a:gd name="connsiteY2" fmla="*/ 3808 h 396074"/>
                <a:gd name="connsiteX3" fmla="*/ 134310 w 396074"/>
                <a:gd name="connsiteY3" fmla="*/ 3808 h 396074"/>
                <a:gd name="connsiteX4" fmla="*/ 134310 w 396074"/>
                <a:gd name="connsiteY4" fmla="*/ 134259 h 396074"/>
                <a:gd name="connsiteX5" fmla="*/ 3808 w 396074"/>
                <a:gd name="connsiteY5" fmla="*/ 134259 h 396074"/>
                <a:gd name="connsiteX6" fmla="*/ 3808 w 396074"/>
                <a:gd name="connsiteY6" fmla="*/ 264050 h 396074"/>
                <a:gd name="connsiteX7" fmla="*/ 134310 w 396074"/>
                <a:gd name="connsiteY7" fmla="*/ 264050 h 396074"/>
                <a:gd name="connsiteX8" fmla="*/ 134310 w 396074"/>
                <a:gd name="connsiteY8" fmla="*/ 394501 h 396074"/>
                <a:gd name="connsiteX9" fmla="*/ 264101 w 396074"/>
                <a:gd name="connsiteY9" fmla="*/ 394501 h 396074"/>
                <a:gd name="connsiteX10" fmla="*/ 264101 w 396074"/>
                <a:gd name="connsiteY10" fmla="*/ 264050 h 396074"/>
                <a:gd name="connsiteX11" fmla="*/ 394551 w 396074"/>
                <a:gd name="connsiteY11" fmla="*/ 264050 h 396074"/>
                <a:gd name="connsiteX12" fmla="*/ 394551 w 396074"/>
                <a:gd name="connsiteY12" fmla="*/ 134259 h 39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6074" h="396074">
                  <a:moveTo>
                    <a:pt x="394551" y="134259"/>
                  </a:moveTo>
                  <a:lnTo>
                    <a:pt x="264101" y="134259"/>
                  </a:lnTo>
                  <a:lnTo>
                    <a:pt x="264101" y="3808"/>
                  </a:lnTo>
                  <a:lnTo>
                    <a:pt x="134310" y="3808"/>
                  </a:lnTo>
                  <a:lnTo>
                    <a:pt x="134310" y="134259"/>
                  </a:lnTo>
                  <a:lnTo>
                    <a:pt x="3808" y="134259"/>
                  </a:lnTo>
                  <a:lnTo>
                    <a:pt x="3808" y="264050"/>
                  </a:lnTo>
                  <a:lnTo>
                    <a:pt x="134310" y="264050"/>
                  </a:lnTo>
                  <a:lnTo>
                    <a:pt x="134310" y="394501"/>
                  </a:lnTo>
                  <a:lnTo>
                    <a:pt x="264101" y="394501"/>
                  </a:lnTo>
                  <a:lnTo>
                    <a:pt x="264101" y="264050"/>
                  </a:lnTo>
                  <a:lnTo>
                    <a:pt x="394551" y="264050"/>
                  </a:lnTo>
                  <a:lnTo>
                    <a:pt x="394551" y="134259"/>
                  </a:lnTo>
                  <a:close/>
                </a:path>
              </a:pathLst>
            </a:custGeom>
            <a:solidFill>
              <a:schemeClr val="bg1">
                <a:alpha val="6000"/>
              </a:schemeClr>
            </a:solidFill>
            <a:ln w="9525" cap="flat">
              <a:noFill/>
              <a:prstDash val="solid"/>
              <a:miter/>
            </a:ln>
          </p:spPr>
          <p:txBody>
            <a:bodyPr rtlCol="0" anchor="ctr"/>
            <a:lstStyle/>
            <a:p>
              <a:endParaRPr lang="en-US"/>
            </a:p>
          </p:txBody>
        </p:sp>
        <p:sp>
          <p:nvSpPr>
            <p:cNvPr id="474" name="Freeform: Shape 473">
              <a:extLst>
                <a:ext uri="{FF2B5EF4-FFF2-40B4-BE49-F238E27FC236}">
                  <a16:creationId xmlns:a16="http://schemas.microsoft.com/office/drawing/2014/main" id="{C95F4605-7CD9-4231-91AB-3B2F7B3B30A5}"/>
                </a:ext>
              </a:extLst>
            </p:cNvPr>
            <p:cNvSpPr/>
            <p:nvPr/>
          </p:nvSpPr>
          <p:spPr>
            <a:xfrm>
              <a:off x="-3808" y="5743449"/>
              <a:ext cx="274206" cy="274206"/>
            </a:xfrm>
            <a:custGeom>
              <a:avLst/>
              <a:gdLst>
                <a:gd name="connsiteX0" fmla="*/ 274663 w 274205"/>
                <a:gd name="connsiteY0" fmla="*/ 94245 h 274205"/>
                <a:gd name="connsiteX1" fmla="*/ 184226 w 274205"/>
                <a:gd name="connsiteY1" fmla="*/ 94245 h 274205"/>
                <a:gd name="connsiteX2" fmla="*/ 184226 w 274205"/>
                <a:gd name="connsiteY2" fmla="*/ 3808 h 274205"/>
                <a:gd name="connsiteX3" fmla="*/ 94246 w 274205"/>
                <a:gd name="connsiteY3" fmla="*/ 3808 h 274205"/>
                <a:gd name="connsiteX4" fmla="*/ 94246 w 274205"/>
                <a:gd name="connsiteY4" fmla="*/ 94245 h 274205"/>
                <a:gd name="connsiteX5" fmla="*/ 3808 w 274205"/>
                <a:gd name="connsiteY5" fmla="*/ 94245 h 274205"/>
                <a:gd name="connsiteX6" fmla="*/ 3808 w 274205"/>
                <a:gd name="connsiteY6" fmla="*/ 184225 h 274205"/>
                <a:gd name="connsiteX7" fmla="*/ 94246 w 274205"/>
                <a:gd name="connsiteY7" fmla="*/ 184225 h 274205"/>
                <a:gd name="connsiteX8" fmla="*/ 94246 w 274205"/>
                <a:gd name="connsiteY8" fmla="*/ 274663 h 274205"/>
                <a:gd name="connsiteX9" fmla="*/ 184226 w 274205"/>
                <a:gd name="connsiteY9" fmla="*/ 274663 h 274205"/>
                <a:gd name="connsiteX10" fmla="*/ 184226 w 274205"/>
                <a:gd name="connsiteY10" fmla="*/ 184225 h 274205"/>
                <a:gd name="connsiteX11" fmla="*/ 274663 w 274205"/>
                <a:gd name="connsiteY11" fmla="*/ 184225 h 274205"/>
                <a:gd name="connsiteX12" fmla="*/ 274663 w 274205"/>
                <a:gd name="connsiteY12" fmla="*/ 94245 h 27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4205" h="274205">
                  <a:moveTo>
                    <a:pt x="274663" y="94245"/>
                  </a:moveTo>
                  <a:lnTo>
                    <a:pt x="184226" y="94245"/>
                  </a:lnTo>
                  <a:lnTo>
                    <a:pt x="184226" y="3808"/>
                  </a:lnTo>
                  <a:lnTo>
                    <a:pt x="94246" y="3808"/>
                  </a:lnTo>
                  <a:lnTo>
                    <a:pt x="94246" y="94245"/>
                  </a:lnTo>
                  <a:lnTo>
                    <a:pt x="3808" y="94245"/>
                  </a:lnTo>
                  <a:lnTo>
                    <a:pt x="3808" y="184225"/>
                  </a:lnTo>
                  <a:lnTo>
                    <a:pt x="94246" y="184225"/>
                  </a:lnTo>
                  <a:lnTo>
                    <a:pt x="94246" y="274663"/>
                  </a:lnTo>
                  <a:lnTo>
                    <a:pt x="184226" y="274663"/>
                  </a:lnTo>
                  <a:lnTo>
                    <a:pt x="184226" y="184225"/>
                  </a:lnTo>
                  <a:lnTo>
                    <a:pt x="274663" y="184225"/>
                  </a:lnTo>
                  <a:lnTo>
                    <a:pt x="274663" y="94245"/>
                  </a:lnTo>
                  <a:close/>
                </a:path>
              </a:pathLst>
            </a:custGeom>
            <a:solidFill>
              <a:schemeClr val="bg1">
                <a:alpha val="6000"/>
              </a:schemeClr>
            </a:solidFill>
            <a:ln w="9525" cap="flat">
              <a:noFill/>
              <a:prstDash val="solid"/>
              <a:miter/>
            </a:ln>
          </p:spPr>
          <p:txBody>
            <a:bodyPr rtlCol="0" anchor="ctr"/>
            <a:lstStyle/>
            <a:p>
              <a:endParaRPr lang="en-US"/>
            </a:p>
          </p:txBody>
        </p:sp>
        <p:sp>
          <p:nvSpPr>
            <p:cNvPr id="475" name="Freeform: Shape 474">
              <a:extLst>
                <a:ext uri="{FF2B5EF4-FFF2-40B4-BE49-F238E27FC236}">
                  <a16:creationId xmlns:a16="http://schemas.microsoft.com/office/drawing/2014/main" id="{9216F445-58C1-4D50-8EC5-A772FC5EFB2D}"/>
                </a:ext>
              </a:extLst>
            </p:cNvPr>
            <p:cNvSpPr/>
            <p:nvPr/>
          </p:nvSpPr>
          <p:spPr>
            <a:xfrm>
              <a:off x="4466507" y="2507973"/>
              <a:ext cx="1254237" cy="1254237"/>
            </a:xfrm>
            <a:custGeom>
              <a:avLst/>
              <a:gdLst>
                <a:gd name="connsiteX0" fmla="*/ 1252968 w 1254237"/>
                <a:gd name="connsiteY0" fmla="*/ 420906 h 1254237"/>
                <a:gd name="connsiteX1" fmla="*/ 835870 w 1254237"/>
                <a:gd name="connsiteY1" fmla="*/ 420906 h 1254237"/>
                <a:gd name="connsiteX2" fmla="*/ 835870 w 1254237"/>
                <a:gd name="connsiteY2" fmla="*/ 3808 h 1254237"/>
                <a:gd name="connsiteX3" fmla="*/ 420906 w 1254237"/>
                <a:gd name="connsiteY3" fmla="*/ 3808 h 1254237"/>
                <a:gd name="connsiteX4" fmla="*/ 420906 w 1254237"/>
                <a:gd name="connsiteY4" fmla="*/ 420906 h 1254237"/>
                <a:gd name="connsiteX5" fmla="*/ 3808 w 1254237"/>
                <a:gd name="connsiteY5" fmla="*/ 420906 h 1254237"/>
                <a:gd name="connsiteX6" fmla="*/ 3808 w 1254237"/>
                <a:gd name="connsiteY6" fmla="*/ 835870 h 1254237"/>
                <a:gd name="connsiteX7" fmla="*/ 420906 w 1254237"/>
                <a:gd name="connsiteY7" fmla="*/ 835870 h 1254237"/>
                <a:gd name="connsiteX8" fmla="*/ 420906 w 1254237"/>
                <a:gd name="connsiteY8" fmla="*/ 1252968 h 1254237"/>
                <a:gd name="connsiteX9" fmla="*/ 835870 w 1254237"/>
                <a:gd name="connsiteY9" fmla="*/ 1252968 h 1254237"/>
                <a:gd name="connsiteX10" fmla="*/ 835870 w 1254237"/>
                <a:gd name="connsiteY10" fmla="*/ 835870 h 1254237"/>
                <a:gd name="connsiteX11" fmla="*/ 1252968 w 1254237"/>
                <a:gd name="connsiteY11" fmla="*/ 835870 h 1254237"/>
                <a:gd name="connsiteX12" fmla="*/ 1252968 w 1254237"/>
                <a:gd name="connsiteY12" fmla="*/ 420906 h 125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37" h="1254237">
                  <a:moveTo>
                    <a:pt x="1252968" y="420906"/>
                  </a:moveTo>
                  <a:lnTo>
                    <a:pt x="835870" y="420906"/>
                  </a:lnTo>
                  <a:lnTo>
                    <a:pt x="835870" y="3808"/>
                  </a:lnTo>
                  <a:lnTo>
                    <a:pt x="420906" y="3808"/>
                  </a:lnTo>
                  <a:lnTo>
                    <a:pt x="420906" y="420906"/>
                  </a:lnTo>
                  <a:lnTo>
                    <a:pt x="3808" y="420906"/>
                  </a:lnTo>
                  <a:lnTo>
                    <a:pt x="3808" y="835870"/>
                  </a:lnTo>
                  <a:lnTo>
                    <a:pt x="420906" y="835870"/>
                  </a:lnTo>
                  <a:lnTo>
                    <a:pt x="420906" y="1252968"/>
                  </a:lnTo>
                  <a:lnTo>
                    <a:pt x="835870" y="1252968"/>
                  </a:lnTo>
                  <a:lnTo>
                    <a:pt x="835870" y="835870"/>
                  </a:lnTo>
                  <a:lnTo>
                    <a:pt x="1252968" y="835870"/>
                  </a:lnTo>
                  <a:lnTo>
                    <a:pt x="1252968" y="420906"/>
                  </a:lnTo>
                  <a:close/>
                </a:path>
              </a:pathLst>
            </a:custGeom>
            <a:solidFill>
              <a:schemeClr val="bg1">
                <a:alpha val="6000"/>
              </a:schemeClr>
            </a:solidFill>
            <a:ln w="9525" cap="flat">
              <a:noFill/>
              <a:prstDash val="solid"/>
              <a:miter/>
            </a:ln>
          </p:spPr>
          <p:txBody>
            <a:bodyPr rtlCol="0" anchor="ctr"/>
            <a:lstStyle/>
            <a:p>
              <a:endParaRPr lang="en-US"/>
            </a:p>
          </p:txBody>
        </p:sp>
        <p:sp>
          <p:nvSpPr>
            <p:cNvPr id="476" name="Freeform: Shape 475">
              <a:extLst>
                <a:ext uri="{FF2B5EF4-FFF2-40B4-BE49-F238E27FC236}">
                  <a16:creationId xmlns:a16="http://schemas.microsoft.com/office/drawing/2014/main" id="{7AC6D2A0-008B-4A91-B662-F76DC4B2DCD2}"/>
                </a:ext>
              </a:extLst>
            </p:cNvPr>
            <p:cNvSpPr/>
            <p:nvPr/>
          </p:nvSpPr>
          <p:spPr>
            <a:xfrm>
              <a:off x="7675171" y="2252708"/>
              <a:ext cx="1061278" cy="1061278"/>
            </a:xfrm>
            <a:custGeom>
              <a:avLst/>
              <a:gdLst>
                <a:gd name="connsiteX0" fmla="*/ 1061684 w 1061277"/>
                <a:gd name="connsiteY0" fmla="*/ 357026 h 1061277"/>
                <a:gd name="connsiteX1" fmla="*/ 708467 w 1061277"/>
                <a:gd name="connsiteY1" fmla="*/ 357026 h 1061277"/>
                <a:gd name="connsiteX2" fmla="*/ 708467 w 1061277"/>
                <a:gd name="connsiteY2" fmla="*/ 3808 h 1061277"/>
                <a:gd name="connsiteX3" fmla="*/ 357026 w 1061277"/>
                <a:gd name="connsiteY3" fmla="*/ 3808 h 1061277"/>
                <a:gd name="connsiteX4" fmla="*/ 357026 w 1061277"/>
                <a:gd name="connsiteY4" fmla="*/ 357026 h 1061277"/>
                <a:gd name="connsiteX5" fmla="*/ 3808 w 1061277"/>
                <a:gd name="connsiteY5" fmla="*/ 357026 h 1061277"/>
                <a:gd name="connsiteX6" fmla="*/ 3808 w 1061277"/>
                <a:gd name="connsiteY6" fmla="*/ 708466 h 1061277"/>
                <a:gd name="connsiteX7" fmla="*/ 357026 w 1061277"/>
                <a:gd name="connsiteY7" fmla="*/ 708466 h 1061277"/>
                <a:gd name="connsiteX8" fmla="*/ 357026 w 1061277"/>
                <a:gd name="connsiteY8" fmla="*/ 1061684 h 1061277"/>
                <a:gd name="connsiteX9" fmla="*/ 708467 w 1061277"/>
                <a:gd name="connsiteY9" fmla="*/ 1061684 h 1061277"/>
                <a:gd name="connsiteX10" fmla="*/ 708467 w 1061277"/>
                <a:gd name="connsiteY10" fmla="*/ 708466 h 1061277"/>
                <a:gd name="connsiteX11" fmla="*/ 1061684 w 1061277"/>
                <a:gd name="connsiteY11" fmla="*/ 708466 h 1061277"/>
                <a:gd name="connsiteX12" fmla="*/ 1061684 w 1061277"/>
                <a:gd name="connsiteY12" fmla="*/ 357026 h 106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1277" h="1061277">
                  <a:moveTo>
                    <a:pt x="1061684" y="357026"/>
                  </a:moveTo>
                  <a:lnTo>
                    <a:pt x="708467" y="357026"/>
                  </a:lnTo>
                  <a:lnTo>
                    <a:pt x="708467" y="3808"/>
                  </a:lnTo>
                  <a:lnTo>
                    <a:pt x="357026" y="3808"/>
                  </a:lnTo>
                  <a:lnTo>
                    <a:pt x="357026" y="357026"/>
                  </a:lnTo>
                  <a:lnTo>
                    <a:pt x="3808" y="357026"/>
                  </a:lnTo>
                  <a:lnTo>
                    <a:pt x="3808" y="708466"/>
                  </a:lnTo>
                  <a:lnTo>
                    <a:pt x="357026" y="708466"/>
                  </a:lnTo>
                  <a:lnTo>
                    <a:pt x="357026" y="1061684"/>
                  </a:lnTo>
                  <a:lnTo>
                    <a:pt x="708467" y="1061684"/>
                  </a:lnTo>
                  <a:lnTo>
                    <a:pt x="708467" y="708466"/>
                  </a:lnTo>
                  <a:lnTo>
                    <a:pt x="1061684" y="708466"/>
                  </a:lnTo>
                  <a:lnTo>
                    <a:pt x="1061684" y="357026"/>
                  </a:lnTo>
                  <a:close/>
                </a:path>
              </a:pathLst>
            </a:custGeom>
            <a:solidFill>
              <a:schemeClr val="bg1">
                <a:alpha val="6000"/>
              </a:schemeClr>
            </a:solidFill>
            <a:ln w="9525" cap="flat">
              <a:noFill/>
              <a:prstDash val="solid"/>
              <a:miter/>
            </a:ln>
          </p:spPr>
          <p:txBody>
            <a:bodyPr rtlCol="0" anchor="ctr"/>
            <a:lstStyle/>
            <a:p>
              <a:endParaRPr lang="en-US"/>
            </a:p>
          </p:txBody>
        </p:sp>
        <p:sp>
          <p:nvSpPr>
            <p:cNvPr id="477" name="Freeform: Shape 476">
              <a:extLst>
                <a:ext uri="{FF2B5EF4-FFF2-40B4-BE49-F238E27FC236}">
                  <a16:creationId xmlns:a16="http://schemas.microsoft.com/office/drawing/2014/main" id="{01C412A8-0999-4B5E-94E2-B102E8576A58}"/>
                </a:ext>
              </a:extLst>
            </p:cNvPr>
            <p:cNvSpPr/>
            <p:nvPr/>
          </p:nvSpPr>
          <p:spPr>
            <a:xfrm>
              <a:off x="8745081" y="2898005"/>
              <a:ext cx="1970219" cy="1970219"/>
            </a:xfrm>
            <a:custGeom>
              <a:avLst/>
              <a:gdLst>
                <a:gd name="connsiteX0" fmla="*/ 1968138 w 1970219"/>
                <a:gd name="connsiteY0" fmla="*/ 659668 h 1970219"/>
                <a:gd name="connsiteX1" fmla="*/ 1312227 w 1970219"/>
                <a:gd name="connsiteY1" fmla="*/ 659668 h 1970219"/>
                <a:gd name="connsiteX2" fmla="*/ 1312227 w 1970219"/>
                <a:gd name="connsiteY2" fmla="*/ 3808 h 1970219"/>
                <a:gd name="connsiteX3" fmla="*/ 659719 w 1970219"/>
                <a:gd name="connsiteY3" fmla="*/ 3808 h 1970219"/>
                <a:gd name="connsiteX4" fmla="*/ 659719 w 1970219"/>
                <a:gd name="connsiteY4" fmla="*/ 659668 h 1970219"/>
                <a:gd name="connsiteX5" fmla="*/ 3808 w 1970219"/>
                <a:gd name="connsiteY5" fmla="*/ 659668 h 1970219"/>
                <a:gd name="connsiteX6" fmla="*/ 3808 w 1970219"/>
                <a:gd name="connsiteY6" fmla="*/ 1312176 h 1970219"/>
                <a:gd name="connsiteX7" fmla="*/ 659719 w 1970219"/>
                <a:gd name="connsiteY7" fmla="*/ 1312176 h 1970219"/>
                <a:gd name="connsiteX8" fmla="*/ 659719 w 1970219"/>
                <a:gd name="connsiteY8" fmla="*/ 1968087 h 1970219"/>
                <a:gd name="connsiteX9" fmla="*/ 1312227 w 1970219"/>
                <a:gd name="connsiteY9" fmla="*/ 1968087 h 1970219"/>
                <a:gd name="connsiteX10" fmla="*/ 1312227 w 1970219"/>
                <a:gd name="connsiteY10" fmla="*/ 1312176 h 1970219"/>
                <a:gd name="connsiteX11" fmla="*/ 1968138 w 1970219"/>
                <a:gd name="connsiteY11" fmla="*/ 1312176 h 1970219"/>
                <a:gd name="connsiteX12" fmla="*/ 1968138 w 1970219"/>
                <a:gd name="connsiteY12" fmla="*/ 659668 h 197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0219" h="1970219">
                  <a:moveTo>
                    <a:pt x="1968138" y="659668"/>
                  </a:moveTo>
                  <a:lnTo>
                    <a:pt x="1312227" y="659668"/>
                  </a:lnTo>
                  <a:lnTo>
                    <a:pt x="1312227" y="3808"/>
                  </a:lnTo>
                  <a:lnTo>
                    <a:pt x="659719" y="3808"/>
                  </a:lnTo>
                  <a:lnTo>
                    <a:pt x="659719" y="659668"/>
                  </a:lnTo>
                  <a:lnTo>
                    <a:pt x="3808" y="659668"/>
                  </a:lnTo>
                  <a:lnTo>
                    <a:pt x="3808" y="1312176"/>
                  </a:lnTo>
                  <a:lnTo>
                    <a:pt x="659719" y="1312176"/>
                  </a:lnTo>
                  <a:lnTo>
                    <a:pt x="659719" y="1968087"/>
                  </a:lnTo>
                  <a:lnTo>
                    <a:pt x="1312227" y="1968087"/>
                  </a:lnTo>
                  <a:lnTo>
                    <a:pt x="1312227" y="1312176"/>
                  </a:lnTo>
                  <a:lnTo>
                    <a:pt x="1968138" y="1312176"/>
                  </a:lnTo>
                  <a:lnTo>
                    <a:pt x="1968138" y="659668"/>
                  </a:lnTo>
                  <a:close/>
                </a:path>
              </a:pathLst>
            </a:custGeom>
            <a:solidFill>
              <a:schemeClr val="bg1">
                <a:alpha val="6000"/>
              </a:schemeClr>
            </a:solidFill>
            <a:ln w="9525" cap="flat">
              <a:noFill/>
              <a:prstDash val="solid"/>
              <a:miter/>
            </a:ln>
          </p:spPr>
          <p:txBody>
            <a:bodyPr rtlCol="0" anchor="ctr"/>
            <a:lstStyle/>
            <a:p>
              <a:endParaRPr lang="en-US"/>
            </a:p>
          </p:txBody>
        </p:sp>
        <p:sp>
          <p:nvSpPr>
            <p:cNvPr id="478" name="Freeform: Shape 477">
              <a:extLst>
                <a:ext uri="{FF2B5EF4-FFF2-40B4-BE49-F238E27FC236}">
                  <a16:creationId xmlns:a16="http://schemas.microsoft.com/office/drawing/2014/main" id="{2507E711-9B36-4481-92B3-651A25D52FFA}"/>
                </a:ext>
              </a:extLst>
            </p:cNvPr>
            <p:cNvSpPr/>
            <p:nvPr/>
          </p:nvSpPr>
          <p:spPr>
            <a:xfrm>
              <a:off x="8260296" y="1163248"/>
              <a:ext cx="365608" cy="365608"/>
            </a:xfrm>
            <a:custGeom>
              <a:avLst/>
              <a:gdLst>
                <a:gd name="connsiteX0" fmla="*/ 362155 w 365607"/>
                <a:gd name="connsiteY0" fmla="*/ 123494 h 365607"/>
                <a:gd name="connsiteX1" fmla="*/ 242520 w 365607"/>
                <a:gd name="connsiteY1" fmla="*/ 123494 h 365607"/>
                <a:gd name="connsiteX2" fmla="*/ 242520 w 365607"/>
                <a:gd name="connsiteY2" fmla="*/ 3808 h 365607"/>
                <a:gd name="connsiteX3" fmla="*/ 123444 w 365607"/>
                <a:gd name="connsiteY3" fmla="*/ 3808 h 365607"/>
                <a:gd name="connsiteX4" fmla="*/ 123444 w 365607"/>
                <a:gd name="connsiteY4" fmla="*/ 123494 h 365607"/>
                <a:gd name="connsiteX5" fmla="*/ 3808 w 365607"/>
                <a:gd name="connsiteY5" fmla="*/ 123494 h 365607"/>
                <a:gd name="connsiteX6" fmla="*/ 3808 w 365607"/>
                <a:gd name="connsiteY6" fmla="*/ 242520 h 365607"/>
                <a:gd name="connsiteX7" fmla="*/ 123444 w 365607"/>
                <a:gd name="connsiteY7" fmla="*/ 242520 h 365607"/>
                <a:gd name="connsiteX8" fmla="*/ 123444 w 365607"/>
                <a:gd name="connsiteY8" fmla="*/ 362206 h 365607"/>
                <a:gd name="connsiteX9" fmla="*/ 242520 w 365607"/>
                <a:gd name="connsiteY9" fmla="*/ 362206 h 365607"/>
                <a:gd name="connsiteX10" fmla="*/ 242520 w 365607"/>
                <a:gd name="connsiteY10" fmla="*/ 242520 h 365607"/>
                <a:gd name="connsiteX11" fmla="*/ 362155 w 365607"/>
                <a:gd name="connsiteY11" fmla="*/ 242520 h 365607"/>
                <a:gd name="connsiteX12" fmla="*/ 362155 w 365607"/>
                <a:gd name="connsiteY12" fmla="*/ 123494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2155" y="123494"/>
                  </a:moveTo>
                  <a:lnTo>
                    <a:pt x="242520" y="123494"/>
                  </a:lnTo>
                  <a:lnTo>
                    <a:pt x="242520" y="3808"/>
                  </a:lnTo>
                  <a:lnTo>
                    <a:pt x="123444" y="3808"/>
                  </a:lnTo>
                  <a:lnTo>
                    <a:pt x="123444" y="123494"/>
                  </a:lnTo>
                  <a:lnTo>
                    <a:pt x="3808" y="123494"/>
                  </a:lnTo>
                  <a:lnTo>
                    <a:pt x="3808" y="242520"/>
                  </a:lnTo>
                  <a:lnTo>
                    <a:pt x="123444" y="242520"/>
                  </a:lnTo>
                  <a:lnTo>
                    <a:pt x="123444" y="362206"/>
                  </a:lnTo>
                  <a:lnTo>
                    <a:pt x="242520" y="362206"/>
                  </a:lnTo>
                  <a:lnTo>
                    <a:pt x="242520" y="242520"/>
                  </a:lnTo>
                  <a:lnTo>
                    <a:pt x="362155" y="242520"/>
                  </a:lnTo>
                  <a:lnTo>
                    <a:pt x="362155" y="123494"/>
                  </a:lnTo>
                  <a:close/>
                </a:path>
              </a:pathLst>
            </a:custGeom>
            <a:solidFill>
              <a:schemeClr val="bg1">
                <a:alpha val="6000"/>
              </a:schemeClr>
            </a:solidFill>
            <a:ln w="9525" cap="flat">
              <a:noFill/>
              <a:prstDash val="solid"/>
              <a:miter/>
            </a:ln>
          </p:spPr>
          <p:txBody>
            <a:bodyPr rtlCol="0" anchor="ctr"/>
            <a:lstStyle/>
            <a:p>
              <a:endParaRPr lang="en-US"/>
            </a:p>
          </p:txBody>
        </p:sp>
        <p:sp>
          <p:nvSpPr>
            <p:cNvPr id="479" name="Freeform: Shape 478">
              <a:extLst>
                <a:ext uri="{FF2B5EF4-FFF2-40B4-BE49-F238E27FC236}">
                  <a16:creationId xmlns:a16="http://schemas.microsoft.com/office/drawing/2014/main" id="{E882399E-8EB7-4E24-90A5-E4B4CEA870CF}"/>
                </a:ext>
              </a:extLst>
            </p:cNvPr>
            <p:cNvSpPr/>
            <p:nvPr/>
          </p:nvSpPr>
          <p:spPr>
            <a:xfrm>
              <a:off x="5518137" y="3771960"/>
              <a:ext cx="787072" cy="787072"/>
            </a:xfrm>
            <a:custGeom>
              <a:avLst/>
              <a:gdLst>
                <a:gd name="connsiteX0" fmla="*/ 787936 w 787072"/>
                <a:gd name="connsiteY0" fmla="*/ 265675 h 787072"/>
                <a:gd name="connsiteX1" fmla="*/ 526120 w 787072"/>
                <a:gd name="connsiteY1" fmla="*/ 265675 h 787072"/>
                <a:gd name="connsiteX2" fmla="*/ 526120 w 787072"/>
                <a:gd name="connsiteY2" fmla="*/ 3808 h 787072"/>
                <a:gd name="connsiteX3" fmla="*/ 265624 w 787072"/>
                <a:gd name="connsiteY3" fmla="*/ 3808 h 787072"/>
                <a:gd name="connsiteX4" fmla="*/ 265624 w 787072"/>
                <a:gd name="connsiteY4" fmla="*/ 265675 h 787072"/>
                <a:gd name="connsiteX5" fmla="*/ 3808 w 787072"/>
                <a:gd name="connsiteY5" fmla="*/ 265675 h 787072"/>
                <a:gd name="connsiteX6" fmla="*/ 3808 w 787072"/>
                <a:gd name="connsiteY6" fmla="*/ 526120 h 787072"/>
                <a:gd name="connsiteX7" fmla="*/ 265624 w 787072"/>
                <a:gd name="connsiteY7" fmla="*/ 526120 h 787072"/>
                <a:gd name="connsiteX8" fmla="*/ 265624 w 787072"/>
                <a:gd name="connsiteY8" fmla="*/ 787986 h 787072"/>
                <a:gd name="connsiteX9" fmla="*/ 526120 w 787072"/>
                <a:gd name="connsiteY9" fmla="*/ 787986 h 787072"/>
                <a:gd name="connsiteX10" fmla="*/ 526120 w 787072"/>
                <a:gd name="connsiteY10" fmla="*/ 526120 h 787072"/>
                <a:gd name="connsiteX11" fmla="*/ 787936 w 787072"/>
                <a:gd name="connsiteY11" fmla="*/ 526120 h 787072"/>
                <a:gd name="connsiteX12" fmla="*/ 787936 w 787072"/>
                <a:gd name="connsiteY12" fmla="*/ 265675 h 78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7072" h="787072">
                  <a:moveTo>
                    <a:pt x="787936" y="265675"/>
                  </a:moveTo>
                  <a:lnTo>
                    <a:pt x="526120" y="265675"/>
                  </a:lnTo>
                  <a:lnTo>
                    <a:pt x="526120" y="3808"/>
                  </a:lnTo>
                  <a:lnTo>
                    <a:pt x="265624" y="3808"/>
                  </a:lnTo>
                  <a:lnTo>
                    <a:pt x="265624" y="265675"/>
                  </a:lnTo>
                  <a:lnTo>
                    <a:pt x="3808" y="265675"/>
                  </a:lnTo>
                  <a:lnTo>
                    <a:pt x="3808" y="526120"/>
                  </a:lnTo>
                  <a:lnTo>
                    <a:pt x="265624" y="526120"/>
                  </a:lnTo>
                  <a:lnTo>
                    <a:pt x="265624" y="787986"/>
                  </a:lnTo>
                  <a:lnTo>
                    <a:pt x="526120" y="787986"/>
                  </a:lnTo>
                  <a:lnTo>
                    <a:pt x="526120" y="526120"/>
                  </a:lnTo>
                  <a:lnTo>
                    <a:pt x="787936" y="526120"/>
                  </a:lnTo>
                  <a:lnTo>
                    <a:pt x="787936" y="265675"/>
                  </a:lnTo>
                  <a:close/>
                </a:path>
              </a:pathLst>
            </a:custGeom>
            <a:solidFill>
              <a:schemeClr val="bg1">
                <a:alpha val="6000"/>
              </a:schemeClr>
            </a:solidFill>
            <a:ln w="9525" cap="flat">
              <a:noFill/>
              <a:prstDash val="solid"/>
              <a:miter/>
            </a:ln>
          </p:spPr>
          <p:txBody>
            <a:bodyPr rtlCol="0" anchor="ctr"/>
            <a:lstStyle/>
            <a:p>
              <a:endParaRPr lang="en-US"/>
            </a:p>
          </p:txBody>
        </p:sp>
        <p:sp>
          <p:nvSpPr>
            <p:cNvPr id="480" name="Freeform: Shape 479">
              <a:extLst>
                <a:ext uri="{FF2B5EF4-FFF2-40B4-BE49-F238E27FC236}">
                  <a16:creationId xmlns:a16="http://schemas.microsoft.com/office/drawing/2014/main" id="{CA4FFF1C-F098-4BAD-8783-E27A80A68D0C}"/>
                </a:ext>
              </a:extLst>
            </p:cNvPr>
            <p:cNvSpPr/>
            <p:nvPr/>
          </p:nvSpPr>
          <p:spPr>
            <a:xfrm>
              <a:off x="583957" y="4827804"/>
              <a:ext cx="269128" cy="269128"/>
            </a:xfrm>
            <a:custGeom>
              <a:avLst/>
              <a:gdLst>
                <a:gd name="connsiteX0" fmla="*/ 269991 w 269127"/>
                <a:gd name="connsiteY0" fmla="*/ 92722 h 269127"/>
                <a:gd name="connsiteX1" fmla="*/ 181077 w 269127"/>
                <a:gd name="connsiteY1" fmla="*/ 92722 h 269127"/>
                <a:gd name="connsiteX2" fmla="*/ 181077 w 269127"/>
                <a:gd name="connsiteY2" fmla="*/ 3808 h 269127"/>
                <a:gd name="connsiteX3" fmla="*/ 92671 w 269127"/>
                <a:gd name="connsiteY3" fmla="*/ 3808 h 269127"/>
                <a:gd name="connsiteX4" fmla="*/ 92671 w 269127"/>
                <a:gd name="connsiteY4" fmla="*/ 92722 h 269127"/>
                <a:gd name="connsiteX5" fmla="*/ 3808 w 269127"/>
                <a:gd name="connsiteY5" fmla="*/ 92722 h 269127"/>
                <a:gd name="connsiteX6" fmla="*/ 3808 w 269127"/>
                <a:gd name="connsiteY6" fmla="*/ 181128 h 269127"/>
                <a:gd name="connsiteX7" fmla="*/ 92671 w 269127"/>
                <a:gd name="connsiteY7" fmla="*/ 181128 h 269127"/>
                <a:gd name="connsiteX8" fmla="*/ 92671 w 269127"/>
                <a:gd name="connsiteY8" fmla="*/ 269991 h 269127"/>
                <a:gd name="connsiteX9" fmla="*/ 181077 w 269127"/>
                <a:gd name="connsiteY9" fmla="*/ 269991 h 269127"/>
                <a:gd name="connsiteX10" fmla="*/ 181077 w 269127"/>
                <a:gd name="connsiteY10" fmla="*/ 181128 h 269127"/>
                <a:gd name="connsiteX11" fmla="*/ 269991 w 269127"/>
                <a:gd name="connsiteY11" fmla="*/ 181128 h 269127"/>
                <a:gd name="connsiteX12" fmla="*/ 269991 w 269127"/>
                <a:gd name="connsiteY12" fmla="*/ 92722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9991" y="92722"/>
                  </a:moveTo>
                  <a:lnTo>
                    <a:pt x="181077" y="92722"/>
                  </a:lnTo>
                  <a:lnTo>
                    <a:pt x="181077" y="3808"/>
                  </a:lnTo>
                  <a:lnTo>
                    <a:pt x="92671" y="3808"/>
                  </a:lnTo>
                  <a:lnTo>
                    <a:pt x="92671" y="92722"/>
                  </a:lnTo>
                  <a:lnTo>
                    <a:pt x="3808" y="92722"/>
                  </a:lnTo>
                  <a:lnTo>
                    <a:pt x="3808" y="181128"/>
                  </a:lnTo>
                  <a:lnTo>
                    <a:pt x="92671" y="181128"/>
                  </a:lnTo>
                  <a:lnTo>
                    <a:pt x="92671" y="269991"/>
                  </a:lnTo>
                  <a:lnTo>
                    <a:pt x="181077" y="269991"/>
                  </a:lnTo>
                  <a:lnTo>
                    <a:pt x="181077" y="181128"/>
                  </a:lnTo>
                  <a:lnTo>
                    <a:pt x="269991" y="181128"/>
                  </a:lnTo>
                  <a:lnTo>
                    <a:pt x="269991" y="92722"/>
                  </a:lnTo>
                  <a:close/>
                </a:path>
              </a:pathLst>
            </a:custGeom>
            <a:solidFill>
              <a:schemeClr val="bg1">
                <a:alpha val="6000"/>
              </a:schemeClr>
            </a:solidFill>
            <a:ln w="9525" cap="flat">
              <a:noFill/>
              <a:prstDash val="solid"/>
              <a:miter/>
            </a:ln>
          </p:spPr>
          <p:txBody>
            <a:bodyPr rtlCol="0" anchor="ctr"/>
            <a:lstStyle/>
            <a:p>
              <a:endParaRPr lang="en-US"/>
            </a:p>
          </p:txBody>
        </p:sp>
        <p:sp>
          <p:nvSpPr>
            <p:cNvPr id="481" name="Freeform: Shape 480">
              <a:extLst>
                <a:ext uri="{FF2B5EF4-FFF2-40B4-BE49-F238E27FC236}">
                  <a16:creationId xmlns:a16="http://schemas.microsoft.com/office/drawing/2014/main" id="{B806C7EA-5C93-4A91-9BB2-0B03D44C8BB6}"/>
                </a:ext>
              </a:extLst>
            </p:cNvPr>
            <p:cNvSpPr/>
            <p:nvPr/>
          </p:nvSpPr>
          <p:spPr>
            <a:xfrm>
              <a:off x="2246507" y="4399536"/>
              <a:ext cx="319907" cy="319907"/>
            </a:xfrm>
            <a:custGeom>
              <a:avLst/>
              <a:gdLst>
                <a:gd name="connsiteX0" fmla="*/ 317825 w 319906"/>
                <a:gd name="connsiteY0" fmla="*/ 108667 h 319906"/>
                <a:gd name="connsiteX1" fmla="*/ 212966 w 319906"/>
                <a:gd name="connsiteY1" fmla="*/ 108667 h 319906"/>
                <a:gd name="connsiteX2" fmla="*/ 212966 w 319906"/>
                <a:gd name="connsiteY2" fmla="*/ 3808 h 319906"/>
                <a:gd name="connsiteX3" fmla="*/ 108667 w 319906"/>
                <a:gd name="connsiteY3" fmla="*/ 3808 h 319906"/>
                <a:gd name="connsiteX4" fmla="*/ 108667 w 319906"/>
                <a:gd name="connsiteY4" fmla="*/ 108667 h 319906"/>
                <a:gd name="connsiteX5" fmla="*/ 3808 w 319906"/>
                <a:gd name="connsiteY5" fmla="*/ 108667 h 319906"/>
                <a:gd name="connsiteX6" fmla="*/ 3808 w 319906"/>
                <a:gd name="connsiteY6" fmla="*/ 213017 h 319906"/>
                <a:gd name="connsiteX7" fmla="*/ 108667 w 319906"/>
                <a:gd name="connsiteY7" fmla="*/ 213017 h 319906"/>
                <a:gd name="connsiteX8" fmla="*/ 108667 w 319906"/>
                <a:gd name="connsiteY8" fmla="*/ 317875 h 319906"/>
                <a:gd name="connsiteX9" fmla="*/ 212966 w 319906"/>
                <a:gd name="connsiteY9" fmla="*/ 317875 h 319906"/>
                <a:gd name="connsiteX10" fmla="*/ 212966 w 319906"/>
                <a:gd name="connsiteY10" fmla="*/ 213017 h 319906"/>
                <a:gd name="connsiteX11" fmla="*/ 317825 w 319906"/>
                <a:gd name="connsiteY11" fmla="*/ 213017 h 319906"/>
                <a:gd name="connsiteX12" fmla="*/ 317825 w 319906"/>
                <a:gd name="connsiteY12" fmla="*/ 108667 h 31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906" h="319906">
                  <a:moveTo>
                    <a:pt x="317825" y="108667"/>
                  </a:moveTo>
                  <a:lnTo>
                    <a:pt x="212966" y="108667"/>
                  </a:lnTo>
                  <a:lnTo>
                    <a:pt x="212966" y="3808"/>
                  </a:lnTo>
                  <a:lnTo>
                    <a:pt x="108667" y="3808"/>
                  </a:lnTo>
                  <a:lnTo>
                    <a:pt x="108667" y="108667"/>
                  </a:lnTo>
                  <a:lnTo>
                    <a:pt x="3808" y="108667"/>
                  </a:lnTo>
                  <a:lnTo>
                    <a:pt x="3808" y="213017"/>
                  </a:lnTo>
                  <a:lnTo>
                    <a:pt x="108667" y="213017"/>
                  </a:lnTo>
                  <a:lnTo>
                    <a:pt x="108667" y="317875"/>
                  </a:lnTo>
                  <a:lnTo>
                    <a:pt x="212966" y="317875"/>
                  </a:lnTo>
                  <a:lnTo>
                    <a:pt x="212966" y="213017"/>
                  </a:lnTo>
                  <a:lnTo>
                    <a:pt x="317825" y="213017"/>
                  </a:lnTo>
                  <a:lnTo>
                    <a:pt x="317825" y="108667"/>
                  </a:lnTo>
                  <a:close/>
                </a:path>
              </a:pathLst>
            </a:custGeom>
            <a:solidFill>
              <a:schemeClr val="bg1">
                <a:alpha val="6000"/>
              </a:schemeClr>
            </a:solidFill>
            <a:ln w="9525" cap="flat">
              <a:noFill/>
              <a:prstDash val="solid"/>
              <a:miter/>
            </a:ln>
          </p:spPr>
          <p:txBody>
            <a:bodyPr rtlCol="0" anchor="ctr"/>
            <a:lstStyle/>
            <a:p>
              <a:endParaRPr lang="en-US"/>
            </a:p>
          </p:txBody>
        </p:sp>
        <p:sp>
          <p:nvSpPr>
            <p:cNvPr id="482" name="Freeform: Shape 481">
              <a:extLst>
                <a:ext uri="{FF2B5EF4-FFF2-40B4-BE49-F238E27FC236}">
                  <a16:creationId xmlns:a16="http://schemas.microsoft.com/office/drawing/2014/main" id="{F5C196F0-EAC8-4D9F-9492-13D6A6896BDA}"/>
                </a:ext>
              </a:extLst>
            </p:cNvPr>
            <p:cNvSpPr/>
            <p:nvPr/>
          </p:nvSpPr>
          <p:spPr>
            <a:xfrm>
              <a:off x="2689654" y="3599362"/>
              <a:ext cx="355452" cy="355452"/>
            </a:xfrm>
            <a:custGeom>
              <a:avLst/>
              <a:gdLst>
                <a:gd name="connsiteX0" fmla="*/ 354030 w 355451"/>
                <a:gd name="connsiteY0" fmla="*/ 120752 h 355451"/>
                <a:gd name="connsiteX1" fmla="*/ 237086 w 355451"/>
                <a:gd name="connsiteY1" fmla="*/ 120752 h 355451"/>
                <a:gd name="connsiteX2" fmla="*/ 237086 w 355451"/>
                <a:gd name="connsiteY2" fmla="*/ 3808 h 355451"/>
                <a:gd name="connsiteX3" fmla="*/ 120752 w 355451"/>
                <a:gd name="connsiteY3" fmla="*/ 3808 h 355451"/>
                <a:gd name="connsiteX4" fmla="*/ 120752 w 355451"/>
                <a:gd name="connsiteY4" fmla="*/ 120752 h 355451"/>
                <a:gd name="connsiteX5" fmla="*/ 3808 w 355451"/>
                <a:gd name="connsiteY5" fmla="*/ 120752 h 355451"/>
                <a:gd name="connsiteX6" fmla="*/ 3808 w 355451"/>
                <a:gd name="connsiteY6" fmla="*/ 237086 h 355451"/>
                <a:gd name="connsiteX7" fmla="*/ 120752 w 355451"/>
                <a:gd name="connsiteY7" fmla="*/ 237086 h 355451"/>
                <a:gd name="connsiteX8" fmla="*/ 120752 w 355451"/>
                <a:gd name="connsiteY8" fmla="*/ 354030 h 355451"/>
                <a:gd name="connsiteX9" fmla="*/ 237086 w 355451"/>
                <a:gd name="connsiteY9" fmla="*/ 354030 h 355451"/>
                <a:gd name="connsiteX10" fmla="*/ 237086 w 355451"/>
                <a:gd name="connsiteY10" fmla="*/ 237086 h 355451"/>
                <a:gd name="connsiteX11" fmla="*/ 354030 w 355451"/>
                <a:gd name="connsiteY11" fmla="*/ 237086 h 355451"/>
                <a:gd name="connsiteX12" fmla="*/ 354030 w 355451"/>
                <a:gd name="connsiteY12" fmla="*/ 120752 h 35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5451" h="355451">
                  <a:moveTo>
                    <a:pt x="354030" y="120752"/>
                  </a:moveTo>
                  <a:lnTo>
                    <a:pt x="237086" y="120752"/>
                  </a:lnTo>
                  <a:lnTo>
                    <a:pt x="237086" y="3808"/>
                  </a:lnTo>
                  <a:lnTo>
                    <a:pt x="120752" y="3808"/>
                  </a:lnTo>
                  <a:lnTo>
                    <a:pt x="120752" y="120752"/>
                  </a:lnTo>
                  <a:lnTo>
                    <a:pt x="3808" y="120752"/>
                  </a:lnTo>
                  <a:lnTo>
                    <a:pt x="3808" y="237086"/>
                  </a:lnTo>
                  <a:lnTo>
                    <a:pt x="120752" y="237086"/>
                  </a:lnTo>
                  <a:lnTo>
                    <a:pt x="120752" y="354030"/>
                  </a:lnTo>
                  <a:lnTo>
                    <a:pt x="237086" y="354030"/>
                  </a:lnTo>
                  <a:lnTo>
                    <a:pt x="237086" y="237086"/>
                  </a:lnTo>
                  <a:lnTo>
                    <a:pt x="354030" y="237086"/>
                  </a:lnTo>
                  <a:lnTo>
                    <a:pt x="354030" y="120752"/>
                  </a:lnTo>
                  <a:close/>
                </a:path>
              </a:pathLst>
            </a:custGeom>
            <a:solidFill>
              <a:schemeClr val="bg1">
                <a:alpha val="6000"/>
              </a:schemeClr>
            </a:solidFill>
            <a:ln w="9525" cap="flat">
              <a:noFill/>
              <a:prstDash val="solid"/>
              <a:miter/>
            </a:ln>
          </p:spPr>
          <p:txBody>
            <a:bodyPr rtlCol="0" anchor="ctr"/>
            <a:lstStyle/>
            <a:p>
              <a:endParaRPr lang="en-US"/>
            </a:p>
          </p:txBody>
        </p:sp>
        <p:sp>
          <p:nvSpPr>
            <p:cNvPr id="483" name="Freeform: Shape 482">
              <a:extLst>
                <a:ext uri="{FF2B5EF4-FFF2-40B4-BE49-F238E27FC236}">
                  <a16:creationId xmlns:a16="http://schemas.microsoft.com/office/drawing/2014/main" id="{DE9FB214-06E4-424C-A475-5803078B0581}"/>
                </a:ext>
              </a:extLst>
            </p:cNvPr>
            <p:cNvSpPr/>
            <p:nvPr/>
          </p:nvSpPr>
          <p:spPr>
            <a:xfrm>
              <a:off x="6299217" y="4789771"/>
              <a:ext cx="1772182" cy="1772182"/>
            </a:xfrm>
            <a:custGeom>
              <a:avLst/>
              <a:gdLst>
                <a:gd name="connsiteX0" fmla="*/ 1769135 w 1772181"/>
                <a:gd name="connsiteY0" fmla="*/ 593250 h 1772181"/>
                <a:gd name="connsiteX1" fmla="*/ 1179694 w 1772181"/>
                <a:gd name="connsiteY1" fmla="*/ 593250 h 1772181"/>
                <a:gd name="connsiteX2" fmla="*/ 1179694 w 1772181"/>
                <a:gd name="connsiteY2" fmla="*/ 3808 h 1772181"/>
                <a:gd name="connsiteX3" fmla="*/ 593300 w 1772181"/>
                <a:gd name="connsiteY3" fmla="*/ 3808 h 1772181"/>
                <a:gd name="connsiteX4" fmla="*/ 593300 w 1772181"/>
                <a:gd name="connsiteY4" fmla="*/ 593250 h 1772181"/>
                <a:gd name="connsiteX5" fmla="*/ 3808 w 1772181"/>
                <a:gd name="connsiteY5" fmla="*/ 593250 h 1772181"/>
                <a:gd name="connsiteX6" fmla="*/ 3808 w 1772181"/>
                <a:gd name="connsiteY6" fmla="*/ 1179644 h 1772181"/>
                <a:gd name="connsiteX7" fmla="*/ 593300 w 1772181"/>
                <a:gd name="connsiteY7" fmla="*/ 1179644 h 1772181"/>
                <a:gd name="connsiteX8" fmla="*/ 593300 w 1772181"/>
                <a:gd name="connsiteY8" fmla="*/ 1769135 h 1772181"/>
                <a:gd name="connsiteX9" fmla="*/ 1179694 w 1772181"/>
                <a:gd name="connsiteY9" fmla="*/ 1769135 h 1772181"/>
                <a:gd name="connsiteX10" fmla="*/ 1179694 w 1772181"/>
                <a:gd name="connsiteY10" fmla="*/ 1179644 h 1772181"/>
                <a:gd name="connsiteX11" fmla="*/ 1769135 w 1772181"/>
                <a:gd name="connsiteY11" fmla="*/ 1179644 h 1772181"/>
                <a:gd name="connsiteX12" fmla="*/ 1769135 w 1772181"/>
                <a:gd name="connsiteY12" fmla="*/ 593250 h 1772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181" h="1772181">
                  <a:moveTo>
                    <a:pt x="1769135" y="593250"/>
                  </a:moveTo>
                  <a:lnTo>
                    <a:pt x="1179694" y="593250"/>
                  </a:lnTo>
                  <a:lnTo>
                    <a:pt x="1179694" y="3808"/>
                  </a:lnTo>
                  <a:lnTo>
                    <a:pt x="593300" y="3808"/>
                  </a:lnTo>
                  <a:lnTo>
                    <a:pt x="593300" y="593250"/>
                  </a:lnTo>
                  <a:lnTo>
                    <a:pt x="3808" y="593250"/>
                  </a:lnTo>
                  <a:lnTo>
                    <a:pt x="3808" y="1179644"/>
                  </a:lnTo>
                  <a:lnTo>
                    <a:pt x="593300" y="1179644"/>
                  </a:lnTo>
                  <a:lnTo>
                    <a:pt x="593300" y="1769135"/>
                  </a:lnTo>
                  <a:lnTo>
                    <a:pt x="1179694" y="1769135"/>
                  </a:lnTo>
                  <a:lnTo>
                    <a:pt x="1179694" y="1179644"/>
                  </a:lnTo>
                  <a:lnTo>
                    <a:pt x="1769135" y="1179644"/>
                  </a:lnTo>
                  <a:lnTo>
                    <a:pt x="1769135" y="593250"/>
                  </a:lnTo>
                  <a:close/>
                </a:path>
              </a:pathLst>
            </a:custGeom>
            <a:solidFill>
              <a:schemeClr val="bg1">
                <a:alpha val="6000"/>
              </a:schemeClr>
            </a:solidFill>
            <a:ln w="9525" cap="flat">
              <a:noFill/>
              <a:prstDash val="solid"/>
              <a:miter/>
            </a:ln>
          </p:spPr>
          <p:txBody>
            <a:bodyPr rtlCol="0" anchor="ctr"/>
            <a:lstStyle/>
            <a:p>
              <a:endParaRPr lang="en-US"/>
            </a:p>
          </p:txBody>
        </p:sp>
        <p:sp>
          <p:nvSpPr>
            <p:cNvPr id="484" name="Freeform: Shape 483">
              <a:extLst>
                <a:ext uri="{FF2B5EF4-FFF2-40B4-BE49-F238E27FC236}">
                  <a16:creationId xmlns:a16="http://schemas.microsoft.com/office/drawing/2014/main" id="{CE434E15-D5AB-4DA6-A05A-21D948050EFB}"/>
                </a:ext>
              </a:extLst>
            </p:cNvPr>
            <p:cNvSpPr/>
            <p:nvPr/>
          </p:nvSpPr>
          <p:spPr>
            <a:xfrm>
              <a:off x="3919263" y="2864440"/>
              <a:ext cx="385919" cy="385919"/>
            </a:xfrm>
            <a:custGeom>
              <a:avLst/>
              <a:gdLst>
                <a:gd name="connsiteX0" fmla="*/ 382212 w 385919"/>
                <a:gd name="connsiteY0" fmla="*/ 130146 h 385919"/>
                <a:gd name="connsiteX1" fmla="*/ 255874 w 385919"/>
                <a:gd name="connsiteY1" fmla="*/ 130146 h 385919"/>
                <a:gd name="connsiteX2" fmla="*/ 255874 w 385919"/>
                <a:gd name="connsiteY2" fmla="*/ 3808 h 385919"/>
                <a:gd name="connsiteX3" fmla="*/ 130146 w 385919"/>
                <a:gd name="connsiteY3" fmla="*/ 3808 h 385919"/>
                <a:gd name="connsiteX4" fmla="*/ 130146 w 385919"/>
                <a:gd name="connsiteY4" fmla="*/ 130146 h 385919"/>
                <a:gd name="connsiteX5" fmla="*/ 3808 w 385919"/>
                <a:gd name="connsiteY5" fmla="*/ 130146 h 385919"/>
                <a:gd name="connsiteX6" fmla="*/ 3808 w 385919"/>
                <a:gd name="connsiteY6" fmla="*/ 255824 h 385919"/>
                <a:gd name="connsiteX7" fmla="*/ 130146 w 385919"/>
                <a:gd name="connsiteY7" fmla="*/ 255824 h 385919"/>
                <a:gd name="connsiteX8" fmla="*/ 130146 w 385919"/>
                <a:gd name="connsiteY8" fmla="*/ 382162 h 385919"/>
                <a:gd name="connsiteX9" fmla="*/ 255874 w 385919"/>
                <a:gd name="connsiteY9" fmla="*/ 382162 h 385919"/>
                <a:gd name="connsiteX10" fmla="*/ 255874 w 385919"/>
                <a:gd name="connsiteY10" fmla="*/ 255824 h 385919"/>
                <a:gd name="connsiteX11" fmla="*/ 382212 w 385919"/>
                <a:gd name="connsiteY11" fmla="*/ 255824 h 385919"/>
                <a:gd name="connsiteX12" fmla="*/ 382212 w 385919"/>
                <a:gd name="connsiteY12" fmla="*/ 130146 h 38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5919" h="385919">
                  <a:moveTo>
                    <a:pt x="382212" y="130146"/>
                  </a:moveTo>
                  <a:lnTo>
                    <a:pt x="255874" y="130146"/>
                  </a:lnTo>
                  <a:lnTo>
                    <a:pt x="255874" y="3808"/>
                  </a:lnTo>
                  <a:lnTo>
                    <a:pt x="130146" y="3808"/>
                  </a:lnTo>
                  <a:lnTo>
                    <a:pt x="130146" y="130146"/>
                  </a:lnTo>
                  <a:lnTo>
                    <a:pt x="3808" y="130146"/>
                  </a:lnTo>
                  <a:lnTo>
                    <a:pt x="3808" y="255824"/>
                  </a:lnTo>
                  <a:lnTo>
                    <a:pt x="130146" y="255824"/>
                  </a:lnTo>
                  <a:lnTo>
                    <a:pt x="130146" y="382162"/>
                  </a:lnTo>
                  <a:lnTo>
                    <a:pt x="255874" y="382162"/>
                  </a:lnTo>
                  <a:lnTo>
                    <a:pt x="255874" y="255824"/>
                  </a:lnTo>
                  <a:lnTo>
                    <a:pt x="382212" y="255824"/>
                  </a:lnTo>
                  <a:lnTo>
                    <a:pt x="382212" y="130146"/>
                  </a:lnTo>
                  <a:close/>
                </a:path>
              </a:pathLst>
            </a:custGeom>
            <a:solidFill>
              <a:schemeClr val="bg1">
                <a:alpha val="6000"/>
              </a:schemeClr>
            </a:solidFill>
            <a:ln w="9525" cap="flat">
              <a:noFill/>
              <a:prstDash val="solid"/>
              <a:miter/>
            </a:ln>
          </p:spPr>
          <p:txBody>
            <a:bodyPr rtlCol="0" anchor="ctr"/>
            <a:lstStyle/>
            <a:p>
              <a:endParaRPr lang="en-US"/>
            </a:p>
          </p:txBody>
        </p:sp>
        <p:sp>
          <p:nvSpPr>
            <p:cNvPr id="485" name="Freeform: Shape 484">
              <a:extLst>
                <a:ext uri="{FF2B5EF4-FFF2-40B4-BE49-F238E27FC236}">
                  <a16:creationId xmlns:a16="http://schemas.microsoft.com/office/drawing/2014/main" id="{CF7ECC56-B3E1-4FCF-90E1-C1E8FB390D21}"/>
                </a:ext>
              </a:extLst>
            </p:cNvPr>
            <p:cNvSpPr/>
            <p:nvPr/>
          </p:nvSpPr>
          <p:spPr>
            <a:xfrm>
              <a:off x="3073085" y="3387513"/>
              <a:ext cx="2279970" cy="2279970"/>
            </a:xfrm>
            <a:custGeom>
              <a:avLst/>
              <a:gdLst>
                <a:gd name="connsiteX0" fmla="*/ 2276212 w 2279970"/>
                <a:gd name="connsiteY0" fmla="*/ 762546 h 2279970"/>
                <a:gd name="connsiteX1" fmla="*/ 1517424 w 2279970"/>
                <a:gd name="connsiteY1" fmla="*/ 762546 h 2279970"/>
                <a:gd name="connsiteX2" fmla="*/ 1517424 w 2279970"/>
                <a:gd name="connsiteY2" fmla="*/ 3808 h 2279970"/>
                <a:gd name="connsiteX3" fmla="*/ 762597 w 2279970"/>
                <a:gd name="connsiteY3" fmla="*/ 3808 h 2279970"/>
                <a:gd name="connsiteX4" fmla="*/ 762597 w 2279970"/>
                <a:gd name="connsiteY4" fmla="*/ 762546 h 2279970"/>
                <a:gd name="connsiteX5" fmla="*/ 3808 w 2279970"/>
                <a:gd name="connsiteY5" fmla="*/ 762546 h 2279970"/>
                <a:gd name="connsiteX6" fmla="*/ 3808 w 2279970"/>
                <a:gd name="connsiteY6" fmla="*/ 1517424 h 2279970"/>
                <a:gd name="connsiteX7" fmla="*/ 762597 w 2279970"/>
                <a:gd name="connsiteY7" fmla="*/ 1517424 h 2279970"/>
                <a:gd name="connsiteX8" fmla="*/ 762597 w 2279970"/>
                <a:gd name="connsiteY8" fmla="*/ 2276212 h 2279970"/>
                <a:gd name="connsiteX9" fmla="*/ 1517424 w 2279970"/>
                <a:gd name="connsiteY9" fmla="*/ 2276212 h 2279970"/>
                <a:gd name="connsiteX10" fmla="*/ 1517424 w 2279970"/>
                <a:gd name="connsiteY10" fmla="*/ 1517424 h 2279970"/>
                <a:gd name="connsiteX11" fmla="*/ 2276212 w 2279970"/>
                <a:gd name="connsiteY11" fmla="*/ 1517424 h 2279970"/>
                <a:gd name="connsiteX12" fmla="*/ 2276212 w 2279970"/>
                <a:gd name="connsiteY12" fmla="*/ 762546 h 2279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9970" h="2279970">
                  <a:moveTo>
                    <a:pt x="2276212" y="762546"/>
                  </a:moveTo>
                  <a:lnTo>
                    <a:pt x="1517424" y="762546"/>
                  </a:lnTo>
                  <a:lnTo>
                    <a:pt x="1517424" y="3808"/>
                  </a:lnTo>
                  <a:lnTo>
                    <a:pt x="762597" y="3808"/>
                  </a:lnTo>
                  <a:lnTo>
                    <a:pt x="762597" y="762546"/>
                  </a:lnTo>
                  <a:lnTo>
                    <a:pt x="3808" y="762546"/>
                  </a:lnTo>
                  <a:lnTo>
                    <a:pt x="3808" y="1517424"/>
                  </a:lnTo>
                  <a:lnTo>
                    <a:pt x="762597" y="1517424"/>
                  </a:lnTo>
                  <a:lnTo>
                    <a:pt x="762597" y="2276212"/>
                  </a:lnTo>
                  <a:lnTo>
                    <a:pt x="1517424" y="2276212"/>
                  </a:lnTo>
                  <a:lnTo>
                    <a:pt x="1517424" y="1517424"/>
                  </a:lnTo>
                  <a:lnTo>
                    <a:pt x="2276212" y="1517424"/>
                  </a:lnTo>
                  <a:lnTo>
                    <a:pt x="2276212" y="762546"/>
                  </a:lnTo>
                  <a:close/>
                </a:path>
              </a:pathLst>
            </a:custGeom>
            <a:solidFill>
              <a:schemeClr val="bg1">
                <a:alpha val="6000"/>
              </a:schemeClr>
            </a:solidFill>
            <a:ln w="9525" cap="flat">
              <a:noFill/>
              <a:prstDash val="solid"/>
              <a:miter/>
            </a:ln>
          </p:spPr>
          <p:txBody>
            <a:bodyPr rtlCol="0" anchor="ctr"/>
            <a:lstStyle/>
            <a:p>
              <a:endParaRPr lang="en-US"/>
            </a:p>
          </p:txBody>
        </p:sp>
        <p:sp>
          <p:nvSpPr>
            <p:cNvPr id="486" name="Freeform: Shape 485">
              <a:extLst>
                <a:ext uri="{FF2B5EF4-FFF2-40B4-BE49-F238E27FC236}">
                  <a16:creationId xmlns:a16="http://schemas.microsoft.com/office/drawing/2014/main" id="{CCE1E66A-BCF4-4106-9CF6-42D04C13A59B}"/>
                </a:ext>
              </a:extLst>
            </p:cNvPr>
            <p:cNvSpPr/>
            <p:nvPr/>
          </p:nvSpPr>
          <p:spPr>
            <a:xfrm>
              <a:off x="7716404" y="3757132"/>
              <a:ext cx="980032" cy="980032"/>
            </a:xfrm>
            <a:custGeom>
              <a:avLst/>
              <a:gdLst>
                <a:gd name="connsiteX0" fmla="*/ 979219 w 980031"/>
                <a:gd name="connsiteY0" fmla="*/ 329504 h 980031"/>
                <a:gd name="connsiteX1" fmla="*/ 653524 w 980031"/>
                <a:gd name="connsiteY1" fmla="*/ 329504 h 980031"/>
                <a:gd name="connsiteX2" fmla="*/ 653524 w 980031"/>
                <a:gd name="connsiteY2" fmla="*/ 3808 h 980031"/>
                <a:gd name="connsiteX3" fmla="*/ 329504 w 980031"/>
                <a:gd name="connsiteY3" fmla="*/ 3808 h 980031"/>
                <a:gd name="connsiteX4" fmla="*/ 329504 w 980031"/>
                <a:gd name="connsiteY4" fmla="*/ 329504 h 980031"/>
                <a:gd name="connsiteX5" fmla="*/ 3808 w 980031"/>
                <a:gd name="connsiteY5" fmla="*/ 329504 h 980031"/>
                <a:gd name="connsiteX6" fmla="*/ 3808 w 980031"/>
                <a:gd name="connsiteY6" fmla="*/ 653524 h 980031"/>
                <a:gd name="connsiteX7" fmla="*/ 329504 w 980031"/>
                <a:gd name="connsiteY7" fmla="*/ 653524 h 980031"/>
                <a:gd name="connsiteX8" fmla="*/ 329504 w 980031"/>
                <a:gd name="connsiteY8" fmla="*/ 979219 h 980031"/>
                <a:gd name="connsiteX9" fmla="*/ 653524 w 980031"/>
                <a:gd name="connsiteY9" fmla="*/ 979219 h 980031"/>
                <a:gd name="connsiteX10" fmla="*/ 653524 w 980031"/>
                <a:gd name="connsiteY10" fmla="*/ 653524 h 980031"/>
                <a:gd name="connsiteX11" fmla="*/ 979219 w 980031"/>
                <a:gd name="connsiteY11" fmla="*/ 653524 h 980031"/>
                <a:gd name="connsiteX12" fmla="*/ 979219 w 980031"/>
                <a:gd name="connsiteY12" fmla="*/ 329504 h 98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0031" h="980031">
                  <a:moveTo>
                    <a:pt x="979219" y="329504"/>
                  </a:moveTo>
                  <a:lnTo>
                    <a:pt x="653524" y="329504"/>
                  </a:lnTo>
                  <a:lnTo>
                    <a:pt x="653524" y="3808"/>
                  </a:lnTo>
                  <a:lnTo>
                    <a:pt x="329504" y="3808"/>
                  </a:lnTo>
                  <a:lnTo>
                    <a:pt x="329504" y="329504"/>
                  </a:lnTo>
                  <a:lnTo>
                    <a:pt x="3808" y="329504"/>
                  </a:lnTo>
                  <a:lnTo>
                    <a:pt x="3808" y="653524"/>
                  </a:lnTo>
                  <a:lnTo>
                    <a:pt x="329504" y="653524"/>
                  </a:lnTo>
                  <a:lnTo>
                    <a:pt x="329504" y="979219"/>
                  </a:lnTo>
                  <a:lnTo>
                    <a:pt x="653524" y="979219"/>
                  </a:lnTo>
                  <a:lnTo>
                    <a:pt x="653524" y="653524"/>
                  </a:lnTo>
                  <a:lnTo>
                    <a:pt x="979219" y="653524"/>
                  </a:lnTo>
                  <a:lnTo>
                    <a:pt x="979219" y="329504"/>
                  </a:lnTo>
                  <a:close/>
                </a:path>
              </a:pathLst>
            </a:custGeom>
            <a:solidFill>
              <a:schemeClr val="bg1">
                <a:alpha val="6000"/>
              </a:schemeClr>
            </a:solidFill>
            <a:ln w="9525" cap="flat">
              <a:noFill/>
              <a:prstDash val="solid"/>
              <a:miter/>
            </a:ln>
          </p:spPr>
          <p:txBody>
            <a:bodyPr rtlCol="0" anchor="ctr"/>
            <a:lstStyle/>
            <a:p>
              <a:endParaRPr lang="en-US"/>
            </a:p>
          </p:txBody>
        </p:sp>
        <p:sp>
          <p:nvSpPr>
            <p:cNvPr id="487" name="Freeform: Shape 486">
              <a:extLst>
                <a:ext uri="{FF2B5EF4-FFF2-40B4-BE49-F238E27FC236}">
                  <a16:creationId xmlns:a16="http://schemas.microsoft.com/office/drawing/2014/main" id="{979AC18D-1945-41CF-A641-1C14B1D94551}"/>
                </a:ext>
              </a:extLst>
            </p:cNvPr>
            <p:cNvSpPr/>
            <p:nvPr/>
          </p:nvSpPr>
          <p:spPr>
            <a:xfrm>
              <a:off x="5570388" y="2252708"/>
              <a:ext cx="294517" cy="294517"/>
            </a:xfrm>
            <a:custGeom>
              <a:avLst/>
              <a:gdLst>
                <a:gd name="connsiteX0" fmla="*/ 294416 w 294517"/>
                <a:gd name="connsiteY0" fmla="*/ 100796 h 294517"/>
                <a:gd name="connsiteX1" fmla="*/ 197377 w 294517"/>
                <a:gd name="connsiteY1" fmla="*/ 100796 h 294517"/>
                <a:gd name="connsiteX2" fmla="*/ 197377 w 294517"/>
                <a:gd name="connsiteY2" fmla="*/ 3808 h 294517"/>
                <a:gd name="connsiteX3" fmla="*/ 100847 w 294517"/>
                <a:gd name="connsiteY3" fmla="*/ 3808 h 294517"/>
                <a:gd name="connsiteX4" fmla="*/ 100847 w 294517"/>
                <a:gd name="connsiteY4" fmla="*/ 100796 h 294517"/>
                <a:gd name="connsiteX5" fmla="*/ 3808 w 294517"/>
                <a:gd name="connsiteY5" fmla="*/ 100796 h 294517"/>
                <a:gd name="connsiteX6" fmla="*/ 3808 w 294517"/>
                <a:gd name="connsiteY6" fmla="*/ 197377 h 294517"/>
                <a:gd name="connsiteX7" fmla="*/ 100847 w 294517"/>
                <a:gd name="connsiteY7" fmla="*/ 197377 h 294517"/>
                <a:gd name="connsiteX8" fmla="*/ 100847 w 294517"/>
                <a:gd name="connsiteY8" fmla="*/ 294365 h 294517"/>
                <a:gd name="connsiteX9" fmla="*/ 197377 w 294517"/>
                <a:gd name="connsiteY9" fmla="*/ 294365 h 294517"/>
                <a:gd name="connsiteX10" fmla="*/ 197377 w 294517"/>
                <a:gd name="connsiteY10" fmla="*/ 197377 h 294517"/>
                <a:gd name="connsiteX11" fmla="*/ 294416 w 294517"/>
                <a:gd name="connsiteY11" fmla="*/ 197377 h 294517"/>
                <a:gd name="connsiteX12" fmla="*/ 294416 w 294517"/>
                <a:gd name="connsiteY12" fmla="*/ 100796 h 29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4517" h="294517">
                  <a:moveTo>
                    <a:pt x="294416" y="100796"/>
                  </a:moveTo>
                  <a:lnTo>
                    <a:pt x="197377" y="100796"/>
                  </a:lnTo>
                  <a:lnTo>
                    <a:pt x="197377" y="3808"/>
                  </a:lnTo>
                  <a:lnTo>
                    <a:pt x="100847" y="3808"/>
                  </a:lnTo>
                  <a:lnTo>
                    <a:pt x="100847" y="100796"/>
                  </a:lnTo>
                  <a:lnTo>
                    <a:pt x="3808" y="100796"/>
                  </a:lnTo>
                  <a:lnTo>
                    <a:pt x="3808" y="197377"/>
                  </a:lnTo>
                  <a:lnTo>
                    <a:pt x="100847" y="197377"/>
                  </a:lnTo>
                  <a:lnTo>
                    <a:pt x="100847" y="294365"/>
                  </a:lnTo>
                  <a:lnTo>
                    <a:pt x="197377" y="294365"/>
                  </a:lnTo>
                  <a:lnTo>
                    <a:pt x="197377" y="197377"/>
                  </a:lnTo>
                  <a:lnTo>
                    <a:pt x="294416" y="197377"/>
                  </a:lnTo>
                  <a:lnTo>
                    <a:pt x="294416" y="100796"/>
                  </a:lnTo>
                  <a:close/>
                </a:path>
              </a:pathLst>
            </a:custGeom>
            <a:solidFill>
              <a:schemeClr val="bg1">
                <a:alpha val="6000"/>
              </a:schemeClr>
            </a:solidFill>
            <a:ln w="9525" cap="flat">
              <a:noFill/>
              <a:prstDash val="solid"/>
              <a:miter/>
            </a:ln>
          </p:spPr>
          <p:txBody>
            <a:bodyPr rtlCol="0" anchor="ctr"/>
            <a:lstStyle/>
            <a:p>
              <a:endParaRPr lang="en-US"/>
            </a:p>
          </p:txBody>
        </p:sp>
        <p:sp>
          <p:nvSpPr>
            <p:cNvPr id="488" name="Freeform: Shape 487">
              <a:extLst>
                <a:ext uri="{FF2B5EF4-FFF2-40B4-BE49-F238E27FC236}">
                  <a16:creationId xmlns:a16="http://schemas.microsoft.com/office/drawing/2014/main" id="{E04417A8-D364-4844-A6C2-22577B8C9908}"/>
                </a:ext>
              </a:extLst>
            </p:cNvPr>
            <p:cNvSpPr/>
            <p:nvPr/>
          </p:nvSpPr>
          <p:spPr>
            <a:xfrm>
              <a:off x="9549215" y="309147"/>
              <a:ext cx="365608" cy="365608"/>
            </a:xfrm>
            <a:custGeom>
              <a:avLst/>
              <a:gdLst>
                <a:gd name="connsiteX0" fmla="*/ 364643 w 365607"/>
                <a:gd name="connsiteY0" fmla="*/ 124307 h 365607"/>
                <a:gd name="connsiteX1" fmla="*/ 244144 w 365607"/>
                <a:gd name="connsiteY1" fmla="*/ 124307 h 365607"/>
                <a:gd name="connsiteX2" fmla="*/ 244144 w 365607"/>
                <a:gd name="connsiteY2" fmla="*/ 3808 h 365607"/>
                <a:gd name="connsiteX3" fmla="*/ 124256 w 365607"/>
                <a:gd name="connsiteY3" fmla="*/ 3808 h 365607"/>
                <a:gd name="connsiteX4" fmla="*/ 124256 w 365607"/>
                <a:gd name="connsiteY4" fmla="*/ 124307 h 365607"/>
                <a:gd name="connsiteX5" fmla="*/ 3808 w 365607"/>
                <a:gd name="connsiteY5" fmla="*/ 124307 h 365607"/>
                <a:gd name="connsiteX6" fmla="*/ 3808 w 365607"/>
                <a:gd name="connsiteY6" fmla="*/ 244145 h 365607"/>
                <a:gd name="connsiteX7" fmla="*/ 124256 w 365607"/>
                <a:gd name="connsiteY7" fmla="*/ 244145 h 365607"/>
                <a:gd name="connsiteX8" fmla="*/ 124256 w 365607"/>
                <a:gd name="connsiteY8" fmla="*/ 364643 h 365607"/>
                <a:gd name="connsiteX9" fmla="*/ 244144 w 365607"/>
                <a:gd name="connsiteY9" fmla="*/ 364643 h 365607"/>
                <a:gd name="connsiteX10" fmla="*/ 244144 w 365607"/>
                <a:gd name="connsiteY10" fmla="*/ 244145 h 365607"/>
                <a:gd name="connsiteX11" fmla="*/ 364643 w 365607"/>
                <a:gd name="connsiteY11" fmla="*/ 244145 h 365607"/>
                <a:gd name="connsiteX12" fmla="*/ 364643 w 365607"/>
                <a:gd name="connsiteY12" fmla="*/ 124307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4643" y="124307"/>
                  </a:moveTo>
                  <a:lnTo>
                    <a:pt x="244144" y="124307"/>
                  </a:lnTo>
                  <a:lnTo>
                    <a:pt x="244144" y="3808"/>
                  </a:lnTo>
                  <a:lnTo>
                    <a:pt x="124256" y="3808"/>
                  </a:lnTo>
                  <a:lnTo>
                    <a:pt x="124256" y="124307"/>
                  </a:lnTo>
                  <a:lnTo>
                    <a:pt x="3808" y="124307"/>
                  </a:lnTo>
                  <a:lnTo>
                    <a:pt x="3808" y="244145"/>
                  </a:lnTo>
                  <a:lnTo>
                    <a:pt x="124256" y="244145"/>
                  </a:lnTo>
                  <a:lnTo>
                    <a:pt x="124256" y="364643"/>
                  </a:lnTo>
                  <a:lnTo>
                    <a:pt x="244144" y="364643"/>
                  </a:lnTo>
                  <a:lnTo>
                    <a:pt x="244144" y="244145"/>
                  </a:lnTo>
                  <a:lnTo>
                    <a:pt x="364643" y="244145"/>
                  </a:lnTo>
                  <a:lnTo>
                    <a:pt x="364643" y="124307"/>
                  </a:lnTo>
                  <a:close/>
                </a:path>
              </a:pathLst>
            </a:custGeom>
            <a:solidFill>
              <a:schemeClr val="bg1">
                <a:alpha val="6000"/>
              </a:schemeClr>
            </a:solidFill>
            <a:ln w="9525" cap="flat">
              <a:noFill/>
              <a:prstDash val="solid"/>
              <a:miter/>
            </a:ln>
          </p:spPr>
          <p:txBody>
            <a:bodyPr rtlCol="0" anchor="ctr"/>
            <a:lstStyle/>
            <a:p>
              <a:endParaRPr lang="en-US"/>
            </a:p>
          </p:txBody>
        </p:sp>
        <p:sp>
          <p:nvSpPr>
            <p:cNvPr id="489" name="Freeform: Shape 488">
              <a:extLst>
                <a:ext uri="{FF2B5EF4-FFF2-40B4-BE49-F238E27FC236}">
                  <a16:creationId xmlns:a16="http://schemas.microsoft.com/office/drawing/2014/main" id="{EF8978CA-30F6-4734-925E-C97434A1F786}"/>
                </a:ext>
              </a:extLst>
            </p:cNvPr>
            <p:cNvSpPr/>
            <p:nvPr/>
          </p:nvSpPr>
          <p:spPr>
            <a:xfrm>
              <a:off x="1543474" y="4138888"/>
              <a:ext cx="335140" cy="335140"/>
            </a:xfrm>
            <a:custGeom>
              <a:avLst/>
              <a:gdLst>
                <a:gd name="connsiteX0" fmla="*/ 332551 w 335140"/>
                <a:gd name="connsiteY0" fmla="*/ 113592 h 335140"/>
                <a:gd name="connsiteX1" fmla="*/ 222767 w 335140"/>
                <a:gd name="connsiteY1" fmla="*/ 113592 h 335140"/>
                <a:gd name="connsiteX2" fmla="*/ 222767 w 335140"/>
                <a:gd name="connsiteY2" fmla="*/ 3808 h 335140"/>
                <a:gd name="connsiteX3" fmla="*/ 113592 w 335140"/>
                <a:gd name="connsiteY3" fmla="*/ 3808 h 335140"/>
                <a:gd name="connsiteX4" fmla="*/ 113592 w 335140"/>
                <a:gd name="connsiteY4" fmla="*/ 113592 h 335140"/>
                <a:gd name="connsiteX5" fmla="*/ 3808 w 335140"/>
                <a:gd name="connsiteY5" fmla="*/ 113592 h 335140"/>
                <a:gd name="connsiteX6" fmla="*/ 3808 w 335140"/>
                <a:gd name="connsiteY6" fmla="*/ 222767 h 335140"/>
                <a:gd name="connsiteX7" fmla="*/ 113592 w 335140"/>
                <a:gd name="connsiteY7" fmla="*/ 222767 h 335140"/>
                <a:gd name="connsiteX8" fmla="*/ 113592 w 335140"/>
                <a:gd name="connsiteY8" fmla="*/ 332551 h 335140"/>
                <a:gd name="connsiteX9" fmla="*/ 222767 w 335140"/>
                <a:gd name="connsiteY9" fmla="*/ 332551 h 335140"/>
                <a:gd name="connsiteX10" fmla="*/ 222767 w 335140"/>
                <a:gd name="connsiteY10" fmla="*/ 222767 h 335140"/>
                <a:gd name="connsiteX11" fmla="*/ 332551 w 335140"/>
                <a:gd name="connsiteY11" fmla="*/ 222767 h 335140"/>
                <a:gd name="connsiteX12" fmla="*/ 332551 w 335140"/>
                <a:gd name="connsiteY12" fmla="*/ 113592 h 33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5140" h="335140">
                  <a:moveTo>
                    <a:pt x="332551" y="113592"/>
                  </a:moveTo>
                  <a:lnTo>
                    <a:pt x="222767" y="113592"/>
                  </a:lnTo>
                  <a:lnTo>
                    <a:pt x="222767" y="3808"/>
                  </a:lnTo>
                  <a:lnTo>
                    <a:pt x="113592" y="3808"/>
                  </a:lnTo>
                  <a:lnTo>
                    <a:pt x="113592" y="113592"/>
                  </a:lnTo>
                  <a:lnTo>
                    <a:pt x="3808" y="113592"/>
                  </a:lnTo>
                  <a:lnTo>
                    <a:pt x="3808" y="222767"/>
                  </a:lnTo>
                  <a:lnTo>
                    <a:pt x="113592" y="222767"/>
                  </a:lnTo>
                  <a:lnTo>
                    <a:pt x="113592" y="332551"/>
                  </a:lnTo>
                  <a:lnTo>
                    <a:pt x="222767" y="332551"/>
                  </a:lnTo>
                  <a:lnTo>
                    <a:pt x="222767" y="222767"/>
                  </a:lnTo>
                  <a:lnTo>
                    <a:pt x="332551" y="222767"/>
                  </a:lnTo>
                  <a:lnTo>
                    <a:pt x="332551" y="113592"/>
                  </a:lnTo>
                  <a:close/>
                </a:path>
              </a:pathLst>
            </a:custGeom>
            <a:solidFill>
              <a:schemeClr val="bg1">
                <a:alpha val="6000"/>
              </a:schemeClr>
            </a:solidFill>
            <a:ln w="9525" cap="flat">
              <a:noFill/>
              <a:prstDash val="solid"/>
              <a:miter/>
            </a:ln>
          </p:spPr>
          <p:txBody>
            <a:bodyPr rtlCol="0" anchor="ctr"/>
            <a:lstStyle/>
            <a:p>
              <a:endParaRPr lang="en-US"/>
            </a:p>
          </p:txBody>
        </p:sp>
        <p:sp>
          <p:nvSpPr>
            <p:cNvPr id="490" name="Freeform: Shape 489">
              <a:extLst>
                <a:ext uri="{FF2B5EF4-FFF2-40B4-BE49-F238E27FC236}">
                  <a16:creationId xmlns:a16="http://schemas.microsoft.com/office/drawing/2014/main" id="{DDB925FC-B7C9-4D8A-A0A1-9A9C86F4034D}"/>
                </a:ext>
              </a:extLst>
            </p:cNvPr>
            <p:cNvSpPr/>
            <p:nvPr/>
          </p:nvSpPr>
          <p:spPr>
            <a:xfrm>
              <a:off x="6480142" y="1356867"/>
              <a:ext cx="1371029" cy="1371029"/>
            </a:xfrm>
            <a:custGeom>
              <a:avLst/>
              <a:gdLst>
                <a:gd name="connsiteX0" fmla="*/ 1372044 w 1371028"/>
                <a:gd name="connsiteY0" fmla="*/ 460666 h 1371028"/>
                <a:gd name="connsiteX1" fmla="*/ 915187 w 1371028"/>
                <a:gd name="connsiteY1" fmla="*/ 460666 h 1371028"/>
                <a:gd name="connsiteX2" fmla="*/ 915187 w 1371028"/>
                <a:gd name="connsiteY2" fmla="*/ 3808 h 1371028"/>
                <a:gd name="connsiteX3" fmla="*/ 460666 w 1371028"/>
                <a:gd name="connsiteY3" fmla="*/ 3808 h 1371028"/>
                <a:gd name="connsiteX4" fmla="*/ 460666 w 1371028"/>
                <a:gd name="connsiteY4" fmla="*/ 460666 h 1371028"/>
                <a:gd name="connsiteX5" fmla="*/ 3808 w 1371028"/>
                <a:gd name="connsiteY5" fmla="*/ 460666 h 1371028"/>
                <a:gd name="connsiteX6" fmla="*/ 3808 w 1371028"/>
                <a:gd name="connsiteY6" fmla="*/ 915187 h 1371028"/>
                <a:gd name="connsiteX7" fmla="*/ 460666 w 1371028"/>
                <a:gd name="connsiteY7" fmla="*/ 915187 h 1371028"/>
                <a:gd name="connsiteX8" fmla="*/ 460666 w 1371028"/>
                <a:gd name="connsiteY8" fmla="*/ 1372095 h 1371028"/>
                <a:gd name="connsiteX9" fmla="*/ 915187 w 1371028"/>
                <a:gd name="connsiteY9" fmla="*/ 1372095 h 1371028"/>
                <a:gd name="connsiteX10" fmla="*/ 915187 w 1371028"/>
                <a:gd name="connsiteY10" fmla="*/ 915187 h 1371028"/>
                <a:gd name="connsiteX11" fmla="*/ 1372044 w 1371028"/>
                <a:gd name="connsiteY11" fmla="*/ 915187 h 1371028"/>
                <a:gd name="connsiteX12" fmla="*/ 1372044 w 1371028"/>
                <a:gd name="connsiteY12" fmla="*/ 460666 h 137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1028" h="1371028">
                  <a:moveTo>
                    <a:pt x="1372044" y="460666"/>
                  </a:moveTo>
                  <a:lnTo>
                    <a:pt x="915187" y="460666"/>
                  </a:lnTo>
                  <a:lnTo>
                    <a:pt x="915187" y="3808"/>
                  </a:lnTo>
                  <a:lnTo>
                    <a:pt x="460666" y="3808"/>
                  </a:lnTo>
                  <a:lnTo>
                    <a:pt x="460666" y="460666"/>
                  </a:lnTo>
                  <a:lnTo>
                    <a:pt x="3808" y="460666"/>
                  </a:lnTo>
                  <a:lnTo>
                    <a:pt x="3808" y="915187"/>
                  </a:lnTo>
                  <a:lnTo>
                    <a:pt x="460666" y="915187"/>
                  </a:lnTo>
                  <a:lnTo>
                    <a:pt x="460666" y="1372095"/>
                  </a:lnTo>
                  <a:lnTo>
                    <a:pt x="915187" y="1372095"/>
                  </a:lnTo>
                  <a:lnTo>
                    <a:pt x="915187" y="915187"/>
                  </a:lnTo>
                  <a:lnTo>
                    <a:pt x="1372044" y="915187"/>
                  </a:lnTo>
                  <a:lnTo>
                    <a:pt x="1372044" y="460666"/>
                  </a:lnTo>
                  <a:close/>
                </a:path>
              </a:pathLst>
            </a:custGeom>
            <a:solidFill>
              <a:schemeClr val="bg1">
                <a:alpha val="6000"/>
              </a:schemeClr>
            </a:solidFill>
            <a:ln w="9525" cap="flat">
              <a:noFill/>
              <a:prstDash val="solid"/>
              <a:miter/>
            </a:ln>
          </p:spPr>
          <p:txBody>
            <a:bodyPr rtlCol="0" anchor="ctr"/>
            <a:lstStyle/>
            <a:p>
              <a:endParaRPr lang="en-US"/>
            </a:p>
          </p:txBody>
        </p:sp>
        <p:sp>
          <p:nvSpPr>
            <p:cNvPr id="491" name="Freeform: Shape 490">
              <a:extLst>
                <a:ext uri="{FF2B5EF4-FFF2-40B4-BE49-F238E27FC236}">
                  <a16:creationId xmlns:a16="http://schemas.microsoft.com/office/drawing/2014/main" id="{DB2465A3-397D-4C7A-962A-D6107F61B848}"/>
                </a:ext>
              </a:extLst>
            </p:cNvPr>
            <p:cNvSpPr/>
            <p:nvPr/>
          </p:nvSpPr>
          <p:spPr>
            <a:xfrm>
              <a:off x="10295512" y="2625170"/>
              <a:ext cx="1239004" cy="1239004"/>
            </a:xfrm>
            <a:custGeom>
              <a:avLst/>
              <a:gdLst>
                <a:gd name="connsiteX0" fmla="*/ 1235500 w 1239003"/>
                <a:gd name="connsiteY0" fmla="*/ 415066 h 1239003"/>
                <a:gd name="connsiteX1" fmla="*/ 824243 w 1239003"/>
                <a:gd name="connsiteY1" fmla="*/ 415066 h 1239003"/>
                <a:gd name="connsiteX2" fmla="*/ 824243 w 1239003"/>
                <a:gd name="connsiteY2" fmla="*/ 3808 h 1239003"/>
                <a:gd name="connsiteX3" fmla="*/ 415066 w 1239003"/>
                <a:gd name="connsiteY3" fmla="*/ 3808 h 1239003"/>
                <a:gd name="connsiteX4" fmla="*/ 415066 w 1239003"/>
                <a:gd name="connsiteY4" fmla="*/ 415066 h 1239003"/>
                <a:gd name="connsiteX5" fmla="*/ 3808 w 1239003"/>
                <a:gd name="connsiteY5" fmla="*/ 415066 h 1239003"/>
                <a:gd name="connsiteX6" fmla="*/ 3808 w 1239003"/>
                <a:gd name="connsiteY6" fmla="*/ 824191 h 1239003"/>
                <a:gd name="connsiteX7" fmla="*/ 415066 w 1239003"/>
                <a:gd name="connsiteY7" fmla="*/ 824191 h 1239003"/>
                <a:gd name="connsiteX8" fmla="*/ 415066 w 1239003"/>
                <a:gd name="connsiteY8" fmla="*/ 1235500 h 1239003"/>
                <a:gd name="connsiteX9" fmla="*/ 824243 w 1239003"/>
                <a:gd name="connsiteY9" fmla="*/ 1235500 h 1239003"/>
                <a:gd name="connsiteX10" fmla="*/ 824243 w 1239003"/>
                <a:gd name="connsiteY10" fmla="*/ 824191 h 1239003"/>
                <a:gd name="connsiteX11" fmla="*/ 1235500 w 1239003"/>
                <a:gd name="connsiteY11" fmla="*/ 824191 h 1239003"/>
                <a:gd name="connsiteX12" fmla="*/ 1235500 w 1239003"/>
                <a:gd name="connsiteY12" fmla="*/ 415066 h 1239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9003" h="1239003">
                  <a:moveTo>
                    <a:pt x="1235500" y="415066"/>
                  </a:moveTo>
                  <a:lnTo>
                    <a:pt x="824243" y="415066"/>
                  </a:lnTo>
                  <a:lnTo>
                    <a:pt x="824243" y="3808"/>
                  </a:lnTo>
                  <a:lnTo>
                    <a:pt x="415066" y="3808"/>
                  </a:lnTo>
                  <a:lnTo>
                    <a:pt x="415066" y="415066"/>
                  </a:lnTo>
                  <a:lnTo>
                    <a:pt x="3808" y="415066"/>
                  </a:lnTo>
                  <a:lnTo>
                    <a:pt x="3808" y="824191"/>
                  </a:lnTo>
                  <a:lnTo>
                    <a:pt x="415066" y="824191"/>
                  </a:lnTo>
                  <a:lnTo>
                    <a:pt x="415066" y="1235500"/>
                  </a:lnTo>
                  <a:lnTo>
                    <a:pt x="824243" y="1235500"/>
                  </a:lnTo>
                  <a:lnTo>
                    <a:pt x="824243" y="824191"/>
                  </a:lnTo>
                  <a:lnTo>
                    <a:pt x="1235500" y="824191"/>
                  </a:lnTo>
                  <a:lnTo>
                    <a:pt x="1235500" y="415066"/>
                  </a:lnTo>
                  <a:close/>
                </a:path>
              </a:pathLst>
            </a:custGeom>
            <a:solidFill>
              <a:schemeClr val="bg1">
                <a:alpha val="6000"/>
              </a:schemeClr>
            </a:solidFill>
            <a:ln w="9525" cap="flat">
              <a:noFill/>
              <a:prstDash val="solid"/>
              <a:miter/>
            </a:ln>
          </p:spPr>
          <p:txBody>
            <a:bodyPr rtlCol="0" anchor="ctr"/>
            <a:lstStyle/>
            <a:p>
              <a:endParaRPr lang="en-US"/>
            </a:p>
          </p:txBody>
        </p:sp>
        <p:sp>
          <p:nvSpPr>
            <p:cNvPr id="492" name="Freeform: Shape 491">
              <a:extLst>
                <a:ext uri="{FF2B5EF4-FFF2-40B4-BE49-F238E27FC236}">
                  <a16:creationId xmlns:a16="http://schemas.microsoft.com/office/drawing/2014/main" id="{BCADA319-44A1-4CB2-ADCA-84195137EB52}"/>
                </a:ext>
              </a:extLst>
            </p:cNvPr>
            <p:cNvSpPr/>
            <p:nvPr/>
          </p:nvSpPr>
          <p:spPr>
            <a:xfrm>
              <a:off x="10288504" y="1161267"/>
              <a:ext cx="1904207" cy="1904207"/>
            </a:xfrm>
            <a:custGeom>
              <a:avLst/>
              <a:gdLst>
                <a:gd name="connsiteX0" fmla="*/ 1904918 w 1904206"/>
                <a:gd name="connsiteY0" fmla="*/ 638595 h 1904206"/>
                <a:gd name="connsiteX1" fmla="*/ 1270131 w 1904206"/>
                <a:gd name="connsiteY1" fmla="*/ 638595 h 1904206"/>
                <a:gd name="connsiteX2" fmla="*/ 1270131 w 1904206"/>
                <a:gd name="connsiteY2" fmla="*/ 3808 h 1904206"/>
                <a:gd name="connsiteX3" fmla="*/ 638645 w 1904206"/>
                <a:gd name="connsiteY3" fmla="*/ 3808 h 1904206"/>
                <a:gd name="connsiteX4" fmla="*/ 638645 w 1904206"/>
                <a:gd name="connsiteY4" fmla="*/ 638595 h 1904206"/>
                <a:gd name="connsiteX5" fmla="*/ 3808 w 1904206"/>
                <a:gd name="connsiteY5" fmla="*/ 638595 h 1904206"/>
                <a:gd name="connsiteX6" fmla="*/ 3808 w 1904206"/>
                <a:gd name="connsiteY6" fmla="*/ 1270131 h 1904206"/>
                <a:gd name="connsiteX7" fmla="*/ 638645 w 1904206"/>
                <a:gd name="connsiteY7" fmla="*/ 1270131 h 1904206"/>
                <a:gd name="connsiteX8" fmla="*/ 638645 w 1904206"/>
                <a:gd name="connsiteY8" fmla="*/ 1904918 h 1904206"/>
                <a:gd name="connsiteX9" fmla="*/ 1270131 w 1904206"/>
                <a:gd name="connsiteY9" fmla="*/ 1904918 h 1904206"/>
                <a:gd name="connsiteX10" fmla="*/ 1270131 w 1904206"/>
                <a:gd name="connsiteY10" fmla="*/ 1270131 h 1904206"/>
                <a:gd name="connsiteX11" fmla="*/ 1904918 w 1904206"/>
                <a:gd name="connsiteY11" fmla="*/ 1270131 h 1904206"/>
                <a:gd name="connsiteX12" fmla="*/ 1904918 w 1904206"/>
                <a:gd name="connsiteY12" fmla="*/ 638595 h 190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4206" h="1904206">
                  <a:moveTo>
                    <a:pt x="1904918" y="638595"/>
                  </a:moveTo>
                  <a:lnTo>
                    <a:pt x="1270131" y="638595"/>
                  </a:lnTo>
                  <a:lnTo>
                    <a:pt x="1270131" y="3808"/>
                  </a:lnTo>
                  <a:lnTo>
                    <a:pt x="638645" y="3808"/>
                  </a:lnTo>
                  <a:lnTo>
                    <a:pt x="638645" y="638595"/>
                  </a:lnTo>
                  <a:lnTo>
                    <a:pt x="3808" y="638595"/>
                  </a:lnTo>
                  <a:lnTo>
                    <a:pt x="3808" y="1270131"/>
                  </a:lnTo>
                  <a:lnTo>
                    <a:pt x="638645" y="1270131"/>
                  </a:lnTo>
                  <a:lnTo>
                    <a:pt x="638645" y="1904918"/>
                  </a:lnTo>
                  <a:lnTo>
                    <a:pt x="1270131" y="1904918"/>
                  </a:lnTo>
                  <a:lnTo>
                    <a:pt x="1270131" y="1270131"/>
                  </a:lnTo>
                  <a:lnTo>
                    <a:pt x="1904918" y="1270131"/>
                  </a:lnTo>
                  <a:lnTo>
                    <a:pt x="1904918" y="638595"/>
                  </a:lnTo>
                  <a:close/>
                </a:path>
              </a:pathLst>
            </a:custGeom>
            <a:solidFill>
              <a:schemeClr val="bg1">
                <a:alpha val="6000"/>
              </a:schemeClr>
            </a:solidFill>
            <a:ln w="9525" cap="flat">
              <a:noFill/>
              <a:prstDash val="solid"/>
              <a:miter/>
            </a:ln>
          </p:spPr>
          <p:txBody>
            <a:bodyPr rtlCol="0" anchor="ctr"/>
            <a:lstStyle/>
            <a:p>
              <a:endParaRPr lang="en-US"/>
            </a:p>
          </p:txBody>
        </p:sp>
        <p:sp>
          <p:nvSpPr>
            <p:cNvPr id="493" name="Freeform: Shape 492">
              <a:extLst>
                <a:ext uri="{FF2B5EF4-FFF2-40B4-BE49-F238E27FC236}">
                  <a16:creationId xmlns:a16="http://schemas.microsoft.com/office/drawing/2014/main" id="{7C5C647B-FFD2-4AD4-84BA-BF592166758E}"/>
                </a:ext>
              </a:extLst>
            </p:cNvPr>
            <p:cNvSpPr/>
            <p:nvPr/>
          </p:nvSpPr>
          <p:spPr>
            <a:xfrm>
              <a:off x="8272330" y="4605241"/>
              <a:ext cx="715982" cy="715982"/>
            </a:xfrm>
            <a:custGeom>
              <a:avLst/>
              <a:gdLst>
                <a:gd name="connsiteX0" fmla="*/ 715170 w 715981"/>
                <a:gd name="connsiteY0" fmla="*/ 241352 h 715981"/>
                <a:gd name="connsiteX1" fmla="*/ 477626 w 715981"/>
                <a:gd name="connsiteY1" fmla="*/ 241352 h 715981"/>
                <a:gd name="connsiteX2" fmla="*/ 477626 w 715981"/>
                <a:gd name="connsiteY2" fmla="*/ 3808 h 715981"/>
                <a:gd name="connsiteX3" fmla="*/ 241352 w 715981"/>
                <a:gd name="connsiteY3" fmla="*/ 3808 h 715981"/>
                <a:gd name="connsiteX4" fmla="*/ 241352 w 715981"/>
                <a:gd name="connsiteY4" fmla="*/ 241352 h 715981"/>
                <a:gd name="connsiteX5" fmla="*/ 3808 w 715981"/>
                <a:gd name="connsiteY5" fmla="*/ 241352 h 715981"/>
                <a:gd name="connsiteX6" fmla="*/ 3808 w 715981"/>
                <a:gd name="connsiteY6" fmla="*/ 477626 h 715981"/>
                <a:gd name="connsiteX7" fmla="*/ 241352 w 715981"/>
                <a:gd name="connsiteY7" fmla="*/ 477626 h 715981"/>
                <a:gd name="connsiteX8" fmla="*/ 241352 w 715981"/>
                <a:gd name="connsiteY8" fmla="*/ 715169 h 715981"/>
                <a:gd name="connsiteX9" fmla="*/ 477626 w 715981"/>
                <a:gd name="connsiteY9" fmla="*/ 715169 h 715981"/>
                <a:gd name="connsiteX10" fmla="*/ 477626 w 715981"/>
                <a:gd name="connsiteY10" fmla="*/ 477626 h 715981"/>
                <a:gd name="connsiteX11" fmla="*/ 715170 w 715981"/>
                <a:gd name="connsiteY11" fmla="*/ 477626 h 715981"/>
                <a:gd name="connsiteX12" fmla="*/ 715170 w 715981"/>
                <a:gd name="connsiteY12" fmla="*/ 241352 h 71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5981" h="715981">
                  <a:moveTo>
                    <a:pt x="715170" y="241352"/>
                  </a:moveTo>
                  <a:lnTo>
                    <a:pt x="477626" y="241352"/>
                  </a:lnTo>
                  <a:lnTo>
                    <a:pt x="477626" y="3808"/>
                  </a:lnTo>
                  <a:lnTo>
                    <a:pt x="241352" y="3808"/>
                  </a:lnTo>
                  <a:lnTo>
                    <a:pt x="241352" y="241352"/>
                  </a:lnTo>
                  <a:lnTo>
                    <a:pt x="3808" y="241352"/>
                  </a:lnTo>
                  <a:lnTo>
                    <a:pt x="3808" y="477626"/>
                  </a:lnTo>
                  <a:lnTo>
                    <a:pt x="241352" y="477626"/>
                  </a:lnTo>
                  <a:lnTo>
                    <a:pt x="241352" y="715169"/>
                  </a:lnTo>
                  <a:lnTo>
                    <a:pt x="477626" y="715169"/>
                  </a:lnTo>
                  <a:lnTo>
                    <a:pt x="477626" y="477626"/>
                  </a:lnTo>
                  <a:lnTo>
                    <a:pt x="715170" y="477626"/>
                  </a:lnTo>
                  <a:lnTo>
                    <a:pt x="715170" y="241352"/>
                  </a:lnTo>
                  <a:close/>
                </a:path>
              </a:pathLst>
            </a:custGeom>
            <a:solidFill>
              <a:schemeClr val="bg1">
                <a:alpha val="6000"/>
              </a:schemeClr>
            </a:solidFill>
            <a:ln w="9525" cap="flat">
              <a:noFill/>
              <a:prstDash val="solid"/>
              <a:miter/>
            </a:ln>
          </p:spPr>
          <p:txBody>
            <a:bodyPr rtlCol="0" anchor="ctr"/>
            <a:lstStyle/>
            <a:p>
              <a:endParaRPr lang="en-US"/>
            </a:p>
          </p:txBody>
        </p:sp>
        <p:sp>
          <p:nvSpPr>
            <p:cNvPr id="494" name="Freeform: Shape 493">
              <a:extLst>
                <a:ext uri="{FF2B5EF4-FFF2-40B4-BE49-F238E27FC236}">
                  <a16:creationId xmlns:a16="http://schemas.microsoft.com/office/drawing/2014/main" id="{7FF4FF54-32DC-40F2-AC06-DA7111625225}"/>
                </a:ext>
              </a:extLst>
            </p:cNvPr>
            <p:cNvSpPr/>
            <p:nvPr/>
          </p:nvSpPr>
          <p:spPr>
            <a:xfrm>
              <a:off x="11602052" y="3532030"/>
              <a:ext cx="269128" cy="269128"/>
            </a:xfrm>
            <a:custGeom>
              <a:avLst/>
              <a:gdLst>
                <a:gd name="connsiteX0" fmla="*/ 268011 w 269127"/>
                <a:gd name="connsiteY0" fmla="*/ 92011 h 269127"/>
                <a:gd name="connsiteX1" fmla="*/ 179807 w 269127"/>
                <a:gd name="connsiteY1" fmla="*/ 92011 h 269127"/>
                <a:gd name="connsiteX2" fmla="*/ 179807 w 269127"/>
                <a:gd name="connsiteY2" fmla="*/ 3808 h 269127"/>
                <a:gd name="connsiteX3" fmla="*/ 92011 w 269127"/>
                <a:gd name="connsiteY3" fmla="*/ 3808 h 269127"/>
                <a:gd name="connsiteX4" fmla="*/ 92011 w 269127"/>
                <a:gd name="connsiteY4" fmla="*/ 92011 h 269127"/>
                <a:gd name="connsiteX5" fmla="*/ 3808 w 269127"/>
                <a:gd name="connsiteY5" fmla="*/ 92011 h 269127"/>
                <a:gd name="connsiteX6" fmla="*/ 3808 w 269127"/>
                <a:gd name="connsiteY6" fmla="*/ 179808 h 269127"/>
                <a:gd name="connsiteX7" fmla="*/ 92011 w 269127"/>
                <a:gd name="connsiteY7" fmla="*/ 179808 h 269127"/>
                <a:gd name="connsiteX8" fmla="*/ 92011 w 269127"/>
                <a:gd name="connsiteY8" fmla="*/ 268011 h 269127"/>
                <a:gd name="connsiteX9" fmla="*/ 179807 w 269127"/>
                <a:gd name="connsiteY9" fmla="*/ 268011 h 269127"/>
                <a:gd name="connsiteX10" fmla="*/ 179807 w 269127"/>
                <a:gd name="connsiteY10" fmla="*/ 179808 h 269127"/>
                <a:gd name="connsiteX11" fmla="*/ 268011 w 269127"/>
                <a:gd name="connsiteY11" fmla="*/ 179808 h 269127"/>
                <a:gd name="connsiteX12" fmla="*/ 268011 w 269127"/>
                <a:gd name="connsiteY12" fmla="*/ 92011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8011" y="92011"/>
                  </a:moveTo>
                  <a:lnTo>
                    <a:pt x="179807" y="92011"/>
                  </a:lnTo>
                  <a:lnTo>
                    <a:pt x="179807" y="3808"/>
                  </a:lnTo>
                  <a:lnTo>
                    <a:pt x="92011" y="3808"/>
                  </a:lnTo>
                  <a:lnTo>
                    <a:pt x="92011" y="92011"/>
                  </a:lnTo>
                  <a:lnTo>
                    <a:pt x="3808" y="92011"/>
                  </a:lnTo>
                  <a:lnTo>
                    <a:pt x="3808" y="179808"/>
                  </a:lnTo>
                  <a:lnTo>
                    <a:pt x="92011" y="179808"/>
                  </a:lnTo>
                  <a:lnTo>
                    <a:pt x="92011" y="268011"/>
                  </a:lnTo>
                  <a:lnTo>
                    <a:pt x="179807" y="268011"/>
                  </a:lnTo>
                  <a:lnTo>
                    <a:pt x="179807" y="179808"/>
                  </a:lnTo>
                  <a:lnTo>
                    <a:pt x="268011" y="179808"/>
                  </a:lnTo>
                  <a:lnTo>
                    <a:pt x="268011" y="92011"/>
                  </a:lnTo>
                  <a:close/>
                </a:path>
              </a:pathLst>
            </a:custGeom>
            <a:solidFill>
              <a:schemeClr val="bg1">
                <a:alpha val="6000"/>
              </a:schemeClr>
            </a:solidFill>
            <a:ln w="9525" cap="flat">
              <a:noFill/>
              <a:prstDash val="solid"/>
              <a:miter/>
            </a:ln>
          </p:spPr>
          <p:txBody>
            <a:bodyPr rtlCol="0" anchor="ctr"/>
            <a:lstStyle/>
            <a:p>
              <a:endParaRPr lang="en-US"/>
            </a:p>
          </p:txBody>
        </p:sp>
        <p:sp>
          <p:nvSpPr>
            <p:cNvPr id="495" name="Freeform: Shape 494">
              <a:extLst>
                <a:ext uri="{FF2B5EF4-FFF2-40B4-BE49-F238E27FC236}">
                  <a16:creationId xmlns:a16="http://schemas.microsoft.com/office/drawing/2014/main" id="{C8365EE3-DF6D-4356-80B5-B1D6470192B0}"/>
                </a:ext>
              </a:extLst>
            </p:cNvPr>
            <p:cNvSpPr/>
            <p:nvPr/>
          </p:nvSpPr>
          <p:spPr>
            <a:xfrm>
              <a:off x="8608689" y="1161267"/>
              <a:ext cx="1630001" cy="1630001"/>
            </a:xfrm>
            <a:custGeom>
              <a:avLst/>
              <a:gdLst>
                <a:gd name="connsiteX0" fmla="*/ 1630864 w 1630000"/>
                <a:gd name="connsiteY0" fmla="*/ 547091 h 1630000"/>
                <a:gd name="connsiteX1" fmla="*/ 1087582 w 1630000"/>
                <a:gd name="connsiteY1" fmla="*/ 547091 h 1630000"/>
                <a:gd name="connsiteX2" fmla="*/ 1087582 w 1630000"/>
                <a:gd name="connsiteY2" fmla="*/ 3808 h 1630000"/>
                <a:gd name="connsiteX3" fmla="*/ 547091 w 1630000"/>
                <a:gd name="connsiteY3" fmla="*/ 3808 h 1630000"/>
                <a:gd name="connsiteX4" fmla="*/ 547091 w 1630000"/>
                <a:gd name="connsiteY4" fmla="*/ 547091 h 1630000"/>
                <a:gd name="connsiteX5" fmla="*/ 3808 w 1630000"/>
                <a:gd name="connsiteY5" fmla="*/ 547091 h 1630000"/>
                <a:gd name="connsiteX6" fmla="*/ 3808 w 1630000"/>
                <a:gd name="connsiteY6" fmla="*/ 1087581 h 1630000"/>
                <a:gd name="connsiteX7" fmla="*/ 547091 w 1630000"/>
                <a:gd name="connsiteY7" fmla="*/ 1087581 h 1630000"/>
                <a:gd name="connsiteX8" fmla="*/ 547091 w 1630000"/>
                <a:gd name="connsiteY8" fmla="*/ 1630864 h 1630000"/>
                <a:gd name="connsiteX9" fmla="*/ 1087582 w 1630000"/>
                <a:gd name="connsiteY9" fmla="*/ 1630864 h 1630000"/>
                <a:gd name="connsiteX10" fmla="*/ 1087582 w 1630000"/>
                <a:gd name="connsiteY10" fmla="*/ 1087581 h 1630000"/>
                <a:gd name="connsiteX11" fmla="*/ 1630864 w 1630000"/>
                <a:gd name="connsiteY11" fmla="*/ 1087581 h 1630000"/>
                <a:gd name="connsiteX12" fmla="*/ 1630864 w 1630000"/>
                <a:gd name="connsiteY12" fmla="*/ 547091 h 163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000" h="1630000">
                  <a:moveTo>
                    <a:pt x="1630864" y="547091"/>
                  </a:moveTo>
                  <a:lnTo>
                    <a:pt x="1087582" y="547091"/>
                  </a:lnTo>
                  <a:lnTo>
                    <a:pt x="1087582" y="3808"/>
                  </a:lnTo>
                  <a:lnTo>
                    <a:pt x="547091" y="3808"/>
                  </a:lnTo>
                  <a:lnTo>
                    <a:pt x="547091" y="547091"/>
                  </a:lnTo>
                  <a:lnTo>
                    <a:pt x="3808" y="547091"/>
                  </a:lnTo>
                  <a:lnTo>
                    <a:pt x="3808" y="1087581"/>
                  </a:lnTo>
                  <a:lnTo>
                    <a:pt x="547091" y="1087581"/>
                  </a:lnTo>
                  <a:lnTo>
                    <a:pt x="547091" y="1630864"/>
                  </a:lnTo>
                  <a:lnTo>
                    <a:pt x="1087582" y="1630864"/>
                  </a:lnTo>
                  <a:lnTo>
                    <a:pt x="1087582" y="1087581"/>
                  </a:lnTo>
                  <a:lnTo>
                    <a:pt x="1630864" y="1087581"/>
                  </a:lnTo>
                  <a:lnTo>
                    <a:pt x="1630864" y="547091"/>
                  </a:lnTo>
                  <a:close/>
                </a:path>
              </a:pathLst>
            </a:custGeom>
            <a:solidFill>
              <a:schemeClr val="bg1">
                <a:alpha val="6000"/>
              </a:schemeClr>
            </a:solidFill>
            <a:ln w="9525" cap="flat">
              <a:noFill/>
              <a:prstDash val="solid"/>
              <a:miter/>
            </a:ln>
          </p:spPr>
          <p:txBody>
            <a:bodyPr rtlCol="0" anchor="ctr"/>
            <a:lstStyle/>
            <a:p>
              <a:endParaRPr lang="en-US" dirty="0"/>
            </a:p>
          </p:txBody>
        </p:sp>
        <p:grpSp>
          <p:nvGrpSpPr>
            <p:cNvPr id="496" name="Group 495">
              <a:extLst>
                <a:ext uri="{FF2B5EF4-FFF2-40B4-BE49-F238E27FC236}">
                  <a16:creationId xmlns:a16="http://schemas.microsoft.com/office/drawing/2014/main" id="{BAB43629-1506-4122-A391-74A40ED37D34}"/>
                </a:ext>
              </a:extLst>
            </p:cNvPr>
            <p:cNvGrpSpPr/>
            <p:nvPr/>
          </p:nvGrpSpPr>
          <p:grpSpPr>
            <a:xfrm>
              <a:off x="2403515" y="1010099"/>
              <a:ext cx="8232063" cy="5494271"/>
              <a:chOff x="2403515" y="1010099"/>
              <a:chExt cx="8232063" cy="5494271"/>
            </a:xfrm>
          </p:grpSpPr>
          <p:sp>
            <p:nvSpPr>
              <p:cNvPr id="497" name="Freeform: Shape 496">
                <a:extLst>
                  <a:ext uri="{FF2B5EF4-FFF2-40B4-BE49-F238E27FC236}">
                    <a16:creationId xmlns:a16="http://schemas.microsoft.com/office/drawing/2014/main" id="{E5121A51-C31F-46FB-B641-C0B348AE6013}"/>
                  </a:ext>
                </a:extLst>
              </p:cNvPr>
              <p:cNvSpPr/>
              <p:nvPr/>
            </p:nvSpPr>
            <p:spPr>
              <a:xfrm>
                <a:off x="4789816" y="5168886"/>
                <a:ext cx="1335484" cy="1335484"/>
              </a:xfrm>
              <a:custGeom>
                <a:avLst/>
                <a:gdLst>
                  <a:gd name="connsiteX0" fmla="*/ 1336651 w 1335483"/>
                  <a:gd name="connsiteY0" fmla="*/ 448885 h 1335483"/>
                  <a:gd name="connsiteX1" fmla="*/ 891626 w 1335483"/>
                  <a:gd name="connsiteY1" fmla="*/ 448885 h 1335483"/>
                  <a:gd name="connsiteX2" fmla="*/ 891626 w 1335483"/>
                  <a:gd name="connsiteY2" fmla="*/ 3808 h 1335483"/>
                  <a:gd name="connsiteX3" fmla="*/ 448834 w 1335483"/>
                  <a:gd name="connsiteY3" fmla="*/ 3808 h 1335483"/>
                  <a:gd name="connsiteX4" fmla="*/ 448834 w 1335483"/>
                  <a:gd name="connsiteY4" fmla="*/ 448885 h 1335483"/>
                  <a:gd name="connsiteX5" fmla="*/ 3808 w 1335483"/>
                  <a:gd name="connsiteY5" fmla="*/ 448885 h 1335483"/>
                  <a:gd name="connsiteX6" fmla="*/ 3808 w 1335483"/>
                  <a:gd name="connsiteY6" fmla="*/ 891626 h 1335483"/>
                  <a:gd name="connsiteX7" fmla="*/ 448834 w 1335483"/>
                  <a:gd name="connsiteY7" fmla="*/ 891626 h 1335483"/>
                  <a:gd name="connsiteX8" fmla="*/ 448834 w 1335483"/>
                  <a:gd name="connsiteY8" fmla="*/ 1336702 h 1335483"/>
                  <a:gd name="connsiteX9" fmla="*/ 891626 w 1335483"/>
                  <a:gd name="connsiteY9" fmla="*/ 1336702 h 1335483"/>
                  <a:gd name="connsiteX10" fmla="*/ 891626 w 1335483"/>
                  <a:gd name="connsiteY10" fmla="*/ 891626 h 1335483"/>
                  <a:gd name="connsiteX11" fmla="*/ 1336651 w 1335483"/>
                  <a:gd name="connsiteY11" fmla="*/ 891626 h 1335483"/>
                  <a:gd name="connsiteX12" fmla="*/ 1336651 w 1335483"/>
                  <a:gd name="connsiteY12" fmla="*/ 448885 h 1335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5483" h="1335483">
                    <a:moveTo>
                      <a:pt x="1336651" y="448885"/>
                    </a:moveTo>
                    <a:lnTo>
                      <a:pt x="891626" y="448885"/>
                    </a:lnTo>
                    <a:lnTo>
                      <a:pt x="891626" y="3808"/>
                    </a:lnTo>
                    <a:lnTo>
                      <a:pt x="448834" y="3808"/>
                    </a:lnTo>
                    <a:lnTo>
                      <a:pt x="448834" y="448885"/>
                    </a:lnTo>
                    <a:lnTo>
                      <a:pt x="3808" y="448885"/>
                    </a:lnTo>
                    <a:lnTo>
                      <a:pt x="3808" y="891626"/>
                    </a:lnTo>
                    <a:lnTo>
                      <a:pt x="448834" y="891626"/>
                    </a:lnTo>
                    <a:lnTo>
                      <a:pt x="448834" y="1336702"/>
                    </a:lnTo>
                    <a:lnTo>
                      <a:pt x="891626" y="1336702"/>
                    </a:lnTo>
                    <a:lnTo>
                      <a:pt x="891626" y="891626"/>
                    </a:lnTo>
                    <a:lnTo>
                      <a:pt x="1336651" y="891626"/>
                    </a:lnTo>
                    <a:lnTo>
                      <a:pt x="1336651" y="448885"/>
                    </a:lnTo>
                    <a:close/>
                  </a:path>
                </a:pathLst>
              </a:custGeom>
              <a:solidFill>
                <a:schemeClr val="bg1">
                  <a:alpha val="27000"/>
                </a:schemeClr>
              </a:solidFill>
              <a:ln w="9525" cap="flat">
                <a:noFill/>
                <a:prstDash val="solid"/>
                <a:miter/>
              </a:ln>
            </p:spPr>
            <p:txBody>
              <a:bodyPr rtlCol="0" anchor="ctr"/>
              <a:lstStyle/>
              <a:p>
                <a:endParaRPr lang="en-US"/>
              </a:p>
            </p:txBody>
          </p:sp>
          <p:sp>
            <p:nvSpPr>
              <p:cNvPr id="498" name="Freeform: Shape 497">
                <a:extLst>
                  <a:ext uri="{FF2B5EF4-FFF2-40B4-BE49-F238E27FC236}">
                    <a16:creationId xmlns:a16="http://schemas.microsoft.com/office/drawing/2014/main" id="{A92527BB-D613-4370-9648-A74F1B3475A1}"/>
                  </a:ext>
                </a:extLst>
              </p:cNvPr>
              <p:cNvSpPr/>
              <p:nvPr/>
            </p:nvSpPr>
            <p:spPr>
              <a:xfrm>
                <a:off x="10183646" y="1010099"/>
                <a:ext cx="451932" cy="451932"/>
              </a:xfrm>
              <a:custGeom>
                <a:avLst/>
                <a:gdLst>
                  <a:gd name="connsiteX0" fmla="*/ 451272 w 451931"/>
                  <a:gd name="connsiteY0" fmla="*/ 153200 h 451931"/>
                  <a:gd name="connsiteX1" fmla="*/ 301829 w 451931"/>
                  <a:gd name="connsiteY1" fmla="*/ 153200 h 451931"/>
                  <a:gd name="connsiteX2" fmla="*/ 301829 w 451931"/>
                  <a:gd name="connsiteY2" fmla="*/ 3808 h 451931"/>
                  <a:gd name="connsiteX3" fmla="*/ 153200 w 451931"/>
                  <a:gd name="connsiteY3" fmla="*/ 3808 h 451931"/>
                  <a:gd name="connsiteX4" fmla="*/ 153200 w 451931"/>
                  <a:gd name="connsiteY4" fmla="*/ 153200 h 451931"/>
                  <a:gd name="connsiteX5" fmla="*/ 3808 w 451931"/>
                  <a:gd name="connsiteY5" fmla="*/ 153200 h 451931"/>
                  <a:gd name="connsiteX6" fmla="*/ 3808 w 451931"/>
                  <a:gd name="connsiteY6" fmla="*/ 301829 h 451931"/>
                  <a:gd name="connsiteX7" fmla="*/ 153200 w 451931"/>
                  <a:gd name="connsiteY7" fmla="*/ 301829 h 451931"/>
                  <a:gd name="connsiteX8" fmla="*/ 153200 w 451931"/>
                  <a:gd name="connsiteY8" fmla="*/ 451272 h 451931"/>
                  <a:gd name="connsiteX9" fmla="*/ 301829 w 451931"/>
                  <a:gd name="connsiteY9" fmla="*/ 451272 h 451931"/>
                  <a:gd name="connsiteX10" fmla="*/ 301829 w 451931"/>
                  <a:gd name="connsiteY10" fmla="*/ 301829 h 451931"/>
                  <a:gd name="connsiteX11" fmla="*/ 451272 w 451931"/>
                  <a:gd name="connsiteY11" fmla="*/ 301829 h 451931"/>
                  <a:gd name="connsiteX12" fmla="*/ 451272 w 451931"/>
                  <a:gd name="connsiteY12" fmla="*/ 153200 h 45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1931" h="451931">
                    <a:moveTo>
                      <a:pt x="451272" y="153200"/>
                    </a:moveTo>
                    <a:lnTo>
                      <a:pt x="301829" y="153200"/>
                    </a:lnTo>
                    <a:lnTo>
                      <a:pt x="301829" y="3808"/>
                    </a:lnTo>
                    <a:lnTo>
                      <a:pt x="153200" y="3808"/>
                    </a:lnTo>
                    <a:lnTo>
                      <a:pt x="153200" y="153200"/>
                    </a:lnTo>
                    <a:lnTo>
                      <a:pt x="3808" y="153200"/>
                    </a:lnTo>
                    <a:lnTo>
                      <a:pt x="3808" y="301829"/>
                    </a:lnTo>
                    <a:lnTo>
                      <a:pt x="153200" y="301829"/>
                    </a:lnTo>
                    <a:lnTo>
                      <a:pt x="153200" y="451272"/>
                    </a:lnTo>
                    <a:lnTo>
                      <a:pt x="301829" y="451272"/>
                    </a:lnTo>
                    <a:lnTo>
                      <a:pt x="301829" y="301829"/>
                    </a:lnTo>
                    <a:lnTo>
                      <a:pt x="451272" y="301829"/>
                    </a:lnTo>
                    <a:lnTo>
                      <a:pt x="451272" y="153200"/>
                    </a:lnTo>
                    <a:close/>
                  </a:path>
                </a:pathLst>
              </a:custGeom>
              <a:solidFill>
                <a:schemeClr val="bg1">
                  <a:alpha val="19000"/>
                </a:schemeClr>
              </a:solidFill>
              <a:ln w="9525" cap="flat">
                <a:noFill/>
                <a:prstDash val="solid"/>
                <a:miter/>
              </a:ln>
            </p:spPr>
            <p:txBody>
              <a:bodyPr rtlCol="0" anchor="ctr"/>
              <a:lstStyle/>
              <a:p>
                <a:endParaRPr lang="en-US"/>
              </a:p>
            </p:txBody>
          </p:sp>
          <p:sp>
            <p:nvSpPr>
              <p:cNvPr id="499" name="Freeform: Shape 498">
                <a:extLst>
                  <a:ext uri="{FF2B5EF4-FFF2-40B4-BE49-F238E27FC236}">
                    <a16:creationId xmlns:a16="http://schemas.microsoft.com/office/drawing/2014/main" id="{4C988345-1C42-4438-AED7-5D98D027B9A1}"/>
                  </a:ext>
                </a:extLst>
              </p:cNvPr>
              <p:cNvSpPr/>
              <p:nvPr/>
            </p:nvSpPr>
            <p:spPr>
              <a:xfrm>
                <a:off x="2403515" y="4607576"/>
                <a:ext cx="1142524" cy="1142524"/>
              </a:xfrm>
              <a:custGeom>
                <a:avLst/>
                <a:gdLst>
                  <a:gd name="connsiteX0" fmla="*/ 1139681 w 1142523"/>
                  <a:gd name="connsiteY0" fmla="*/ 383076 h 1142523"/>
                  <a:gd name="connsiteX1" fmla="*/ 760413 w 1142523"/>
                  <a:gd name="connsiteY1" fmla="*/ 383076 h 1142523"/>
                  <a:gd name="connsiteX2" fmla="*/ 760413 w 1142523"/>
                  <a:gd name="connsiteY2" fmla="*/ 3808 h 1142523"/>
                  <a:gd name="connsiteX3" fmla="*/ 383076 w 1142523"/>
                  <a:gd name="connsiteY3" fmla="*/ 3808 h 1142523"/>
                  <a:gd name="connsiteX4" fmla="*/ 383076 w 1142523"/>
                  <a:gd name="connsiteY4" fmla="*/ 383076 h 1142523"/>
                  <a:gd name="connsiteX5" fmla="*/ 3808 w 1142523"/>
                  <a:gd name="connsiteY5" fmla="*/ 383076 h 1142523"/>
                  <a:gd name="connsiteX6" fmla="*/ 3808 w 1142523"/>
                  <a:gd name="connsiteY6" fmla="*/ 760413 h 1142523"/>
                  <a:gd name="connsiteX7" fmla="*/ 383076 w 1142523"/>
                  <a:gd name="connsiteY7" fmla="*/ 760413 h 1142523"/>
                  <a:gd name="connsiteX8" fmla="*/ 383076 w 1142523"/>
                  <a:gd name="connsiteY8" fmla="*/ 1139681 h 1142523"/>
                  <a:gd name="connsiteX9" fmla="*/ 760413 w 1142523"/>
                  <a:gd name="connsiteY9" fmla="*/ 1139681 h 1142523"/>
                  <a:gd name="connsiteX10" fmla="*/ 760413 w 1142523"/>
                  <a:gd name="connsiteY10" fmla="*/ 760413 h 1142523"/>
                  <a:gd name="connsiteX11" fmla="*/ 1139681 w 1142523"/>
                  <a:gd name="connsiteY11" fmla="*/ 760413 h 1142523"/>
                  <a:gd name="connsiteX12" fmla="*/ 1139681 w 1142523"/>
                  <a:gd name="connsiteY12" fmla="*/ 383076 h 1142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2523" h="1142523">
                    <a:moveTo>
                      <a:pt x="1139681" y="383076"/>
                    </a:moveTo>
                    <a:lnTo>
                      <a:pt x="760413" y="383076"/>
                    </a:lnTo>
                    <a:lnTo>
                      <a:pt x="760413" y="3808"/>
                    </a:lnTo>
                    <a:lnTo>
                      <a:pt x="383076" y="3808"/>
                    </a:lnTo>
                    <a:lnTo>
                      <a:pt x="383076" y="383076"/>
                    </a:lnTo>
                    <a:lnTo>
                      <a:pt x="3808" y="383076"/>
                    </a:lnTo>
                    <a:lnTo>
                      <a:pt x="3808" y="760413"/>
                    </a:lnTo>
                    <a:lnTo>
                      <a:pt x="383076" y="760413"/>
                    </a:lnTo>
                    <a:lnTo>
                      <a:pt x="383076" y="1139681"/>
                    </a:lnTo>
                    <a:lnTo>
                      <a:pt x="760413" y="1139681"/>
                    </a:lnTo>
                    <a:lnTo>
                      <a:pt x="760413" y="760413"/>
                    </a:lnTo>
                    <a:lnTo>
                      <a:pt x="1139681" y="760413"/>
                    </a:lnTo>
                    <a:lnTo>
                      <a:pt x="1139681" y="383076"/>
                    </a:lnTo>
                    <a:close/>
                  </a:path>
                </a:pathLst>
              </a:custGeom>
              <a:solidFill>
                <a:schemeClr val="bg1">
                  <a:alpha val="17000"/>
                </a:schemeClr>
              </a:solidFill>
              <a:ln w="9525" cap="flat">
                <a:noFill/>
                <a:prstDash val="solid"/>
                <a:miter/>
              </a:ln>
            </p:spPr>
            <p:txBody>
              <a:bodyPr rtlCol="0" anchor="ctr"/>
              <a:lstStyle/>
              <a:p>
                <a:endParaRPr lang="en-US"/>
              </a:p>
            </p:txBody>
          </p:sp>
          <p:sp>
            <p:nvSpPr>
              <p:cNvPr id="500" name="Freeform: Shape 499">
                <a:extLst>
                  <a:ext uri="{FF2B5EF4-FFF2-40B4-BE49-F238E27FC236}">
                    <a16:creationId xmlns:a16="http://schemas.microsoft.com/office/drawing/2014/main" id="{F33D04F7-9986-42DC-984A-770C686E2E55}"/>
                  </a:ext>
                </a:extLst>
              </p:cNvPr>
              <p:cNvSpPr/>
              <p:nvPr/>
            </p:nvSpPr>
            <p:spPr>
              <a:xfrm>
                <a:off x="5833524" y="2327454"/>
                <a:ext cx="2158101" cy="2158101"/>
              </a:xfrm>
              <a:custGeom>
                <a:avLst/>
                <a:gdLst>
                  <a:gd name="connsiteX0" fmla="*/ 2158964 w 2158100"/>
                  <a:gd name="connsiteY0" fmla="*/ 723446 h 2158100"/>
                  <a:gd name="connsiteX1" fmla="*/ 1439326 w 2158100"/>
                  <a:gd name="connsiteY1" fmla="*/ 723446 h 2158100"/>
                  <a:gd name="connsiteX2" fmla="*/ 1439326 w 2158100"/>
                  <a:gd name="connsiteY2" fmla="*/ 3808 h 2158100"/>
                  <a:gd name="connsiteX3" fmla="*/ 723446 w 2158100"/>
                  <a:gd name="connsiteY3" fmla="*/ 3808 h 2158100"/>
                  <a:gd name="connsiteX4" fmla="*/ 723446 w 2158100"/>
                  <a:gd name="connsiteY4" fmla="*/ 723446 h 2158100"/>
                  <a:gd name="connsiteX5" fmla="*/ 3808 w 2158100"/>
                  <a:gd name="connsiteY5" fmla="*/ 723446 h 2158100"/>
                  <a:gd name="connsiteX6" fmla="*/ 3808 w 2158100"/>
                  <a:gd name="connsiteY6" fmla="*/ 1439326 h 2158100"/>
                  <a:gd name="connsiteX7" fmla="*/ 723446 w 2158100"/>
                  <a:gd name="connsiteY7" fmla="*/ 1439326 h 2158100"/>
                  <a:gd name="connsiteX8" fmla="*/ 723446 w 2158100"/>
                  <a:gd name="connsiteY8" fmla="*/ 2159015 h 2158100"/>
                  <a:gd name="connsiteX9" fmla="*/ 1439326 w 2158100"/>
                  <a:gd name="connsiteY9" fmla="*/ 2159015 h 2158100"/>
                  <a:gd name="connsiteX10" fmla="*/ 1439326 w 2158100"/>
                  <a:gd name="connsiteY10" fmla="*/ 1439326 h 2158100"/>
                  <a:gd name="connsiteX11" fmla="*/ 2158964 w 2158100"/>
                  <a:gd name="connsiteY11" fmla="*/ 1439326 h 2158100"/>
                  <a:gd name="connsiteX12" fmla="*/ 2158964 w 2158100"/>
                  <a:gd name="connsiteY12" fmla="*/ 723446 h 215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8100" h="2158100">
                    <a:moveTo>
                      <a:pt x="2158964" y="723446"/>
                    </a:moveTo>
                    <a:lnTo>
                      <a:pt x="1439326" y="723446"/>
                    </a:lnTo>
                    <a:lnTo>
                      <a:pt x="1439326" y="3808"/>
                    </a:lnTo>
                    <a:lnTo>
                      <a:pt x="723446" y="3808"/>
                    </a:lnTo>
                    <a:lnTo>
                      <a:pt x="723446" y="723446"/>
                    </a:lnTo>
                    <a:lnTo>
                      <a:pt x="3808" y="723446"/>
                    </a:lnTo>
                    <a:lnTo>
                      <a:pt x="3808" y="1439326"/>
                    </a:lnTo>
                    <a:lnTo>
                      <a:pt x="723446" y="1439326"/>
                    </a:lnTo>
                    <a:lnTo>
                      <a:pt x="723446" y="2159015"/>
                    </a:lnTo>
                    <a:lnTo>
                      <a:pt x="1439326" y="2159015"/>
                    </a:lnTo>
                    <a:lnTo>
                      <a:pt x="1439326" y="1439326"/>
                    </a:lnTo>
                    <a:lnTo>
                      <a:pt x="2158964" y="1439326"/>
                    </a:lnTo>
                    <a:lnTo>
                      <a:pt x="2158964" y="723446"/>
                    </a:lnTo>
                    <a:close/>
                  </a:path>
                </a:pathLst>
              </a:custGeom>
              <a:solidFill>
                <a:schemeClr val="bg1">
                  <a:alpha val="30000"/>
                </a:schemeClr>
              </a:solidFill>
              <a:ln w="9525" cap="flat">
                <a:noFill/>
                <a:prstDash val="solid"/>
                <a:miter/>
              </a:ln>
            </p:spPr>
            <p:txBody>
              <a:bodyPr rtlCol="0" anchor="ctr"/>
              <a:lstStyle/>
              <a:p>
                <a:endParaRPr lang="en-US"/>
              </a:p>
            </p:txBody>
          </p:sp>
        </p:grpSp>
      </p:grpSp>
      <p:sp>
        <p:nvSpPr>
          <p:cNvPr id="2" name="Rectangle 1">
            <a:extLst>
              <a:ext uri="{FF2B5EF4-FFF2-40B4-BE49-F238E27FC236}">
                <a16:creationId xmlns:a16="http://schemas.microsoft.com/office/drawing/2014/main" id="{D1F5D632-C815-404A-AEE4-83209A0656DB}"/>
              </a:ext>
            </a:extLst>
          </p:cNvPr>
          <p:cNvSpPr/>
          <p:nvPr/>
        </p:nvSpPr>
        <p:spPr>
          <a:xfrm>
            <a:off x="1" y="221323"/>
            <a:ext cx="12192000" cy="641472"/>
          </a:xfrm>
          <a:prstGeom prst="rect">
            <a:avLst/>
          </a:prstGeom>
          <a:solidFill>
            <a:schemeClr val="bg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0B723D77-3A82-4F5A-ADCE-FC084D18A00C}"/>
              </a:ext>
            </a:extLst>
          </p:cNvPr>
          <p:cNvGrpSpPr/>
          <p:nvPr/>
        </p:nvGrpSpPr>
        <p:grpSpPr>
          <a:xfrm>
            <a:off x="11046546" y="269723"/>
            <a:ext cx="942696" cy="503396"/>
            <a:chOff x="10971702" y="243966"/>
            <a:chExt cx="990783" cy="523835"/>
          </a:xfrm>
        </p:grpSpPr>
        <p:sp>
          <p:nvSpPr>
            <p:cNvPr id="120" name="Freeform: Shape 119">
              <a:extLst>
                <a:ext uri="{FF2B5EF4-FFF2-40B4-BE49-F238E27FC236}">
                  <a16:creationId xmlns:a16="http://schemas.microsoft.com/office/drawing/2014/main" id="{5A1EB76F-80D1-47F3-AED0-A4C15DC4FB4B}"/>
                </a:ext>
              </a:extLst>
            </p:cNvPr>
            <p:cNvSpPr/>
            <p:nvPr/>
          </p:nvSpPr>
          <p:spPr>
            <a:xfrm>
              <a:off x="10971702" y="243966"/>
              <a:ext cx="379328" cy="523835"/>
            </a:xfrm>
            <a:custGeom>
              <a:avLst/>
              <a:gdLst>
                <a:gd name="connsiteX0" fmla="*/ 177742 w 200025"/>
                <a:gd name="connsiteY0" fmla="*/ 93536 h 276225"/>
                <a:gd name="connsiteX1" fmla="*/ 165265 w 200025"/>
                <a:gd name="connsiteY1" fmla="*/ 93536 h 276225"/>
                <a:gd name="connsiteX2" fmla="*/ 179171 w 200025"/>
                <a:gd name="connsiteY2" fmla="*/ 52674 h 276225"/>
                <a:gd name="connsiteX3" fmla="*/ 196602 w 200025"/>
                <a:gd name="connsiteY3" fmla="*/ 30290 h 276225"/>
                <a:gd name="connsiteX4" fmla="*/ 173457 w 200025"/>
                <a:gd name="connsiteY4" fmla="*/ 7144 h 276225"/>
                <a:gd name="connsiteX5" fmla="*/ 173266 w 200025"/>
                <a:gd name="connsiteY5" fmla="*/ 7145 h 276225"/>
                <a:gd name="connsiteX6" fmla="*/ 150120 w 200025"/>
                <a:gd name="connsiteY6" fmla="*/ 30290 h 276225"/>
                <a:gd name="connsiteX7" fmla="*/ 154216 w 200025"/>
                <a:gd name="connsiteY7" fmla="*/ 42768 h 276225"/>
                <a:gd name="connsiteX8" fmla="*/ 136975 w 200025"/>
                <a:gd name="connsiteY8" fmla="*/ 93536 h 276225"/>
                <a:gd name="connsiteX9" fmla="*/ 19913 w 200025"/>
                <a:gd name="connsiteY9" fmla="*/ 93536 h 276225"/>
                <a:gd name="connsiteX10" fmla="*/ 7150 w 200025"/>
                <a:gd name="connsiteY10" fmla="*/ 106395 h 276225"/>
                <a:gd name="connsiteX11" fmla="*/ 7150 w 200025"/>
                <a:gd name="connsiteY11" fmla="*/ 107824 h 276225"/>
                <a:gd name="connsiteX12" fmla="*/ 19913 w 200025"/>
                <a:gd name="connsiteY12" fmla="*/ 120587 h 276225"/>
                <a:gd name="connsiteX13" fmla="*/ 25723 w 200025"/>
                <a:gd name="connsiteY13" fmla="*/ 120587 h 276225"/>
                <a:gd name="connsiteX14" fmla="*/ 25723 w 200025"/>
                <a:gd name="connsiteY14" fmla="*/ 121254 h 276225"/>
                <a:gd name="connsiteX15" fmla="*/ 41154 w 200025"/>
                <a:gd name="connsiteY15" fmla="*/ 184595 h 276225"/>
                <a:gd name="connsiteX16" fmla="*/ 25723 w 200025"/>
                <a:gd name="connsiteY16" fmla="*/ 247841 h 276225"/>
                <a:gd name="connsiteX17" fmla="*/ 25723 w 200025"/>
                <a:gd name="connsiteY17" fmla="*/ 248508 h 276225"/>
                <a:gd name="connsiteX18" fmla="*/ 19913 w 200025"/>
                <a:gd name="connsiteY18" fmla="*/ 248508 h 276225"/>
                <a:gd name="connsiteX19" fmla="*/ 7150 w 200025"/>
                <a:gd name="connsiteY19" fmla="*/ 261272 h 276225"/>
                <a:gd name="connsiteX20" fmla="*/ 7150 w 200025"/>
                <a:gd name="connsiteY20" fmla="*/ 262796 h 276225"/>
                <a:gd name="connsiteX21" fmla="*/ 19526 w 200025"/>
                <a:gd name="connsiteY21" fmla="*/ 275934 h 276225"/>
                <a:gd name="connsiteX22" fmla="*/ 19913 w 200025"/>
                <a:gd name="connsiteY22" fmla="*/ 275940 h 276225"/>
                <a:gd name="connsiteX23" fmla="*/ 177742 w 200025"/>
                <a:gd name="connsiteY23" fmla="*/ 275940 h 276225"/>
                <a:gd name="connsiteX24" fmla="*/ 190506 w 200025"/>
                <a:gd name="connsiteY24" fmla="*/ 263177 h 276225"/>
                <a:gd name="connsiteX25" fmla="*/ 190506 w 200025"/>
                <a:gd name="connsiteY25" fmla="*/ 261653 h 276225"/>
                <a:gd name="connsiteX26" fmla="*/ 177742 w 200025"/>
                <a:gd name="connsiteY26" fmla="*/ 248889 h 276225"/>
                <a:gd name="connsiteX27" fmla="*/ 172027 w 200025"/>
                <a:gd name="connsiteY27" fmla="*/ 248889 h 276225"/>
                <a:gd name="connsiteX28" fmla="*/ 172027 w 200025"/>
                <a:gd name="connsiteY28" fmla="*/ 248222 h 276225"/>
                <a:gd name="connsiteX29" fmla="*/ 156597 w 200025"/>
                <a:gd name="connsiteY29" fmla="*/ 184976 h 276225"/>
                <a:gd name="connsiteX30" fmla="*/ 172027 w 200025"/>
                <a:gd name="connsiteY30" fmla="*/ 121635 h 276225"/>
                <a:gd name="connsiteX31" fmla="*/ 172027 w 200025"/>
                <a:gd name="connsiteY31" fmla="*/ 120968 h 276225"/>
                <a:gd name="connsiteX32" fmla="*/ 177742 w 200025"/>
                <a:gd name="connsiteY32" fmla="*/ 120968 h 276225"/>
                <a:gd name="connsiteX33" fmla="*/ 190506 w 200025"/>
                <a:gd name="connsiteY33" fmla="*/ 108205 h 276225"/>
                <a:gd name="connsiteX34" fmla="*/ 190506 w 200025"/>
                <a:gd name="connsiteY34" fmla="*/ 106776 h 276225"/>
                <a:gd name="connsiteX35" fmla="*/ 178034 w 200025"/>
                <a:gd name="connsiteY35" fmla="*/ 93542 h 276225"/>
                <a:gd name="connsiteX36" fmla="*/ 177742 w 200025"/>
                <a:gd name="connsiteY36" fmla="*/ 93536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0025" h="276225">
                  <a:moveTo>
                    <a:pt x="177742" y="93536"/>
                  </a:moveTo>
                  <a:lnTo>
                    <a:pt x="165265" y="93536"/>
                  </a:lnTo>
                  <a:lnTo>
                    <a:pt x="179171" y="52674"/>
                  </a:lnTo>
                  <a:cubicBezTo>
                    <a:pt x="189429" y="50095"/>
                    <a:pt x="196615" y="40867"/>
                    <a:pt x="196602" y="30290"/>
                  </a:cubicBezTo>
                  <a:cubicBezTo>
                    <a:pt x="196602" y="17507"/>
                    <a:pt x="186240" y="7144"/>
                    <a:pt x="173457" y="7144"/>
                  </a:cubicBezTo>
                  <a:cubicBezTo>
                    <a:pt x="173393" y="7144"/>
                    <a:pt x="173329" y="7144"/>
                    <a:pt x="173266" y="7145"/>
                  </a:cubicBezTo>
                  <a:cubicBezTo>
                    <a:pt x="160483" y="7145"/>
                    <a:pt x="150120" y="17507"/>
                    <a:pt x="150120" y="30290"/>
                  </a:cubicBezTo>
                  <a:cubicBezTo>
                    <a:pt x="150262" y="34756"/>
                    <a:pt x="151684" y="39087"/>
                    <a:pt x="154216" y="42768"/>
                  </a:cubicBezTo>
                  <a:lnTo>
                    <a:pt x="136975" y="93536"/>
                  </a:lnTo>
                  <a:lnTo>
                    <a:pt x="19913" y="93536"/>
                  </a:lnTo>
                  <a:cubicBezTo>
                    <a:pt x="12849" y="93589"/>
                    <a:pt x="7149" y="99330"/>
                    <a:pt x="7150" y="106395"/>
                  </a:cubicBezTo>
                  <a:lnTo>
                    <a:pt x="7150" y="107824"/>
                  </a:lnTo>
                  <a:cubicBezTo>
                    <a:pt x="7150" y="114873"/>
                    <a:pt x="12864" y="120587"/>
                    <a:pt x="19913" y="120587"/>
                  </a:cubicBezTo>
                  <a:lnTo>
                    <a:pt x="25723" y="120587"/>
                  </a:lnTo>
                  <a:lnTo>
                    <a:pt x="25723" y="121254"/>
                  </a:lnTo>
                  <a:cubicBezTo>
                    <a:pt x="36402" y="140622"/>
                    <a:pt x="41728" y="162486"/>
                    <a:pt x="41154" y="184595"/>
                  </a:cubicBezTo>
                  <a:cubicBezTo>
                    <a:pt x="41744" y="206676"/>
                    <a:pt x="36416" y="228513"/>
                    <a:pt x="25723" y="247841"/>
                  </a:cubicBezTo>
                  <a:lnTo>
                    <a:pt x="25723" y="248508"/>
                  </a:lnTo>
                  <a:lnTo>
                    <a:pt x="19913" y="248508"/>
                  </a:lnTo>
                  <a:cubicBezTo>
                    <a:pt x="12886" y="248560"/>
                    <a:pt x="7201" y="254244"/>
                    <a:pt x="7150" y="261272"/>
                  </a:cubicBezTo>
                  <a:lnTo>
                    <a:pt x="7150" y="262796"/>
                  </a:lnTo>
                  <a:cubicBezTo>
                    <a:pt x="6939" y="269841"/>
                    <a:pt x="12480" y="275724"/>
                    <a:pt x="19526" y="275934"/>
                  </a:cubicBezTo>
                  <a:cubicBezTo>
                    <a:pt x="19655" y="275938"/>
                    <a:pt x="19784" y="275940"/>
                    <a:pt x="19913" y="275940"/>
                  </a:cubicBezTo>
                  <a:lnTo>
                    <a:pt x="177742" y="275940"/>
                  </a:lnTo>
                  <a:cubicBezTo>
                    <a:pt x="184791" y="275940"/>
                    <a:pt x="190506" y="270226"/>
                    <a:pt x="190506" y="263177"/>
                  </a:cubicBezTo>
                  <a:lnTo>
                    <a:pt x="190506" y="261653"/>
                  </a:lnTo>
                  <a:cubicBezTo>
                    <a:pt x="190454" y="254625"/>
                    <a:pt x="184770" y="248941"/>
                    <a:pt x="177742" y="248889"/>
                  </a:cubicBezTo>
                  <a:lnTo>
                    <a:pt x="172027" y="248889"/>
                  </a:lnTo>
                  <a:lnTo>
                    <a:pt x="172027" y="248222"/>
                  </a:lnTo>
                  <a:cubicBezTo>
                    <a:pt x="161335" y="228894"/>
                    <a:pt x="156007" y="207057"/>
                    <a:pt x="156597" y="184976"/>
                  </a:cubicBezTo>
                  <a:cubicBezTo>
                    <a:pt x="156022" y="162867"/>
                    <a:pt x="161349" y="141003"/>
                    <a:pt x="172027" y="121635"/>
                  </a:cubicBezTo>
                  <a:lnTo>
                    <a:pt x="172027" y="120968"/>
                  </a:lnTo>
                  <a:lnTo>
                    <a:pt x="177742" y="120968"/>
                  </a:lnTo>
                  <a:cubicBezTo>
                    <a:pt x="184791" y="120968"/>
                    <a:pt x="190506" y="115254"/>
                    <a:pt x="190506" y="108205"/>
                  </a:cubicBezTo>
                  <a:lnTo>
                    <a:pt x="190506" y="106776"/>
                  </a:lnTo>
                  <a:cubicBezTo>
                    <a:pt x="190716" y="99677"/>
                    <a:pt x="185133" y="93752"/>
                    <a:pt x="178034" y="93542"/>
                  </a:cubicBezTo>
                  <a:cubicBezTo>
                    <a:pt x="177937" y="93539"/>
                    <a:pt x="177840" y="93537"/>
                    <a:pt x="177742" y="93536"/>
                  </a:cubicBezTo>
                  <a:close/>
                </a:path>
              </a:pathLst>
            </a:custGeom>
            <a:solidFill>
              <a:srgbClr val="FFFFFF"/>
            </a:solid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07062DF7-4D09-4289-B519-26824946FB45}"/>
                </a:ext>
              </a:extLst>
            </p:cNvPr>
            <p:cNvSpPr/>
            <p:nvPr/>
          </p:nvSpPr>
          <p:spPr>
            <a:xfrm>
              <a:off x="11051914" y="594576"/>
              <a:ext cx="90316" cy="108380"/>
            </a:xfrm>
            <a:custGeom>
              <a:avLst/>
              <a:gdLst>
                <a:gd name="connsiteX0" fmla="*/ 42767 w 47625"/>
                <a:gd name="connsiteY0" fmla="*/ 43434 h 57150"/>
                <a:gd name="connsiteX1" fmla="*/ 16669 w 47625"/>
                <a:gd name="connsiteY1" fmla="*/ 14859 h 57150"/>
                <a:gd name="connsiteX2" fmla="*/ 42958 w 47625"/>
                <a:gd name="connsiteY2" fmla="*/ 14859 h 57150"/>
                <a:gd name="connsiteX3" fmla="*/ 42958 w 47625"/>
                <a:gd name="connsiteY3" fmla="*/ 7144 h 57150"/>
                <a:gd name="connsiteX4" fmla="*/ 7144 w 47625"/>
                <a:gd name="connsiteY4" fmla="*/ 7144 h 57150"/>
                <a:gd name="connsiteX5" fmla="*/ 43244 w 47625"/>
                <a:gd name="connsiteY5" fmla="*/ 52578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25" h="57150">
                  <a:moveTo>
                    <a:pt x="42767" y="43434"/>
                  </a:moveTo>
                  <a:cubicBezTo>
                    <a:pt x="29871" y="38821"/>
                    <a:pt x="20097" y="28119"/>
                    <a:pt x="16669" y="14859"/>
                  </a:cubicBezTo>
                  <a:lnTo>
                    <a:pt x="42958" y="14859"/>
                  </a:lnTo>
                  <a:lnTo>
                    <a:pt x="42958" y="7144"/>
                  </a:lnTo>
                  <a:lnTo>
                    <a:pt x="7144" y="7144"/>
                  </a:lnTo>
                  <a:cubicBezTo>
                    <a:pt x="8232" y="28447"/>
                    <a:pt x="22738" y="46703"/>
                    <a:pt x="43244" y="52578"/>
                  </a:cubicBezTo>
                  <a:close/>
                </a:path>
              </a:pathLst>
            </a:custGeom>
            <a:solidFill>
              <a:srgbClr val="0055A5"/>
            </a:solid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AA81E50F-AAD3-45B7-A10A-65F49E9FD6C2}"/>
                </a:ext>
              </a:extLst>
            </p:cNvPr>
            <p:cNvSpPr/>
            <p:nvPr/>
          </p:nvSpPr>
          <p:spPr>
            <a:xfrm>
              <a:off x="11124168" y="593313"/>
              <a:ext cx="36127" cy="108380"/>
            </a:xfrm>
            <a:custGeom>
              <a:avLst/>
              <a:gdLst>
                <a:gd name="connsiteX0" fmla="*/ 7144 w 19050"/>
                <a:gd name="connsiteY0" fmla="*/ 7620 h 57150"/>
                <a:gd name="connsiteX1" fmla="*/ 7144 w 19050"/>
                <a:gd name="connsiteY1" fmla="*/ 53626 h 57150"/>
                <a:gd name="connsiteX2" fmla="*/ 15335 w 19050"/>
                <a:gd name="connsiteY2" fmla="*/ 54769 h 57150"/>
                <a:gd name="connsiteX3" fmla="*/ 15335 w 19050"/>
                <a:gd name="connsiteY3" fmla="*/ 7144 h 57150"/>
              </a:gdLst>
              <a:ahLst/>
              <a:cxnLst>
                <a:cxn ang="0">
                  <a:pos x="connsiteX0" y="connsiteY0"/>
                </a:cxn>
                <a:cxn ang="0">
                  <a:pos x="connsiteX1" y="connsiteY1"/>
                </a:cxn>
                <a:cxn ang="0">
                  <a:pos x="connsiteX2" y="connsiteY2"/>
                </a:cxn>
                <a:cxn ang="0">
                  <a:pos x="connsiteX3" y="connsiteY3"/>
                </a:cxn>
              </a:cxnLst>
              <a:rect l="l" t="t" r="r" b="b"/>
              <a:pathLst>
                <a:path w="19050" h="57150">
                  <a:moveTo>
                    <a:pt x="7144" y="7620"/>
                  </a:moveTo>
                  <a:lnTo>
                    <a:pt x="7144" y="53626"/>
                  </a:lnTo>
                  <a:cubicBezTo>
                    <a:pt x="9827" y="54293"/>
                    <a:pt x="12572" y="54676"/>
                    <a:pt x="15335" y="54769"/>
                  </a:cubicBezTo>
                  <a:lnTo>
                    <a:pt x="15335" y="7144"/>
                  </a:lnTo>
                  <a:close/>
                </a:path>
              </a:pathLst>
            </a:custGeom>
            <a:solidFill>
              <a:srgbClr val="ED174F"/>
            </a:solid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25BD4E3B-95A6-47D9-8CC0-A2564798CEE3}"/>
                </a:ext>
              </a:extLst>
            </p:cNvPr>
            <p:cNvSpPr/>
            <p:nvPr/>
          </p:nvSpPr>
          <p:spPr>
            <a:xfrm>
              <a:off x="11152166" y="495228"/>
              <a:ext cx="108380" cy="198696"/>
            </a:xfrm>
            <a:custGeom>
              <a:avLst/>
              <a:gdLst>
                <a:gd name="connsiteX0" fmla="*/ 14954 w 57150"/>
                <a:gd name="connsiteY0" fmla="*/ 8192 h 104775"/>
                <a:gd name="connsiteX1" fmla="*/ 14954 w 57150"/>
                <a:gd name="connsiteY1" fmla="*/ 8192 h 104775"/>
                <a:gd name="connsiteX2" fmla="*/ 7144 w 57150"/>
                <a:gd name="connsiteY2" fmla="*/ 7144 h 104775"/>
                <a:gd name="connsiteX3" fmla="*/ 7144 w 57150"/>
                <a:gd name="connsiteY3" fmla="*/ 8192 h 104775"/>
                <a:gd name="connsiteX4" fmla="*/ 7144 w 57150"/>
                <a:gd name="connsiteY4" fmla="*/ 8192 h 104775"/>
                <a:gd name="connsiteX5" fmla="*/ 7144 w 57150"/>
                <a:gd name="connsiteY5" fmla="*/ 103442 h 104775"/>
                <a:gd name="connsiteX6" fmla="*/ 7144 w 57150"/>
                <a:gd name="connsiteY6" fmla="*/ 103442 h 104775"/>
                <a:gd name="connsiteX7" fmla="*/ 7144 w 57150"/>
                <a:gd name="connsiteY7" fmla="*/ 106775 h 104775"/>
                <a:gd name="connsiteX8" fmla="*/ 53912 w 57150"/>
                <a:gd name="connsiteY8" fmla="*/ 56960 h 104775"/>
                <a:gd name="connsiteX9" fmla="*/ 14954 w 57150"/>
                <a:gd name="connsiteY9" fmla="*/ 8192 h 104775"/>
                <a:gd name="connsiteX10" fmla="*/ 14954 w 57150"/>
                <a:gd name="connsiteY10" fmla="*/ 96584 h 104775"/>
                <a:gd name="connsiteX11" fmla="*/ 14954 w 57150"/>
                <a:gd name="connsiteY11" fmla="*/ 17050 h 104775"/>
                <a:gd name="connsiteX12" fmla="*/ 45053 w 57150"/>
                <a:gd name="connsiteY12" fmla="*/ 56769 h 104775"/>
                <a:gd name="connsiteX13" fmla="*/ 14954 w 57150"/>
                <a:gd name="connsiteY13" fmla="*/ 96584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150" h="104775">
                  <a:moveTo>
                    <a:pt x="14954" y="8192"/>
                  </a:moveTo>
                  <a:lnTo>
                    <a:pt x="14954" y="8192"/>
                  </a:lnTo>
                  <a:cubicBezTo>
                    <a:pt x="12389" y="7603"/>
                    <a:pt x="9774" y="7252"/>
                    <a:pt x="7144" y="7144"/>
                  </a:cubicBezTo>
                  <a:lnTo>
                    <a:pt x="7144" y="8192"/>
                  </a:lnTo>
                  <a:lnTo>
                    <a:pt x="7144" y="8192"/>
                  </a:lnTo>
                  <a:lnTo>
                    <a:pt x="7144" y="103442"/>
                  </a:lnTo>
                  <a:lnTo>
                    <a:pt x="7144" y="103442"/>
                  </a:lnTo>
                  <a:lnTo>
                    <a:pt x="7144" y="106775"/>
                  </a:lnTo>
                  <a:cubicBezTo>
                    <a:pt x="33438" y="105116"/>
                    <a:pt x="53914" y="83306"/>
                    <a:pt x="53912" y="56960"/>
                  </a:cubicBezTo>
                  <a:cubicBezTo>
                    <a:pt x="53946" y="33587"/>
                    <a:pt x="37757" y="13321"/>
                    <a:pt x="14954" y="8192"/>
                  </a:cubicBezTo>
                  <a:close/>
                  <a:moveTo>
                    <a:pt x="14954" y="96584"/>
                  </a:moveTo>
                  <a:lnTo>
                    <a:pt x="14954" y="17050"/>
                  </a:lnTo>
                  <a:cubicBezTo>
                    <a:pt x="32737" y="22074"/>
                    <a:pt x="45026" y="38290"/>
                    <a:pt x="45053" y="56769"/>
                  </a:cubicBezTo>
                  <a:cubicBezTo>
                    <a:pt x="45036" y="75273"/>
                    <a:pt x="32752" y="91522"/>
                    <a:pt x="14954" y="96584"/>
                  </a:cubicBezTo>
                  <a:close/>
                </a:path>
              </a:pathLst>
            </a:custGeom>
            <a:solidFill>
              <a:srgbClr val="ED174F"/>
            </a:solid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E530307-34A9-48FA-A5F7-17F35DA8E410}"/>
                </a:ext>
              </a:extLst>
            </p:cNvPr>
            <p:cNvSpPr/>
            <p:nvPr/>
          </p:nvSpPr>
          <p:spPr>
            <a:xfrm>
              <a:off x="11051914" y="495589"/>
              <a:ext cx="108380" cy="108380"/>
            </a:xfrm>
            <a:custGeom>
              <a:avLst/>
              <a:gdLst>
                <a:gd name="connsiteX0" fmla="*/ 53816 w 57150"/>
                <a:gd name="connsiteY0" fmla="*/ 53531 h 57150"/>
                <a:gd name="connsiteX1" fmla="*/ 53816 w 57150"/>
                <a:gd name="connsiteY1" fmla="*/ 45244 h 57150"/>
                <a:gd name="connsiteX2" fmla="*/ 53816 w 57150"/>
                <a:gd name="connsiteY2" fmla="*/ 45244 h 57150"/>
                <a:gd name="connsiteX3" fmla="*/ 53816 w 57150"/>
                <a:gd name="connsiteY3" fmla="*/ 7144 h 57150"/>
                <a:gd name="connsiteX4" fmla="*/ 7144 w 57150"/>
                <a:gd name="connsiteY4" fmla="*/ 53531 h 57150"/>
                <a:gd name="connsiteX5" fmla="*/ 53816 w 57150"/>
                <a:gd name="connsiteY5" fmla="*/ 53531 h 57150"/>
                <a:gd name="connsiteX6" fmla="*/ 45244 w 57150"/>
                <a:gd name="connsiteY6" fmla="*/ 16669 h 57150"/>
                <a:gd name="connsiteX7" fmla="*/ 45244 w 57150"/>
                <a:gd name="connsiteY7" fmla="*/ 45244 h 57150"/>
                <a:gd name="connsiteX8" fmla="*/ 16669 w 57150"/>
                <a:gd name="connsiteY8" fmla="*/ 45244 h 57150"/>
                <a:gd name="connsiteX9" fmla="*/ 45244 w 57150"/>
                <a:gd name="connsiteY9" fmla="*/ 166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50" h="57150">
                  <a:moveTo>
                    <a:pt x="53816" y="53531"/>
                  </a:moveTo>
                  <a:lnTo>
                    <a:pt x="53816" y="45244"/>
                  </a:lnTo>
                  <a:lnTo>
                    <a:pt x="53816" y="45244"/>
                  </a:lnTo>
                  <a:lnTo>
                    <a:pt x="53816" y="7144"/>
                  </a:lnTo>
                  <a:cubicBezTo>
                    <a:pt x="28825" y="8709"/>
                    <a:pt x="8863" y="28550"/>
                    <a:pt x="7144" y="53531"/>
                  </a:cubicBezTo>
                  <a:lnTo>
                    <a:pt x="53816" y="53531"/>
                  </a:lnTo>
                  <a:close/>
                  <a:moveTo>
                    <a:pt x="45244" y="16669"/>
                  </a:moveTo>
                  <a:lnTo>
                    <a:pt x="45244" y="45244"/>
                  </a:lnTo>
                  <a:lnTo>
                    <a:pt x="16669" y="45244"/>
                  </a:lnTo>
                  <a:cubicBezTo>
                    <a:pt x="20605" y="31414"/>
                    <a:pt x="31414" y="20605"/>
                    <a:pt x="45244" y="16669"/>
                  </a:cubicBezTo>
                  <a:close/>
                </a:path>
              </a:pathLst>
            </a:custGeom>
            <a:solidFill>
              <a:srgbClr val="ED174F"/>
            </a:solid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501022F3-7047-4695-9B19-DFD52928A5AF}"/>
                </a:ext>
              </a:extLst>
            </p:cNvPr>
            <p:cNvSpPr/>
            <p:nvPr/>
          </p:nvSpPr>
          <p:spPr>
            <a:xfrm>
              <a:off x="11357545" y="416827"/>
              <a:ext cx="108380" cy="234823"/>
            </a:xfrm>
            <a:custGeom>
              <a:avLst/>
              <a:gdLst>
                <a:gd name="connsiteX0" fmla="*/ 7144 w 57150"/>
                <a:gd name="connsiteY0" fmla="*/ 120209 h 123825"/>
                <a:gd name="connsiteX1" fmla="*/ 7144 w 57150"/>
                <a:gd name="connsiteY1" fmla="*/ 7147 h 123825"/>
                <a:gd name="connsiteX2" fmla="*/ 14573 w 57150"/>
                <a:gd name="connsiteY2" fmla="*/ 7147 h 123825"/>
                <a:gd name="connsiteX3" fmla="*/ 46006 w 57150"/>
                <a:gd name="connsiteY3" fmla="*/ 20387 h 123825"/>
                <a:gd name="connsiteX4" fmla="*/ 59055 w 57150"/>
                <a:gd name="connsiteY4" fmla="*/ 52772 h 123825"/>
                <a:gd name="connsiteX5" fmla="*/ 53435 w 57150"/>
                <a:gd name="connsiteY5" fmla="*/ 74584 h 123825"/>
                <a:gd name="connsiteX6" fmla="*/ 38481 w 57150"/>
                <a:gd name="connsiteY6" fmla="*/ 91158 h 123825"/>
                <a:gd name="connsiteX7" fmla="*/ 15145 w 57150"/>
                <a:gd name="connsiteY7" fmla="*/ 98873 h 123825"/>
                <a:gd name="connsiteX8" fmla="*/ 15145 w 57150"/>
                <a:gd name="connsiteY8" fmla="*/ 120209 h 123825"/>
                <a:gd name="connsiteX9" fmla="*/ 15431 w 57150"/>
                <a:gd name="connsiteY9" fmla="*/ 15434 h 123825"/>
                <a:gd name="connsiteX10" fmla="*/ 15431 w 57150"/>
                <a:gd name="connsiteY10" fmla="*/ 90777 h 123825"/>
                <a:gd name="connsiteX11" fmla="*/ 40958 w 57150"/>
                <a:gd name="connsiteY11" fmla="*/ 78870 h 123825"/>
                <a:gd name="connsiteX12" fmla="*/ 51054 w 57150"/>
                <a:gd name="connsiteY12" fmla="*/ 52962 h 123825"/>
                <a:gd name="connsiteX13" fmla="*/ 36481 w 57150"/>
                <a:gd name="connsiteY13" fmla="*/ 22863 h 123825"/>
                <a:gd name="connsiteX14" fmla="*/ 15431 w 57150"/>
                <a:gd name="connsiteY14" fmla="*/ 15053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50" h="123825">
                  <a:moveTo>
                    <a:pt x="7144" y="120209"/>
                  </a:moveTo>
                  <a:lnTo>
                    <a:pt x="7144" y="7147"/>
                  </a:lnTo>
                  <a:lnTo>
                    <a:pt x="14573" y="7147"/>
                  </a:lnTo>
                  <a:cubicBezTo>
                    <a:pt x="26436" y="6999"/>
                    <a:pt x="37824" y="11796"/>
                    <a:pt x="46006" y="20387"/>
                  </a:cubicBezTo>
                  <a:cubicBezTo>
                    <a:pt x="54587" y="28952"/>
                    <a:pt x="59301" y="40649"/>
                    <a:pt x="59055" y="52772"/>
                  </a:cubicBezTo>
                  <a:cubicBezTo>
                    <a:pt x="59093" y="60405"/>
                    <a:pt x="57157" y="67919"/>
                    <a:pt x="53435" y="74584"/>
                  </a:cubicBezTo>
                  <a:cubicBezTo>
                    <a:pt x="49951" y="81297"/>
                    <a:pt x="44802" y="87004"/>
                    <a:pt x="38481" y="91158"/>
                  </a:cubicBezTo>
                  <a:cubicBezTo>
                    <a:pt x="31410" y="95514"/>
                    <a:pt x="23419" y="98156"/>
                    <a:pt x="15145" y="98873"/>
                  </a:cubicBezTo>
                  <a:lnTo>
                    <a:pt x="15145" y="120209"/>
                  </a:lnTo>
                  <a:close/>
                  <a:moveTo>
                    <a:pt x="15431" y="15434"/>
                  </a:moveTo>
                  <a:lnTo>
                    <a:pt x="15431" y="90777"/>
                  </a:lnTo>
                  <a:cubicBezTo>
                    <a:pt x="25148" y="90214"/>
                    <a:pt x="34282" y="85954"/>
                    <a:pt x="40958" y="78870"/>
                  </a:cubicBezTo>
                  <a:cubicBezTo>
                    <a:pt x="47638" y="71923"/>
                    <a:pt x="51272" y="62598"/>
                    <a:pt x="51054" y="52962"/>
                  </a:cubicBezTo>
                  <a:cubicBezTo>
                    <a:pt x="51517" y="41127"/>
                    <a:pt x="46052" y="29840"/>
                    <a:pt x="36481" y="22863"/>
                  </a:cubicBezTo>
                  <a:cubicBezTo>
                    <a:pt x="30324" y="18359"/>
                    <a:pt x="23036" y="15655"/>
                    <a:pt x="15431" y="15053"/>
                  </a:cubicBezTo>
                  <a:close/>
                </a:path>
              </a:pathLst>
            </a:custGeom>
            <a:solidFill>
              <a:srgbClr val="FFFFFF"/>
            </a:solid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40D87325-00F3-4FDF-A0CE-B3A5DBEC3AA8}"/>
                </a:ext>
              </a:extLst>
            </p:cNvPr>
            <p:cNvSpPr/>
            <p:nvPr/>
          </p:nvSpPr>
          <p:spPr>
            <a:xfrm>
              <a:off x="11356240" y="413040"/>
              <a:ext cx="126443" cy="234823"/>
            </a:xfrm>
            <a:custGeom>
              <a:avLst/>
              <a:gdLst>
                <a:gd name="connsiteX0" fmla="*/ 7832 w 66675"/>
                <a:gd name="connsiteY0" fmla="*/ 122206 h 123825"/>
                <a:gd name="connsiteX1" fmla="*/ 7355 w 66675"/>
                <a:gd name="connsiteY1" fmla="*/ 93631 h 123825"/>
                <a:gd name="connsiteX2" fmla="*/ 7355 w 66675"/>
                <a:gd name="connsiteY2" fmla="*/ 65056 h 123825"/>
                <a:gd name="connsiteX3" fmla="*/ 7355 w 66675"/>
                <a:gd name="connsiteY3" fmla="*/ 36481 h 123825"/>
                <a:gd name="connsiteX4" fmla="*/ 7355 w 66675"/>
                <a:gd name="connsiteY4" fmla="*/ 7144 h 123825"/>
                <a:gd name="connsiteX5" fmla="*/ 8498 w 66675"/>
                <a:gd name="connsiteY5" fmla="*/ 7144 h 123825"/>
                <a:gd name="connsiteX6" fmla="*/ 18023 w 66675"/>
                <a:gd name="connsiteY6" fmla="*/ 7144 h 123825"/>
                <a:gd name="connsiteX7" fmla="*/ 27548 w 66675"/>
                <a:gd name="connsiteY7" fmla="*/ 8382 h 123825"/>
                <a:gd name="connsiteX8" fmla="*/ 44503 w 66675"/>
                <a:gd name="connsiteY8" fmla="*/ 16859 h 123825"/>
                <a:gd name="connsiteX9" fmla="*/ 51361 w 66675"/>
                <a:gd name="connsiteY9" fmla="*/ 23527 h 123825"/>
                <a:gd name="connsiteX10" fmla="*/ 56695 w 66675"/>
                <a:gd name="connsiteY10" fmla="*/ 31337 h 123825"/>
                <a:gd name="connsiteX11" fmla="*/ 61934 w 66675"/>
                <a:gd name="connsiteY11" fmla="*/ 49530 h 123825"/>
                <a:gd name="connsiteX12" fmla="*/ 61934 w 66675"/>
                <a:gd name="connsiteY12" fmla="*/ 59055 h 123825"/>
                <a:gd name="connsiteX13" fmla="*/ 59838 w 66675"/>
                <a:gd name="connsiteY13" fmla="*/ 68580 h 123825"/>
                <a:gd name="connsiteX14" fmla="*/ 55933 w 66675"/>
                <a:gd name="connsiteY14" fmla="*/ 77248 h 123825"/>
                <a:gd name="connsiteX15" fmla="*/ 50504 w 66675"/>
                <a:gd name="connsiteY15" fmla="*/ 84963 h 123825"/>
                <a:gd name="connsiteX16" fmla="*/ 43550 w 66675"/>
                <a:gd name="connsiteY16" fmla="*/ 91440 h 123825"/>
                <a:gd name="connsiteX17" fmla="*/ 39550 w 66675"/>
                <a:gd name="connsiteY17" fmla="*/ 94012 h 123825"/>
                <a:gd name="connsiteX18" fmla="*/ 35359 w 66675"/>
                <a:gd name="connsiteY18" fmla="*/ 96203 h 123825"/>
                <a:gd name="connsiteX19" fmla="*/ 26501 w 66675"/>
                <a:gd name="connsiteY19" fmla="*/ 99251 h 123825"/>
                <a:gd name="connsiteX20" fmla="*/ 16976 w 66675"/>
                <a:gd name="connsiteY20" fmla="*/ 100775 h 123825"/>
                <a:gd name="connsiteX21" fmla="*/ 16976 w 66675"/>
                <a:gd name="connsiteY21" fmla="*/ 100775 h 123825"/>
                <a:gd name="connsiteX22" fmla="*/ 16976 w 66675"/>
                <a:gd name="connsiteY22" fmla="*/ 122111 h 123825"/>
                <a:gd name="connsiteX23" fmla="*/ 16976 w 66675"/>
                <a:gd name="connsiteY23" fmla="*/ 122111 h 123825"/>
                <a:gd name="connsiteX24" fmla="*/ 16976 w 66675"/>
                <a:gd name="connsiteY24" fmla="*/ 122111 h 123825"/>
                <a:gd name="connsiteX25" fmla="*/ 7832 w 66675"/>
                <a:gd name="connsiteY25" fmla="*/ 122206 h 123825"/>
                <a:gd name="connsiteX26" fmla="*/ 16118 w 66675"/>
                <a:gd name="connsiteY26" fmla="*/ 122206 h 123825"/>
                <a:gd name="connsiteX27" fmla="*/ 16118 w 66675"/>
                <a:gd name="connsiteY27" fmla="*/ 122206 h 123825"/>
                <a:gd name="connsiteX28" fmla="*/ 16118 w 66675"/>
                <a:gd name="connsiteY28" fmla="*/ 100870 h 123825"/>
                <a:gd name="connsiteX29" fmla="*/ 16118 w 66675"/>
                <a:gd name="connsiteY29" fmla="*/ 100394 h 123825"/>
                <a:gd name="connsiteX30" fmla="*/ 16118 w 66675"/>
                <a:gd name="connsiteY30" fmla="*/ 100394 h 123825"/>
                <a:gd name="connsiteX31" fmla="*/ 33835 w 66675"/>
                <a:gd name="connsiteY31" fmla="*/ 95441 h 123825"/>
                <a:gd name="connsiteX32" fmla="*/ 37835 w 66675"/>
                <a:gd name="connsiteY32" fmla="*/ 93345 h 123825"/>
                <a:gd name="connsiteX33" fmla="*/ 41550 w 66675"/>
                <a:gd name="connsiteY33" fmla="*/ 90678 h 123825"/>
                <a:gd name="connsiteX34" fmla="*/ 48122 w 66675"/>
                <a:gd name="connsiteY34" fmla="*/ 84392 h 123825"/>
                <a:gd name="connsiteX35" fmla="*/ 56885 w 66675"/>
                <a:gd name="connsiteY35" fmla="*/ 68485 h 123825"/>
                <a:gd name="connsiteX36" fmla="*/ 58790 w 66675"/>
                <a:gd name="connsiteY36" fmla="*/ 59627 h 123825"/>
                <a:gd name="connsiteX37" fmla="*/ 58790 w 66675"/>
                <a:gd name="connsiteY37" fmla="*/ 50578 h 123825"/>
                <a:gd name="connsiteX38" fmla="*/ 53647 w 66675"/>
                <a:gd name="connsiteY38" fmla="*/ 33338 h 123825"/>
                <a:gd name="connsiteX39" fmla="*/ 42026 w 66675"/>
                <a:gd name="connsiteY39" fmla="*/ 19621 h 123825"/>
                <a:gd name="connsiteX40" fmla="*/ 26024 w 66675"/>
                <a:gd name="connsiteY40" fmla="*/ 11525 h 123825"/>
                <a:gd name="connsiteX41" fmla="*/ 17071 w 66675"/>
                <a:gd name="connsiteY41" fmla="*/ 10287 h 123825"/>
                <a:gd name="connsiteX42" fmla="*/ 7546 w 66675"/>
                <a:gd name="connsiteY42" fmla="*/ 10287 h 123825"/>
                <a:gd name="connsiteX43" fmla="*/ 8689 w 66675"/>
                <a:gd name="connsiteY43" fmla="*/ 9144 h 123825"/>
                <a:gd name="connsiteX44" fmla="*/ 8689 w 66675"/>
                <a:gd name="connsiteY44" fmla="*/ 37719 h 123825"/>
                <a:gd name="connsiteX45" fmla="*/ 8689 w 66675"/>
                <a:gd name="connsiteY45" fmla="*/ 66294 h 123825"/>
                <a:gd name="connsiteX46" fmla="*/ 8689 w 66675"/>
                <a:gd name="connsiteY46" fmla="*/ 94869 h 123825"/>
                <a:gd name="connsiteX47" fmla="*/ 7832 w 66675"/>
                <a:gd name="connsiteY47" fmla="*/ 122206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675" h="123825">
                  <a:moveTo>
                    <a:pt x="7832" y="122206"/>
                  </a:moveTo>
                  <a:cubicBezTo>
                    <a:pt x="7832" y="112681"/>
                    <a:pt x="7832" y="103156"/>
                    <a:pt x="7355" y="93631"/>
                  </a:cubicBezTo>
                  <a:cubicBezTo>
                    <a:pt x="6879" y="84106"/>
                    <a:pt x="7355" y="74581"/>
                    <a:pt x="7355" y="65056"/>
                  </a:cubicBezTo>
                  <a:lnTo>
                    <a:pt x="7355" y="36481"/>
                  </a:lnTo>
                  <a:lnTo>
                    <a:pt x="7355" y="7144"/>
                  </a:lnTo>
                  <a:lnTo>
                    <a:pt x="8498" y="7144"/>
                  </a:lnTo>
                  <a:cubicBezTo>
                    <a:pt x="11546" y="7144"/>
                    <a:pt x="14690" y="7144"/>
                    <a:pt x="18023" y="7144"/>
                  </a:cubicBezTo>
                  <a:cubicBezTo>
                    <a:pt x="21233" y="7221"/>
                    <a:pt x="24426" y="7636"/>
                    <a:pt x="27548" y="8382"/>
                  </a:cubicBezTo>
                  <a:cubicBezTo>
                    <a:pt x="33788" y="9836"/>
                    <a:pt x="39596" y="12741"/>
                    <a:pt x="44503" y="16859"/>
                  </a:cubicBezTo>
                  <a:cubicBezTo>
                    <a:pt x="46995" y="18859"/>
                    <a:pt x="49292" y="21092"/>
                    <a:pt x="51361" y="23527"/>
                  </a:cubicBezTo>
                  <a:cubicBezTo>
                    <a:pt x="53386" y="25953"/>
                    <a:pt x="55172" y="28568"/>
                    <a:pt x="56695" y="31337"/>
                  </a:cubicBezTo>
                  <a:cubicBezTo>
                    <a:pt x="59697" y="36967"/>
                    <a:pt x="61481" y="43166"/>
                    <a:pt x="61934" y="49530"/>
                  </a:cubicBezTo>
                  <a:cubicBezTo>
                    <a:pt x="62267" y="52696"/>
                    <a:pt x="62267" y="55889"/>
                    <a:pt x="61934" y="59055"/>
                  </a:cubicBezTo>
                  <a:cubicBezTo>
                    <a:pt x="61596" y="62299"/>
                    <a:pt x="60893" y="65494"/>
                    <a:pt x="59838" y="68580"/>
                  </a:cubicBezTo>
                  <a:cubicBezTo>
                    <a:pt x="58871" y="71609"/>
                    <a:pt x="57561" y="74517"/>
                    <a:pt x="55933" y="77248"/>
                  </a:cubicBezTo>
                  <a:cubicBezTo>
                    <a:pt x="54376" y="79989"/>
                    <a:pt x="52558" y="82572"/>
                    <a:pt x="50504" y="84963"/>
                  </a:cubicBezTo>
                  <a:cubicBezTo>
                    <a:pt x="48398" y="87339"/>
                    <a:pt x="46070" y="89508"/>
                    <a:pt x="43550" y="91440"/>
                  </a:cubicBezTo>
                  <a:lnTo>
                    <a:pt x="39550" y="94012"/>
                  </a:lnTo>
                  <a:cubicBezTo>
                    <a:pt x="38204" y="94836"/>
                    <a:pt x="36804" y="95567"/>
                    <a:pt x="35359" y="96203"/>
                  </a:cubicBezTo>
                  <a:cubicBezTo>
                    <a:pt x="32511" y="97501"/>
                    <a:pt x="29545" y="98522"/>
                    <a:pt x="26501" y="99251"/>
                  </a:cubicBezTo>
                  <a:cubicBezTo>
                    <a:pt x="23370" y="100004"/>
                    <a:pt x="20185" y="100513"/>
                    <a:pt x="16976" y="100775"/>
                  </a:cubicBezTo>
                  <a:lnTo>
                    <a:pt x="16976" y="100775"/>
                  </a:lnTo>
                  <a:lnTo>
                    <a:pt x="16976" y="122111"/>
                  </a:lnTo>
                  <a:lnTo>
                    <a:pt x="16976" y="122111"/>
                  </a:lnTo>
                  <a:lnTo>
                    <a:pt x="16976" y="122111"/>
                  </a:lnTo>
                  <a:close/>
                  <a:moveTo>
                    <a:pt x="7832" y="122206"/>
                  </a:moveTo>
                  <a:lnTo>
                    <a:pt x="16118" y="122206"/>
                  </a:lnTo>
                  <a:lnTo>
                    <a:pt x="16118" y="122206"/>
                  </a:lnTo>
                  <a:lnTo>
                    <a:pt x="16118" y="100870"/>
                  </a:lnTo>
                  <a:lnTo>
                    <a:pt x="16118" y="100394"/>
                  </a:lnTo>
                  <a:lnTo>
                    <a:pt x="16118" y="100394"/>
                  </a:lnTo>
                  <a:cubicBezTo>
                    <a:pt x="22246" y="99678"/>
                    <a:pt x="28224" y="98007"/>
                    <a:pt x="33835" y="95441"/>
                  </a:cubicBezTo>
                  <a:cubicBezTo>
                    <a:pt x="35168" y="94774"/>
                    <a:pt x="36597" y="94107"/>
                    <a:pt x="37835" y="93345"/>
                  </a:cubicBezTo>
                  <a:cubicBezTo>
                    <a:pt x="39127" y="92533"/>
                    <a:pt x="40368" y="91643"/>
                    <a:pt x="41550" y="90678"/>
                  </a:cubicBezTo>
                  <a:cubicBezTo>
                    <a:pt x="43988" y="88857"/>
                    <a:pt x="46195" y="86746"/>
                    <a:pt x="48122" y="84392"/>
                  </a:cubicBezTo>
                  <a:cubicBezTo>
                    <a:pt x="52025" y="79692"/>
                    <a:pt x="54999" y="74294"/>
                    <a:pt x="56885" y="68485"/>
                  </a:cubicBezTo>
                  <a:cubicBezTo>
                    <a:pt x="57856" y="65614"/>
                    <a:pt x="58495" y="62642"/>
                    <a:pt x="58790" y="59627"/>
                  </a:cubicBezTo>
                  <a:cubicBezTo>
                    <a:pt x="59030" y="56615"/>
                    <a:pt x="59030" y="53589"/>
                    <a:pt x="58790" y="50578"/>
                  </a:cubicBezTo>
                  <a:cubicBezTo>
                    <a:pt x="58338" y="44528"/>
                    <a:pt x="56584" y="38646"/>
                    <a:pt x="53647" y="33338"/>
                  </a:cubicBezTo>
                  <a:cubicBezTo>
                    <a:pt x="50679" y="28069"/>
                    <a:pt x="46735" y="23414"/>
                    <a:pt x="42026" y="19621"/>
                  </a:cubicBezTo>
                  <a:cubicBezTo>
                    <a:pt x="37365" y="15760"/>
                    <a:pt x="31897" y="12994"/>
                    <a:pt x="26024" y="11525"/>
                  </a:cubicBezTo>
                  <a:cubicBezTo>
                    <a:pt x="23078" y="10873"/>
                    <a:pt x="20084" y="10459"/>
                    <a:pt x="17071" y="10287"/>
                  </a:cubicBezTo>
                  <a:lnTo>
                    <a:pt x="7546" y="10287"/>
                  </a:lnTo>
                  <a:lnTo>
                    <a:pt x="8689" y="9144"/>
                  </a:lnTo>
                  <a:lnTo>
                    <a:pt x="8689" y="37719"/>
                  </a:lnTo>
                  <a:lnTo>
                    <a:pt x="8689" y="66294"/>
                  </a:lnTo>
                  <a:cubicBezTo>
                    <a:pt x="8689" y="75819"/>
                    <a:pt x="8689" y="85344"/>
                    <a:pt x="8689" y="94869"/>
                  </a:cubicBezTo>
                  <a:cubicBezTo>
                    <a:pt x="8689" y="104394"/>
                    <a:pt x="8022" y="112776"/>
                    <a:pt x="7832" y="122206"/>
                  </a:cubicBezTo>
                  <a:close/>
                </a:path>
              </a:pathLst>
            </a:custGeom>
            <a:solidFill>
              <a:srgbClr val="FFFFFF"/>
            </a:solid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FF9832E4-CBD3-4A9D-8F32-D7CB4F0C2910}"/>
                </a:ext>
              </a:extLst>
            </p:cNvPr>
            <p:cNvSpPr/>
            <p:nvPr/>
          </p:nvSpPr>
          <p:spPr>
            <a:xfrm>
              <a:off x="11371092" y="431826"/>
              <a:ext cx="90316" cy="162570"/>
            </a:xfrm>
            <a:custGeom>
              <a:avLst/>
              <a:gdLst>
                <a:gd name="connsiteX0" fmla="*/ 8287 w 47625"/>
                <a:gd name="connsiteY0" fmla="*/ 7144 h 85725"/>
                <a:gd name="connsiteX1" fmla="*/ 8763 w 47625"/>
                <a:gd name="connsiteY1" fmla="*/ 26194 h 85725"/>
                <a:gd name="connsiteX2" fmla="*/ 8763 w 47625"/>
                <a:gd name="connsiteY2" fmla="*/ 45244 h 85725"/>
                <a:gd name="connsiteX3" fmla="*/ 8763 w 47625"/>
                <a:gd name="connsiteY3" fmla="*/ 64294 h 85725"/>
                <a:gd name="connsiteX4" fmla="*/ 8763 w 47625"/>
                <a:gd name="connsiteY4" fmla="*/ 83344 h 85725"/>
                <a:gd name="connsiteX5" fmla="*/ 8192 w 47625"/>
                <a:gd name="connsiteY5" fmla="*/ 81629 h 85725"/>
                <a:gd name="connsiteX6" fmla="*/ 21622 w 47625"/>
                <a:gd name="connsiteY6" fmla="*/ 78200 h 85725"/>
                <a:gd name="connsiteX7" fmla="*/ 32766 w 47625"/>
                <a:gd name="connsiteY7" fmla="*/ 70199 h 85725"/>
                <a:gd name="connsiteX8" fmla="*/ 37147 w 47625"/>
                <a:gd name="connsiteY8" fmla="*/ 64770 h 85725"/>
                <a:gd name="connsiteX9" fmla="*/ 40291 w 47625"/>
                <a:gd name="connsiteY9" fmla="*/ 58674 h 85725"/>
                <a:gd name="connsiteX10" fmla="*/ 42863 w 47625"/>
                <a:gd name="connsiteY10" fmla="*/ 45149 h 85725"/>
                <a:gd name="connsiteX11" fmla="*/ 42386 w 47625"/>
                <a:gd name="connsiteY11" fmla="*/ 38195 h 85725"/>
                <a:gd name="connsiteX12" fmla="*/ 40672 w 47625"/>
                <a:gd name="connsiteY12" fmla="*/ 31433 h 85725"/>
                <a:gd name="connsiteX13" fmla="*/ 37528 w 47625"/>
                <a:gd name="connsiteY13" fmla="*/ 25146 h 85725"/>
                <a:gd name="connsiteX14" fmla="*/ 33242 w 47625"/>
                <a:gd name="connsiteY14" fmla="*/ 19717 h 85725"/>
                <a:gd name="connsiteX15" fmla="*/ 27908 w 47625"/>
                <a:gd name="connsiteY15" fmla="*/ 15050 h 85725"/>
                <a:gd name="connsiteX16" fmla="*/ 21907 w 47625"/>
                <a:gd name="connsiteY16" fmla="*/ 11430 h 85725"/>
                <a:gd name="connsiteX17" fmla="*/ 8287 w 47625"/>
                <a:gd name="connsiteY17" fmla="*/ 7144 h 85725"/>
                <a:gd name="connsiteX18" fmla="*/ 8287 w 47625"/>
                <a:gd name="connsiteY18" fmla="*/ 7144 h 85725"/>
                <a:gd name="connsiteX19" fmla="*/ 22193 w 47625"/>
                <a:gd name="connsiteY19" fmla="*/ 10382 h 85725"/>
                <a:gd name="connsiteX20" fmla="*/ 28575 w 47625"/>
                <a:gd name="connsiteY20" fmla="*/ 13811 h 85725"/>
                <a:gd name="connsiteX21" fmla="*/ 34195 w 47625"/>
                <a:gd name="connsiteY21" fmla="*/ 18479 h 85725"/>
                <a:gd name="connsiteX22" fmla="*/ 38862 w 47625"/>
                <a:gd name="connsiteY22" fmla="*/ 24479 h 85725"/>
                <a:gd name="connsiteX23" fmla="*/ 42291 w 47625"/>
                <a:gd name="connsiteY23" fmla="*/ 30956 h 85725"/>
                <a:gd name="connsiteX24" fmla="*/ 44291 w 47625"/>
                <a:gd name="connsiteY24" fmla="*/ 38005 h 85725"/>
                <a:gd name="connsiteX25" fmla="*/ 44958 w 47625"/>
                <a:gd name="connsiteY25" fmla="*/ 45339 h 85725"/>
                <a:gd name="connsiteX26" fmla="*/ 42386 w 47625"/>
                <a:gd name="connsiteY26" fmla="*/ 59722 h 85725"/>
                <a:gd name="connsiteX27" fmla="*/ 39053 w 47625"/>
                <a:gd name="connsiteY27" fmla="*/ 66294 h 85725"/>
                <a:gd name="connsiteX28" fmla="*/ 34576 w 47625"/>
                <a:gd name="connsiteY28" fmla="*/ 72104 h 85725"/>
                <a:gd name="connsiteX29" fmla="*/ 28956 w 47625"/>
                <a:gd name="connsiteY29" fmla="*/ 76962 h 85725"/>
                <a:gd name="connsiteX30" fmla="*/ 22574 w 47625"/>
                <a:gd name="connsiteY30" fmla="*/ 80582 h 85725"/>
                <a:gd name="connsiteX31" fmla="*/ 8382 w 47625"/>
                <a:gd name="connsiteY31" fmla="*/ 84106 h 85725"/>
                <a:gd name="connsiteX32" fmla="*/ 7144 w 47625"/>
                <a:gd name="connsiteY32" fmla="*/ 84106 h 85725"/>
                <a:gd name="connsiteX33" fmla="*/ 7144 w 47625"/>
                <a:gd name="connsiteY33" fmla="*/ 64008 h 85725"/>
                <a:gd name="connsiteX34" fmla="*/ 7144 w 47625"/>
                <a:gd name="connsiteY34" fmla="*/ 44958 h 85725"/>
                <a:gd name="connsiteX35" fmla="*/ 7144 w 47625"/>
                <a:gd name="connsiteY35" fmla="*/ 25908 h 85725"/>
                <a:gd name="connsiteX36" fmla="*/ 8287 w 47625"/>
                <a:gd name="connsiteY36"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7625" h="85725">
                  <a:moveTo>
                    <a:pt x="8287" y="7144"/>
                  </a:moveTo>
                  <a:cubicBezTo>
                    <a:pt x="8287" y="13430"/>
                    <a:pt x="8287" y="19717"/>
                    <a:pt x="8763" y="26194"/>
                  </a:cubicBezTo>
                  <a:cubicBezTo>
                    <a:pt x="9239" y="32671"/>
                    <a:pt x="8763" y="38767"/>
                    <a:pt x="8763" y="45244"/>
                  </a:cubicBezTo>
                  <a:cubicBezTo>
                    <a:pt x="8763" y="51721"/>
                    <a:pt x="8763" y="57721"/>
                    <a:pt x="8763" y="64294"/>
                  </a:cubicBezTo>
                  <a:lnTo>
                    <a:pt x="8763" y="83344"/>
                  </a:lnTo>
                  <a:lnTo>
                    <a:pt x="8192" y="81629"/>
                  </a:lnTo>
                  <a:cubicBezTo>
                    <a:pt x="12832" y="81267"/>
                    <a:pt x="17375" y="80107"/>
                    <a:pt x="21622" y="78200"/>
                  </a:cubicBezTo>
                  <a:cubicBezTo>
                    <a:pt x="25819" y="76278"/>
                    <a:pt x="29603" y="73561"/>
                    <a:pt x="32766" y="70199"/>
                  </a:cubicBezTo>
                  <a:cubicBezTo>
                    <a:pt x="34380" y="68519"/>
                    <a:pt x="35846" y="66702"/>
                    <a:pt x="37147" y="64770"/>
                  </a:cubicBezTo>
                  <a:cubicBezTo>
                    <a:pt x="38401" y="62851"/>
                    <a:pt x="39455" y="60808"/>
                    <a:pt x="40291" y="58674"/>
                  </a:cubicBezTo>
                  <a:cubicBezTo>
                    <a:pt x="41948" y="54355"/>
                    <a:pt x="42819" y="49774"/>
                    <a:pt x="42863" y="45149"/>
                  </a:cubicBezTo>
                  <a:cubicBezTo>
                    <a:pt x="42849" y="42823"/>
                    <a:pt x="42690" y="40501"/>
                    <a:pt x="42386" y="38195"/>
                  </a:cubicBezTo>
                  <a:cubicBezTo>
                    <a:pt x="42018" y="35894"/>
                    <a:pt x="41444" y="33631"/>
                    <a:pt x="40672" y="31433"/>
                  </a:cubicBezTo>
                  <a:cubicBezTo>
                    <a:pt x="39856" y="29229"/>
                    <a:pt x="38802" y="27121"/>
                    <a:pt x="37528" y="25146"/>
                  </a:cubicBezTo>
                  <a:cubicBezTo>
                    <a:pt x="36267" y="23210"/>
                    <a:pt x="34833" y="21393"/>
                    <a:pt x="33242" y="19717"/>
                  </a:cubicBezTo>
                  <a:cubicBezTo>
                    <a:pt x="31600" y="18012"/>
                    <a:pt x="29816" y="16451"/>
                    <a:pt x="27908" y="15050"/>
                  </a:cubicBezTo>
                  <a:cubicBezTo>
                    <a:pt x="26058" y="13610"/>
                    <a:pt x="24044" y="12395"/>
                    <a:pt x="21907" y="11430"/>
                  </a:cubicBezTo>
                  <a:cubicBezTo>
                    <a:pt x="17608" y="9325"/>
                    <a:pt x="13017" y="7880"/>
                    <a:pt x="8287" y="7144"/>
                  </a:cubicBezTo>
                  <a:close/>
                  <a:moveTo>
                    <a:pt x="8287" y="7144"/>
                  </a:moveTo>
                  <a:cubicBezTo>
                    <a:pt x="13069" y="7450"/>
                    <a:pt x="17768" y="8545"/>
                    <a:pt x="22193" y="10382"/>
                  </a:cubicBezTo>
                  <a:cubicBezTo>
                    <a:pt x="24427" y="11315"/>
                    <a:pt x="26564" y="12464"/>
                    <a:pt x="28575" y="13811"/>
                  </a:cubicBezTo>
                  <a:cubicBezTo>
                    <a:pt x="30574" y="15210"/>
                    <a:pt x="32453" y="16771"/>
                    <a:pt x="34195" y="18479"/>
                  </a:cubicBezTo>
                  <a:cubicBezTo>
                    <a:pt x="35954" y="20312"/>
                    <a:pt x="37518" y="22323"/>
                    <a:pt x="38862" y="24479"/>
                  </a:cubicBezTo>
                  <a:cubicBezTo>
                    <a:pt x="40246" y="26502"/>
                    <a:pt x="41397" y="28674"/>
                    <a:pt x="42291" y="30956"/>
                  </a:cubicBezTo>
                  <a:cubicBezTo>
                    <a:pt x="43233" y="33219"/>
                    <a:pt x="43904" y="35585"/>
                    <a:pt x="44291" y="38005"/>
                  </a:cubicBezTo>
                  <a:cubicBezTo>
                    <a:pt x="44753" y="40422"/>
                    <a:pt x="44977" y="42878"/>
                    <a:pt x="44958" y="45339"/>
                  </a:cubicBezTo>
                  <a:cubicBezTo>
                    <a:pt x="45011" y="50252"/>
                    <a:pt x="44139" y="55131"/>
                    <a:pt x="42386" y="59722"/>
                  </a:cubicBezTo>
                  <a:cubicBezTo>
                    <a:pt x="41506" y="62022"/>
                    <a:pt x="40389" y="64225"/>
                    <a:pt x="39053" y="66294"/>
                  </a:cubicBezTo>
                  <a:cubicBezTo>
                    <a:pt x="37698" y="68333"/>
                    <a:pt x="36202" y="70274"/>
                    <a:pt x="34576" y="72104"/>
                  </a:cubicBezTo>
                  <a:cubicBezTo>
                    <a:pt x="32837" y="73873"/>
                    <a:pt x="30958" y="75498"/>
                    <a:pt x="28956" y="76962"/>
                  </a:cubicBezTo>
                  <a:cubicBezTo>
                    <a:pt x="26985" y="78426"/>
                    <a:pt x="24842" y="79641"/>
                    <a:pt x="22574" y="80582"/>
                  </a:cubicBezTo>
                  <a:cubicBezTo>
                    <a:pt x="18093" y="82598"/>
                    <a:pt x="13286" y="83792"/>
                    <a:pt x="8382" y="84106"/>
                  </a:cubicBezTo>
                  <a:lnTo>
                    <a:pt x="7144" y="84106"/>
                  </a:lnTo>
                  <a:lnTo>
                    <a:pt x="7144" y="64008"/>
                  </a:lnTo>
                  <a:cubicBezTo>
                    <a:pt x="7144" y="57721"/>
                    <a:pt x="7144" y="51435"/>
                    <a:pt x="7144" y="44958"/>
                  </a:cubicBezTo>
                  <a:cubicBezTo>
                    <a:pt x="7144" y="38481"/>
                    <a:pt x="7144" y="32385"/>
                    <a:pt x="7144" y="25908"/>
                  </a:cubicBezTo>
                  <a:cubicBezTo>
                    <a:pt x="7144" y="19431"/>
                    <a:pt x="8096" y="13430"/>
                    <a:pt x="8287" y="7144"/>
                  </a:cubicBezTo>
                  <a:close/>
                </a:path>
              </a:pathLst>
            </a:custGeom>
            <a:solidFill>
              <a:srgbClr val="FFFFFF"/>
            </a:soli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0734B978-4A65-42A5-95FF-84B4DBCBCA46}"/>
                </a:ext>
              </a:extLst>
            </p:cNvPr>
            <p:cNvSpPr/>
            <p:nvPr/>
          </p:nvSpPr>
          <p:spPr>
            <a:xfrm>
              <a:off x="11517044" y="416822"/>
              <a:ext cx="144506" cy="234823"/>
            </a:xfrm>
            <a:custGeom>
              <a:avLst/>
              <a:gdLst>
                <a:gd name="connsiteX0" fmla="*/ 7144 w 76200"/>
                <a:gd name="connsiteY0" fmla="*/ 120212 h 123825"/>
                <a:gd name="connsiteX1" fmla="*/ 7144 w 76200"/>
                <a:gd name="connsiteY1" fmla="*/ 7150 h 123825"/>
                <a:gd name="connsiteX2" fmla="*/ 14764 w 76200"/>
                <a:gd name="connsiteY2" fmla="*/ 7150 h 123825"/>
                <a:gd name="connsiteX3" fmla="*/ 46863 w 76200"/>
                <a:gd name="connsiteY3" fmla="*/ 16675 h 123825"/>
                <a:gd name="connsiteX4" fmla="*/ 71628 w 76200"/>
                <a:gd name="connsiteY4" fmla="*/ 63157 h 123825"/>
                <a:gd name="connsiteX5" fmla="*/ 54673 w 76200"/>
                <a:gd name="connsiteY5" fmla="*/ 103638 h 123825"/>
                <a:gd name="connsiteX6" fmla="*/ 14097 w 76200"/>
                <a:gd name="connsiteY6" fmla="*/ 120307 h 123825"/>
                <a:gd name="connsiteX7" fmla="*/ 15430 w 76200"/>
                <a:gd name="connsiteY7" fmla="*/ 14865 h 123825"/>
                <a:gd name="connsiteX8" fmla="*/ 15430 w 76200"/>
                <a:gd name="connsiteY8" fmla="*/ 111735 h 123825"/>
                <a:gd name="connsiteX9" fmla="*/ 44005 w 76200"/>
                <a:gd name="connsiteY9" fmla="*/ 102210 h 123825"/>
                <a:gd name="connsiteX10" fmla="*/ 63055 w 76200"/>
                <a:gd name="connsiteY10" fmla="*/ 62967 h 123825"/>
                <a:gd name="connsiteX11" fmla="*/ 44005 w 76200"/>
                <a:gd name="connsiteY11" fmla="*/ 24867 h 123825"/>
                <a:gd name="connsiteX12" fmla="*/ 30480 w 76200"/>
                <a:gd name="connsiteY12" fmla="*/ 17151 h 123825"/>
                <a:gd name="connsiteX13" fmla="*/ 15430 w 76200"/>
                <a:gd name="connsiteY13" fmla="*/ 1486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200" h="123825">
                  <a:moveTo>
                    <a:pt x="7144" y="120212"/>
                  </a:moveTo>
                  <a:lnTo>
                    <a:pt x="7144" y="7150"/>
                  </a:lnTo>
                  <a:lnTo>
                    <a:pt x="14764" y="7150"/>
                  </a:lnTo>
                  <a:cubicBezTo>
                    <a:pt x="26184" y="6978"/>
                    <a:pt x="37385" y="10301"/>
                    <a:pt x="46863" y="16675"/>
                  </a:cubicBezTo>
                  <a:cubicBezTo>
                    <a:pt x="62682" y="26769"/>
                    <a:pt x="72074" y="44397"/>
                    <a:pt x="71628" y="63157"/>
                  </a:cubicBezTo>
                  <a:cubicBezTo>
                    <a:pt x="71878" y="78427"/>
                    <a:pt x="65731" y="93105"/>
                    <a:pt x="54673" y="103638"/>
                  </a:cubicBezTo>
                  <a:cubicBezTo>
                    <a:pt x="44009" y="114528"/>
                    <a:pt x="29337" y="120555"/>
                    <a:pt x="14097" y="120307"/>
                  </a:cubicBezTo>
                  <a:close/>
                  <a:moveTo>
                    <a:pt x="15430" y="14865"/>
                  </a:moveTo>
                  <a:lnTo>
                    <a:pt x="15430" y="111735"/>
                  </a:lnTo>
                  <a:cubicBezTo>
                    <a:pt x="25735" y="111735"/>
                    <a:pt x="35762" y="108392"/>
                    <a:pt x="44005" y="102210"/>
                  </a:cubicBezTo>
                  <a:cubicBezTo>
                    <a:pt x="56325" y="92977"/>
                    <a:pt x="63422" y="78358"/>
                    <a:pt x="63055" y="62967"/>
                  </a:cubicBezTo>
                  <a:cubicBezTo>
                    <a:pt x="63489" y="47877"/>
                    <a:pt x="56337" y="33573"/>
                    <a:pt x="44005" y="24867"/>
                  </a:cubicBezTo>
                  <a:cubicBezTo>
                    <a:pt x="39913" y="21626"/>
                    <a:pt x="35353" y="19025"/>
                    <a:pt x="30480" y="17151"/>
                  </a:cubicBezTo>
                  <a:cubicBezTo>
                    <a:pt x="25628" y="15548"/>
                    <a:pt x="20540" y="14776"/>
                    <a:pt x="15430" y="14865"/>
                  </a:cubicBezTo>
                  <a:close/>
                </a:path>
              </a:pathLst>
            </a:custGeom>
            <a:solidFill>
              <a:srgbClr val="FFFFFF"/>
            </a:solid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CA637DE0-ADE8-4927-B168-5935E6CCCC14}"/>
                </a:ext>
              </a:extLst>
            </p:cNvPr>
            <p:cNvSpPr/>
            <p:nvPr/>
          </p:nvSpPr>
          <p:spPr>
            <a:xfrm>
              <a:off x="11516864" y="413583"/>
              <a:ext cx="144506" cy="234823"/>
            </a:xfrm>
            <a:custGeom>
              <a:avLst/>
              <a:gdLst>
                <a:gd name="connsiteX0" fmla="*/ 7239 w 76200"/>
                <a:gd name="connsiteY0" fmla="*/ 121920 h 123825"/>
                <a:gd name="connsiteX1" fmla="*/ 7239 w 76200"/>
                <a:gd name="connsiteY1" fmla="*/ 93345 h 123825"/>
                <a:gd name="connsiteX2" fmla="*/ 7239 w 76200"/>
                <a:gd name="connsiteY2" fmla="*/ 79248 h 123825"/>
                <a:gd name="connsiteX3" fmla="*/ 7239 w 76200"/>
                <a:gd name="connsiteY3" fmla="*/ 65056 h 123825"/>
                <a:gd name="connsiteX4" fmla="*/ 7239 w 76200"/>
                <a:gd name="connsiteY4" fmla="*/ 36481 h 123825"/>
                <a:gd name="connsiteX5" fmla="*/ 7239 w 76200"/>
                <a:gd name="connsiteY5" fmla="*/ 7144 h 123825"/>
                <a:gd name="connsiteX6" fmla="*/ 8382 w 76200"/>
                <a:gd name="connsiteY6" fmla="*/ 7144 h 123825"/>
                <a:gd name="connsiteX7" fmla="*/ 20574 w 76200"/>
                <a:gd name="connsiteY7" fmla="*/ 7144 h 123825"/>
                <a:gd name="connsiteX8" fmla="*/ 32766 w 76200"/>
                <a:gd name="connsiteY8" fmla="*/ 9144 h 123825"/>
                <a:gd name="connsiteX9" fmla="*/ 44196 w 76200"/>
                <a:gd name="connsiteY9" fmla="*/ 13811 h 123825"/>
                <a:gd name="connsiteX10" fmla="*/ 49435 w 76200"/>
                <a:gd name="connsiteY10" fmla="*/ 17145 h 123825"/>
                <a:gd name="connsiteX11" fmla="*/ 51911 w 76200"/>
                <a:gd name="connsiteY11" fmla="*/ 18859 h 123825"/>
                <a:gd name="connsiteX12" fmla="*/ 54292 w 76200"/>
                <a:gd name="connsiteY12" fmla="*/ 20860 h 123825"/>
                <a:gd name="connsiteX13" fmla="*/ 69151 w 76200"/>
                <a:gd name="connsiteY13" fmla="*/ 40386 h 123825"/>
                <a:gd name="connsiteX14" fmla="*/ 71723 w 76200"/>
                <a:gd name="connsiteY14" fmla="*/ 53150 h 123825"/>
                <a:gd name="connsiteX15" fmla="*/ 72771 w 76200"/>
                <a:gd name="connsiteY15" fmla="*/ 65342 h 123825"/>
                <a:gd name="connsiteX16" fmla="*/ 72771 w 76200"/>
                <a:gd name="connsiteY16" fmla="*/ 68390 h 123825"/>
                <a:gd name="connsiteX17" fmla="*/ 72771 w 76200"/>
                <a:gd name="connsiteY17" fmla="*/ 71533 h 123825"/>
                <a:gd name="connsiteX18" fmla="*/ 71818 w 76200"/>
                <a:gd name="connsiteY18" fmla="*/ 77629 h 123825"/>
                <a:gd name="connsiteX19" fmla="*/ 67913 w 76200"/>
                <a:gd name="connsiteY19" fmla="*/ 89249 h 123825"/>
                <a:gd name="connsiteX20" fmla="*/ 61436 w 76200"/>
                <a:gd name="connsiteY20" fmla="*/ 99632 h 123825"/>
                <a:gd name="connsiteX21" fmla="*/ 52959 w 76200"/>
                <a:gd name="connsiteY21" fmla="*/ 108490 h 123825"/>
                <a:gd name="connsiteX22" fmla="*/ 43434 w 76200"/>
                <a:gd name="connsiteY22" fmla="*/ 115538 h 123825"/>
                <a:gd name="connsiteX23" fmla="*/ 32194 w 76200"/>
                <a:gd name="connsiteY23" fmla="*/ 120206 h 123825"/>
                <a:gd name="connsiteX24" fmla="*/ 20193 w 76200"/>
                <a:gd name="connsiteY24" fmla="*/ 122206 h 123825"/>
                <a:gd name="connsiteX25" fmla="*/ 7239 w 76200"/>
                <a:gd name="connsiteY25" fmla="*/ 121920 h 123825"/>
                <a:gd name="connsiteX26" fmla="*/ 7239 w 76200"/>
                <a:gd name="connsiteY26" fmla="*/ 121920 h 123825"/>
                <a:gd name="connsiteX27" fmla="*/ 19336 w 76200"/>
                <a:gd name="connsiteY27" fmla="*/ 121920 h 123825"/>
                <a:gd name="connsiteX28" fmla="*/ 31147 w 76200"/>
                <a:gd name="connsiteY28" fmla="*/ 119539 h 123825"/>
                <a:gd name="connsiteX29" fmla="*/ 51626 w 76200"/>
                <a:gd name="connsiteY29" fmla="*/ 107537 h 123825"/>
                <a:gd name="connsiteX30" fmla="*/ 59722 w 76200"/>
                <a:gd name="connsiteY30" fmla="*/ 98774 h 123825"/>
                <a:gd name="connsiteX31" fmla="*/ 65818 w 76200"/>
                <a:gd name="connsiteY31" fmla="*/ 88583 h 123825"/>
                <a:gd name="connsiteX32" fmla="*/ 69437 w 76200"/>
                <a:gd name="connsiteY32" fmla="*/ 77248 h 123825"/>
                <a:gd name="connsiteX33" fmla="*/ 70294 w 76200"/>
                <a:gd name="connsiteY33" fmla="*/ 71342 h 123825"/>
                <a:gd name="connsiteX34" fmla="*/ 70295 w 76200"/>
                <a:gd name="connsiteY34" fmla="*/ 68485 h 123825"/>
                <a:gd name="connsiteX35" fmla="*/ 70295 w 76200"/>
                <a:gd name="connsiteY35" fmla="*/ 65437 h 123825"/>
                <a:gd name="connsiteX36" fmla="*/ 69532 w 76200"/>
                <a:gd name="connsiteY36" fmla="*/ 53150 h 123825"/>
                <a:gd name="connsiteX37" fmla="*/ 65913 w 76200"/>
                <a:gd name="connsiteY37" fmla="*/ 41910 h 123825"/>
                <a:gd name="connsiteX38" fmla="*/ 51625 w 76200"/>
                <a:gd name="connsiteY38" fmla="*/ 23336 h 123825"/>
                <a:gd name="connsiteX39" fmla="*/ 49244 w 76200"/>
                <a:gd name="connsiteY39" fmla="*/ 21431 h 123825"/>
                <a:gd name="connsiteX40" fmla="*/ 46863 w 76200"/>
                <a:gd name="connsiteY40" fmla="*/ 19717 h 123825"/>
                <a:gd name="connsiteX41" fmla="*/ 41815 w 76200"/>
                <a:gd name="connsiteY41" fmla="*/ 16573 h 123825"/>
                <a:gd name="connsiteX42" fmla="*/ 30956 w 76200"/>
                <a:gd name="connsiteY42" fmla="*/ 12097 h 123825"/>
                <a:gd name="connsiteX43" fmla="*/ 19145 w 76200"/>
                <a:gd name="connsiteY43" fmla="*/ 10097 h 123825"/>
                <a:gd name="connsiteX44" fmla="*/ 7144 w 76200"/>
                <a:gd name="connsiteY44" fmla="*/ 10096 h 123825"/>
                <a:gd name="connsiteX45" fmla="*/ 8287 w 76200"/>
                <a:gd name="connsiteY45" fmla="*/ 9049 h 123825"/>
                <a:gd name="connsiteX46" fmla="*/ 8287 w 76200"/>
                <a:gd name="connsiteY46" fmla="*/ 37624 h 123825"/>
                <a:gd name="connsiteX47" fmla="*/ 8287 w 76200"/>
                <a:gd name="connsiteY47" fmla="*/ 66199 h 123825"/>
                <a:gd name="connsiteX48" fmla="*/ 8287 w 76200"/>
                <a:gd name="connsiteY48" fmla="*/ 80391 h 123825"/>
                <a:gd name="connsiteX49" fmla="*/ 8287 w 76200"/>
                <a:gd name="connsiteY49" fmla="*/ 94488 h 123825"/>
                <a:gd name="connsiteX50" fmla="*/ 7239 w 76200"/>
                <a:gd name="connsiteY50" fmla="*/ 12192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6200" h="123825">
                  <a:moveTo>
                    <a:pt x="7239" y="121920"/>
                  </a:moveTo>
                  <a:cubicBezTo>
                    <a:pt x="7239" y="112395"/>
                    <a:pt x="7239" y="102870"/>
                    <a:pt x="7239" y="93345"/>
                  </a:cubicBezTo>
                  <a:lnTo>
                    <a:pt x="7239" y="79248"/>
                  </a:lnTo>
                  <a:lnTo>
                    <a:pt x="7239" y="65056"/>
                  </a:lnTo>
                  <a:lnTo>
                    <a:pt x="7239" y="36481"/>
                  </a:lnTo>
                  <a:lnTo>
                    <a:pt x="7239" y="7144"/>
                  </a:lnTo>
                  <a:lnTo>
                    <a:pt x="8382" y="7144"/>
                  </a:lnTo>
                  <a:cubicBezTo>
                    <a:pt x="12382" y="7144"/>
                    <a:pt x="16383" y="7144"/>
                    <a:pt x="20574" y="7144"/>
                  </a:cubicBezTo>
                  <a:cubicBezTo>
                    <a:pt x="24691" y="7432"/>
                    <a:pt x="28773" y="8101"/>
                    <a:pt x="32766" y="9144"/>
                  </a:cubicBezTo>
                  <a:cubicBezTo>
                    <a:pt x="36735" y="10277"/>
                    <a:pt x="40568" y="11843"/>
                    <a:pt x="44196" y="13811"/>
                  </a:cubicBezTo>
                  <a:cubicBezTo>
                    <a:pt x="46019" y="14798"/>
                    <a:pt x="47769" y="15912"/>
                    <a:pt x="49435" y="17145"/>
                  </a:cubicBezTo>
                  <a:lnTo>
                    <a:pt x="51911" y="18859"/>
                  </a:lnTo>
                  <a:lnTo>
                    <a:pt x="54292" y="20860"/>
                  </a:lnTo>
                  <a:cubicBezTo>
                    <a:pt x="60666" y="26154"/>
                    <a:pt x="65748" y="32832"/>
                    <a:pt x="69151" y="40386"/>
                  </a:cubicBezTo>
                  <a:cubicBezTo>
                    <a:pt x="70560" y="44511"/>
                    <a:pt x="71425" y="48801"/>
                    <a:pt x="71723" y="53150"/>
                  </a:cubicBezTo>
                  <a:cubicBezTo>
                    <a:pt x="72454" y="57172"/>
                    <a:pt x="72805" y="61254"/>
                    <a:pt x="72771" y="65342"/>
                  </a:cubicBezTo>
                  <a:cubicBezTo>
                    <a:pt x="72771" y="66389"/>
                    <a:pt x="72771" y="67342"/>
                    <a:pt x="72771" y="68390"/>
                  </a:cubicBezTo>
                  <a:cubicBezTo>
                    <a:pt x="72771" y="69437"/>
                    <a:pt x="72771" y="70485"/>
                    <a:pt x="72771" y="71533"/>
                  </a:cubicBezTo>
                  <a:cubicBezTo>
                    <a:pt x="72586" y="73583"/>
                    <a:pt x="72267" y="75619"/>
                    <a:pt x="71818" y="77629"/>
                  </a:cubicBezTo>
                  <a:cubicBezTo>
                    <a:pt x="70949" y="81634"/>
                    <a:pt x="69639" y="85531"/>
                    <a:pt x="67913" y="89249"/>
                  </a:cubicBezTo>
                  <a:cubicBezTo>
                    <a:pt x="66164" y="92949"/>
                    <a:pt x="63991" y="96434"/>
                    <a:pt x="61436" y="99632"/>
                  </a:cubicBezTo>
                  <a:cubicBezTo>
                    <a:pt x="58936" y="102880"/>
                    <a:pt x="56094" y="105850"/>
                    <a:pt x="52959" y="108490"/>
                  </a:cubicBezTo>
                  <a:cubicBezTo>
                    <a:pt x="50083" y="111218"/>
                    <a:pt x="46884" y="113585"/>
                    <a:pt x="43434" y="115538"/>
                  </a:cubicBezTo>
                  <a:cubicBezTo>
                    <a:pt x="39880" y="117522"/>
                    <a:pt x="36108" y="119088"/>
                    <a:pt x="32194" y="120206"/>
                  </a:cubicBezTo>
                  <a:cubicBezTo>
                    <a:pt x="28288" y="121348"/>
                    <a:pt x="24259" y="122020"/>
                    <a:pt x="20193" y="122206"/>
                  </a:cubicBezTo>
                  <a:cubicBezTo>
                    <a:pt x="15335" y="122206"/>
                    <a:pt x="11239" y="122015"/>
                    <a:pt x="7239" y="121920"/>
                  </a:cubicBezTo>
                  <a:close/>
                  <a:moveTo>
                    <a:pt x="7239" y="121920"/>
                  </a:moveTo>
                  <a:cubicBezTo>
                    <a:pt x="11239" y="121920"/>
                    <a:pt x="15335" y="121920"/>
                    <a:pt x="19336" y="121920"/>
                  </a:cubicBezTo>
                  <a:cubicBezTo>
                    <a:pt x="23346" y="121550"/>
                    <a:pt x="27306" y="120751"/>
                    <a:pt x="31147" y="119539"/>
                  </a:cubicBezTo>
                  <a:cubicBezTo>
                    <a:pt x="38757" y="117058"/>
                    <a:pt x="45742" y="112965"/>
                    <a:pt x="51626" y="107537"/>
                  </a:cubicBezTo>
                  <a:cubicBezTo>
                    <a:pt x="54639" y="104923"/>
                    <a:pt x="57354" y="101984"/>
                    <a:pt x="59722" y="98774"/>
                  </a:cubicBezTo>
                  <a:cubicBezTo>
                    <a:pt x="62167" y="95642"/>
                    <a:pt x="64215" y="92219"/>
                    <a:pt x="65818" y="88583"/>
                  </a:cubicBezTo>
                  <a:cubicBezTo>
                    <a:pt x="67451" y="84954"/>
                    <a:pt x="68665" y="81151"/>
                    <a:pt x="69437" y="77248"/>
                  </a:cubicBezTo>
                  <a:cubicBezTo>
                    <a:pt x="69823" y="75295"/>
                    <a:pt x="70109" y="73324"/>
                    <a:pt x="70294" y="71342"/>
                  </a:cubicBezTo>
                  <a:cubicBezTo>
                    <a:pt x="70295" y="70390"/>
                    <a:pt x="70295" y="69437"/>
                    <a:pt x="70295" y="68485"/>
                  </a:cubicBezTo>
                  <a:cubicBezTo>
                    <a:pt x="70295" y="67532"/>
                    <a:pt x="70295" y="66389"/>
                    <a:pt x="70295" y="65437"/>
                  </a:cubicBezTo>
                  <a:cubicBezTo>
                    <a:pt x="70398" y="61327"/>
                    <a:pt x="70143" y="57215"/>
                    <a:pt x="69532" y="53150"/>
                  </a:cubicBezTo>
                  <a:cubicBezTo>
                    <a:pt x="68774" y="49273"/>
                    <a:pt x="67559" y="45500"/>
                    <a:pt x="65913" y="41910"/>
                  </a:cubicBezTo>
                  <a:cubicBezTo>
                    <a:pt x="62608" y="34723"/>
                    <a:pt x="57725" y="28374"/>
                    <a:pt x="51625" y="23336"/>
                  </a:cubicBezTo>
                  <a:lnTo>
                    <a:pt x="49244" y="21431"/>
                  </a:lnTo>
                  <a:lnTo>
                    <a:pt x="46863" y="19717"/>
                  </a:lnTo>
                  <a:cubicBezTo>
                    <a:pt x="45238" y="18580"/>
                    <a:pt x="43552" y="17530"/>
                    <a:pt x="41815" y="16573"/>
                  </a:cubicBezTo>
                  <a:cubicBezTo>
                    <a:pt x="38387" y="14653"/>
                    <a:pt x="34741" y="13150"/>
                    <a:pt x="30956" y="12097"/>
                  </a:cubicBezTo>
                  <a:cubicBezTo>
                    <a:pt x="27106" y="10994"/>
                    <a:pt x="23144" y="10323"/>
                    <a:pt x="19145" y="10097"/>
                  </a:cubicBezTo>
                  <a:cubicBezTo>
                    <a:pt x="15240" y="10096"/>
                    <a:pt x="11144" y="10096"/>
                    <a:pt x="7144" y="10096"/>
                  </a:cubicBezTo>
                  <a:lnTo>
                    <a:pt x="8287" y="9049"/>
                  </a:lnTo>
                  <a:lnTo>
                    <a:pt x="8287" y="37624"/>
                  </a:lnTo>
                  <a:lnTo>
                    <a:pt x="8287" y="66199"/>
                  </a:lnTo>
                  <a:lnTo>
                    <a:pt x="8287" y="80391"/>
                  </a:lnTo>
                  <a:lnTo>
                    <a:pt x="8287" y="94488"/>
                  </a:lnTo>
                  <a:cubicBezTo>
                    <a:pt x="7525" y="103061"/>
                    <a:pt x="7429" y="112490"/>
                    <a:pt x="7239" y="121920"/>
                  </a:cubicBezTo>
                  <a:close/>
                </a:path>
              </a:pathLst>
            </a:custGeom>
            <a:solidFill>
              <a:srgbClr val="FFFFFF"/>
            </a:solid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94FBD9A-8993-4D36-9D8D-60844A268D7D}"/>
                </a:ext>
              </a:extLst>
            </p:cNvPr>
            <p:cNvSpPr/>
            <p:nvPr/>
          </p:nvSpPr>
          <p:spPr>
            <a:xfrm>
              <a:off x="11530592" y="431363"/>
              <a:ext cx="108380" cy="198696"/>
            </a:xfrm>
            <a:custGeom>
              <a:avLst/>
              <a:gdLst>
                <a:gd name="connsiteX0" fmla="*/ 8287 w 57150"/>
                <a:gd name="connsiteY0" fmla="*/ 7197 h 104775"/>
                <a:gd name="connsiteX1" fmla="*/ 8763 w 57150"/>
                <a:gd name="connsiteY1" fmla="*/ 31486 h 104775"/>
                <a:gd name="connsiteX2" fmla="*/ 8763 w 57150"/>
                <a:gd name="connsiteY2" fmla="*/ 55680 h 104775"/>
                <a:gd name="connsiteX3" fmla="*/ 8763 w 57150"/>
                <a:gd name="connsiteY3" fmla="*/ 79873 h 104775"/>
                <a:gd name="connsiteX4" fmla="*/ 8763 w 57150"/>
                <a:gd name="connsiteY4" fmla="*/ 104067 h 104775"/>
                <a:gd name="connsiteX5" fmla="*/ 7620 w 57150"/>
                <a:gd name="connsiteY5" fmla="*/ 102924 h 104775"/>
                <a:gd name="connsiteX6" fmla="*/ 17145 w 57150"/>
                <a:gd name="connsiteY6" fmla="*/ 101876 h 104775"/>
                <a:gd name="connsiteX7" fmla="*/ 25908 w 57150"/>
                <a:gd name="connsiteY7" fmla="*/ 99114 h 104775"/>
                <a:gd name="connsiteX8" fmla="*/ 34004 w 57150"/>
                <a:gd name="connsiteY8" fmla="*/ 94637 h 104775"/>
                <a:gd name="connsiteX9" fmla="*/ 35814 w 57150"/>
                <a:gd name="connsiteY9" fmla="*/ 93303 h 104775"/>
                <a:gd name="connsiteX10" fmla="*/ 37624 w 57150"/>
                <a:gd name="connsiteY10" fmla="*/ 91779 h 104775"/>
                <a:gd name="connsiteX11" fmla="*/ 41053 w 57150"/>
                <a:gd name="connsiteY11" fmla="*/ 88731 h 104775"/>
                <a:gd name="connsiteX12" fmla="*/ 46958 w 57150"/>
                <a:gd name="connsiteY12" fmla="*/ 81683 h 104775"/>
                <a:gd name="connsiteX13" fmla="*/ 51340 w 57150"/>
                <a:gd name="connsiteY13" fmla="*/ 73587 h 104775"/>
                <a:gd name="connsiteX14" fmla="*/ 53912 w 57150"/>
                <a:gd name="connsiteY14" fmla="*/ 64728 h 104775"/>
                <a:gd name="connsiteX15" fmla="*/ 54769 w 57150"/>
                <a:gd name="connsiteY15" fmla="*/ 55203 h 104775"/>
                <a:gd name="connsiteX16" fmla="*/ 54102 w 57150"/>
                <a:gd name="connsiteY16" fmla="*/ 45678 h 104775"/>
                <a:gd name="connsiteX17" fmla="*/ 51626 w 57150"/>
                <a:gd name="connsiteY17" fmla="*/ 36725 h 104775"/>
                <a:gd name="connsiteX18" fmla="*/ 47339 w 57150"/>
                <a:gd name="connsiteY18" fmla="*/ 28533 h 104775"/>
                <a:gd name="connsiteX19" fmla="*/ 41339 w 57150"/>
                <a:gd name="connsiteY19" fmla="*/ 21390 h 104775"/>
                <a:gd name="connsiteX20" fmla="*/ 34195 w 57150"/>
                <a:gd name="connsiteY20" fmla="*/ 15389 h 104775"/>
                <a:gd name="connsiteX21" fmla="*/ 26289 w 57150"/>
                <a:gd name="connsiteY21" fmla="*/ 10531 h 104775"/>
                <a:gd name="connsiteX22" fmla="*/ 17431 w 57150"/>
                <a:gd name="connsiteY22" fmla="*/ 7483 h 104775"/>
                <a:gd name="connsiteX23" fmla="*/ 8287 w 57150"/>
                <a:gd name="connsiteY23" fmla="*/ 7197 h 104775"/>
                <a:gd name="connsiteX24" fmla="*/ 8287 w 57150"/>
                <a:gd name="connsiteY24" fmla="*/ 7197 h 104775"/>
                <a:gd name="connsiteX25" fmla="*/ 17812 w 57150"/>
                <a:gd name="connsiteY25" fmla="*/ 7769 h 104775"/>
                <a:gd name="connsiteX26" fmla="*/ 27337 w 57150"/>
                <a:gd name="connsiteY26" fmla="*/ 10436 h 104775"/>
                <a:gd name="connsiteX27" fmla="*/ 35623 w 57150"/>
                <a:gd name="connsiteY27" fmla="*/ 15198 h 104775"/>
                <a:gd name="connsiteX28" fmla="*/ 43053 w 57150"/>
                <a:gd name="connsiteY28" fmla="*/ 21104 h 104775"/>
                <a:gd name="connsiteX29" fmla="*/ 49435 w 57150"/>
                <a:gd name="connsiteY29" fmla="*/ 28343 h 104775"/>
                <a:gd name="connsiteX30" fmla="*/ 54102 w 57150"/>
                <a:gd name="connsiteY30" fmla="*/ 36725 h 104775"/>
                <a:gd name="connsiteX31" fmla="*/ 56864 w 57150"/>
                <a:gd name="connsiteY31" fmla="*/ 46250 h 104775"/>
                <a:gd name="connsiteX32" fmla="*/ 57721 w 57150"/>
                <a:gd name="connsiteY32" fmla="*/ 55775 h 104775"/>
                <a:gd name="connsiteX33" fmla="*/ 56864 w 57150"/>
                <a:gd name="connsiteY33" fmla="*/ 65300 h 104775"/>
                <a:gd name="connsiteX34" fmla="*/ 54197 w 57150"/>
                <a:gd name="connsiteY34" fmla="*/ 74825 h 104775"/>
                <a:gd name="connsiteX35" fmla="*/ 49720 w 57150"/>
                <a:gd name="connsiteY35" fmla="*/ 83397 h 104775"/>
                <a:gd name="connsiteX36" fmla="*/ 43529 w 57150"/>
                <a:gd name="connsiteY36" fmla="*/ 90827 h 104775"/>
                <a:gd name="connsiteX37" fmla="*/ 39910 w 57150"/>
                <a:gd name="connsiteY37" fmla="*/ 94065 h 104775"/>
                <a:gd name="connsiteX38" fmla="*/ 38100 w 57150"/>
                <a:gd name="connsiteY38" fmla="*/ 95589 h 104775"/>
                <a:gd name="connsiteX39" fmla="*/ 36100 w 57150"/>
                <a:gd name="connsiteY39" fmla="*/ 97018 h 104775"/>
                <a:gd name="connsiteX40" fmla="*/ 27623 w 57150"/>
                <a:gd name="connsiteY40" fmla="*/ 101685 h 104775"/>
                <a:gd name="connsiteX41" fmla="*/ 18098 w 57150"/>
                <a:gd name="connsiteY41" fmla="*/ 104543 h 104775"/>
                <a:gd name="connsiteX42" fmla="*/ 8573 w 57150"/>
                <a:gd name="connsiteY42" fmla="*/ 105591 h 104775"/>
                <a:gd name="connsiteX43" fmla="*/ 7144 w 57150"/>
                <a:gd name="connsiteY43" fmla="*/ 105591 h 104775"/>
                <a:gd name="connsiteX44" fmla="*/ 7144 w 57150"/>
                <a:gd name="connsiteY44" fmla="*/ 80159 h 104775"/>
                <a:gd name="connsiteX45" fmla="*/ 7144 w 57150"/>
                <a:gd name="connsiteY45" fmla="*/ 55965 h 104775"/>
                <a:gd name="connsiteX46" fmla="*/ 7144 w 57150"/>
                <a:gd name="connsiteY46" fmla="*/ 31772 h 104775"/>
                <a:gd name="connsiteX47" fmla="*/ 8287 w 57150"/>
                <a:gd name="connsiteY47" fmla="*/ 7197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7150" h="104775">
                  <a:moveTo>
                    <a:pt x="8287" y="7197"/>
                  </a:moveTo>
                  <a:cubicBezTo>
                    <a:pt x="8287" y="15294"/>
                    <a:pt x="8287" y="23390"/>
                    <a:pt x="8763" y="31486"/>
                  </a:cubicBezTo>
                  <a:cubicBezTo>
                    <a:pt x="9239" y="39582"/>
                    <a:pt x="8763" y="47583"/>
                    <a:pt x="8763" y="55680"/>
                  </a:cubicBezTo>
                  <a:lnTo>
                    <a:pt x="8763" y="79873"/>
                  </a:lnTo>
                  <a:lnTo>
                    <a:pt x="8763" y="104067"/>
                  </a:lnTo>
                  <a:lnTo>
                    <a:pt x="7620" y="102924"/>
                  </a:lnTo>
                  <a:cubicBezTo>
                    <a:pt x="10818" y="102836"/>
                    <a:pt x="14004" y="102485"/>
                    <a:pt x="17145" y="101876"/>
                  </a:cubicBezTo>
                  <a:cubicBezTo>
                    <a:pt x="20142" y="101214"/>
                    <a:pt x="23074" y="100290"/>
                    <a:pt x="25908" y="99114"/>
                  </a:cubicBezTo>
                  <a:cubicBezTo>
                    <a:pt x="28735" y="97867"/>
                    <a:pt x="31445" y="96369"/>
                    <a:pt x="34004" y="94637"/>
                  </a:cubicBezTo>
                  <a:lnTo>
                    <a:pt x="35814" y="93303"/>
                  </a:lnTo>
                  <a:lnTo>
                    <a:pt x="37624" y="91779"/>
                  </a:lnTo>
                  <a:cubicBezTo>
                    <a:pt x="38767" y="90827"/>
                    <a:pt x="40005" y="89779"/>
                    <a:pt x="41053" y="88731"/>
                  </a:cubicBezTo>
                  <a:cubicBezTo>
                    <a:pt x="43250" y="86583"/>
                    <a:pt x="45228" y="84222"/>
                    <a:pt x="46958" y="81683"/>
                  </a:cubicBezTo>
                  <a:cubicBezTo>
                    <a:pt x="48695" y="79143"/>
                    <a:pt x="50164" y="76430"/>
                    <a:pt x="51340" y="73587"/>
                  </a:cubicBezTo>
                  <a:cubicBezTo>
                    <a:pt x="52482" y="70724"/>
                    <a:pt x="53343" y="67757"/>
                    <a:pt x="53912" y="64728"/>
                  </a:cubicBezTo>
                  <a:cubicBezTo>
                    <a:pt x="54502" y="61588"/>
                    <a:pt x="54789" y="58398"/>
                    <a:pt x="54769" y="55203"/>
                  </a:cubicBezTo>
                  <a:cubicBezTo>
                    <a:pt x="54804" y="52015"/>
                    <a:pt x="54581" y="48830"/>
                    <a:pt x="54102" y="45678"/>
                  </a:cubicBezTo>
                  <a:cubicBezTo>
                    <a:pt x="53613" y="42611"/>
                    <a:pt x="52782" y="39608"/>
                    <a:pt x="51626" y="36725"/>
                  </a:cubicBezTo>
                  <a:cubicBezTo>
                    <a:pt x="50484" y="33853"/>
                    <a:pt x="49047" y="31108"/>
                    <a:pt x="47339" y="28533"/>
                  </a:cubicBezTo>
                  <a:cubicBezTo>
                    <a:pt x="45606" y="25940"/>
                    <a:pt x="43594" y="23544"/>
                    <a:pt x="41339" y="21390"/>
                  </a:cubicBezTo>
                  <a:cubicBezTo>
                    <a:pt x="39085" y="19242"/>
                    <a:pt x="36699" y="17237"/>
                    <a:pt x="34195" y="15389"/>
                  </a:cubicBezTo>
                  <a:cubicBezTo>
                    <a:pt x="31710" y="13536"/>
                    <a:pt x="29064" y="11911"/>
                    <a:pt x="26289" y="10531"/>
                  </a:cubicBezTo>
                  <a:cubicBezTo>
                    <a:pt x="23492" y="9108"/>
                    <a:pt x="20511" y="8082"/>
                    <a:pt x="17431" y="7483"/>
                  </a:cubicBezTo>
                  <a:cubicBezTo>
                    <a:pt x="14394" y="7167"/>
                    <a:pt x="11338" y="7072"/>
                    <a:pt x="8287" y="7197"/>
                  </a:cubicBezTo>
                  <a:close/>
                  <a:moveTo>
                    <a:pt x="8287" y="7197"/>
                  </a:moveTo>
                  <a:cubicBezTo>
                    <a:pt x="11472" y="7142"/>
                    <a:pt x="14656" y="7334"/>
                    <a:pt x="17812" y="7769"/>
                  </a:cubicBezTo>
                  <a:cubicBezTo>
                    <a:pt x="21101" y="8183"/>
                    <a:pt x="24311" y="9082"/>
                    <a:pt x="27337" y="10436"/>
                  </a:cubicBezTo>
                  <a:cubicBezTo>
                    <a:pt x="30232" y="11780"/>
                    <a:pt x="33005" y="13373"/>
                    <a:pt x="35623" y="15198"/>
                  </a:cubicBezTo>
                  <a:cubicBezTo>
                    <a:pt x="38266" y="16948"/>
                    <a:pt x="40752" y="18924"/>
                    <a:pt x="43053" y="21104"/>
                  </a:cubicBezTo>
                  <a:cubicBezTo>
                    <a:pt x="45427" y="23288"/>
                    <a:pt x="47565" y="25714"/>
                    <a:pt x="49435" y="28343"/>
                  </a:cubicBezTo>
                  <a:cubicBezTo>
                    <a:pt x="51285" y="30962"/>
                    <a:pt x="52850" y="33772"/>
                    <a:pt x="54102" y="36725"/>
                  </a:cubicBezTo>
                  <a:cubicBezTo>
                    <a:pt x="55372" y="39788"/>
                    <a:pt x="56298" y="42982"/>
                    <a:pt x="56864" y="46250"/>
                  </a:cubicBezTo>
                  <a:cubicBezTo>
                    <a:pt x="57385" y="49399"/>
                    <a:pt x="57672" y="52583"/>
                    <a:pt x="57721" y="55775"/>
                  </a:cubicBezTo>
                  <a:cubicBezTo>
                    <a:pt x="57720" y="58969"/>
                    <a:pt x="57433" y="62157"/>
                    <a:pt x="56864" y="65300"/>
                  </a:cubicBezTo>
                  <a:cubicBezTo>
                    <a:pt x="56325" y="68562"/>
                    <a:pt x="55430" y="71756"/>
                    <a:pt x="54197" y="74825"/>
                  </a:cubicBezTo>
                  <a:cubicBezTo>
                    <a:pt x="52934" y="77796"/>
                    <a:pt x="51437" y="80662"/>
                    <a:pt x="49720" y="83397"/>
                  </a:cubicBezTo>
                  <a:cubicBezTo>
                    <a:pt x="47896" y="86063"/>
                    <a:pt x="45823" y="88551"/>
                    <a:pt x="43529" y="90827"/>
                  </a:cubicBezTo>
                  <a:cubicBezTo>
                    <a:pt x="42386" y="91970"/>
                    <a:pt x="41148" y="93018"/>
                    <a:pt x="39910" y="94065"/>
                  </a:cubicBezTo>
                  <a:lnTo>
                    <a:pt x="38100" y="95589"/>
                  </a:lnTo>
                  <a:lnTo>
                    <a:pt x="36100" y="97018"/>
                  </a:lnTo>
                  <a:cubicBezTo>
                    <a:pt x="33447" y="98869"/>
                    <a:pt x="30605" y="100434"/>
                    <a:pt x="27623" y="101685"/>
                  </a:cubicBezTo>
                  <a:cubicBezTo>
                    <a:pt x="24546" y="102940"/>
                    <a:pt x="21357" y="103897"/>
                    <a:pt x="18098" y="104543"/>
                  </a:cubicBezTo>
                  <a:cubicBezTo>
                    <a:pt x="14960" y="105174"/>
                    <a:pt x="11772" y="105524"/>
                    <a:pt x="8573" y="105591"/>
                  </a:cubicBezTo>
                  <a:lnTo>
                    <a:pt x="7144" y="105591"/>
                  </a:lnTo>
                  <a:lnTo>
                    <a:pt x="7144" y="80159"/>
                  </a:lnTo>
                  <a:lnTo>
                    <a:pt x="7144" y="55965"/>
                  </a:lnTo>
                  <a:cubicBezTo>
                    <a:pt x="7144" y="47869"/>
                    <a:pt x="7144" y="39773"/>
                    <a:pt x="7144" y="31772"/>
                  </a:cubicBezTo>
                  <a:cubicBezTo>
                    <a:pt x="7144" y="23771"/>
                    <a:pt x="8096" y="15198"/>
                    <a:pt x="8287" y="7197"/>
                  </a:cubicBezTo>
                  <a:close/>
                </a:path>
              </a:pathLst>
            </a:custGeom>
            <a:solidFill>
              <a:srgbClr val="FFFFFF"/>
            </a:solid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894AD02E-586A-4A48-9451-9B950D88171E}"/>
                </a:ext>
              </a:extLst>
            </p:cNvPr>
            <p:cNvSpPr/>
            <p:nvPr/>
          </p:nvSpPr>
          <p:spPr>
            <a:xfrm>
              <a:off x="11702192" y="416827"/>
              <a:ext cx="108380" cy="234823"/>
            </a:xfrm>
            <a:custGeom>
              <a:avLst/>
              <a:gdLst>
                <a:gd name="connsiteX0" fmla="*/ 57436 w 57150"/>
                <a:gd name="connsiteY0" fmla="*/ 120209 h 123825"/>
                <a:gd name="connsiteX1" fmla="*/ 44387 w 57150"/>
                <a:gd name="connsiteY1" fmla="*/ 120209 h 123825"/>
                <a:gd name="connsiteX2" fmla="*/ 15145 w 57150"/>
                <a:gd name="connsiteY2" fmla="*/ 95825 h 123825"/>
                <a:gd name="connsiteX3" fmla="*/ 15145 w 57150"/>
                <a:gd name="connsiteY3" fmla="*/ 120209 h 123825"/>
                <a:gd name="connsiteX4" fmla="*/ 7144 w 57150"/>
                <a:gd name="connsiteY4" fmla="*/ 120209 h 123825"/>
                <a:gd name="connsiteX5" fmla="*/ 7144 w 57150"/>
                <a:gd name="connsiteY5" fmla="*/ 7147 h 123825"/>
                <a:gd name="connsiteX6" fmla="*/ 13240 w 57150"/>
                <a:gd name="connsiteY6" fmla="*/ 7147 h 123825"/>
                <a:gd name="connsiteX7" fmla="*/ 45244 w 57150"/>
                <a:gd name="connsiteY7" fmla="*/ 20197 h 123825"/>
                <a:gd name="connsiteX8" fmla="*/ 58579 w 57150"/>
                <a:gd name="connsiteY8" fmla="*/ 51915 h 123825"/>
                <a:gd name="connsiteX9" fmla="*/ 44482 w 57150"/>
                <a:gd name="connsiteY9" fmla="*/ 84776 h 123825"/>
                <a:gd name="connsiteX10" fmla="*/ 27146 w 57150"/>
                <a:gd name="connsiteY10" fmla="*/ 95158 h 123825"/>
                <a:gd name="connsiteX11" fmla="*/ 15145 w 57150"/>
                <a:gd name="connsiteY11" fmla="*/ 14863 h 123825"/>
                <a:gd name="connsiteX12" fmla="*/ 15145 w 57150"/>
                <a:gd name="connsiteY12" fmla="*/ 89539 h 123825"/>
                <a:gd name="connsiteX13" fmla="*/ 36195 w 57150"/>
                <a:gd name="connsiteY13" fmla="*/ 81633 h 123825"/>
                <a:gd name="connsiteX14" fmla="*/ 50482 w 57150"/>
                <a:gd name="connsiteY14" fmla="*/ 53058 h 123825"/>
                <a:gd name="connsiteX15" fmla="*/ 35719 w 57150"/>
                <a:gd name="connsiteY15" fmla="*/ 22864 h 123825"/>
                <a:gd name="connsiteX16" fmla="*/ 15145 w 57150"/>
                <a:gd name="connsiteY16" fmla="*/ 14863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7150" h="123825">
                  <a:moveTo>
                    <a:pt x="57436" y="120209"/>
                  </a:moveTo>
                  <a:lnTo>
                    <a:pt x="44387" y="120209"/>
                  </a:lnTo>
                  <a:lnTo>
                    <a:pt x="15145" y="95825"/>
                  </a:lnTo>
                  <a:lnTo>
                    <a:pt x="15145" y="120209"/>
                  </a:lnTo>
                  <a:lnTo>
                    <a:pt x="7144" y="120209"/>
                  </a:lnTo>
                  <a:lnTo>
                    <a:pt x="7144" y="7147"/>
                  </a:lnTo>
                  <a:lnTo>
                    <a:pt x="13240" y="7147"/>
                  </a:lnTo>
                  <a:cubicBezTo>
                    <a:pt x="25233" y="6994"/>
                    <a:pt x="36777" y="11702"/>
                    <a:pt x="45244" y="20197"/>
                  </a:cubicBezTo>
                  <a:cubicBezTo>
                    <a:pt x="53933" y="28436"/>
                    <a:pt x="58770" y="39941"/>
                    <a:pt x="58579" y="51915"/>
                  </a:cubicBezTo>
                  <a:cubicBezTo>
                    <a:pt x="58730" y="64368"/>
                    <a:pt x="53610" y="76304"/>
                    <a:pt x="44482" y="84776"/>
                  </a:cubicBezTo>
                  <a:cubicBezTo>
                    <a:pt x="39468" y="89378"/>
                    <a:pt x="33570" y="92911"/>
                    <a:pt x="27146" y="95158"/>
                  </a:cubicBezTo>
                  <a:close/>
                  <a:moveTo>
                    <a:pt x="15145" y="14863"/>
                  </a:moveTo>
                  <a:lnTo>
                    <a:pt x="15145" y="89539"/>
                  </a:lnTo>
                  <a:cubicBezTo>
                    <a:pt x="22771" y="88960"/>
                    <a:pt x="30073" y="86217"/>
                    <a:pt x="36195" y="81633"/>
                  </a:cubicBezTo>
                  <a:cubicBezTo>
                    <a:pt x="45286" y="74969"/>
                    <a:pt x="50606" y="64329"/>
                    <a:pt x="50482" y="53058"/>
                  </a:cubicBezTo>
                  <a:cubicBezTo>
                    <a:pt x="50735" y="41198"/>
                    <a:pt x="45234" y="29948"/>
                    <a:pt x="35719" y="22864"/>
                  </a:cubicBezTo>
                  <a:cubicBezTo>
                    <a:pt x="29744" y="18324"/>
                    <a:pt x="22616" y="15552"/>
                    <a:pt x="15145" y="14863"/>
                  </a:cubicBezTo>
                  <a:close/>
                </a:path>
              </a:pathLst>
            </a:custGeom>
            <a:solidFill>
              <a:srgbClr val="FFFFFF"/>
            </a:solid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059E67C1-B155-4D57-A708-6D1F3A72B656}"/>
                </a:ext>
              </a:extLst>
            </p:cNvPr>
            <p:cNvSpPr/>
            <p:nvPr/>
          </p:nvSpPr>
          <p:spPr>
            <a:xfrm>
              <a:off x="11700024" y="414305"/>
              <a:ext cx="126443" cy="234823"/>
            </a:xfrm>
            <a:custGeom>
              <a:avLst/>
              <a:gdLst>
                <a:gd name="connsiteX0" fmla="*/ 58579 w 66675"/>
                <a:gd name="connsiteY0" fmla="*/ 121539 h 123825"/>
                <a:gd name="connsiteX1" fmla="*/ 45530 w 66675"/>
                <a:gd name="connsiteY1" fmla="*/ 121539 h 123825"/>
                <a:gd name="connsiteX2" fmla="*/ 45530 w 66675"/>
                <a:gd name="connsiteY2" fmla="*/ 121539 h 123825"/>
                <a:gd name="connsiteX3" fmla="*/ 15907 w 66675"/>
                <a:gd name="connsiteY3" fmla="*/ 97631 h 123825"/>
                <a:gd name="connsiteX4" fmla="*/ 16955 w 66675"/>
                <a:gd name="connsiteY4" fmla="*/ 97155 h 123825"/>
                <a:gd name="connsiteX5" fmla="*/ 16955 w 66675"/>
                <a:gd name="connsiteY5" fmla="*/ 121539 h 123825"/>
                <a:gd name="connsiteX6" fmla="*/ 16955 w 66675"/>
                <a:gd name="connsiteY6" fmla="*/ 122396 h 123825"/>
                <a:gd name="connsiteX7" fmla="*/ 7144 w 66675"/>
                <a:gd name="connsiteY7" fmla="*/ 122396 h 123825"/>
                <a:gd name="connsiteX8" fmla="*/ 7144 w 66675"/>
                <a:gd name="connsiteY8" fmla="*/ 121444 h 123825"/>
                <a:gd name="connsiteX9" fmla="*/ 7144 w 66675"/>
                <a:gd name="connsiteY9" fmla="*/ 92869 h 123825"/>
                <a:gd name="connsiteX10" fmla="*/ 7144 w 66675"/>
                <a:gd name="connsiteY10" fmla="*/ 7144 h 123825"/>
                <a:gd name="connsiteX11" fmla="*/ 16669 w 66675"/>
                <a:gd name="connsiteY11" fmla="*/ 7144 h 123825"/>
                <a:gd name="connsiteX12" fmla="*/ 25146 w 66675"/>
                <a:gd name="connsiteY12" fmla="*/ 8192 h 123825"/>
                <a:gd name="connsiteX13" fmla="*/ 40958 w 66675"/>
                <a:gd name="connsiteY13" fmla="*/ 15049 h 123825"/>
                <a:gd name="connsiteX14" fmla="*/ 47530 w 66675"/>
                <a:gd name="connsiteY14" fmla="*/ 20479 h 123825"/>
                <a:gd name="connsiteX15" fmla="*/ 53150 w 66675"/>
                <a:gd name="connsiteY15" fmla="*/ 27051 h 123825"/>
                <a:gd name="connsiteX16" fmla="*/ 59817 w 66675"/>
                <a:gd name="connsiteY16" fmla="*/ 43244 h 123825"/>
                <a:gd name="connsiteX17" fmla="*/ 60865 w 66675"/>
                <a:gd name="connsiteY17" fmla="*/ 51816 h 123825"/>
                <a:gd name="connsiteX18" fmla="*/ 60865 w 66675"/>
                <a:gd name="connsiteY18" fmla="*/ 58198 h 123825"/>
                <a:gd name="connsiteX19" fmla="*/ 60865 w 66675"/>
                <a:gd name="connsiteY19" fmla="*/ 60389 h 123825"/>
                <a:gd name="connsiteX20" fmla="*/ 55245 w 66675"/>
                <a:gd name="connsiteY20" fmla="*/ 76486 h 123825"/>
                <a:gd name="connsiteX21" fmla="*/ 50197 w 66675"/>
                <a:gd name="connsiteY21" fmla="*/ 83344 h 123825"/>
                <a:gd name="connsiteX22" fmla="*/ 44101 w 66675"/>
                <a:gd name="connsiteY22" fmla="*/ 89345 h 123825"/>
                <a:gd name="connsiteX23" fmla="*/ 29147 w 66675"/>
                <a:gd name="connsiteY23" fmla="*/ 97346 h 123825"/>
                <a:gd name="connsiteX24" fmla="*/ 29147 w 66675"/>
                <a:gd name="connsiteY24" fmla="*/ 96393 h 123825"/>
                <a:gd name="connsiteX25" fmla="*/ 58579 w 66675"/>
                <a:gd name="connsiteY25" fmla="*/ 121539 h 123825"/>
                <a:gd name="connsiteX26" fmla="*/ 28194 w 66675"/>
                <a:gd name="connsiteY26" fmla="*/ 96869 h 123825"/>
                <a:gd name="connsiteX27" fmla="*/ 27337 w 66675"/>
                <a:gd name="connsiteY27" fmla="*/ 96298 h 123825"/>
                <a:gd name="connsiteX28" fmla="*/ 28099 w 66675"/>
                <a:gd name="connsiteY28" fmla="*/ 96298 h 123825"/>
                <a:gd name="connsiteX29" fmla="*/ 42577 w 66675"/>
                <a:gd name="connsiteY29" fmla="*/ 88202 h 123825"/>
                <a:gd name="connsiteX30" fmla="*/ 48387 w 66675"/>
                <a:gd name="connsiteY30" fmla="*/ 82296 h 123825"/>
                <a:gd name="connsiteX31" fmla="*/ 53150 w 66675"/>
                <a:gd name="connsiteY31" fmla="*/ 75533 h 123825"/>
                <a:gd name="connsiteX32" fmla="*/ 58293 w 66675"/>
                <a:gd name="connsiteY32" fmla="*/ 60008 h 123825"/>
                <a:gd name="connsiteX33" fmla="*/ 58293 w 66675"/>
                <a:gd name="connsiteY33" fmla="*/ 57912 h 123825"/>
                <a:gd name="connsiteX34" fmla="*/ 58293 w 66675"/>
                <a:gd name="connsiteY34" fmla="*/ 53816 h 123825"/>
                <a:gd name="connsiteX35" fmla="*/ 58293 w 66675"/>
                <a:gd name="connsiteY35" fmla="*/ 51816 h 123825"/>
                <a:gd name="connsiteX36" fmla="*/ 57817 w 66675"/>
                <a:gd name="connsiteY36" fmla="*/ 43244 h 123825"/>
                <a:gd name="connsiteX37" fmla="*/ 51149 w 66675"/>
                <a:gd name="connsiteY37" fmla="*/ 28385 h 123825"/>
                <a:gd name="connsiteX38" fmla="*/ 45815 w 66675"/>
                <a:gd name="connsiteY38" fmla="*/ 22193 h 123825"/>
                <a:gd name="connsiteX39" fmla="*/ 39434 w 66675"/>
                <a:gd name="connsiteY39" fmla="*/ 16955 h 123825"/>
                <a:gd name="connsiteX40" fmla="*/ 24479 w 66675"/>
                <a:gd name="connsiteY40" fmla="*/ 10573 h 123825"/>
                <a:gd name="connsiteX41" fmla="*/ 16383 w 66675"/>
                <a:gd name="connsiteY41" fmla="*/ 9620 h 123825"/>
                <a:gd name="connsiteX42" fmla="*/ 8287 w 66675"/>
                <a:gd name="connsiteY42" fmla="*/ 9620 h 123825"/>
                <a:gd name="connsiteX43" fmla="*/ 9525 w 66675"/>
                <a:gd name="connsiteY43" fmla="*/ 8477 h 123825"/>
                <a:gd name="connsiteX44" fmla="*/ 9525 w 66675"/>
                <a:gd name="connsiteY44" fmla="*/ 93250 h 123825"/>
                <a:gd name="connsiteX45" fmla="*/ 9525 w 66675"/>
                <a:gd name="connsiteY45" fmla="*/ 121825 h 123825"/>
                <a:gd name="connsiteX46" fmla="*/ 8287 w 66675"/>
                <a:gd name="connsiteY46" fmla="*/ 120682 h 123825"/>
                <a:gd name="connsiteX47" fmla="*/ 16574 w 66675"/>
                <a:gd name="connsiteY47" fmla="*/ 120682 h 123825"/>
                <a:gd name="connsiteX48" fmla="*/ 15812 w 66675"/>
                <a:gd name="connsiteY48" fmla="*/ 121444 h 123825"/>
                <a:gd name="connsiteX49" fmla="*/ 15812 w 66675"/>
                <a:gd name="connsiteY49" fmla="*/ 95631 h 123825"/>
                <a:gd name="connsiteX50" fmla="*/ 16859 w 66675"/>
                <a:gd name="connsiteY50" fmla="*/ 96584 h 123825"/>
                <a:gd name="connsiteX51" fmla="*/ 45434 w 66675"/>
                <a:gd name="connsiteY51" fmla="*/ 121349 h 123825"/>
                <a:gd name="connsiteX52" fmla="*/ 45434 w 66675"/>
                <a:gd name="connsiteY52" fmla="*/ 121349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6675" h="123825">
                  <a:moveTo>
                    <a:pt x="58579" y="121539"/>
                  </a:moveTo>
                  <a:lnTo>
                    <a:pt x="45530" y="121539"/>
                  </a:lnTo>
                  <a:lnTo>
                    <a:pt x="45530" y="121539"/>
                  </a:lnTo>
                  <a:lnTo>
                    <a:pt x="15907" y="97631"/>
                  </a:lnTo>
                  <a:lnTo>
                    <a:pt x="16955" y="97155"/>
                  </a:lnTo>
                  <a:lnTo>
                    <a:pt x="16955" y="121539"/>
                  </a:lnTo>
                  <a:lnTo>
                    <a:pt x="16955" y="122396"/>
                  </a:lnTo>
                  <a:lnTo>
                    <a:pt x="7144" y="122396"/>
                  </a:lnTo>
                  <a:lnTo>
                    <a:pt x="7144" y="121444"/>
                  </a:lnTo>
                  <a:lnTo>
                    <a:pt x="7144" y="92869"/>
                  </a:lnTo>
                  <a:lnTo>
                    <a:pt x="7144" y="7144"/>
                  </a:lnTo>
                  <a:lnTo>
                    <a:pt x="16669" y="7144"/>
                  </a:lnTo>
                  <a:cubicBezTo>
                    <a:pt x="19519" y="7252"/>
                    <a:pt x="22355" y="7602"/>
                    <a:pt x="25146" y="8192"/>
                  </a:cubicBezTo>
                  <a:cubicBezTo>
                    <a:pt x="30815" y="9418"/>
                    <a:pt x="36188" y="11748"/>
                    <a:pt x="40958" y="15049"/>
                  </a:cubicBezTo>
                  <a:cubicBezTo>
                    <a:pt x="43314" y="16648"/>
                    <a:pt x="45515" y="18466"/>
                    <a:pt x="47530" y="20479"/>
                  </a:cubicBezTo>
                  <a:cubicBezTo>
                    <a:pt x="49577" y="22515"/>
                    <a:pt x="51456" y="24713"/>
                    <a:pt x="53150" y="27051"/>
                  </a:cubicBezTo>
                  <a:cubicBezTo>
                    <a:pt x="56511" y="31906"/>
                    <a:pt x="58785" y="37429"/>
                    <a:pt x="59817" y="43244"/>
                  </a:cubicBezTo>
                  <a:cubicBezTo>
                    <a:pt x="60447" y="46060"/>
                    <a:pt x="60798" y="48931"/>
                    <a:pt x="60865" y="51816"/>
                  </a:cubicBezTo>
                  <a:lnTo>
                    <a:pt x="60865" y="58198"/>
                  </a:lnTo>
                  <a:lnTo>
                    <a:pt x="60865" y="60389"/>
                  </a:lnTo>
                  <a:cubicBezTo>
                    <a:pt x="60002" y="66055"/>
                    <a:pt x="58097" y="71513"/>
                    <a:pt x="55245" y="76486"/>
                  </a:cubicBezTo>
                  <a:cubicBezTo>
                    <a:pt x="53789" y="78930"/>
                    <a:pt x="52098" y="81227"/>
                    <a:pt x="50197" y="83344"/>
                  </a:cubicBezTo>
                  <a:cubicBezTo>
                    <a:pt x="48383" y="85554"/>
                    <a:pt x="46339" y="87566"/>
                    <a:pt x="44101" y="89345"/>
                  </a:cubicBezTo>
                  <a:cubicBezTo>
                    <a:pt x="39558" y="92767"/>
                    <a:pt x="34514" y="95466"/>
                    <a:pt x="29147" y="97346"/>
                  </a:cubicBezTo>
                  <a:lnTo>
                    <a:pt x="29147" y="96393"/>
                  </a:lnTo>
                  <a:close/>
                  <a:moveTo>
                    <a:pt x="58579" y="121539"/>
                  </a:moveTo>
                  <a:lnTo>
                    <a:pt x="28194" y="96869"/>
                  </a:lnTo>
                  <a:lnTo>
                    <a:pt x="27337" y="96298"/>
                  </a:lnTo>
                  <a:lnTo>
                    <a:pt x="28099" y="96298"/>
                  </a:lnTo>
                  <a:cubicBezTo>
                    <a:pt x="33296" y="94325"/>
                    <a:pt x="38175" y="91597"/>
                    <a:pt x="42577" y="88202"/>
                  </a:cubicBezTo>
                  <a:cubicBezTo>
                    <a:pt x="44701" y="86427"/>
                    <a:pt x="46647" y="84449"/>
                    <a:pt x="48387" y="82296"/>
                  </a:cubicBezTo>
                  <a:cubicBezTo>
                    <a:pt x="50197" y="80207"/>
                    <a:pt x="51793" y="77941"/>
                    <a:pt x="53150" y="75533"/>
                  </a:cubicBezTo>
                  <a:cubicBezTo>
                    <a:pt x="55890" y="70756"/>
                    <a:pt x="57640" y="65476"/>
                    <a:pt x="58293" y="60008"/>
                  </a:cubicBezTo>
                  <a:lnTo>
                    <a:pt x="58293" y="57912"/>
                  </a:lnTo>
                  <a:lnTo>
                    <a:pt x="58293" y="53816"/>
                  </a:lnTo>
                  <a:cubicBezTo>
                    <a:pt x="58341" y="53150"/>
                    <a:pt x="58341" y="52482"/>
                    <a:pt x="58293" y="51816"/>
                  </a:cubicBezTo>
                  <a:cubicBezTo>
                    <a:pt x="58396" y="48950"/>
                    <a:pt x="58236" y="46081"/>
                    <a:pt x="57817" y="43244"/>
                  </a:cubicBezTo>
                  <a:cubicBezTo>
                    <a:pt x="56569" y="37908"/>
                    <a:pt x="54305" y="32864"/>
                    <a:pt x="51149" y="28385"/>
                  </a:cubicBezTo>
                  <a:cubicBezTo>
                    <a:pt x="49555" y="26170"/>
                    <a:pt x="47770" y="24098"/>
                    <a:pt x="45815" y="22193"/>
                  </a:cubicBezTo>
                  <a:cubicBezTo>
                    <a:pt x="43818" y="20294"/>
                    <a:pt x="41686" y="18543"/>
                    <a:pt x="39434" y="16955"/>
                  </a:cubicBezTo>
                  <a:cubicBezTo>
                    <a:pt x="34905" y="13886"/>
                    <a:pt x="29828" y="11720"/>
                    <a:pt x="24479" y="10573"/>
                  </a:cubicBezTo>
                  <a:cubicBezTo>
                    <a:pt x="21813" y="10021"/>
                    <a:pt x="19104" y="9702"/>
                    <a:pt x="16383" y="9620"/>
                  </a:cubicBezTo>
                  <a:lnTo>
                    <a:pt x="8287" y="9620"/>
                  </a:lnTo>
                  <a:lnTo>
                    <a:pt x="9525" y="8477"/>
                  </a:lnTo>
                  <a:lnTo>
                    <a:pt x="9525" y="93250"/>
                  </a:lnTo>
                  <a:lnTo>
                    <a:pt x="9525" y="121825"/>
                  </a:lnTo>
                  <a:lnTo>
                    <a:pt x="8287" y="120682"/>
                  </a:lnTo>
                  <a:lnTo>
                    <a:pt x="16574" y="120682"/>
                  </a:lnTo>
                  <a:lnTo>
                    <a:pt x="15812" y="121444"/>
                  </a:lnTo>
                  <a:lnTo>
                    <a:pt x="15812" y="95631"/>
                  </a:lnTo>
                  <a:lnTo>
                    <a:pt x="16859" y="96584"/>
                  </a:lnTo>
                  <a:lnTo>
                    <a:pt x="45434" y="121349"/>
                  </a:lnTo>
                  <a:lnTo>
                    <a:pt x="45434" y="121349"/>
                  </a:lnTo>
                  <a:close/>
                </a:path>
              </a:pathLst>
            </a:custGeom>
            <a:solidFill>
              <a:srgbClr val="FFFFFF"/>
            </a:solid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1C7B8A83-1DA7-4920-B9F9-AEA61B29D1D9}"/>
                </a:ext>
              </a:extLst>
            </p:cNvPr>
            <p:cNvSpPr/>
            <p:nvPr/>
          </p:nvSpPr>
          <p:spPr>
            <a:xfrm>
              <a:off x="11714837" y="431466"/>
              <a:ext cx="90316" cy="162570"/>
            </a:xfrm>
            <a:custGeom>
              <a:avLst/>
              <a:gdLst>
                <a:gd name="connsiteX0" fmla="*/ 8477 w 47625"/>
                <a:gd name="connsiteY0" fmla="*/ 7144 h 85725"/>
                <a:gd name="connsiteX1" fmla="*/ 8477 w 47625"/>
                <a:gd name="connsiteY1" fmla="*/ 25718 h 85725"/>
                <a:gd name="connsiteX2" fmla="*/ 8477 w 47625"/>
                <a:gd name="connsiteY2" fmla="*/ 44291 h 85725"/>
                <a:gd name="connsiteX3" fmla="*/ 8477 w 47625"/>
                <a:gd name="connsiteY3" fmla="*/ 63341 h 85725"/>
                <a:gd name="connsiteX4" fmla="*/ 8477 w 47625"/>
                <a:gd name="connsiteY4" fmla="*/ 81820 h 85725"/>
                <a:gd name="connsiteX5" fmla="*/ 7239 w 47625"/>
                <a:gd name="connsiteY5" fmla="*/ 80677 h 85725"/>
                <a:gd name="connsiteX6" fmla="*/ 20479 w 47625"/>
                <a:gd name="connsiteY6" fmla="*/ 77248 h 85725"/>
                <a:gd name="connsiteX7" fmla="*/ 26384 w 47625"/>
                <a:gd name="connsiteY7" fmla="*/ 73819 h 85725"/>
                <a:gd name="connsiteX8" fmla="*/ 29051 w 47625"/>
                <a:gd name="connsiteY8" fmla="*/ 72295 h 85725"/>
                <a:gd name="connsiteX9" fmla="*/ 30385 w 47625"/>
                <a:gd name="connsiteY9" fmla="*/ 71152 h 85725"/>
                <a:gd name="connsiteX10" fmla="*/ 32957 w 47625"/>
                <a:gd name="connsiteY10" fmla="*/ 68866 h 85725"/>
                <a:gd name="connsiteX11" fmla="*/ 40481 w 47625"/>
                <a:gd name="connsiteY11" fmla="*/ 57531 h 85725"/>
                <a:gd name="connsiteX12" fmla="*/ 42863 w 47625"/>
                <a:gd name="connsiteY12" fmla="*/ 44196 h 85725"/>
                <a:gd name="connsiteX13" fmla="*/ 42863 w 47625"/>
                <a:gd name="connsiteY13" fmla="*/ 40767 h 85725"/>
                <a:gd name="connsiteX14" fmla="*/ 42863 w 47625"/>
                <a:gd name="connsiteY14" fmla="*/ 37338 h 85725"/>
                <a:gd name="connsiteX15" fmla="*/ 41148 w 47625"/>
                <a:gd name="connsiteY15" fmla="*/ 30670 h 85725"/>
                <a:gd name="connsiteX16" fmla="*/ 38005 w 47625"/>
                <a:gd name="connsiteY16" fmla="*/ 24575 h 85725"/>
                <a:gd name="connsiteX17" fmla="*/ 33814 w 47625"/>
                <a:gd name="connsiteY17" fmla="*/ 19050 h 85725"/>
                <a:gd name="connsiteX18" fmla="*/ 28670 w 47625"/>
                <a:gd name="connsiteY18" fmla="*/ 14383 h 85725"/>
                <a:gd name="connsiteX19" fmla="*/ 22765 w 47625"/>
                <a:gd name="connsiteY19" fmla="*/ 10858 h 85725"/>
                <a:gd name="connsiteX20" fmla="*/ 8477 w 47625"/>
                <a:gd name="connsiteY20" fmla="*/ 7144 h 85725"/>
                <a:gd name="connsiteX21" fmla="*/ 8477 w 47625"/>
                <a:gd name="connsiteY21" fmla="*/ 7144 h 85725"/>
                <a:gd name="connsiteX22" fmla="*/ 22288 w 47625"/>
                <a:gd name="connsiteY22" fmla="*/ 10287 h 85725"/>
                <a:gd name="connsiteX23" fmla="*/ 28575 w 47625"/>
                <a:gd name="connsiteY23" fmla="*/ 13716 h 85725"/>
                <a:gd name="connsiteX24" fmla="*/ 34004 w 47625"/>
                <a:gd name="connsiteY24" fmla="*/ 18288 h 85725"/>
                <a:gd name="connsiteX25" fmla="*/ 38576 w 47625"/>
                <a:gd name="connsiteY25" fmla="*/ 23908 h 85725"/>
                <a:gd name="connsiteX26" fmla="*/ 42005 w 47625"/>
                <a:gd name="connsiteY26" fmla="*/ 30194 h 85725"/>
                <a:gd name="connsiteX27" fmla="*/ 44101 w 47625"/>
                <a:gd name="connsiteY27" fmla="*/ 37147 h 85725"/>
                <a:gd name="connsiteX28" fmla="*/ 44672 w 47625"/>
                <a:gd name="connsiteY28" fmla="*/ 40767 h 85725"/>
                <a:gd name="connsiteX29" fmla="*/ 44672 w 47625"/>
                <a:gd name="connsiteY29" fmla="*/ 44387 h 85725"/>
                <a:gd name="connsiteX30" fmla="*/ 44101 w 47625"/>
                <a:gd name="connsiteY30" fmla="*/ 51626 h 85725"/>
                <a:gd name="connsiteX31" fmla="*/ 42196 w 47625"/>
                <a:gd name="connsiteY31" fmla="*/ 58579 h 85725"/>
                <a:gd name="connsiteX32" fmla="*/ 38862 w 47625"/>
                <a:gd name="connsiteY32" fmla="*/ 65056 h 85725"/>
                <a:gd name="connsiteX33" fmla="*/ 34290 w 47625"/>
                <a:gd name="connsiteY33" fmla="*/ 70676 h 85725"/>
                <a:gd name="connsiteX34" fmla="*/ 31623 w 47625"/>
                <a:gd name="connsiteY34" fmla="*/ 73247 h 85725"/>
                <a:gd name="connsiteX35" fmla="*/ 30290 w 47625"/>
                <a:gd name="connsiteY35" fmla="*/ 74390 h 85725"/>
                <a:gd name="connsiteX36" fmla="*/ 28766 w 47625"/>
                <a:gd name="connsiteY36" fmla="*/ 75438 h 85725"/>
                <a:gd name="connsiteX37" fmla="*/ 22384 w 47625"/>
                <a:gd name="connsiteY37" fmla="*/ 79058 h 85725"/>
                <a:gd name="connsiteX38" fmla="*/ 8477 w 47625"/>
                <a:gd name="connsiteY38" fmla="*/ 82582 h 85725"/>
                <a:gd name="connsiteX39" fmla="*/ 7144 w 47625"/>
                <a:gd name="connsiteY39" fmla="*/ 82582 h 85725"/>
                <a:gd name="connsiteX40" fmla="*/ 7144 w 47625"/>
                <a:gd name="connsiteY40" fmla="*/ 62770 h 85725"/>
                <a:gd name="connsiteX41" fmla="*/ 7144 w 47625"/>
                <a:gd name="connsiteY41" fmla="*/ 43720 h 85725"/>
                <a:gd name="connsiteX42" fmla="*/ 7144 w 47625"/>
                <a:gd name="connsiteY42" fmla="*/ 25146 h 85725"/>
                <a:gd name="connsiteX43" fmla="*/ 8477 w 47625"/>
                <a:gd name="connsiteY43"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7625" h="85725">
                  <a:moveTo>
                    <a:pt x="8477" y="7144"/>
                  </a:moveTo>
                  <a:cubicBezTo>
                    <a:pt x="8477" y="13335"/>
                    <a:pt x="8477" y="19526"/>
                    <a:pt x="8477" y="25718"/>
                  </a:cubicBezTo>
                  <a:cubicBezTo>
                    <a:pt x="8477" y="31909"/>
                    <a:pt x="8477" y="38100"/>
                    <a:pt x="8477" y="44291"/>
                  </a:cubicBezTo>
                  <a:cubicBezTo>
                    <a:pt x="8477" y="50482"/>
                    <a:pt x="8477" y="56674"/>
                    <a:pt x="8477" y="63341"/>
                  </a:cubicBezTo>
                  <a:lnTo>
                    <a:pt x="8477" y="81820"/>
                  </a:lnTo>
                  <a:lnTo>
                    <a:pt x="7239" y="80677"/>
                  </a:lnTo>
                  <a:cubicBezTo>
                    <a:pt x="11801" y="80211"/>
                    <a:pt x="16265" y="79055"/>
                    <a:pt x="20479" y="77248"/>
                  </a:cubicBezTo>
                  <a:cubicBezTo>
                    <a:pt x="22550" y="76291"/>
                    <a:pt x="24527" y="75143"/>
                    <a:pt x="26384" y="73819"/>
                  </a:cubicBezTo>
                  <a:lnTo>
                    <a:pt x="29051" y="72295"/>
                  </a:lnTo>
                  <a:lnTo>
                    <a:pt x="30385" y="71152"/>
                  </a:lnTo>
                  <a:lnTo>
                    <a:pt x="32957" y="68866"/>
                  </a:lnTo>
                  <a:cubicBezTo>
                    <a:pt x="36209" y="65638"/>
                    <a:pt x="38769" y="61781"/>
                    <a:pt x="40481" y="57531"/>
                  </a:cubicBezTo>
                  <a:cubicBezTo>
                    <a:pt x="42132" y="53282"/>
                    <a:pt x="42941" y="48753"/>
                    <a:pt x="42863" y="44196"/>
                  </a:cubicBezTo>
                  <a:lnTo>
                    <a:pt x="42863" y="40767"/>
                  </a:lnTo>
                  <a:cubicBezTo>
                    <a:pt x="42955" y="39626"/>
                    <a:pt x="42955" y="38479"/>
                    <a:pt x="42863" y="37338"/>
                  </a:cubicBezTo>
                  <a:cubicBezTo>
                    <a:pt x="42482" y="35071"/>
                    <a:pt x="41909" y="32840"/>
                    <a:pt x="41148" y="30670"/>
                  </a:cubicBezTo>
                  <a:cubicBezTo>
                    <a:pt x="40292" y="28545"/>
                    <a:pt x="39240" y="26504"/>
                    <a:pt x="38005" y="24575"/>
                  </a:cubicBezTo>
                  <a:cubicBezTo>
                    <a:pt x="36801" y="22594"/>
                    <a:pt x="35397" y="20743"/>
                    <a:pt x="33814" y="19050"/>
                  </a:cubicBezTo>
                  <a:cubicBezTo>
                    <a:pt x="32191" y="17396"/>
                    <a:pt x="30474" y="15838"/>
                    <a:pt x="28670" y="14383"/>
                  </a:cubicBezTo>
                  <a:cubicBezTo>
                    <a:pt x="26828" y="13008"/>
                    <a:pt x="24849" y="11827"/>
                    <a:pt x="22765" y="10858"/>
                  </a:cubicBezTo>
                  <a:cubicBezTo>
                    <a:pt x="18206" y="8937"/>
                    <a:pt x="13394" y="7686"/>
                    <a:pt x="8477" y="7144"/>
                  </a:cubicBezTo>
                  <a:close/>
                  <a:moveTo>
                    <a:pt x="8477" y="7144"/>
                  </a:moveTo>
                  <a:cubicBezTo>
                    <a:pt x="13215" y="7475"/>
                    <a:pt x="17874" y="8535"/>
                    <a:pt x="22288" y="10287"/>
                  </a:cubicBezTo>
                  <a:cubicBezTo>
                    <a:pt x="24482" y="11241"/>
                    <a:pt x="26586" y="12388"/>
                    <a:pt x="28575" y="13716"/>
                  </a:cubicBezTo>
                  <a:cubicBezTo>
                    <a:pt x="30530" y="15059"/>
                    <a:pt x="32348" y="16590"/>
                    <a:pt x="34004" y="18288"/>
                  </a:cubicBezTo>
                  <a:cubicBezTo>
                    <a:pt x="35709" y="20007"/>
                    <a:pt x="37240" y="21889"/>
                    <a:pt x="38576" y="23908"/>
                  </a:cubicBezTo>
                  <a:cubicBezTo>
                    <a:pt x="39904" y="25897"/>
                    <a:pt x="41052" y="28001"/>
                    <a:pt x="42005" y="30194"/>
                  </a:cubicBezTo>
                  <a:cubicBezTo>
                    <a:pt x="42933" y="32437"/>
                    <a:pt x="43635" y="34766"/>
                    <a:pt x="44101" y="37147"/>
                  </a:cubicBezTo>
                  <a:cubicBezTo>
                    <a:pt x="44101" y="38386"/>
                    <a:pt x="44101" y="39529"/>
                    <a:pt x="44672" y="40767"/>
                  </a:cubicBezTo>
                  <a:lnTo>
                    <a:pt x="44672" y="44387"/>
                  </a:lnTo>
                  <a:cubicBezTo>
                    <a:pt x="44666" y="46811"/>
                    <a:pt x="44475" y="49231"/>
                    <a:pt x="44101" y="51626"/>
                  </a:cubicBezTo>
                  <a:cubicBezTo>
                    <a:pt x="43701" y="54001"/>
                    <a:pt x="43063" y="56331"/>
                    <a:pt x="42196" y="58579"/>
                  </a:cubicBezTo>
                  <a:cubicBezTo>
                    <a:pt x="41335" y="60858"/>
                    <a:pt x="40216" y="63031"/>
                    <a:pt x="38862" y="65056"/>
                  </a:cubicBezTo>
                  <a:cubicBezTo>
                    <a:pt x="37520" y="67070"/>
                    <a:pt x="35989" y="68952"/>
                    <a:pt x="34290" y="70676"/>
                  </a:cubicBezTo>
                  <a:cubicBezTo>
                    <a:pt x="33433" y="71628"/>
                    <a:pt x="32480" y="72390"/>
                    <a:pt x="31623" y="73247"/>
                  </a:cubicBezTo>
                  <a:lnTo>
                    <a:pt x="30290" y="74390"/>
                  </a:lnTo>
                  <a:lnTo>
                    <a:pt x="28766" y="75438"/>
                  </a:lnTo>
                  <a:cubicBezTo>
                    <a:pt x="26782" y="76882"/>
                    <a:pt x="24641" y="78097"/>
                    <a:pt x="22384" y="79058"/>
                  </a:cubicBezTo>
                  <a:cubicBezTo>
                    <a:pt x="17972" y="80985"/>
                    <a:pt x="13274" y="82176"/>
                    <a:pt x="8477" y="82582"/>
                  </a:cubicBezTo>
                  <a:lnTo>
                    <a:pt x="7144" y="82582"/>
                  </a:lnTo>
                  <a:lnTo>
                    <a:pt x="7144" y="62770"/>
                  </a:lnTo>
                  <a:lnTo>
                    <a:pt x="7144" y="43720"/>
                  </a:lnTo>
                  <a:cubicBezTo>
                    <a:pt x="7144" y="37529"/>
                    <a:pt x="7144" y="31337"/>
                    <a:pt x="7144" y="25146"/>
                  </a:cubicBezTo>
                  <a:cubicBezTo>
                    <a:pt x="7144" y="18955"/>
                    <a:pt x="8287" y="13335"/>
                    <a:pt x="8477" y="7144"/>
                  </a:cubicBezTo>
                  <a:close/>
                </a:path>
              </a:pathLst>
            </a:custGeom>
            <a:solidFill>
              <a:srgbClr val="FFFFFF"/>
            </a:solid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178FDDF-9A56-414E-A2CD-3827F5112BD9}"/>
                </a:ext>
              </a:extLst>
            </p:cNvPr>
            <p:cNvSpPr/>
            <p:nvPr/>
          </p:nvSpPr>
          <p:spPr>
            <a:xfrm>
              <a:off x="11853383" y="416835"/>
              <a:ext cx="108380" cy="234823"/>
            </a:xfrm>
            <a:custGeom>
              <a:avLst/>
              <a:gdLst>
                <a:gd name="connsiteX0" fmla="*/ 58198 w 57150"/>
                <a:gd name="connsiteY0" fmla="*/ 120206 h 123825"/>
                <a:gd name="connsiteX1" fmla="*/ 49340 w 57150"/>
                <a:gd name="connsiteY1" fmla="*/ 120206 h 123825"/>
                <a:gd name="connsiteX2" fmla="*/ 33433 w 57150"/>
                <a:gd name="connsiteY2" fmla="*/ 59341 h 123825"/>
                <a:gd name="connsiteX3" fmla="*/ 16669 w 57150"/>
                <a:gd name="connsiteY3" fmla="*/ 120206 h 123825"/>
                <a:gd name="connsiteX4" fmla="*/ 7144 w 57150"/>
                <a:gd name="connsiteY4" fmla="*/ 120206 h 123825"/>
                <a:gd name="connsiteX5" fmla="*/ 28003 w 57150"/>
                <a:gd name="connsiteY5" fmla="*/ 49816 h 123825"/>
                <a:gd name="connsiteX6" fmla="*/ 15145 w 57150"/>
                <a:gd name="connsiteY6" fmla="*/ 7144 h 123825"/>
                <a:gd name="connsiteX7" fmla="*/ 24003 w 57150"/>
                <a:gd name="connsiteY7" fmla="*/ 7144 h 123825"/>
                <a:gd name="connsiteX8" fmla="*/ 32575 w 57150"/>
                <a:gd name="connsiteY8" fmla="*/ 38671 h 123825"/>
                <a:gd name="connsiteX9" fmla="*/ 40576 w 57150"/>
                <a:gd name="connsiteY9" fmla="*/ 7144 h 123825"/>
                <a:gd name="connsiteX10" fmla="*/ 49435 w 57150"/>
                <a:gd name="connsiteY10" fmla="*/ 7144 h 123825"/>
                <a:gd name="connsiteX11" fmla="*/ 37814 w 57150"/>
                <a:gd name="connsiteY11" fmla="*/ 4762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150" h="123825">
                  <a:moveTo>
                    <a:pt x="58198" y="120206"/>
                  </a:moveTo>
                  <a:lnTo>
                    <a:pt x="49340" y="120206"/>
                  </a:lnTo>
                  <a:lnTo>
                    <a:pt x="33433" y="59341"/>
                  </a:lnTo>
                  <a:lnTo>
                    <a:pt x="16669" y="120206"/>
                  </a:lnTo>
                  <a:lnTo>
                    <a:pt x="7144" y="120206"/>
                  </a:lnTo>
                  <a:lnTo>
                    <a:pt x="28003" y="49816"/>
                  </a:lnTo>
                  <a:lnTo>
                    <a:pt x="15145" y="7144"/>
                  </a:lnTo>
                  <a:lnTo>
                    <a:pt x="24003" y="7144"/>
                  </a:lnTo>
                  <a:lnTo>
                    <a:pt x="32575" y="38671"/>
                  </a:lnTo>
                  <a:lnTo>
                    <a:pt x="40576" y="7144"/>
                  </a:lnTo>
                  <a:lnTo>
                    <a:pt x="49435" y="7144"/>
                  </a:lnTo>
                  <a:lnTo>
                    <a:pt x="37814" y="47625"/>
                  </a:lnTo>
                  <a:close/>
                </a:path>
              </a:pathLst>
            </a:custGeom>
            <a:solidFill>
              <a:srgbClr val="FFFFFF"/>
            </a:solid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ACF31FFB-6507-4E29-98BA-071C81FB725B}"/>
                </a:ext>
              </a:extLst>
            </p:cNvPr>
            <p:cNvSpPr/>
            <p:nvPr/>
          </p:nvSpPr>
          <p:spPr>
            <a:xfrm>
              <a:off x="11851576" y="413583"/>
              <a:ext cx="108380" cy="234823"/>
            </a:xfrm>
            <a:custGeom>
              <a:avLst/>
              <a:gdLst>
                <a:gd name="connsiteX0" fmla="*/ 59150 w 57150"/>
                <a:gd name="connsiteY0" fmla="*/ 121920 h 123825"/>
                <a:gd name="connsiteX1" fmla="*/ 50197 w 57150"/>
                <a:gd name="connsiteY1" fmla="*/ 121920 h 123825"/>
                <a:gd name="connsiteX2" fmla="*/ 41910 w 57150"/>
                <a:gd name="connsiteY2" fmla="*/ 91250 h 123825"/>
                <a:gd name="connsiteX3" fmla="*/ 33719 w 57150"/>
                <a:gd name="connsiteY3" fmla="*/ 60865 h 123825"/>
                <a:gd name="connsiteX4" fmla="*/ 35052 w 57150"/>
                <a:gd name="connsiteY4" fmla="*/ 60865 h 123825"/>
                <a:gd name="connsiteX5" fmla="*/ 18574 w 57150"/>
                <a:gd name="connsiteY5" fmla="*/ 121825 h 123825"/>
                <a:gd name="connsiteX6" fmla="*/ 18574 w 57150"/>
                <a:gd name="connsiteY6" fmla="*/ 122587 h 123825"/>
                <a:gd name="connsiteX7" fmla="*/ 7144 w 57150"/>
                <a:gd name="connsiteY7" fmla="*/ 122587 h 123825"/>
                <a:gd name="connsiteX8" fmla="*/ 7144 w 57150"/>
                <a:gd name="connsiteY8" fmla="*/ 121158 h 123825"/>
                <a:gd name="connsiteX9" fmla="*/ 27908 w 57150"/>
                <a:gd name="connsiteY9" fmla="*/ 50768 h 123825"/>
                <a:gd name="connsiteX10" fmla="*/ 27908 w 57150"/>
                <a:gd name="connsiteY10" fmla="*/ 51435 h 123825"/>
                <a:gd name="connsiteX11" fmla="*/ 21431 w 57150"/>
                <a:gd name="connsiteY11" fmla="*/ 30099 h 123825"/>
                <a:gd name="connsiteX12" fmla="*/ 15050 w 57150"/>
                <a:gd name="connsiteY12" fmla="*/ 8668 h 123825"/>
                <a:gd name="connsiteX13" fmla="*/ 15050 w 57150"/>
                <a:gd name="connsiteY13" fmla="*/ 7144 h 123825"/>
                <a:gd name="connsiteX14" fmla="*/ 26384 w 57150"/>
                <a:gd name="connsiteY14" fmla="*/ 7144 h 123825"/>
                <a:gd name="connsiteX15" fmla="*/ 26384 w 57150"/>
                <a:gd name="connsiteY15" fmla="*/ 8001 h 123825"/>
                <a:gd name="connsiteX16" fmla="*/ 35052 w 57150"/>
                <a:gd name="connsiteY16" fmla="*/ 39624 h 123825"/>
                <a:gd name="connsiteX17" fmla="*/ 33147 w 57150"/>
                <a:gd name="connsiteY17" fmla="*/ 39624 h 123825"/>
                <a:gd name="connsiteX18" fmla="*/ 41243 w 57150"/>
                <a:gd name="connsiteY18" fmla="*/ 8096 h 123825"/>
                <a:gd name="connsiteX19" fmla="*/ 41243 w 57150"/>
                <a:gd name="connsiteY19" fmla="*/ 7334 h 123825"/>
                <a:gd name="connsiteX20" fmla="*/ 52197 w 57150"/>
                <a:gd name="connsiteY20" fmla="*/ 7334 h 123825"/>
                <a:gd name="connsiteX21" fmla="*/ 52197 w 57150"/>
                <a:gd name="connsiteY21" fmla="*/ 8572 h 123825"/>
                <a:gd name="connsiteX22" fmla="*/ 39910 w 57150"/>
                <a:gd name="connsiteY22" fmla="*/ 49054 h 123825"/>
                <a:gd name="connsiteX23" fmla="*/ 39910 w 57150"/>
                <a:gd name="connsiteY23" fmla="*/ 49054 h 123825"/>
                <a:gd name="connsiteX24" fmla="*/ 49435 w 57150"/>
                <a:gd name="connsiteY24" fmla="*/ 85439 h 123825"/>
                <a:gd name="connsiteX25" fmla="*/ 59150 w 57150"/>
                <a:gd name="connsiteY25" fmla="*/ 121920 h 123825"/>
                <a:gd name="connsiteX26" fmla="*/ 48578 w 57150"/>
                <a:gd name="connsiteY26" fmla="*/ 85725 h 123825"/>
                <a:gd name="connsiteX27" fmla="*/ 38100 w 57150"/>
                <a:gd name="connsiteY27" fmla="*/ 49530 h 123825"/>
                <a:gd name="connsiteX28" fmla="*/ 38100 w 57150"/>
                <a:gd name="connsiteY28" fmla="*/ 49530 h 123825"/>
                <a:gd name="connsiteX29" fmla="*/ 49911 w 57150"/>
                <a:gd name="connsiteY29" fmla="*/ 8954 h 123825"/>
                <a:gd name="connsiteX30" fmla="*/ 50864 w 57150"/>
                <a:gd name="connsiteY30" fmla="*/ 10192 h 123825"/>
                <a:gd name="connsiteX31" fmla="*/ 42005 w 57150"/>
                <a:gd name="connsiteY31" fmla="*/ 10192 h 123825"/>
                <a:gd name="connsiteX32" fmla="*/ 42958 w 57150"/>
                <a:gd name="connsiteY32" fmla="*/ 9430 h 123825"/>
                <a:gd name="connsiteX33" fmla="*/ 35147 w 57150"/>
                <a:gd name="connsiteY33" fmla="*/ 41053 h 123825"/>
                <a:gd name="connsiteX34" fmla="*/ 34100 w 57150"/>
                <a:gd name="connsiteY34" fmla="*/ 45053 h 123825"/>
                <a:gd name="connsiteX35" fmla="*/ 33147 w 57150"/>
                <a:gd name="connsiteY35" fmla="*/ 40672 h 123825"/>
                <a:gd name="connsiteX36" fmla="*/ 24479 w 57150"/>
                <a:gd name="connsiteY36" fmla="*/ 9144 h 123825"/>
                <a:gd name="connsiteX37" fmla="*/ 25622 w 57150"/>
                <a:gd name="connsiteY37" fmla="*/ 10001 h 123825"/>
                <a:gd name="connsiteX38" fmla="*/ 16764 w 57150"/>
                <a:gd name="connsiteY38" fmla="*/ 10001 h 123825"/>
                <a:gd name="connsiteX39" fmla="*/ 17907 w 57150"/>
                <a:gd name="connsiteY39" fmla="*/ 8477 h 123825"/>
                <a:gd name="connsiteX40" fmla="*/ 24384 w 57150"/>
                <a:gd name="connsiteY40" fmla="*/ 29813 h 123825"/>
                <a:gd name="connsiteX41" fmla="*/ 30766 w 57150"/>
                <a:gd name="connsiteY41" fmla="*/ 51244 h 123825"/>
                <a:gd name="connsiteX42" fmla="*/ 30766 w 57150"/>
                <a:gd name="connsiteY42" fmla="*/ 51244 h 123825"/>
                <a:gd name="connsiteX43" fmla="*/ 30766 w 57150"/>
                <a:gd name="connsiteY43" fmla="*/ 51244 h 123825"/>
                <a:gd name="connsiteX44" fmla="*/ 9716 w 57150"/>
                <a:gd name="connsiteY44" fmla="*/ 121539 h 123825"/>
                <a:gd name="connsiteX45" fmla="*/ 8668 w 57150"/>
                <a:gd name="connsiteY45" fmla="*/ 120206 h 123825"/>
                <a:gd name="connsiteX46" fmla="*/ 18193 w 57150"/>
                <a:gd name="connsiteY46" fmla="*/ 120206 h 123825"/>
                <a:gd name="connsiteX47" fmla="*/ 17145 w 57150"/>
                <a:gd name="connsiteY47" fmla="*/ 120968 h 123825"/>
                <a:gd name="connsiteX48" fmla="*/ 34290 w 57150"/>
                <a:gd name="connsiteY48" fmla="*/ 60198 h 123825"/>
                <a:gd name="connsiteX49" fmla="*/ 34957 w 57150"/>
                <a:gd name="connsiteY49" fmla="*/ 57721 h 123825"/>
                <a:gd name="connsiteX50" fmla="*/ 35624 w 57150"/>
                <a:gd name="connsiteY50" fmla="*/ 60198 h 123825"/>
                <a:gd name="connsiteX51" fmla="*/ 42672 w 57150"/>
                <a:gd name="connsiteY51" fmla="*/ 91250 h 123825"/>
                <a:gd name="connsiteX52" fmla="*/ 50292 w 57150"/>
                <a:gd name="connsiteY52" fmla="*/ 121825 h 123825"/>
                <a:gd name="connsiteX53" fmla="*/ 59055 w 57150"/>
                <a:gd name="connsiteY53" fmla="*/ 12182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7150" h="123825">
                  <a:moveTo>
                    <a:pt x="59150" y="121920"/>
                  </a:moveTo>
                  <a:lnTo>
                    <a:pt x="50197" y="121920"/>
                  </a:lnTo>
                  <a:lnTo>
                    <a:pt x="41910" y="91250"/>
                  </a:lnTo>
                  <a:lnTo>
                    <a:pt x="33719" y="60865"/>
                  </a:lnTo>
                  <a:lnTo>
                    <a:pt x="35052" y="60865"/>
                  </a:lnTo>
                  <a:lnTo>
                    <a:pt x="18574" y="121825"/>
                  </a:lnTo>
                  <a:lnTo>
                    <a:pt x="18574" y="122587"/>
                  </a:lnTo>
                  <a:lnTo>
                    <a:pt x="7144" y="122587"/>
                  </a:lnTo>
                  <a:lnTo>
                    <a:pt x="7144" y="121158"/>
                  </a:lnTo>
                  <a:lnTo>
                    <a:pt x="27908" y="50768"/>
                  </a:lnTo>
                  <a:lnTo>
                    <a:pt x="27908" y="51435"/>
                  </a:lnTo>
                  <a:lnTo>
                    <a:pt x="21431" y="30099"/>
                  </a:lnTo>
                  <a:lnTo>
                    <a:pt x="15050" y="8668"/>
                  </a:lnTo>
                  <a:lnTo>
                    <a:pt x="15050" y="7144"/>
                  </a:lnTo>
                  <a:lnTo>
                    <a:pt x="26384" y="7144"/>
                  </a:lnTo>
                  <a:lnTo>
                    <a:pt x="26384" y="8001"/>
                  </a:lnTo>
                  <a:lnTo>
                    <a:pt x="35052" y="39624"/>
                  </a:lnTo>
                  <a:lnTo>
                    <a:pt x="33147" y="39624"/>
                  </a:lnTo>
                  <a:lnTo>
                    <a:pt x="41243" y="8096"/>
                  </a:lnTo>
                  <a:lnTo>
                    <a:pt x="41243" y="7334"/>
                  </a:lnTo>
                  <a:lnTo>
                    <a:pt x="52197" y="7334"/>
                  </a:lnTo>
                  <a:lnTo>
                    <a:pt x="52197" y="8572"/>
                  </a:lnTo>
                  <a:lnTo>
                    <a:pt x="39910" y="49054"/>
                  </a:lnTo>
                  <a:lnTo>
                    <a:pt x="39910" y="49054"/>
                  </a:lnTo>
                  <a:lnTo>
                    <a:pt x="49435" y="85439"/>
                  </a:lnTo>
                  <a:close/>
                  <a:moveTo>
                    <a:pt x="59150" y="121920"/>
                  </a:moveTo>
                  <a:lnTo>
                    <a:pt x="48578" y="85725"/>
                  </a:lnTo>
                  <a:lnTo>
                    <a:pt x="38100" y="49530"/>
                  </a:lnTo>
                  <a:lnTo>
                    <a:pt x="38100" y="49530"/>
                  </a:lnTo>
                  <a:lnTo>
                    <a:pt x="49911" y="8954"/>
                  </a:lnTo>
                  <a:lnTo>
                    <a:pt x="50864" y="10192"/>
                  </a:lnTo>
                  <a:lnTo>
                    <a:pt x="42005" y="10192"/>
                  </a:lnTo>
                  <a:lnTo>
                    <a:pt x="42958" y="9430"/>
                  </a:lnTo>
                  <a:lnTo>
                    <a:pt x="35147" y="41053"/>
                  </a:lnTo>
                  <a:lnTo>
                    <a:pt x="34100" y="45053"/>
                  </a:lnTo>
                  <a:lnTo>
                    <a:pt x="33147" y="40672"/>
                  </a:lnTo>
                  <a:lnTo>
                    <a:pt x="24479" y="9144"/>
                  </a:lnTo>
                  <a:lnTo>
                    <a:pt x="25622" y="10001"/>
                  </a:lnTo>
                  <a:lnTo>
                    <a:pt x="16764" y="10001"/>
                  </a:lnTo>
                  <a:lnTo>
                    <a:pt x="17907" y="8477"/>
                  </a:lnTo>
                  <a:lnTo>
                    <a:pt x="24384" y="29813"/>
                  </a:lnTo>
                  <a:lnTo>
                    <a:pt x="30766" y="51244"/>
                  </a:lnTo>
                  <a:lnTo>
                    <a:pt x="30766" y="51244"/>
                  </a:lnTo>
                  <a:lnTo>
                    <a:pt x="30766" y="51244"/>
                  </a:lnTo>
                  <a:lnTo>
                    <a:pt x="9716" y="121539"/>
                  </a:lnTo>
                  <a:lnTo>
                    <a:pt x="8668" y="120206"/>
                  </a:lnTo>
                  <a:lnTo>
                    <a:pt x="18193" y="120206"/>
                  </a:lnTo>
                  <a:lnTo>
                    <a:pt x="17145" y="120968"/>
                  </a:lnTo>
                  <a:lnTo>
                    <a:pt x="34290" y="60198"/>
                  </a:lnTo>
                  <a:lnTo>
                    <a:pt x="34957" y="57721"/>
                  </a:lnTo>
                  <a:lnTo>
                    <a:pt x="35624" y="60198"/>
                  </a:lnTo>
                  <a:lnTo>
                    <a:pt x="42672" y="91250"/>
                  </a:lnTo>
                  <a:lnTo>
                    <a:pt x="50292" y="121825"/>
                  </a:lnTo>
                  <a:lnTo>
                    <a:pt x="59055" y="121825"/>
                  </a:lnTo>
                  <a:close/>
                </a:path>
              </a:pathLst>
            </a:custGeom>
            <a:solidFill>
              <a:srgbClr val="FFFFFF"/>
            </a:solidFill>
            <a:ln w="9525" cap="flat">
              <a:noFill/>
              <a:prstDash val="solid"/>
              <a:miter/>
            </a:ln>
          </p:spPr>
          <p:txBody>
            <a:bodyPr rtlCol="0" anchor="ctr"/>
            <a:lstStyle/>
            <a:p>
              <a:endParaRPr lang="en-US"/>
            </a:p>
          </p:txBody>
        </p:sp>
        <p:grpSp>
          <p:nvGrpSpPr>
            <p:cNvPr id="151" name="Group 150">
              <a:extLst>
                <a:ext uri="{FF2B5EF4-FFF2-40B4-BE49-F238E27FC236}">
                  <a16:creationId xmlns:a16="http://schemas.microsoft.com/office/drawing/2014/main" id="{14BB88F4-62FF-4DEA-B1CB-2868B8ACD466}"/>
                </a:ext>
              </a:extLst>
            </p:cNvPr>
            <p:cNvGrpSpPr/>
            <p:nvPr/>
          </p:nvGrpSpPr>
          <p:grpSpPr>
            <a:xfrm>
              <a:off x="11358990" y="670489"/>
              <a:ext cx="603495" cy="91337"/>
              <a:chOff x="6704534" y="4252264"/>
              <a:chExt cx="1397944" cy="211573"/>
            </a:xfrm>
            <a:solidFill>
              <a:schemeClr val="bg1"/>
            </a:solidFill>
          </p:grpSpPr>
          <p:sp>
            <p:nvSpPr>
              <p:cNvPr id="136" name="Freeform: Shape 135">
                <a:extLst>
                  <a:ext uri="{FF2B5EF4-FFF2-40B4-BE49-F238E27FC236}">
                    <a16:creationId xmlns:a16="http://schemas.microsoft.com/office/drawing/2014/main" id="{0A112D70-9F46-48B8-9568-614582DD384B}"/>
                  </a:ext>
                </a:extLst>
              </p:cNvPr>
              <p:cNvSpPr/>
              <p:nvPr/>
            </p:nvSpPr>
            <p:spPr>
              <a:xfrm>
                <a:off x="6704534" y="4252576"/>
                <a:ext cx="125526" cy="167368"/>
              </a:xfrm>
              <a:custGeom>
                <a:avLst/>
                <a:gdLst>
                  <a:gd name="connsiteX0" fmla="*/ 17526 w 28575"/>
                  <a:gd name="connsiteY0" fmla="*/ 7144 h 38100"/>
                  <a:gd name="connsiteX1" fmla="*/ 28956 w 28575"/>
                  <a:gd name="connsiteY1" fmla="*/ 15812 h 38100"/>
                  <a:gd name="connsiteX2" fmla="*/ 19525 w 28575"/>
                  <a:gd name="connsiteY2" fmla="*/ 25430 h 38100"/>
                  <a:gd name="connsiteX3" fmla="*/ 18098 w 28575"/>
                  <a:gd name="connsiteY3" fmla="*/ 25337 h 38100"/>
                  <a:gd name="connsiteX4" fmla="*/ 10192 w 28575"/>
                  <a:gd name="connsiteY4" fmla="*/ 25337 h 38100"/>
                  <a:gd name="connsiteX5" fmla="*/ 10192 w 28575"/>
                  <a:gd name="connsiteY5" fmla="*/ 40291 h 38100"/>
                  <a:gd name="connsiteX6" fmla="*/ 7144 w 28575"/>
                  <a:gd name="connsiteY6" fmla="*/ 40291 h 38100"/>
                  <a:gd name="connsiteX7" fmla="*/ 7144 w 28575"/>
                  <a:gd name="connsiteY7" fmla="*/ 7144 h 38100"/>
                  <a:gd name="connsiteX8" fmla="*/ 10192 w 28575"/>
                  <a:gd name="connsiteY8" fmla="*/ 10097 h 38100"/>
                  <a:gd name="connsiteX9" fmla="*/ 10192 w 28575"/>
                  <a:gd name="connsiteY9" fmla="*/ 22384 h 38100"/>
                  <a:gd name="connsiteX10" fmla="*/ 17717 w 28575"/>
                  <a:gd name="connsiteY10" fmla="*/ 22384 h 38100"/>
                  <a:gd name="connsiteX11" fmla="*/ 25193 w 28575"/>
                  <a:gd name="connsiteY11" fmla="*/ 16638 h 38100"/>
                  <a:gd name="connsiteX12" fmla="*/ 25241 w 28575"/>
                  <a:gd name="connsiteY12" fmla="*/ 16097 h 38100"/>
                  <a:gd name="connsiteX13" fmla="*/ 17431 w 28575"/>
                  <a:gd name="connsiteY13" fmla="*/ 1009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38100">
                    <a:moveTo>
                      <a:pt x="17526" y="7144"/>
                    </a:moveTo>
                    <a:cubicBezTo>
                      <a:pt x="22289" y="7144"/>
                      <a:pt x="28956" y="8477"/>
                      <a:pt x="28956" y="15812"/>
                    </a:cubicBezTo>
                    <a:cubicBezTo>
                      <a:pt x="29008" y="21072"/>
                      <a:pt x="24786" y="25378"/>
                      <a:pt x="19525" y="25430"/>
                    </a:cubicBezTo>
                    <a:cubicBezTo>
                      <a:pt x="19048" y="25435"/>
                      <a:pt x="18570" y="25403"/>
                      <a:pt x="18098" y="25337"/>
                    </a:cubicBezTo>
                    <a:lnTo>
                      <a:pt x="10192" y="25337"/>
                    </a:lnTo>
                    <a:lnTo>
                      <a:pt x="10192" y="40291"/>
                    </a:lnTo>
                    <a:lnTo>
                      <a:pt x="7144" y="40291"/>
                    </a:lnTo>
                    <a:lnTo>
                      <a:pt x="7144" y="7144"/>
                    </a:lnTo>
                    <a:close/>
                    <a:moveTo>
                      <a:pt x="10192" y="10097"/>
                    </a:moveTo>
                    <a:lnTo>
                      <a:pt x="10192" y="22384"/>
                    </a:lnTo>
                    <a:lnTo>
                      <a:pt x="17717" y="22384"/>
                    </a:lnTo>
                    <a:cubicBezTo>
                      <a:pt x="21368" y="22862"/>
                      <a:pt x="24715" y="20289"/>
                      <a:pt x="25193" y="16638"/>
                    </a:cubicBezTo>
                    <a:cubicBezTo>
                      <a:pt x="25216" y="16458"/>
                      <a:pt x="25232" y="16278"/>
                      <a:pt x="25241" y="16097"/>
                    </a:cubicBezTo>
                    <a:cubicBezTo>
                      <a:pt x="25241" y="10954"/>
                      <a:pt x="20288" y="10097"/>
                      <a:pt x="17431" y="10097"/>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531FBDB-A4DD-4AF4-B452-003ECCA61C01}"/>
                  </a:ext>
                </a:extLst>
              </p:cNvPr>
              <p:cNvSpPr/>
              <p:nvPr/>
            </p:nvSpPr>
            <p:spPr>
              <a:xfrm>
                <a:off x="6799099" y="4297278"/>
                <a:ext cx="125526" cy="125526"/>
              </a:xfrm>
              <a:custGeom>
                <a:avLst/>
                <a:gdLst>
                  <a:gd name="connsiteX0" fmla="*/ 25241 w 28575"/>
                  <a:gd name="connsiteY0" fmla="*/ 26210 h 28575"/>
                  <a:gd name="connsiteX1" fmla="*/ 26765 w 28575"/>
                  <a:gd name="connsiteY1" fmla="*/ 27924 h 28575"/>
                  <a:gd name="connsiteX2" fmla="*/ 28194 w 28575"/>
                  <a:gd name="connsiteY2" fmla="*/ 27924 h 28575"/>
                  <a:gd name="connsiteX3" fmla="*/ 28194 w 28575"/>
                  <a:gd name="connsiteY3" fmla="*/ 30305 h 28575"/>
                  <a:gd name="connsiteX4" fmla="*/ 25527 w 28575"/>
                  <a:gd name="connsiteY4" fmla="*/ 30305 h 28575"/>
                  <a:gd name="connsiteX5" fmla="*/ 22193 w 28575"/>
                  <a:gd name="connsiteY5" fmla="*/ 26114 h 28575"/>
                  <a:gd name="connsiteX6" fmla="*/ 22193 w 28575"/>
                  <a:gd name="connsiteY6" fmla="*/ 26114 h 28575"/>
                  <a:gd name="connsiteX7" fmla="*/ 14954 w 28575"/>
                  <a:gd name="connsiteY7" fmla="*/ 30591 h 28575"/>
                  <a:gd name="connsiteX8" fmla="*/ 7153 w 28575"/>
                  <a:gd name="connsiteY8" fmla="*/ 23961 h 28575"/>
                  <a:gd name="connsiteX9" fmla="*/ 7144 w 28575"/>
                  <a:gd name="connsiteY9" fmla="*/ 23828 h 28575"/>
                  <a:gd name="connsiteX10" fmla="*/ 20288 w 28575"/>
                  <a:gd name="connsiteY10" fmla="*/ 16208 h 28575"/>
                  <a:gd name="connsiteX11" fmla="*/ 22288 w 28575"/>
                  <a:gd name="connsiteY11" fmla="*/ 16208 h 28575"/>
                  <a:gd name="connsiteX12" fmla="*/ 16978 w 28575"/>
                  <a:gd name="connsiteY12" fmla="*/ 9938 h 28575"/>
                  <a:gd name="connsiteX13" fmla="*/ 16288 w 28575"/>
                  <a:gd name="connsiteY13" fmla="*/ 9922 h 28575"/>
                  <a:gd name="connsiteX14" fmla="*/ 9049 w 28575"/>
                  <a:gd name="connsiteY14" fmla="*/ 13065 h 28575"/>
                  <a:gd name="connsiteX15" fmla="*/ 9049 w 28575"/>
                  <a:gd name="connsiteY15" fmla="*/ 9636 h 28575"/>
                  <a:gd name="connsiteX16" fmla="*/ 16859 w 28575"/>
                  <a:gd name="connsiteY16" fmla="*/ 7160 h 28575"/>
                  <a:gd name="connsiteX17" fmla="*/ 25343 w 28575"/>
                  <a:gd name="connsiteY17" fmla="*/ 14647 h 28575"/>
                  <a:gd name="connsiteX18" fmla="*/ 25336 w 28575"/>
                  <a:gd name="connsiteY18" fmla="*/ 15732 h 28575"/>
                  <a:gd name="connsiteX19" fmla="*/ 22193 w 28575"/>
                  <a:gd name="connsiteY19" fmla="*/ 18590 h 28575"/>
                  <a:gd name="connsiteX20" fmla="*/ 20764 w 28575"/>
                  <a:gd name="connsiteY20" fmla="*/ 18590 h 28575"/>
                  <a:gd name="connsiteX21" fmla="*/ 10382 w 28575"/>
                  <a:gd name="connsiteY21" fmla="*/ 23828 h 28575"/>
                  <a:gd name="connsiteX22" fmla="*/ 15007 w 28575"/>
                  <a:gd name="connsiteY22" fmla="*/ 27747 h 28575"/>
                  <a:gd name="connsiteX23" fmla="*/ 15145 w 28575"/>
                  <a:gd name="connsiteY23" fmla="*/ 27734 h 28575"/>
                  <a:gd name="connsiteX24" fmla="*/ 22193 w 28575"/>
                  <a:gd name="connsiteY24" fmla="*/ 19733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575" h="28575">
                    <a:moveTo>
                      <a:pt x="25241" y="26210"/>
                    </a:moveTo>
                    <a:cubicBezTo>
                      <a:pt x="25241" y="26972"/>
                      <a:pt x="25241" y="27924"/>
                      <a:pt x="26765" y="27924"/>
                    </a:cubicBezTo>
                    <a:cubicBezTo>
                      <a:pt x="27236" y="28022"/>
                      <a:pt x="27723" y="28022"/>
                      <a:pt x="28194" y="27924"/>
                    </a:cubicBezTo>
                    <a:lnTo>
                      <a:pt x="28194" y="30305"/>
                    </a:lnTo>
                    <a:cubicBezTo>
                      <a:pt x="27310" y="30443"/>
                      <a:pt x="26411" y="30443"/>
                      <a:pt x="25527" y="30305"/>
                    </a:cubicBezTo>
                    <a:cubicBezTo>
                      <a:pt x="22479" y="30305"/>
                      <a:pt x="22193" y="28781"/>
                      <a:pt x="22193" y="26114"/>
                    </a:cubicBezTo>
                    <a:lnTo>
                      <a:pt x="22193" y="26114"/>
                    </a:lnTo>
                    <a:cubicBezTo>
                      <a:pt x="20858" y="28889"/>
                      <a:pt x="18033" y="30636"/>
                      <a:pt x="14954" y="30591"/>
                    </a:cubicBezTo>
                    <a:cubicBezTo>
                      <a:pt x="10969" y="30914"/>
                      <a:pt x="7477" y="27946"/>
                      <a:pt x="7153" y="23961"/>
                    </a:cubicBezTo>
                    <a:cubicBezTo>
                      <a:pt x="7150" y="23917"/>
                      <a:pt x="7147" y="23873"/>
                      <a:pt x="7144" y="23828"/>
                    </a:cubicBezTo>
                    <a:cubicBezTo>
                      <a:pt x="7144" y="18304"/>
                      <a:pt x="13049" y="17066"/>
                      <a:pt x="20288" y="16208"/>
                    </a:cubicBezTo>
                    <a:lnTo>
                      <a:pt x="22288" y="16208"/>
                    </a:lnTo>
                    <a:cubicBezTo>
                      <a:pt x="22554" y="13010"/>
                      <a:pt x="20176" y="10203"/>
                      <a:pt x="16978" y="9938"/>
                    </a:cubicBezTo>
                    <a:cubicBezTo>
                      <a:pt x="16749" y="9919"/>
                      <a:pt x="16518" y="9913"/>
                      <a:pt x="16288" y="9922"/>
                    </a:cubicBezTo>
                    <a:cubicBezTo>
                      <a:pt x="13598" y="10159"/>
                      <a:pt x="11058" y="11262"/>
                      <a:pt x="9049" y="13065"/>
                    </a:cubicBezTo>
                    <a:lnTo>
                      <a:pt x="9049" y="9636"/>
                    </a:lnTo>
                    <a:cubicBezTo>
                      <a:pt x="11362" y="8081"/>
                      <a:pt x="14072" y="7221"/>
                      <a:pt x="16859" y="7160"/>
                    </a:cubicBezTo>
                    <a:cubicBezTo>
                      <a:pt x="21269" y="6885"/>
                      <a:pt x="25068" y="10237"/>
                      <a:pt x="25343" y="14647"/>
                    </a:cubicBezTo>
                    <a:cubicBezTo>
                      <a:pt x="25365" y="15009"/>
                      <a:pt x="25363" y="15371"/>
                      <a:pt x="25336" y="15732"/>
                    </a:cubicBezTo>
                    <a:close/>
                    <a:moveTo>
                      <a:pt x="22193" y="18590"/>
                    </a:moveTo>
                    <a:lnTo>
                      <a:pt x="20764" y="18590"/>
                    </a:lnTo>
                    <a:cubicBezTo>
                      <a:pt x="14764" y="19256"/>
                      <a:pt x="10382" y="20209"/>
                      <a:pt x="10382" y="23828"/>
                    </a:cubicBezTo>
                    <a:cubicBezTo>
                      <a:pt x="10577" y="26187"/>
                      <a:pt x="12648" y="27942"/>
                      <a:pt x="15007" y="27747"/>
                    </a:cubicBezTo>
                    <a:cubicBezTo>
                      <a:pt x="15053" y="27743"/>
                      <a:pt x="15099" y="27739"/>
                      <a:pt x="15145" y="27734"/>
                    </a:cubicBezTo>
                    <a:cubicBezTo>
                      <a:pt x="19280" y="27428"/>
                      <a:pt x="22412" y="23873"/>
                      <a:pt x="22193" y="19733"/>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18A472D5-0730-424F-8CE6-5BF6905E3ACE}"/>
                  </a:ext>
                </a:extLst>
              </p:cNvPr>
              <p:cNvSpPr/>
              <p:nvPr/>
            </p:nvSpPr>
            <p:spPr>
              <a:xfrm>
                <a:off x="6894077" y="4269730"/>
                <a:ext cx="83684" cy="167368"/>
              </a:xfrm>
              <a:custGeom>
                <a:avLst/>
                <a:gdLst>
                  <a:gd name="connsiteX0" fmla="*/ 14097 w 19050"/>
                  <a:gd name="connsiteY0" fmla="*/ 7144 h 38100"/>
                  <a:gd name="connsiteX1" fmla="*/ 14097 w 19050"/>
                  <a:gd name="connsiteY1" fmla="*/ 13716 h 38100"/>
                  <a:gd name="connsiteX2" fmla="*/ 20003 w 19050"/>
                  <a:gd name="connsiteY2" fmla="*/ 13716 h 38100"/>
                  <a:gd name="connsiteX3" fmla="*/ 20003 w 19050"/>
                  <a:gd name="connsiteY3" fmla="*/ 16478 h 38100"/>
                  <a:gd name="connsiteX4" fmla="*/ 14097 w 19050"/>
                  <a:gd name="connsiteY4" fmla="*/ 16478 h 38100"/>
                  <a:gd name="connsiteX5" fmla="*/ 14097 w 19050"/>
                  <a:gd name="connsiteY5" fmla="*/ 30861 h 38100"/>
                  <a:gd name="connsiteX6" fmla="*/ 16955 w 19050"/>
                  <a:gd name="connsiteY6" fmla="*/ 34195 h 38100"/>
                  <a:gd name="connsiteX7" fmla="*/ 20003 w 19050"/>
                  <a:gd name="connsiteY7" fmla="*/ 33433 h 38100"/>
                  <a:gd name="connsiteX8" fmla="*/ 20003 w 19050"/>
                  <a:gd name="connsiteY8" fmla="*/ 36195 h 38100"/>
                  <a:gd name="connsiteX9" fmla="*/ 16478 w 19050"/>
                  <a:gd name="connsiteY9" fmla="*/ 36766 h 38100"/>
                  <a:gd name="connsiteX10" fmla="*/ 10954 w 19050"/>
                  <a:gd name="connsiteY10" fmla="*/ 31813 h 38100"/>
                  <a:gd name="connsiteX11" fmla="*/ 10954 w 19050"/>
                  <a:gd name="connsiteY11" fmla="*/ 16478 h 38100"/>
                  <a:gd name="connsiteX12" fmla="*/ 7144 w 19050"/>
                  <a:gd name="connsiteY12" fmla="*/ 16478 h 38100"/>
                  <a:gd name="connsiteX13" fmla="*/ 7144 w 19050"/>
                  <a:gd name="connsiteY13" fmla="*/ 13716 h 38100"/>
                  <a:gd name="connsiteX14" fmla="*/ 10954 w 19050"/>
                  <a:gd name="connsiteY14" fmla="*/ 13716 h 38100"/>
                  <a:gd name="connsiteX15" fmla="*/ 10954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03" y="13716"/>
                    </a:lnTo>
                    <a:lnTo>
                      <a:pt x="20003" y="16478"/>
                    </a:lnTo>
                    <a:lnTo>
                      <a:pt x="14097" y="16478"/>
                    </a:lnTo>
                    <a:lnTo>
                      <a:pt x="14097" y="30861"/>
                    </a:lnTo>
                    <a:cubicBezTo>
                      <a:pt x="14097" y="33052"/>
                      <a:pt x="14764" y="34195"/>
                      <a:pt x="16955" y="34195"/>
                    </a:cubicBezTo>
                    <a:cubicBezTo>
                      <a:pt x="18015" y="34173"/>
                      <a:pt x="19057" y="33913"/>
                      <a:pt x="20003" y="33433"/>
                    </a:cubicBezTo>
                    <a:lnTo>
                      <a:pt x="20003" y="36195"/>
                    </a:lnTo>
                    <a:cubicBezTo>
                      <a:pt x="18858" y="36541"/>
                      <a:pt x="17673" y="36734"/>
                      <a:pt x="16478" y="36766"/>
                    </a:cubicBezTo>
                    <a:cubicBezTo>
                      <a:pt x="13335" y="36766"/>
                      <a:pt x="10954" y="35338"/>
                      <a:pt x="10954" y="31813"/>
                    </a:cubicBezTo>
                    <a:lnTo>
                      <a:pt x="10954" y="16478"/>
                    </a:lnTo>
                    <a:lnTo>
                      <a:pt x="7144" y="16478"/>
                    </a:lnTo>
                    <a:lnTo>
                      <a:pt x="7144" y="13716"/>
                    </a:lnTo>
                    <a:lnTo>
                      <a:pt x="10954" y="13716"/>
                    </a:lnTo>
                    <a:lnTo>
                      <a:pt x="10954" y="7144"/>
                    </a:ln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AA347975-1620-475C-A714-B00941ED1E9F}"/>
                  </a:ext>
                </a:extLst>
              </p:cNvPr>
              <p:cNvSpPr/>
              <p:nvPr/>
            </p:nvSpPr>
            <p:spPr>
              <a:xfrm>
                <a:off x="6964793" y="4255084"/>
                <a:ext cx="41842" cy="167368"/>
              </a:xfrm>
              <a:custGeom>
                <a:avLst/>
                <a:gdLst>
                  <a:gd name="connsiteX0" fmla="*/ 10668 w 9525"/>
                  <a:gd name="connsiteY0" fmla="*/ 9906 h 38100"/>
                  <a:gd name="connsiteX1" fmla="*/ 8858 w 9525"/>
                  <a:gd name="connsiteY1" fmla="*/ 12668 h 38100"/>
                  <a:gd name="connsiteX2" fmla="*/ 7144 w 9525"/>
                  <a:gd name="connsiteY2" fmla="*/ 10001 h 38100"/>
                  <a:gd name="connsiteX3" fmla="*/ 8858 w 9525"/>
                  <a:gd name="connsiteY3" fmla="*/ 7144 h 38100"/>
                  <a:gd name="connsiteX4" fmla="*/ 10668 w 9525"/>
                  <a:gd name="connsiteY4" fmla="*/ 9906 h 38100"/>
                  <a:gd name="connsiteX5" fmla="*/ 10668 w 9525"/>
                  <a:gd name="connsiteY5" fmla="*/ 17145 h 38100"/>
                  <a:gd name="connsiteX6" fmla="*/ 10668 w 9525"/>
                  <a:gd name="connsiteY6" fmla="*/ 39719 h 38100"/>
                  <a:gd name="connsiteX7" fmla="*/ 7620 w 9525"/>
                  <a:gd name="connsiteY7" fmla="*/ 39719 h 38100"/>
                  <a:gd name="connsiteX8" fmla="*/ 7620 w 9525"/>
                  <a:gd name="connsiteY8" fmla="*/ 1714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38100">
                    <a:moveTo>
                      <a:pt x="10668" y="9906"/>
                    </a:moveTo>
                    <a:cubicBezTo>
                      <a:pt x="10668" y="11049"/>
                      <a:pt x="10192" y="12668"/>
                      <a:pt x="8858" y="12668"/>
                    </a:cubicBezTo>
                    <a:cubicBezTo>
                      <a:pt x="7525" y="12668"/>
                      <a:pt x="7144" y="10954"/>
                      <a:pt x="7144" y="10001"/>
                    </a:cubicBezTo>
                    <a:cubicBezTo>
                      <a:pt x="7144" y="9049"/>
                      <a:pt x="7144" y="7144"/>
                      <a:pt x="8858" y="7144"/>
                    </a:cubicBezTo>
                    <a:cubicBezTo>
                      <a:pt x="10573" y="7144"/>
                      <a:pt x="10668" y="8572"/>
                      <a:pt x="10668" y="9906"/>
                    </a:cubicBezTo>
                    <a:close/>
                    <a:moveTo>
                      <a:pt x="10668" y="17145"/>
                    </a:moveTo>
                    <a:lnTo>
                      <a:pt x="10668" y="39719"/>
                    </a:lnTo>
                    <a:lnTo>
                      <a:pt x="7620" y="39719"/>
                    </a:lnTo>
                    <a:lnTo>
                      <a:pt x="7620" y="17145"/>
                    </a:ln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9E692673-3BB6-4876-9D65-598C62C68195}"/>
                  </a:ext>
                </a:extLst>
              </p:cNvPr>
              <p:cNvSpPr/>
              <p:nvPr/>
            </p:nvSpPr>
            <p:spPr>
              <a:xfrm>
                <a:off x="6997340" y="4296509"/>
                <a:ext cx="125526" cy="125526"/>
              </a:xfrm>
              <a:custGeom>
                <a:avLst/>
                <a:gdLst>
                  <a:gd name="connsiteX0" fmla="*/ 10117 w 28575"/>
                  <a:gd name="connsiteY0" fmla="*/ 18098 h 28575"/>
                  <a:gd name="connsiteX1" fmla="*/ 18308 w 28575"/>
                  <a:gd name="connsiteY1" fmla="*/ 28099 h 28575"/>
                  <a:gd name="connsiteX2" fmla="*/ 26976 w 28575"/>
                  <a:gd name="connsiteY2" fmla="*/ 23527 h 28575"/>
                  <a:gd name="connsiteX3" fmla="*/ 26976 w 28575"/>
                  <a:gd name="connsiteY3" fmla="*/ 27242 h 28575"/>
                  <a:gd name="connsiteX4" fmla="*/ 18118 w 28575"/>
                  <a:gd name="connsiteY4" fmla="*/ 30861 h 28575"/>
                  <a:gd name="connsiteX5" fmla="*/ 7153 w 28575"/>
                  <a:gd name="connsiteY5" fmla="*/ 19354 h 28575"/>
                  <a:gd name="connsiteX6" fmla="*/ 7164 w 28575"/>
                  <a:gd name="connsiteY6" fmla="*/ 19050 h 28575"/>
                  <a:gd name="connsiteX7" fmla="*/ 17714 w 28575"/>
                  <a:gd name="connsiteY7" fmla="*/ 7161 h 28575"/>
                  <a:gd name="connsiteX8" fmla="*/ 18118 w 28575"/>
                  <a:gd name="connsiteY8" fmla="*/ 7144 h 28575"/>
                  <a:gd name="connsiteX9" fmla="*/ 25833 w 28575"/>
                  <a:gd name="connsiteY9" fmla="*/ 11335 h 28575"/>
                  <a:gd name="connsiteX10" fmla="*/ 27643 w 28575"/>
                  <a:gd name="connsiteY10" fmla="*/ 18097 h 28575"/>
                  <a:gd name="connsiteX11" fmla="*/ 23833 w 28575"/>
                  <a:gd name="connsiteY11" fmla="*/ 15526 h 28575"/>
                  <a:gd name="connsiteX12" fmla="*/ 17642 w 28575"/>
                  <a:gd name="connsiteY12" fmla="*/ 9811 h 28575"/>
                  <a:gd name="connsiteX13" fmla="*/ 10498 w 28575"/>
                  <a:gd name="connsiteY13" fmla="*/ 15526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28575">
                    <a:moveTo>
                      <a:pt x="10117" y="18098"/>
                    </a:moveTo>
                    <a:cubicBezTo>
                      <a:pt x="10117" y="27623"/>
                      <a:pt x="17165" y="28099"/>
                      <a:pt x="18308" y="28099"/>
                    </a:cubicBezTo>
                    <a:cubicBezTo>
                      <a:pt x="21691" y="27789"/>
                      <a:pt x="24810" y="26143"/>
                      <a:pt x="26976" y="23527"/>
                    </a:cubicBezTo>
                    <a:lnTo>
                      <a:pt x="26976" y="27242"/>
                    </a:lnTo>
                    <a:cubicBezTo>
                      <a:pt x="24496" y="29380"/>
                      <a:pt x="21386" y="30650"/>
                      <a:pt x="18118" y="30861"/>
                    </a:cubicBezTo>
                    <a:cubicBezTo>
                      <a:pt x="11912" y="30711"/>
                      <a:pt x="7003" y="25559"/>
                      <a:pt x="7153" y="19354"/>
                    </a:cubicBezTo>
                    <a:cubicBezTo>
                      <a:pt x="7155" y="19252"/>
                      <a:pt x="7159" y="19151"/>
                      <a:pt x="7164" y="19050"/>
                    </a:cubicBezTo>
                    <a:cubicBezTo>
                      <a:pt x="6794" y="12854"/>
                      <a:pt x="11517" y="7531"/>
                      <a:pt x="17714" y="7161"/>
                    </a:cubicBezTo>
                    <a:cubicBezTo>
                      <a:pt x="17848" y="7153"/>
                      <a:pt x="17983" y="7147"/>
                      <a:pt x="18118" y="7144"/>
                    </a:cubicBezTo>
                    <a:cubicBezTo>
                      <a:pt x="21218" y="7201"/>
                      <a:pt x="24097" y="8765"/>
                      <a:pt x="25833" y="11335"/>
                    </a:cubicBezTo>
                    <a:cubicBezTo>
                      <a:pt x="27160" y="13330"/>
                      <a:pt x="27796" y="15706"/>
                      <a:pt x="27643" y="18097"/>
                    </a:cubicBezTo>
                    <a:close/>
                    <a:moveTo>
                      <a:pt x="23833" y="15526"/>
                    </a:moveTo>
                    <a:cubicBezTo>
                      <a:pt x="23583" y="12294"/>
                      <a:pt x="20883" y="9801"/>
                      <a:pt x="17642" y="9811"/>
                    </a:cubicBezTo>
                    <a:cubicBezTo>
                      <a:pt x="14254" y="9915"/>
                      <a:pt x="11343" y="12244"/>
                      <a:pt x="10498" y="15526"/>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B98287C-6A32-4EA1-ADE8-E55365C4DC32}"/>
                  </a:ext>
                </a:extLst>
              </p:cNvPr>
              <p:cNvSpPr/>
              <p:nvPr/>
            </p:nvSpPr>
            <p:spPr>
              <a:xfrm>
                <a:off x="7103287" y="4296456"/>
                <a:ext cx="125526" cy="125526"/>
              </a:xfrm>
              <a:custGeom>
                <a:avLst/>
                <a:gdLst>
                  <a:gd name="connsiteX0" fmla="*/ 25241 w 28575"/>
                  <a:gd name="connsiteY0" fmla="*/ 30301 h 28575"/>
                  <a:gd name="connsiteX1" fmla="*/ 22193 w 28575"/>
                  <a:gd name="connsiteY1" fmla="*/ 30301 h 28575"/>
                  <a:gd name="connsiteX2" fmla="*/ 22193 w 28575"/>
                  <a:gd name="connsiteY2" fmla="*/ 15442 h 28575"/>
                  <a:gd name="connsiteX3" fmla="*/ 17847 w 28575"/>
                  <a:gd name="connsiteY3" fmla="*/ 9949 h 28575"/>
                  <a:gd name="connsiteX4" fmla="*/ 17145 w 28575"/>
                  <a:gd name="connsiteY4" fmla="*/ 9918 h 28575"/>
                  <a:gd name="connsiteX5" fmla="*/ 10096 w 28575"/>
                  <a:gd name="connsiteY5" fmla="*/ 18681 h 28575"/>
                  <a:gd name="connsiteX6" fmla="*/ 10097 w 28575"/>
                  <a:gd name="connsiteY6" fmla="*/ 30301 h 28575"/>
                  <a:gd name="connsiteX7" fmla="*/ 7144 w 28575"/>
                  <a:gd name="connsiteY7" fmla="*/ 30301 h 28575"/>
                  <a:gd name="connsiteX8" fmla="*/ 7144 w 28575"/>
                  <a:gd name="connsiteY8" fmla="*/ 7727 h 28575"/>
                  <a:gd name="connsiteX9" fmla="*/ 9906 w 28575"/>
                  <a:gd name="connsiteY9" fmla="*/ 7727 h 28575"/>
                  <a:gd name="connsiteX10" fmla="*/ 9906 w 28575"/>
                  <a:gd name="connsiteY10" fmla="*/ 11918 h 28575"/>
                  <a:gd name="connsiteX11" fmla="*/ 9906 w 28575"/>
                  <a:gd name="connsiteY11" fmla="*/ 11918 h 28575"/>
                  <a:gd name="connsiteX12" fmla="*/ 17145 w 28575"/>
                  <a:gd name="connsiteY12" fmla="*/ 7155 h 28575"/>
                  <a:gd name="connsiteX13" fmla="*/ 24975 w 28575"/>
                  <a:gd name="connsiteY13" fmla="*/ 14161 h 28575"/>
                  <a:gd name="connsiteX14" fmla="*/ 24955 w 28575"/>
                  <a:gd name="connsiteY14" fmla="*/ 1525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575" h="28575">
                    <a:moveTo>
                      <a:pt x="25241" y="30301"/>
                    </a:moveTo>
                    <a:lnTo>
                      <a:pt x="22193" y="30301"/>
                    </a:lnTo>
                    <a:lnTo>
                      <a:pt x="22193" y="15442"/>
                    </a:lnTo>
                    <a:cubicBezTo>
                      <a:pt x="22510" y="12725"/>
                      <a:pt x="20564" y="10266"/>
                      <a:pt x="17847" y="9949"/>
                    </a:cubicBezTo>
                    <a:cubicBezTo>
                      <a:pt x="17614" y="9922"/>
                      <a:pt x="17379" y="9912"/>
                      <a:pt x="17145" y="9918"/>
                    </a:cubicBezTo>
                    <a:cubicBezTo>
                      <a:pt x="12793" y="10416"/>
                      <a:pt x="9651" y="14323"/>
                      <a:pt x="10096" y="18681"/>
                    </a:cubicBezTo>
                    <a:lnTo>
                      <a:pt x="10097" y="30301"/>
                    </a:lnTo>
                    <a:lnTo>
                      <a:pt x="7144" y="30301"/>
                    </a:lnTo>
                    <a:lnTo>
                      <a:pt x="7144" y="7727"/>
                    </a:lnTo>
                    <a:lnTo>
                      <a:pt x="9906" y="7727"/>
                    </a:lnTo>
                    <a:lnTo>
                      <a:pt x="9906" y="11918"/>
                    </a:lnTo>
                    <a:lnTo>
                      <a:pt x="9906" y="11918"/>
                    </a:lnTo>
                    <a:cubicBezTo>
                      <a:pt x="11115" y="8997"/>
                      <a:pt x="13984" y="7110"/>
                      <a:pt x="17145" y="7155"/>
                    </a:cubicBezTo>
                    <a:cubicBezTo>
                      <a:pt x="21242" y="6928"/>
                      <a:pt x="24748" y="10065"/>
                      <a:pt x="24975" y="14161"/>
                    </a:cubicBezTo>
                    <a:cubicBezTo>
                      <a:pt x="24995" y="14525"/>
                      <a:pt x="24989" y="14889"/>
                      <a:pt x="24955" y="15252"/>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F5A8BFBB-749A-4A29-8AA2-CF4D524F0450}"/>
                  </a:ext>
                </a:extLst>
              </p:cNvPr>
              <p:cNvSpPr/>
              <p:nvPr/>
            </p:nvSpPr>
            <p:spPr>
              <a:xfrm>
                <a:off x="7197435" y="4269730"/>
                <a:ext cx="83684" cy="167368"/>
              </a:xfrm>
              <a:custGeom>
                <a:avLst/>
                <a:gdLst>
                  <a:gd name="connsiteX0" fmla="*/ 14097 w 19050"/>
                  <a:gd name="connsiteY0" fmla="*/ 7144 h 38100"/>
                  <a:gd name="connsiteX1" fmla="*/ 14097 w 19050"/>
                  <a:gd name="connsiteY1" fmla="*/ 13716 h 38100"/>
                  <a:gd name="connsiteX2" fmla="*/ 20003 w 19050"/>
                  <a:gd name="connsiteY2" fmla="*/ 13716 h 38100"/>
                  <a:gd name="connsiteX3" fmla="*/ 20003 w 19050"/>
                  <a:gd name="connsiteY3" fmla="*/ 16478 h 38100"/>
                  <a:gd name="connsiteX4" fmla="*/ 14097 w 19050"/>
                  <a:gd name="connsiteY4" fmla="*/ 16478 h 38100"/>
                  <a:gd name="connsiteX5" fmla="*/ 14097 w 19050"/>
                  <a:gd name="connsiteY5" fmla="*/ 30861 h 38100"/>
                  <a:gd name="connsiteX6" fmla="*/ 16955 w 19050"/>
                  <a:gd name="connsiteY6" fmla="*/ 34195 h 38100"/>
                  <a:gd name="connsiteX7" fmla="*/ 20003 w 19050"/>
                  <a:gd name="connsiteY7" fmla="*/ 33433 h 38100"/>
                  <a:gd name="connsiteX8" fmla="*/ 20003 w 19050"/>
                  <a:gd name="connsiteY8" fmla="*/ 36195 h 38100"/>
                  <a:gd name="connsiteX9" fmla="*/ 16478 w 19050"/>
                  <a:gd name="connsiteY9" fmla="*/ 36766 h 38100"/>
                  <a:gd name="connsiteX10" fmla="*/ 11049 w 19050"/>
                  <a:gd name="connsiteY10" fmla="*/ 31813 h 38100"/>
                  <a:gd name="connsiteX11" fmla="*/ 11049 w 19050"/>
                  <a:gd name="connsiteY11" fmla="*/ 16478 h 38100"/>
                  <a:gd name="connsiteX12" fmla="*/ 7144 w 19050"/>
                  <a:gd name="connsiteY12" fmla="*/ 16478 h 38100"/>
                  <a:gd name="connsiteX13" fmla="*/ 7144 w 19050"/>
                  <a:gd name="connsiteY13" fmla="*/ 13716 h 38100"/>
                  <a:gd name="connsiteX14" fmla="*/ 11049 w 19050"/>
                  <a:gd name="connsiteY14" fmla="*/ 13716 h 38100"/>
                  <a:gd name="connsiteX15" fmla="*/ 11049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03" y="13716"/>
                    </a:lnTo>
                    <a:lnTo>
                      <a:pt x="20003" y="16478"/>
                    </a:lnTo>
                    <a:lnTo>
                      <a:pt x="14097" y="16478"/>
                    </a:lnTo>
                    <a:lnTo>
                      <a:pt x="14097" y="30861"/>
                    </a:lnTo>
                    <a:cubicBezTo>
                      <a:pt x="14097" y="33052"/>
                      <a:pt x="14764" y="34195"/>
                      <a:pt x="16955" y="34195"/>
                    </a:cubicBezTo>
                    <a:cubicBezTo>
                      <a:pt x="18015" y="34173"/>
                      <a:pt x="19057" y="33913"/>
                      <a:pt x="20003" y="33433"/>
                    </a:cubicBezTo>
                    <a:lnTo>
                      <a:pt x="20003" y="36195"/>
                    </a:lnTo>
                    <a:cubicBezTo>
                      <a:pt x="18858" y="36541"/>
                      <a:pt x="17673" y="36734"/>
                      <a:pt x="16478" y="36766"/>
                    </a:cubicBezTo>
                    <a:cubicBezTo>
                      <a:pt x="13335" y="36766"/>
                      <a:pt x="11049" y="35338"/>
                      <a:pt x="11049" y="31813"/>
                    </a:cubicBezTo>
                    <a:lnTo>
                      <a:pt x="11049" y="16478"/>
                    </a:lnTo>
                    <a:lnTo>
                      <a:pt x="7144" y="16478"/>
                    </a:lnTo>
                    <a:lnTo>
                      <a:pt x="7144" y="13716"/>
                    </a:lnTo>
                    <a:lnTo>
                      <a:pt x="11049" y="13716"/>
                    </a:lnTo>
                    <a:lnTo>
                      <a:pt x="11049" y="7144"/>
                    </a:ln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176CBE7-C80F-48C7-9738-8B5950CE507C}"/>
                  </a:ext>
                </a:extLst>
              </p:cNvPr>
              <p:cNvSpPr/>
              <p:nvPr/>
            </p:nvSpPr>
            <p:spPr>
              <a:xfrm>
                <a:off x="7332164" y="4252264"/>
                <a:ext cx="167368" cy="167368"/>
              </a:xfrm>
              <a:custGeom>
                <a:avLst/>
                <a:gdLst>
                  <a:gd name="connsiteX0" fmla="*/ 17621 w 38100"/>
                  <a:gd name="connsiteY0" fmla="*/ 7214 h 38100"/>
                  <a:gd name="connsiteX1" fmla="*/ 29432 w 38100"/>
                  <a:gd name="connsiteY1" fmla="*/ 11119 h 38100"/>
                  <a:gd name="connsiteX2" fmla="*/ 34195 w 38100"/>
                  <a:gd name="connsiteY2" fmla="*/ 23502 h 38100"/>
                  <a:gd name="connsiteX3" fmla="*/ 19938 w 38100"/>
                  <a:gd name="connsiteY3" fmla="*/ 40377 h 38100"/>
                  <a:gd name="connsiteX4" fmla="*/ 17145 w 38100"/>
                  <a:gd name="connsiteY4" fmla="*/ 40361 h 38100"/>
                  <a:gd name="connsiteX5" fmla="*/ 7144 w 38100"/>
                  <a:gd name="connsiteY5" fmla="*/ 40361 h 38100"/>
                  <a:gd name="connsiteX6" fmla="*/ 7144 w 38100"/>
                  <a:gd name="connsiteY6" fmla="*/ 7214 h 38100"/>
                  <a:gd name="connsiteX7" fmla="*/ 10096 w 38100"/>
                  <a:gd name="connsiteY7" fmla="*/ 10072 h 38100"/>
                  <a:gd name="connsiteX8" fmla="*/ 10096 w 38100"/>
                  <a:gd name="connsiteY8" fmla="*/ 37504 h 38100"/>
                  <a:gd name="connsiteX9" fmla="*/ 18479 w 38100"/>
                  <a:gd name="connsiteY9" fmla="*/ 37504 h 38100"/>
                  <a:gd name="connsiteX10" fmla="*/ 30584 w 38100"/>
                  <a:gd name="connsiteY10" fmla="*/ 24850 h 38100"/>
                  <a:gd name="connsiteX11" fmla="*/ 30480 w 38100"/>
                  <a:gd name="connsiteY11" fmla="*/ 23502 h 38100"/>
                  <a:gd name="connsiteX12" fmla="*/ 26194 w 38100"/>
                  <a:gd name="connsiteY12" fmla="*/ 12929 h 38100"/>
                  <a:gd name="connsiteX13" fmla="*/ 16669 w 38100"/>
                  <a:gd name="connsiteY13" fmla="*/ 1007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 h="38100">
                    <a:moveTo>
                      <a:pt x="17621" y="7214"/>
                    </a:moveTo>
                    <a:cubicBezTo>
                      <a:pt x="21932" y="6801"/>
                      <a:pt x="26218" y="8218"/>
                      <a:pt x="29432" y="11119"/>
                    </a:cubicBezTo>
                    <a:cubicBezTo>
                      <a:pt x="32590" y="14458"/>
                      <a:pt x="34301" y="18908"/>
                      <a:pt x="34195" y="23502"/>
                    </a:cubicBezTo>
                    <a:cubicBezTo>
                      <a:pt x="34918" y="32099"/>
                      <a:pt x="28534" y="39654"/>
                      <a:pt x="19938" y="40377"/>
                    </a:cubicBezTo>
                    <a:cubicBezTo>
                      <a:pt x="19008" y="40455"/>
                      <a:pt x="18073" y="40450"/>
                      <a:pt x="17145" y="40361"/>
                    </a:cubicBezTo>
                    <a:lnTo>
                      <a:pt x="7144" y="40361"/>
                    </a:lnTo>
                    <a:lnTo>
                      <a:pt x="7144" y="7214"/>
                    </a:lnTo>
                    <a:close/>
                    <a:moveTo>
                      <a:pt x="10096" y="10072"/>
                    </a:moveTo>
                    <a:lnTo>
                      <a:pt x="10096" y="37504"/>
                    </a:lnTo>
                    <a:lnTo>
                      <a:pt x="18479" y="37504"/>
                    </a:lnTo>
                    <a:cubicBezTo>
                      <a:pt x="25316" y="37352"/>
                      <a:pt x="30735" y="31687"/>
                      <a:pt x="30584" y="24850"/>
                    </a:cubicBezTo>
                    <a:cubicBezTo>
                      <a:pt x="30574" y="24399"/>
                      <a:pt x="30539" y="23949"/>
                      <a:pt x="30480" y="23502"/>
                    </a:cubicBezTo>
                    <a:cubicBezTo>
                      <a:pt x="30547" y="19542"/>
                      <a:pt x="29000" y="15725"/>
                      <a:pt x="26194" y="12929"/>
                    </a:cubicBezTo>
                    <a:cubicBezTo>
                      <a:pt x="23525" y="10747"/>
                      <a:pt x="20098" y="9719"/>
                      <a:pt x="16669" y="10072"/>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A2A73A7B-6CAE-4054-97D5-41FF410B2139}"/>
                  </a:ext>
                </a:extLst>
              </p:cNvPr>
              <p:cNvSpPr/>
              <p:nvPr/>
            </p:nvSpPr>
            <p:spPr>
              <a:xfrm>
                <a:off x="7465223" y="4255084"/>
                <a:ext cx="41842" cy="167368"/>
              </a:xfrm>
              <a:custGeom>
                <a:avLst/>
                <a:gdLst>
                  <a:gd name="connsiteX0" fmla="*/ 10763 w 9525"/>
                  <a:gd name="connsiteY0" fmla="*/ 9906 h 38100"/>
                  <a:gd name="connsiteX1" fmla="*/ 8954 w 9525"/>
                  <a:gd name="connsiteY1" fmla="*/ 12668 h 38100"/>
                  <a:gd name="connsiteX2" fmla="*/ 7144 w 9525"/>
                  <a:gd name="connsiteY2" fmla="*/ 10001 h 38100"/>
                  <a:gd name="connsiteX3" fmla="*/ 8954 w 9525"/>
                  <a:gd name="connsiteY3" fmla="*/ 7144 h 38100"/>
                  <a:gd name="connsiteX4" fmla="*/ 10763 w 9525"/>
                  <a:gd name="connsiteY4" fmla="*/ 9906 h 38100"/>
                  <a:gd name="connsiteX5" fmla="*/ 10763 w 9525"/>
                  <a:gd name="connsiteY5" fmla="*/ 17145 h 38100"/>
                  <a:gd name="connsiteX6" fmla="*/ 10763 w 9525"/>
                  <a:gd name="connsiteY6" fmla="*/ 39719 h 38100"/>
                  <a:gd name="connsiteX7" fmla="*/ 7715 w 9525"/>
                  <a:gd name="connsiteY7" fmla="*/ 39719 h 38100"/>
                  <a:gd name="connsiteX8" fmla="*/ 7715 w 9525"/>
                  <a:gd name="connsiteY8" fmla="*/ 1714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38100">
                    <a:moveTo>
                      <a:pt x="10763" y="9906"/>
                    </a:moveTo>
                    <a:cubicBezTo>
                      <a:pt x="10763" y="11049"/>
                      <a:pt x="10763" y="12668"/>
                      <a:pt x="8954" y="12668"/>
                    </a:cubicBezTo>
                    <a:cubicBezTo>
                      <a:pt x="7144" y="12668"/>
                      <a:pt x="7144" y="10954"/>
                      <a:pt x="7144" y="10001"/>
                    </a:cubicBezTo>
                    <a:cubicBezTo>
                      <a:pt x="7144" y="9049"/>
                      <a:pt x="7144" y="7144"/>
                      <a:pt x="8954" y="7144"/>
                    </a:cubicBezTo>
                    <a:cubicBezTo>
                      <a:pt x="10763" y="7144"/>
                      <a:pt x="10763" y="8572"/>
                      <a:pt x="10763" y="9906"/>
                    </a:cubicBezTo>
                    <a:close/>
                    <a:moveTo>
                      <a:pt x="10763" y="17145"/>
                    </a:moveTo>
                    <a:lnTo>
                      <a:pt x="10763" y="39719"/>
                    </a:lnTo>
                    <a:lnTo>
                      <a:pt x="7715" y="39719"/>
                    </a:lnTo>
                    <a:lnTo>
                      <a:pt x="7715" y="17145"/>
                    </a:ln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DF538F78-AF79-4D6D-BFFB-921A317A734E}"/>
                  </a:ext>
                </a:extLst>
              </p:cNvPr>
              <p:cNvSpPr/>
              <p:nvPr/>
            </p:nvSpPr>
            <p:spPr>
              <a:xfrm>
                <a:off x="7505391" y="4297436"/>
                <a:ext cx="83684" cy="125526"/>
              </a:xfrm>
              <a:custGeom>
                <a:avLst/>
                <a:gdLst>
                  <a:gd name="connsiteX0" fmla="*/ 19336 w 19050"/>
                  <a:gd name="connsiteY0" fmla="*/ 10552 h 28575"/>
                  <a:gd name="connsiteX1" fmla="*/ 17050 w 19050"/>
                  <a:gd name="connsiteY1" fmla="*/ 10076 h 28575"/>
                  <a:gd name="connsiteX2" fmla="*/ 10287 w 19050"/>
                  <a:gd name="connsiteY2" fmla="*/ 19601 h 28575"/>
                  <a:gd name="connsiteX3" fmla="*/ 10287 w 19050"/>
                  <a:gd name="connsiteY3" fmla="*/ 30459 h 28575"/>
                  <a:gd name="connsiteX4" fmla="*/ 7144 w 19050"/>
                  <a:gd name="connsiteY4" fmla="*/ 30459 h 28575"/>
                  <a:gd name="connsiteX5" fmla="*/ 7144 w 19050"/>
                  <a:gd name="connsiteY5" fmla="*/ 7504 h 28575"/>
                  <a:gd name="connsiteX6" fmla="*/ 10001 w 19050"/>
                  <a:gd name="connsiteY6" fmla="*/ 7504 h 28575"/>
                  <a:gd name="connsiteX7" fmla="*/ 10001 w 19050"/>
                  <a:gd name="connsiteY7" fmla="*/ 11409 h 28575"/>
                  <a:gd name="connsiteX8" fmla="*/ 10001 w 19050"/>
                  <a:gd name="connsiteY8" fmla="*/ 11409 h 28575"/>
                  <a:gd name="connsiteX9" fmla="*/ 16478 w 19050"/>
                  <a:gd name="connsiteY9" fmla="*/ 7218 h 28575"/>
                  <a:gd name="connsiteX10" fmla="*/ 19050 w 19050"/>
                  <a:gd name="connsiteY10" fmla="*/ 7218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50" h="28575">
                    <a:moveTo>
                      <a:pt x="19336" y="10552"/>
                    </a:moveTo>
                    <a:cubicBezTo>
                      <a:pt x="18608" y="10258"/>
                      <a:pt x="17834" y="10097"/>
                      <a:pt x="17050" y="10076"/>
                    </a:cubicBezTo>
                    <a:cubicBezTo>
                      <a:pt x="12478" y="10076"/>
                      <a:pt x="10287" y="14933"/>
                      <a:pt x="10287" y="19601"/>
                    </a:cubicBezTo>
                    <a:lnTo>
                      <a:pt x="10287" y="30459"/>
                    </a:lnTo>
                    <a:lnTo>
                      <a:pt x="7144" y="30459"/>
                    </a:lnTo>
                    <a:lnTo>
                      <a:pt x="7144" y="7504"/>
                    </a:lnTo>
                    <a:lnTo>
                      <a:pt x="10001" y="7504"/>
                    </a:lnTo>
                    <a:lnTo>
                      <a:pt x="10001" y="11409"/>
                    </a:lnTo>
                    <a:lnTo>
                      <a:pt x="10001" y="11409"/>
                    </a:lnTo>
                    <a:cubicBezTo>
                      <a:pt x="11095" y="8815"/>
                      <a:pt x="13664" y="7153"/>
                      <a:pt x="16478" y="7218"/>
                    </a:cubicBezTo>
                    <a:cubicBezTo>
                      <a:pt x="17333" y="7119"/>
                      <a:pt x="18196" y="7119"/>
                      <a:pt x="19050" y="721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686044A6-5302-458A-9BB4-410636EF213E}"/>
                  </a:ext>
                </a:extLst>
              </p:cNvPr>
              <p:cNvSpPr/>
              <p:nvPr/>
            </p:nvSpPr>
            <p:spPr>
              <a:xfrm>
                <a:off x="7559696" y="4296509"/>
                <a:ext cx="125526" cy="125526"/>
              </a:xfrm>
              <a:custGeom>
                <a:avLst/>
                <a:gdLst>
                  <a:gd name="connsiteX0" fmla="*/ 10403 w 28575"/>
                  <a:gd name="connsiteY0" fmla="*/ 18098 h 28575"/>
                  <a:gd name="connsiteX1" fmla="*/ 18594 w 28575"/>
                  <a:gd name="connsiteY1" fmla="*/ 28099 h 28575"/>
                  <a:gd name="connsiteX2" fmla="*/ 27262 w 28575"/>
                  <a:gd name="connsiteY2" fmla="*/ 23527 h 28575"/>
                  <a:gd name="connsiteX3" fmla="*/ 27262 w 28575"/>
                  <a:gd name="connsiteY3" fmla="*/ 27242 h 28575"/>
                  <a:gd name="connsiteX4" fmla="*/ 18404 w 28575"/>
                  <a:gd name="connsiteY4" fmla="*/ 30861 h 28575"/>
                  <a:gd name="connsiteX5" fmla="*/ 7150 w 28575"/>
                  <a:gd name="connsiteY5" fmla="*/ 19636 h 28575"/>
                  <a:gd name="connsiteX6" fmla="*/ 7164 w 28575"/>
                  <a:gd name="connsiteY6" fmla="*/ 19050 h 28575"/>
                  <a:gd name="connsiteX7" fmla="*/ 17714 w 28575"/>
                  <a:gd name="connsiteY7" fmla="*/ 7161 h 28575"/>
                  <a:gd name="connsiteX8" fmla="*/ 18118 w 28575"/>
                  <a:gd name="connsiteY8" fmla="*/ 7144 h 28575"/>
                  <a:gd name="connsiteX9" fmla="*/ 25833 w 28575"/>
                  <a:gd name="connsiteY9" fmla="*/ 11335 h 28575"/>
                  <a:gd name="connsiteX10" fmla="*/ 27643 w 28575"/>
                  <a:gd name="connsiteY10" fmla="*/ 18097 h 28575"/>
                  <a:gd name="connsiteX11" fmla="*/ 24119 w 28575"/>
                  <a:gd name="connsiteY11" fmla="*/ 15526 h 28575"/>
                  <a:gd name="connsiteX12" fmla="*/ 17832 w 28575"/>
                  <a:gd name="connsiteY12" fmla="*/ 9811 h 28575"/>
                  <a:gd name="connsiteX13" fmla="*/ 10784 w 28575"/>
                  <a:gd name="connsiteY13" fmla="*/ 15526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28575">
                    <a:moveTo>
                      <a:pt x="10403" y="18098"/>
                    </a:moveTo>
                    <a:cubicBezTo>
                      <a:pt x="10403" y="27623"/>
                      <a:pt x="17451" y="28099"/>
                      <a:pt x="18594" y="28099"/>
                    </a:cubicBezTo>
                    <a:cubicBezTo>
                      <a:pt x="21977" y="27789"/>
                      <a:pt x="25096" y="26143"/>
                      <a:pt x="27262" y="23527"/>
                    </a:cubicBezTo>
                    <a:lnTo>
                      <a:pt x="27262" y="27242"/>
                    </a:lnTo>
                    <a:cubicBezTo>
                      <a:pt x="24771" y="29362"/>
                      <a:pt x="21667" y="30630"/>
                      <a:pt x="18404" y="30861"/>
                    </a:cubicBezTo>
                    <a:cubicBezTo>
                      <a:pt x="12196" y="30869"/>
                      <a:pt x="7158" y="25843"/>
                      <a:pt x="7150" y="19636"/>
                    </a:cubicBezTo>
                    <a:cubicBezTo>
                      <a:pt x="7149" y="19441"/>
                      <a:pt x="7154" y="19245"/>
                      <a:pt x="7164" y="19050"/>
                    </a:cubicBezTo>
                    <a:cubicBezTo>
                      <a:pt x="6794" y="12854"/>
                      <a:pt x="11517" y="7531"/>
                      <a:pt x="17714" y="7161"/>
                    </a:cubicBezTo>
                    <a:cubicBezTo>
                      <a:pt x="17848" y="7153"/>
                      <a:pt x="17983" y="7147"/>
                      <a:pt x="18118" y="7144"/>
                    </a:cubicBezTo>
                    <a:cubicBezTo>
                      <a:pt x="21219" y="7201"/>
                      <a:pt x="24097" y="8765"/>
                      <a:pt x="25833" y="11335"/>
                    </a:cubicBezTo>
                    <a:cubicBezTo>
                      <a:pt x="27160" y="13330"/>
                      <a:pt x="27796" y="15706"/>
                      <a:pt x="27643" y="18097"/>
                    </a:cubicBezTo>
                    <a:close/>
                    <a:moveTo>
                      <a:pt x="24119" y="15526"/>
                    </a:moveTo>
                    <a:cubicBezTo>
                      <a:pt x="23867" y="12257"/>
                      <a:pt x="21110" y="9751"/>
                      <a:pt x="17832" y="9811"/>
                    </a:cubicBezTo>
                    <a:cubicBezTo>
                      <a:pt x="14481" y="9957"/>
                      <a:pt x="11619" y="12277"/>
                      <a:pt x="10784" y="15526"/>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7DACC77A-9136-45EE-B196-E1A7F63A8912}"/>
                  </a:ext>
                </a:extLst>
              </p:cNvPr>
              <p:cNvSpPr/>
              <p:nvPr/>
            </p:nvSpPr>
            <p:spPr>
              <a:xfrm>
                <a:off x="7656137" y="4296469"/>
                <a:ext cx="125526" cy="167368"/>
              </a:xfrm>
              <a:custGeom>
                <a:avLst/>
                <a:gdLst>
                  <a:gd name="connsiteX0" fmla="*/ 26358 w 28575"/>
                  <a:gd name="connsiteY0" fmla="*/ 13629 h 38100"/>
                  <a:gd name="connsiteX1" fmla="*/ 18452 w 28575"/>
                  <a:gd name="connsiteY1" fmla="*/ 9915 h 38100"/>
                  <a:gd name="connsiteX2" fmla="*/ 10476 w 28575"/>
                  <a:gd name="connsiteY2" fmla="*/ 18684 h 38100"/>
                  <a:gd name="connsiteX3" fmla="*/ 10546 w 28575"/>
                  <a:gd name="connsiteY3" fmla="*/ 19440 h 38100"/>
                  <a:gd name="connsiteX4" fmla="*/ 17904 w 28575"/>
                  <a:gd name="connsiteY4" fmla="*/ 28905 h 38100"/>
                  <a:gd name="connsiteX5" fmla="*/ 18642 w 28575"/>
                  <a:gd name="connsiteY5" fmla="*/ 28965 h 38100"/>
                  <a:gd name="connsiteX6" fmla="*/ 26358 w 28575"/>
                  <a:gd name="connsiteY6" fmla="*/ 25155 h 38100"/>
                  <a:gd name="connsiteX7" fmla="*/ 26358 w 28575"/>
                  <a:gd name="connsiteY7" fmla="*/ 29155 h 38100"/>
                  <a:gd name="connsiteX8" fmla="*/ 18642 w 28575"/>
                  <a:gd name="connsiteY8" fmla="*/ 31727 h 38100"/>
                  <a:gd name="connsiteX9" fmla="*/ 7209 w 28575"/>
                  <a:gd name="connsiteY9" fmla="*/ 20110 h 38100"/>
                  <a:gd name="connsiteX10" fmla="*/ 7212 w 28575"/>
                  <a:gd name="connsiteY10" fmla="*/ 19916 h 38100"/>
                  <a:gd name="connsiteX11" fmla="*/ 17423 w 28575"/>
                  <a:gd name="connsiteY11" fmla="*/ 7211 h 38100"/>
                  <a:gd name="connsiteX12" fmla="*/ 19119 w 28575"/>
                  <a:gd name="connsiteY12" fmla="*/ 7152 h 38100"/>
                  <a:gd name="connsiteX13" fmla="*/ 26834 w 28575"/>
                  <a:gd name="connsiteY13" fmla="*/ 972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38100">
                    <a:moveTo>
                      <a:pt x="26358" y="13629"/>
                    </a:moveTo>
                    <a:cubicBezTo>
                      <a:pt x="24338" y="11367"/>
                      <a:pt x="21483" y="10026"/>
                      <a:pt x="18452" y="9915"/>
                    </a:cubicBezTo>
                    <a:cubicBezTo>
                      <a:pt x="13828" y="10134"/>
                      <a:pt x="10257" y="14060"/>
                      <a:pt x="10476" y="18684"/>
                    </a:cubicBezTo>
                    <a:cubicBezTo>
                      <a:pt x="10488" y="18937"/>
                      <a:pt x="10511" y="19189"/>
                      <a:pt x="10546" y="19440"/>
                    </a:cubicBezTo>
                    <a:cubicBezTo>
                      <a:pt x="9964" y="24085"/>
                      <a:pt x="13258" y="28323"/>
                      <a:pt x="17904" y="28905"/>
                    </a:cubicBezTo>
                    <a:cubicBezTo>
                      <a:pt x="18149" y="28936"/>
                      <a:pt x="18395" y="28956"/>
                      <a:pt x="18642" y="28965"/>
                    </a:cubicBezTo>
                    <a:cubicBezTo>
                      <a:pt x="21632" y="28823"/>
                      <a:pt x="24427" y="27442"/>
                      <a:pt x="26358" y="25155"/>
                    </a:cubicBezTo>
                    <a:lnTo>
                      <a:pt x="26358" y="29155"/>
                    </a:lnTo>
                    <a:cubicBezTo>
                      <a:pt x="24108" y="30778"/>
                      <a:pt x="21416" y="31675"/>
                      <a:pt x="18642" y="31727"/>
                    </a:cubicBezTo>
                    <a:cubicBezTo>
                      <a:pt x="12277" y="31676"/>
                      <a:pt x="7159" y="26475"/>
                      <a:pt x="7209" y="20110"/>
                    </a:cubicBezTo>
                    <a:cubicBezTo>
                      <a:pt x="7210" y="20046"/>
                      <a:pt x="7211" y="19981"/>
                      <a:pt x="7212" y="19916"/>
                    </a:cubicBezTo>
                    <a:cubicBezTo>
                      <a:pt x="6524" y="13588"/>
                      <a:pt x="11095" y="7900"/>
                      <a:pt x="17423" y="7211"/>
                    </a:cubicBezTo>
                    <a:cubicBezTo>
                      <a:pt x="17986" y="7150"/>
                      <a:pt x="18553" y="7130"/>
                      <a:pt x="19119" y="7152"/>
                    </a:cubicBezTo>
                    <a:cubicBezTo>
                      <a:pt x="21899" y="7166"/>
                      <a:pt x="24602" y="8067"/>
                      <a:pt x="26834" y="9724"/>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6F08E53E-7AC9-41A2-9250-D57512B5F307}"/>
                  </a:ext>
                </a:extLst>
              </p:cNvPr>
              <p:cNvSpPr/>
              <p:nvPr/>
            </p:nvSpPr>
            <p:spPr>
              <a:xfrm>
                <a:off x="7743471" y="4269730"/>
                <a:ext cx="83684" cy="167368"/>
              </a:xfrm>
              <a:custGeom>
                <a:avLst/>
                <a:gdLst>
                  <a:gd name="connsiteX0" fmla="*/ 14097 w 19050"/>
                  <a:gd name="connsiteY0" fmla="*/ 7144 h 38100"/>
                  <a:gd name="connsiteX1" fmla="*/ 14097 w 19050"/>
                  <a:gd name="connsiteY1" fmla="*/ 13716 h 38100"/>
                  <a:gd name="connsiteX2" fmla="*/ 20098 w 19050"/>
                  <a:gd name="connsiteY2" fmla="*/ 13716 h 38100"/>
                  <a:gd name="connsiteX3" fmla="*/ 20098 w 19050"/>
                  <a:gd name="connsiteY3" fmla="*/ 16478 h 38100"/>
                  <a:gd name="connsiteX4" fmla="*/ 14097 w 19050"/>
                  <a:gd name="connsiteY4" fmla="*/ 16478 h 38100"/>
                  <a:gd name="connsiteX5" fmla="*/ 14097 w 19050"/>
                  <a:gd name="connsiteY5" fmla="*/ 30861 h 38100"/>
                  <a:gd name="connsiteX6" fmla="*/ 16954 w 19050"/>
                  <a:gd name="connsiteY6" fmla="*/ 34195 h 38100"/>
                  <a:gd name="connsiteX7" fmla="*/ 20098 w 19050"/>
                  <a:gd name="connsiteY7" fmla="*/ 33433 h 38100"/>
                  <a:gd name="connsiteX8" fmla="*/ 20098 w 19050"/>
                  <a:gd name="connsiteY8" fmla="*/ 36195 h 38100"/>
                  <a:gd name="connsiteX9" fmla="*/ 16478 w 19050"/>
                  <a:gd name="connsiteY9" fmla="*/ 36766 h 38100"/>
                  <a:gd name="connsiteX10" fmla="*/ 11049 w 19050"/>
                  <a:gd name="connsiteY10" fmla="*/ 31813 h 38100"/>
                  <a:gd name="connsiteX11" fmla="*/ 11049 w 19050"/>
                  <a:gd name="connsiteY11" fmla="*/ 16478 h 38100"/>
                  <a:gd name="connsiteX12" fmla="*/ 7144 w 19050"/>
                  <a:gd name="connsiteY12" fmla="*/ 16478 h 38100"/>
                  <a:gd name="connsiteX13" fmla="*/ 7144 w 19050"/>
                  <a:gd name="connsiteY13" fmla="*/ 13716 h 38100"/>
                  <a:gd name="connsiteX14" fmla="*/ 11049 w 19050"/>
                  <a:gd name="connsiteY14" fmla="*/ 13716 h 38100"/>
                  <a:gd name="connsiteX15" fmla="*/ 11049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98" y="13716"/>
                    </a:lnTo>
                    <a:lnTo>
                      <a:pt x="20098" y="16478"/>
                    </a:lnTo>
                    <a:lnTo>
                      <a:pt x="14097" y="16478"/>
                    </a:lnTo>
                    <a:lnTo>
                      <a:pt x="14097" y="30861"/>
                    </a:lnTo>
                    <a:cubicBezTo>
                      <a:pt x="14097" y="33052"/>
                      <a:pt x="14764" y="34195"/>
                      <a:pt x="16954" y="34195"/>
                    </a:cubicBezTo>
                    <a:cubicBezTo>
                      <a:pt x="18043" y="34157"/>
                      <a:pt x="19113" y="33898"/>
                      <a:pt x="20098" y="33433"/>
                    </a:cubicBezTo>
                    <a:lnTo>
                      <a:pt x="20098" y="36195"/>
                    </a:lnTo>
                    <a:cubicBezTo>
                      <a:pt x="18919" y="36531"/>
                      <a:pt x="17703" y="36723"/>
                      <a:pt x="16478" y="36766"/>
                    </a:cubicBezTo>
                    <a:cubicBezTo>
                      <a:pt x="13335" y="36766"/>
                      <a:pt x="11049" y="35338"/>
                      <a:pt x="11049" y="31813"/>
                    </a:cubicBezTo>
                    <a:lnTo>
                      <a:pt x="11049" y="16478"/>
                    </a:lnTo>
                    <a:lnTo>
                      <a:pt x="7144" y="16478"/>
                    </a:lnTo>
                    <a:lnTo>
                      <a:pt x="7144" y="13716"/>
                    </a:lnTo>
                    <a:lnTo>
                      <a:pt x="11049" y="13716"/>
                    </a:lnTo>
                    <a:lnTo>
                      <a:pt x="11049" y="7144"/>
                    </a:ln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DA7B28A-C97B-40D6-B53C-4ADC1FED13A8}"/>
                  </a:ext>
                </a:extLst>
              </p:cNvPr>
              <p:cNvSpPr/>
              <p:nvPr/>
            </p:nvSpPr>
            <p:spPr>
              <a:xfrm>
                <a:off x="7872762" y="4252576"/>
                <a:ext cx="125526" cy="167368"/>
              </a:xfrm>
              <a:custGeom>
                <a:avLst/>
                <a:gdLst>
                  <a:gd name="connsiteX0" fmla="*/ 18098 w 28575"/>
                  <a:gd name="connsiteY0" fmla="*/ 7144 h 38100"/>
                  <a:gd name="connsiteX1" fmla="*/ 28861 w 28575"/>
                  <a:gd name="connsiteY1" fmla="*/ 15335 h 38100"/>
                  <a:gd name="connsiteX2" fmla="*/ 21241 w 28575"/>
                  <a:gd name="connsiteY2" fmla="*/ 24003 h 38100"/>
                  <a:gd name="connsiteX3" fmla="*/ 21241 w 28575"/>
                  <a:gd name="connsiteY3" fmla="*/ 24003 h 38100"/>
                  <a:gd name="connsiteX4" fmla="*/ 25718 w 28575"/>
                  <a:gd name="connsiteY4" fmla="*/ 28766 h 38100"/>
                  <a:gd name="connsiteX5" fmla="*/ 30004 w 28575"/>
                  <a:gd name="connsiteY5" fmla="*/ 40196 h 38100"/>
                  <a:gd name="connsiteX6" fmla="*/ 26194 w 28575"/>
                  <a:gd name="connsiteY6" fmla="*/ 40196 h 38100"/>
                  <a:gd name="connsiteX7" fmla="*/ 24003 w 28575"/>
                  <a:gd name="connsiteY7" fmla="*/ 33242 h 38100"/>
                  <a:gd name="connsiteX8" fmla="*/ 15335 w 28575"/>
                  <a:gd name="connsiteY8" fmla="*/ 24956 h 38100"/>
                  <a:gd name="connsiteX9" fmla="*/ 10382 w 28575"/>
                  <a:gd name="connsiteY9" fmla="*/ 24956 h 38100"/>
                  <a:gd name="connsiteX10" fmla="*/ 10382 w 28575"/>
                  <a:gd name="connsiteY10" fmla="*/ 40196 h 38100"/>
                  <a:gd name="connsiteX11" fmla="*/ 7144 w 28575"/>
                  <a:gd name="connsiteY11" fmla="*/ 40196 h 38100"/>
                  <a:gd name="connsiteX12" fmla="*/ 7144 w 28575"/>
                  <a:gd name="connsiteY12" fmla="*/ 7144 h 38100"/>
                  <a:gd name="connsiteX13" fmla="*/ 10382 w 28575"/>
                  <a:gd name="connsiteY13" fmla="*/ 10097 h 38100"/>
                  <a:gd name="connsiteX14" fmla="*/ 10382 w 28575"/>
                  <a:gd name="connsiteY14" fmla="*/ 22384 h 38100"/>
                  <a:gd name="connsiteX15" fmla="*/ 15526 w 28575"/>
                  <a:gd name="connsiteY15" fmla="*/ 22384 h 38100"/>
                  <a:gd name="connsiteX16" fmla="*/ 23622 w 28575"/>
                  <a:gd name="connsiteY16" fmla="*/ 20003 h 38100"/>
                  <a:gd name="connsiteX17" fmla="*/ 25718 w 28575"/>
                  <a:gd name="connsiteY17" fmla="*/ 15526 h 38100"/>
                  <a:gd name="connsiteX18" fmla="*/ 18669 w 28575"/>
                  <a:gd name="connsiteY18" fmla="*/ 10001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575" h="38100">
                    <a:moveTo>
                      <a:pt x="18098" y="7144"/>
                    </a:moveTo>
                    <a:cubicBezTo>
                      <a:pt x="22384" y="7144"/>
                      <a:pt x="28861" y="8287"/>
                      <a:pt x="28861" y="15335"/>
                    </a:cubicBezTo>
                    <a:cubicBezTo>
                      <a:pt x="28770" y="19694"/>
                      <a:pt x="25552" y="23355"/>
                      <a:pt x="21241" y="24003"/>
                    </a:cubicBezTo>
                    <a:lnTo>
                      <a:pt x="21241" y="24003"/>
                    </a:lnTo>
                    <a:cubicBezTo>
                      <a:pt x="23483" y="24666"/>
                      <a:pt x="25194" y="26486"/>
                      <a:pt x="25718" y="28766"/>
                    </a:cubicBezTo>
                    <a:lnTo>
                      <a:pt x="30004" y="40196"/>
                    </a:lnTo>
                    <a:lnTo>
                      <a:pt x="26194" y="40196"/>
                    </a:lnTo>
                    <a:lnTo>
                      <a:pt x="24003" y="33242"/>
                    </a:lnTo>
                    <a:cubicBezTo>
                      <a:pt x="21717" y="26289"/>
                      <a:pt x="20098" y="24956"/>
                      <a:pt x="15335" y="24956"/>
                    </a:cubicBezTo>
                    <a:lnTo>
                      <a:pt x="10382" y="24956"/>
                    </a:lnTo>
                    <a:lnTo>
                      <a:pt x="10382" y="40196"/>
                    </a:lnTo>
                    <a:lnTo>
                      <a:pt x="7144" y="40196"/>
                    </a:lnTo>
                    <a:lnTo>
                      <a:pt x="7144" y="7144"/>
                    </a:lnTo>
                    <a:close/>
                    <a:moveTo>
                      <a:pt x="10382" y="10097"/>
                    </a:moveTo>
                    <a:lnTo>
                      <a:pt x="10382" y="22384"/>
                    </a:lnTo>
                    <a:lnTo>
                      <a:pt x="15526" y="22384"/>
                    </a:lnTo>
                    <a:cubicBezTo>
                      <a:pt x="18429" y="22652"/>
                      <a:pt x="21326" y="21800"/>
                      <a:pt x="23622" y="20003"/>
                    </a:cubicBezTo>
                    <a:cubicBezTo>
                      <a:pt x="24894" y="18852"/>
                      <a:pt x="25649" y="17239"/>
                      <a:pt x="25718" y="15526"/>
                    </a:cubicBezTo>
                    <a:cubicBezTo>
                      <a:pt x="25718" y="12668"/>
                      <a:pt x="23431" y="10001"/>
                      <a:pt x="18669" y="1000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09E34FF2-655A-47E4-9992-454AF74F4898}"/>
                  </a:ext>
                </a:extLst>
              </p:cNvPr>
              <p:cNvSpPr/>
              <p:nvPr/>
            </p:nvSpPr>
            <p:spPr>
              <a:xfrm>
                <a:off x="7976952" y="4299022"/>
                <a:ext cx="125526" cy="125526"/>
              </a:xfrm>
              <a:custGeom>
                <a:avLst/>
                <a:gdLst>
                  <a:gd name="connsiteX0" fmla="*/ 11906 w 28575"/>
                  <a:gd name="connsiteY0" fmla="*/ 7144 h 28575"/>
                  <a:gd name="connsiteX1" fmla="*/ 17335 w 28575"/>
                  <a:gd name="connsiteY1" fmla="*/ 15526 h 28575"/>
                  <a:gd name="connsiteX2" fmla="*/ 22860 w 28575"/>
                  <a:gd name="connsiteY2" fmla="*/ 7144 h 28575"/>
                  <a:gd name="connsiteX3" fmla="*/ 26479 w 28575"/>
                  <a:gd name="connsiteY3" fmla="*/ 7144 h 28575"/>
                  <a:gd name="connsiteX4" fmla="*/ 19050 w 28575"/>
                  <a:gd name="connsiteY4" fmla="*/ 17621 h 28575"/>
                  <a:gd name="connsiteX5" fmla="*/ 27432 w 28575"/>
                  <a:gd name="connsiteY5" fmla="*/ 29718 h 28575"/>
                  <a:gd name="connsiteX6" fmla="*/ 23527 w 28575"/>
                  <a:gd name="connsiteY6" fmla="*/ 29718 h 28575"/>
                  <a:gd name="connsiteX7" fmla="*/ 17145 w 28575"/>
                  <a:gd name="connsiteY7" fmla="*/ 20193 h 28575"/>
                  <a:gd name="connsiteX8" fmla="*/ 10763 w 28575"/>
                  <a:gd name="connsiteY8" fmla="*/ 29718 h 28575"/>
                  <a:gd name="connsiteX9" fmla="*/ 7144 w 28575"/>
                  <a:gd name="connsiteY9" fmla="*/ 29718 h 28575"/>
                  <a:gd name="connsiteX10" fmla="*/ 15430 w 28575"/>
                  <a:gd name="connsiteY10" fmla="*/ 17621 h 28575"/>
                  <a:gd name="connsiteX11" fmla="*/ 8096 w 28575"/>
                  <a:gd name="connsiteY11"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75" h="28575">
                    <a:moveTo>
                      <a:pt x="11906" y="7144"/>
                    </a:moveTo>
                    <a:lnTo>
                      <a:pt x="17335" y="15526"/>
                    </a:lnTo>
                    <a:lnTo>
                      <a:pt x="22860" y="7144"/>
                    </a:lnTo>
                    <a:lnTo>
                      <a:pt x="26479" y="7144"/>
                    </a:lnTo>
                    <a:lnTo>
                      <a:pt x="19050" y="17621"/>
                    </a:lnTo>
                    <a:lnTo>
                      <a:pt x="27432" y="29718"/>
                    </a:lnTo>
                    <a:lnTo>
                      <a:pt x="23527" y="29718"/>
                    </a:lnTo>
                    <a:lnTo>
                      <a:pt x="17145" y="20193"/>
                    </a:lnTo>
                    <a:lnTo>
                      <a:pt x="10763" y="29718"/>
                    </a:lnTo>
                    <a:lnTo>
                      <a:pt x="7144" y="29718"/>
                    </a:lnTo>
                    <a:lnTo>
                      <a:pt x="15430" y="17621"/>
                    </a:lnTo>
                    <a:lnTo>
                      <a:pt x="8096" y="7144"/>
                    </a:lnTo>
                    <a:close/>
                  </a:path>
                </a:pathLst>
              </a:custGeom>
              <a:grpFill/>
              <a:ln w="9525" cap="flat">
                <a:noFill/>
                <a:prstDash val="solid"/>
                <a:miter/>
              </a:ln>
            </p:spPr>
            <p:txBody>
              <a:bodyPr rtlCol="0" anchor="ctr"/>
              <a:lstStyle/>
              <a:p>
                <a:endParaRPr lang="en-US"/>
              </a:p>
            </p:txBody>
          </p:sp>
        </p:grpSp>
      </p:grpSp>
      <p:sp>
        <p:nvSpPr>
          <p:cNvPr id="4" name="Rectangle 3">
            <a:extLst>
              <a:ext uri="{FF2B5EF4-FFF2-40B4-BE49-F238E27FC236}">
                <a16:creationId xmlns:a16="http://schemas.microsoft.com/office/drawing/2014/main" id="{34924302-2AC4-430F-A01A-F6CC61B0D9B6}"/>
              </a:ext>
            </a:extLst>
          </p:cNvPr>
          <p:cNvSpPr/>
          <p:nvPr/>
        </p:nvSpPr>
        <p:spPr>
          <a:xfrm>
            <a:off x="127380" y="280449"/>
            <a:ext cx="4344459" cy="523220"/>
          </a:xfrm>
          <a:prstGeom prst="rect">
            <a:avLst/>
          </a:prstGeom>
        </p:spPr>
        <p:txBody>
          <a:bodyPr wrap="none" anchor="ctr">
            <a:spAutoFit/>
          </a:bodyPr>
          <a:lstStyle/>
          <a:p>
            <a:r>
              <a:rPr lang="en-US" sz="2800" dirty="0">
                <a:solidFill>
                  <a:schemeClr val="bg1"/>
                </a:solidFill>
                <a:latin typeface="Poppins Black" panose="00000A00000000000000" pitchFamily="2" charset="0"/>
                <a:cs typeface="Poppins Black" panose="00000A00000000000000" pitchFamily="2" charset="0"/>
              </a:rPr>
              <a:t>COMPANY STRENGTHS</a:t>
            </a:r>
          </a:p>
        </p:txBody>
      </p:sp>
      <p:grpSp>
        <p:nvGrpSpPr>
          <p:cNvPr id="9" name="Group 8">
            <a:extLst>
              <a:ext uri="{FF2B5EF4-FFF2-40B4-BE49-F238E27FC236}">
                <a16:creationId xmlns:a16="http://schemas.microsoft.com/office/drawing/2014/main" id="{5EAC4563-D359-4D5C-A978-9706188EE659}"/>
              </a:ext>
            </a:extLst>
          </p:cNvPr>
          <p:cNvGrpSpPr/>
          <p:nvPr/>
        </p:nvGrpSpPr>
        <p:grpSpPr>
          <a:xfrm>
            <a:off x="0" y="217508"/>
            <a:ext cx="12192000" cy="649102"/>
            <a:chOff x="0" y="574717"/>
            <a:chExt cx="10106025" cy="649102"/>
          </a:xfrm>
        </p:grpSpPr>
        <p:cxnSp>
          <p:nvCxnSpPr>
            <p:cNvPr id="6" name="Straight Connector 5">
              <a:extLst>
                <a:ext uri="{FF2B5EF4-FFF2-40B4-BE49-F238E27FC236}">
                  <a16:creationId xmlns:a16="http://schemas.microsoft.com/office/drawing/2014/main" id="{9CFE3402-FA8C-498B-9843-2DEEF83BA239}"/>
                </a:ext>
              </a:extLst>
            </p:cNvPr>
            <p:cNvCxnSpPr>
              <a:cxnSpLocks/>
            </p:cNvCxnSpPr>
            <p:nvPr/>
          </p:nvCxnSpPr>
          <p:spPr>
            <a:xfrm>
              <a:off x="0" y="1223819"/>
              <a:ext cx="1010602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4F0090B-73EF-4F10-8AFE-6EC66143C71E}"/>
                </a:ext>
              </a:extLst>
            </p:cNvPr>
            <p:cNvCxnSpPr>
              <a:cxnSpLocks/>
            </p:cNvCxnSpPr>
            <p:nvPr/>
          </p:nvCxnSpPr>
          <p:spPr>
            <a:xfrm>
              <a:off x="0" y="574717"/>
              <a:ext cx="1010602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6E330478-6172-4EC4-9BFD-E5C784EC750F}"/>
              </a:ext>
            </a:extLst>
          </p:cNvPr>
          <p:cNvGrpSpPr/>
          <p:nvPr/>
        </p:nvGrpSpPr>
        <p:grpSpPr>
          <a:xfrm>
            <a:off x="616188" y="987325"/>
            <a:ext cx="4536063" cy="5347631"/>
            <a:chOff x="402219" y="1018384"/>
            <a:chExt cx="4331705" cy="5106710"/>
          </a:xfrm>
        </p:grpSpPr>
        <p:grpSp>
          <p:nvGrpSpPr>
            <p:cNvPr id="13" name="Group 12">
              <a:extLst>
                <a:ext uri="{FF2B5EF4-FFF2-40B4-BE49-F238E27FC236}">
                  <a16:creationId xmlns:a16="http://schemas.microsoft.com/office/drawing/2014/main" id="{51F8EE5E-5DF6-48ED-B374-DDA0E8D65DF4}"/>
                </a:ext>
              </a:extLst>
            </p:cNvPr>
            <p:cNvGrpSpPr/>
            <p:nvPr/>
          </p:nvGrpSpPr>
          <p:grpSpPr>
            <a:xfrm>
              <a:off x="488949" y="1018384"/>
              <a:ext cx="4244975" cy="5106710"/>
              <a:chOff x="698500" y="1389859"/>
              <a:chExt cx="3225800" cy="3880641"/>
            </a:xfrm>
          </p:grpSpPr>
          <p:sp>
            <p:nvSpPr>
              <p:cNvPr id="10" name="Oval 9">
                <a:extLst>
                  <a:ext uri="{FF2B5EF4-FFF2-40B4-BE49-F238E27FC236}">
                    <a16:creationId xmlns:a16="http://schemas.microsoft.com/office/drawing/2014/main" id="{6DDD5EBC-80CE-4F4A-8D33-C8DD7D7CAF53}"/>
                  </a:ext>
                </a:extLst>
              </p:cNvPr>
              <p:cNvSpPr/>
              <p:nvPr/>
            </p:nvSpPr>
            <p:spPr>
              <a:xfrm>
                <a:off x="698500" y="2044700"/>
                <a:ext cx="3225800" cy="3225800"/>
              </a:xfrm>
              <a:prstGeom prst="ellipse">
                <a:avLst/>
              </a:prstGeom>
              <a:blipFill>
                <a:blip r:embed="rId2"/>
                <a:stretch>
                  <a:fillRect l="-36906" t="-19411" r="-64520" b="-5237"/>
                </a:stretch>
              </a:bli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9647E18C-883A-4650-B38D-AF5CC61F606F}"/>
                  </a:ext>
                </a:extLst>
              </p:cNvPr>
              <p:cNvPicPr>
                <a:picLocks noChangeAspect="1"/>
              </p:cNvPicPr>
              <p:nvPr/>
            </p:nvPicPr>
            <p:blipFill rotWithShape="1">
              <a:blip r:embed="rId3">
                <a:extLst>
                  <a:ext uri="{28A0092B-C50C-407E-A947-70E740481C1C}">
                    <a14:useLocalDpi xmlns:a14="http://schemas.microsoft.com/office/drawing/2010/main" val="0"/>
                  </a:ext>
                </a:extLst>
              </a:blip>
              <a:srcRect l="20210" r="37243" b="29460"/>
              <a:stretch/>
            </p:blipFill>
            <p:spPr>
              <a:xfrm>
                <a:off x="822959" y="1389859"/>
                <a:ext cx="2758441" cy="2915438"/>
              </a:xfrm>
              <a:prstGeom prst="rect">
                <a:avLst/>
              </a:prstGeom>
            </p:spPr>
          </p:pic>
        </p:grpSp>
        <p:grpSp>
          <p:nvGrpSpPr>
            <p:cNvPr id="15" name="Group 14">
              <a:extLst>
                <a:ext uri="{FF2B5EF4-FFF2-40B4-BE49-F238E27FC236}">
                  <a16:creationId xmlns:a16="http://schemas.microsoft.com/office/drawing/2014/main" id="{81DA7F74-5FAC-4C14-9AB5-AAAE3676EC80}"/>
                </a:ext>
              </a:extLst>
            </p:cNvPr>
            <p:cNvGrpSpPr/>
            <p:nvPr/>
          </p:nvGrpSpPr>
          <p:grpSpPr>
            <a:xfrm>
              <a:off x="402219" y="1570187"/>
              <a:ext cx="854814" cy="1220081"/>
              <a:chOff x="402219" y="1570187"/>
              <a:chExt cx="854814" cy="1220081"/>
            </a:xfrm>
          </p:grpSpPr>
          <p:sp>
            <p:nvSpPr>
              <p:cNvPr id="14" name="Oval 13">
                <a:extLst>
                  <a:ext uri="{FF2B5EF4-FFF2-40B4-BE49-F238E27FC236}">
                    <a16:creationId xmlns:a16="http://schemas.microsoft.com/office/drawing/2014/main" id="{6869B9A8-9CB3-4D7B-8B8B-7B2568E03A3F}"/>
                  </a:ext>
                </a:extLst>
              </p:cNvPr>
              <p:cNvSpPr/>
              <p:nvPr/>
            </p:nvSpPr>
            <p:spPr>
              <a:xfrm>
                <a:off x="402219" y="2443965"/>
                <a:ext cx="346303" cy="34630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Oval 411">
                <a:extLst>
                  <a:ext uri="{FF2B5EF4-FFF2-40B4-BE49-F238E27FC236}">
                    <a16:creationId xmlns:a16="http://schemas.microsoft.com/office/drawing/2014/main" id="{1C74411F-E13A-4271-A6C1-9E6F767CEFAF}"/>
                  </a:ext>
                </a:extLst>
              </p:cNvPr>
              <p:cNvSpPr/>
              <p:nvPr/>
            </p:nvSpPr>
            <p:spPr>
              <a:xfrm>
                <a:off x="546352" y="1570187"/>
                <a:ext cx="710681" cy="710681"/>
              </a:xfrm>
              <a:prstGeom prst="ellipse">
                <a:avLst/>
              </a:prstGeom>
              <a:solidFill>
                <a:schemeClr val="bg1">
                  <a:alpha val="2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3" name="Picture 412">
                <a:extLst>
                  <a:ext uri="{FF2B5EF4-FFF2-40B4-BE49-F238E27FC236}">
                    <a16:creationId xmlns:a16="http://schemas.microsoft.com/office/drawing/2014/main" id="{FBF7EF60-F1EB-4019-97FE-6B6AD2E4BC6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66516" y="1790352"/>
                <a:ext cx="270352" cy="270352"/>
              </a:xfrm>
              <a:prstGeom prst="rect">
                <a:avLst/>
              </a:prstGeom>
            </p:spPr>
          </p:pic>
        </p:grpSp>
      </p:grpSp>
      <p:grpSp>
        <p:nvGrpSpPr>
          <p:cNvPr id="18" name="Group 17">
            <a:extLst>
              <a:ext uri="{FF2B5EF4-FFF2-40B4-BE49-F238E27FC236}">
                <a16:creationId xmlns:a16="http://schemas.microsoft.com/office/drawing/2014/main" id="{F1380AB5-3038-4E81-8533-EA9879D76267}"/>
              </a:ext>
            </a:extLst>
          </p:cNvPr>
          <p:cNvGrpSpPr/>
          <p:nvPr/>
        </p:nvGrpSpPr>
        <p:grpSpPr>
          <a:xfrm>
            <a:off x="5702832" y="1887021"/>
            <a:ext cx="6218237" cy="373186"/>
            <a:chOff x="5702832" y="1887021"/>
            <a:chExt cx="6218237" cy="373186"/>
          </a:xfrm>
        </p:grpSpPr>
        <p:grpSp>
          <p:nvGrpSpPr>
            <p:cNvPr id="415" name="Group 414">
              <a:extLst>
                <a:ext uri="{FF2B5EF4-FFF2-40B4-BE49-F238E27FC236}">
                  <a16:creationId xmlns:a16="http://schemas.microsoft.com/office/drawing/2014/main" id="{F8D78928-0164-4380-BE80-7278F6698AE4}"/>
                </a:ext>
              </a:extLst>
            </p:cNvPr>
            <p:cNvGrpSpPr/>
            <p:nvPr/>
          </p:nvGrpSpPr>
          <p:grpSpPr>
            <a:xfrm>
              <a:off x="5902424" y="1887021"/>
              <a:ext cx="222588" cy="323577"/>
              <a:chOff x="5761329" y="1551237"/>
              <a:chExt cx="528773" cy="768679"/>
            </a:xfrm>
          </p:grpSpPr>
          <p:sp>
            <p:nvSpPr>
              <p:cNvPr id="418" name="Oval 417">
                <a:extLst>
                  <a:ext uri="{FF2B5EF4-FFF2-40B4-BE49-F238E27FC236}">
                    <a16:creationId xmlns:a16="http://schemas.microsoft.com/office/drawing/2014/main" id="{88441706-F4F3-4560-84A4-2C8572CAF563}"/>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9" name="Oval 418">
                <a:extLst>
                  <a:ext uri="{FF2B5EF4-FFF2-40B4-BE49-F238E27FC236}">
                    <a16:creationId xmlns:a16="http://schemas.microsoft.com/office/drawing/2014/main" id="{E0C8D924-A221-44B9-B5E0-D8F643827972}"/>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0" name="Rectangle 419">
                <a:extLst>
                  <a:ext uri="{FF2B5EF4-FFF2-40B4-BE49-F238E27FC236}">
                    <a16:creationId xmlns:a16="http://schemas.microsoft.com/office/drawing/2014/main" id="{2C22A87E-0A8A-4D8C-A6C3-6053993DE62F}"/>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416" name="Rectangle 415">
              <a:extLst>
                <a:ext uri="{FF2B5EF4-FFF2-40B4-BE49-F238E27FC236}">
                  <a16:creationId xmlns:a16="http://schemas.microsoft.com/office/drawing/2014/main" id="{6B4C5DA1-5E7D-499C-95EA-4572DD43D179}"/>
                </a:ext>
              </a:extLst>
            </p:cNvPr>
            <p:cNvSpPr/>
            <p:nvPr/>
          </p:nvSpPr>
          <p:spPr>
            <a:xfrm>
              <a:off x="6243479" y="189491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Licensed in 49 States</a:t>
              </a:r>
            </a:p>
          </p:txBody>
        </p:sp>
        <p:cxnSp>
          <p:nvCxnSpPr>
            <p:cNvPr id="417" name="Straight Connector 416">
              <a:extLst>
                <a:ext uri="{FF2B5EF4-FFF2-40B4-BE49-F238E27FC236}">
                  <a16:creationId xmlns:a16="http://schemas.microsoft.com/office/drawing/2014/main" id="{4639122E-C247-471B-B300-5263042D6CD0}"/>
                </a:ext>
              </a:extLst>
            </p:cNvPr>
            <p:cNvCxnSpPr>
              <a:cxnSpLocks/>
            </p:cNvCxnSpPr>
            <p:nvPr/>
          </p:nvCxnSpPr>
          <p:spPr>
            <a:xfrm>
              <a:off x="5702832" y="226020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352E1E9-085F-4202-9AA5-B8B48540EC89}"/>
              </a:ext>
            </a:extLst>
          </p:cNvPr>
          <p:cNvGrpSpPr/>
          <p:nvPr/>
        </p:nvGrpSpPr>
        <p:grpSpPr>
          <a:xfrm>
            <a:off x="5702832" y="2402891"/>
            <a:ext cx="6218237" cy="373186"/>
            <a:chOff x="5702832" y="2402891"/>
            <a:chExt cx="6218237" cy="373186"/>
          </a:xfrm>
        </p:grpSpPr>
        <p:grpSp>
          <p:nvGrpSpPr>
            <p:cNvPr id="422" name="Group 421">
              <a:extLst>
                <a:ext uri="{FF2B5EF4-FFF2-40B4-BE49-F238E27FC236}">
                  <a16:creationId xmlns:a16="http://schemas.microsoft.com/office/drawing/2014/main" id="{1C56A66F-A943-4736-BA73-F4D8DF0A9059}"/>
                </a:ext>
              </a:extLst>
            </p:cNvPr>
            <p:cNvGrpSpPr/>
            <p:nvPr/>
          </p:nvGrpSpPr>
          <p:grpSpPr>
            <a:xfrm>
              <a:off x="5902424" y="2402891"/>
              <a:ext cx="222588" cy="323577"/>
              <a:chOff x="5761329" y="1551237"/>
              <a:chExt cx="528773" cy="768679"/>
            </a:xfrm>
          </p:grpSpPr>
          <p:sp>
            <p:nvSpPr>
              <p:cNvPr id="425" name="Oval 424">
                <a:extLst>
                  <a:ext uri="{FF2B5EF4-FFF2-40B4-BE49-F238E27FC236}">
                    <a16:creationId xmlns:a16="http://schemas.microsoft.com/office/drawing/2014/main" id="{88DB58DB-513D-4C95-9C40-345E07CB0AE5}"/>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6" name="Oval 425">
                <a:extLst>
                  <a:ext uri="{FF2B5EF4-FFF2-40B4-BE49-F238E27FC236}">
                    <a16:creationId xmlns:a16="http://schemas.microsoft.com/office/drawing/2014/main" id="{F23C25F2-F35C-4308-8E7C-62A2E950DFC0}"/>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7" name="Rectangle 426">
                <a:extLst>
                  <a:ext uri="{FF2B5EF4-FFF2-40B4-BE49-F238E27FC236}">
                    <a16:creationId xmlns:a16="http://schemas.microsoft.com/office/drawing/2014/main" id="{8F97C018-3E4E-4192-A34F-895254CBFAC7}"/>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423" name="Rectangle 422">
              <a:extLst>
                <a:ext uri="{FF2B5EF4-FFF2-40B4-BE49-F238E27FC236}">
                  <a16:creationId xmlns:a16="http://schemas.microsoft.com/office/drawing/2014/main" id="{982219E8-159D-4EB6-A28E-7A614D426D9D}"/>
                </a:ext>
              </a:extLst>
            </p:cNvPr>
            <p:cNvSpPr/>
            <p:nvPr/>
          </p:nvSpPr>
          <p:spPr>
            <a:xfrm>
              <a:off x="6243479" y="241078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Operate in 37+ States</a:t>
              </a:r>
            </a:p>
          </p:txBody>
        </p:sp>
        <p:cxnSp>
          <p:nvCxnSpPr>
            <p:cNvPr id="424" name="Straight Connector 423">
              <a:extLst>
                <a:ext uri="{FF2B5EF4-FFF2-40B4-BE49-F238E27FC236}">
                  <a16:creationId xmlns:a16="http://schemas.microsoft.com/office/drawing/2014/main" id="{B342B57F-8051-40FF-8157-9415F27E1737}"/>
                </a:ext>
              </a:extLst>
            </p:cNvPr>
            <p:cNvCxnSpPr>
              <a:cxnSpLocks/>
            </p:cNvCxnSpPr>
            <p:nvPr/>
          </p:nvCxnSpPr>
          <p:spPr>
            <a:xfrm>
              <a:off x="5702832" y="277607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198EFB14-5918-48BD-A37D-B5A3B61F4F7A}"/>
              </a:ext>
            </a:extLst>
          </p:cNvPr>
          <p:cNvGrpSpPr/>
          <p:nvPr/>
        </p:nvGrpSpPr>
        <p:grpSpPr>
          <a:xfrm>
            <a:off x="5702832" y="2918761"/>
            <a:ext cx="6218237" cy="373186"/>
            <a:chOff x="5702832" y="2918761"/>
            <a:chExt cx="6218237" cy="373186"/>
          </a:xfrm>
        </p:grpSpPr>
        <p:grpSp>
          <p:nvGrpSpPr>
            <p:cNvPr id="429" name="Group 428">
              <a:extLst>
                <a:ext uri="{FF2B5EF4-FFF2-40B4-BE49-F238E27FC236}">
                  <a16:creationId xmlns:a16="http://schemas.microsoft.com/office/drawing/2014/main" id="{19C5CE57-8D7C-40C6-9E7E-106CAF293F38}"/>
                </a:ext>
              </a:extLst>
            </p:cNvPr>
            <p:cNvGrpSpPr/>
            <p:nvPr/>
          </p:nvGrpSpPr>
          <p:grpSpPr>
            <a:xfrm>
              <a:off x="5902424" y="2918761"/>
              <a:ext cx="222588" cy="323577"/>
              <a:chOff x="5761329" y="1551237"/>
              <a:chExt cx="528773" cy="768679"/>
            </a:xfrm>
          </p:grpSpPr>
          <p:sp>
            <p:nvSpPr>
              <p:cNvPr id="432" name="Oval 431">
                <a:extLst>
                  <a:ext uri="{FF2B5EF4-FFF2-40B4-BE49-F238E27FC236}">
                    <a16:creationId xmlns:a16="http://schemas.microsoft.com/office/drawing/2014/main" id="{CFE89C77-C4E0-41D8-B7AF-3980E6D92EF7}"/>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3" name="Oval 432">
                <a:extLst>
                  <a:ext uri="{FF2B5EF4-FFF2-40B4-BE49-F238E27FC236}">
                    <a16:creationId xmlns:a16="http://schemas.microsoft.com/office/drawing/2014/main" id="{DF33C1FB-EA86-4F3F-BD97-0ED6DBF0B19B}"/>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4" name="Rectangle 433">
                <a:extLst>
                  <a:ext uri="{FF2B5EF4-FFF2-40B4-BE49-F238E27FC236}">
                    <a16:creationId xmlns:a16="http://schemas.microsoft.com/office/drawing/2014/main" id="{E8950AC3-803E-4695-99FD-3D9D0DE025F0}"/>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430" name="Rectangle 429">
              <a:extLst>
                <a:ext uri="{FF2B5EF4-FFF2-40B4-BE49-F238E27FC236}">
                  <a16:creationId xmlns:a16="http://schemas.microsoft.com/office/drawing/2014/main" id="{CB44ED51-4FCD-46E5-80EE-192B63EB62A7}"/>
                </a:ext>
              </a:extLst>
            </p:cNvPr>
            <p:cNvSpPr/>
            <p:nvPr/>
          </p:nvSpPr>
          <p:spPr>
            <a:xfrm>
              <a:off x="6243479" y="292665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Over 800 Doctors Utilizing Program</a:t>
              </a:r>
            </a:p>
          </p:txBody>
        </p:sp>
        <p:cxnSp>
          <p:nvCxnSpPr>
            <p:cNvPr id="431" name="Straight Connector 430">
              <a:extLst>
                <a:ext uri="{FF2B5EF4-FFF2-40B4-BE49-F238E27FC236}">
                  <a16:creationId xmlns:a16="http://schemas.microsoft.com/office/drawing/2014/main" id="{CEF3146B-4061-4CFB-9C6C-408F428328A1}"/>
                </a:ext>
              </a:extLst>
            </p:cNvPr>
            <p:cNvCxnSpPr>
              <a:cxnSpLocks/>
            </p:cNvCxnSpPr>
            <p:nvPr/>
          </p:nvCxnSpPr>
          <p:spPr>
            <a:xfrm>
              <a:off x="5702832" y="329194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AFDE5AA5-D7C4-45D5-8CC9-359BF1E195ED}"/>
              </a:ext>
            </a:extLst>
          </p:cNvPr>
          <p:cNvGrpSpPr/>
          <p:nvPr/>
        </p:nvGrpSpPr>
        <p:grpSpPr>
          <a:xfrm>
            <a:off x="5702832" y="3434631"/>
            <a:ext cx="6218237" cy="373186"/>
            <a:chOff x="5702832" y="3434631"/>
            <a:chExt cx="6218237" cy="373186"/>
          </a:xfrm>
        </p:grpSpPr>
        <p:grpSp>
          <p:nvGrpSpPr>
            <p:cNvPr id="436" name="Group 435">
              <a:extLst>
                <a:ext uri="{FF2B5EF4-FFF2-40B4-BE49-F238E27FC236}">
                  <a16:creationId xmlns:a16="http://schemas.microsoft.com/office/drawing/2014/main" id="{D3FF60EC-C642-4391-922D-9B44DE48761C}"/>
                </a:ext>
              </a:extLst>
            </p:cNvPr>
            <p:cNvGrpSpPr/>
            <p:nvPr/>
          </p:nvGrpSpPr>
          <p:grpSpPr>
            <a:xfrm>
              <a:off x="5902424" y="3434631"/>
              <a:ext cx="222588" cy="323577"/>
              <a:chOff x="5761329" y="1551237"/>
              <a:chExt cx="528773" cy="768679"/>
            </a:xfrm>
          </p:grpSpPr>
          <p:sp>
            <p:nvSpPr>
              <p:cNvPr id="439" name="Oval 438">
                <a:extLst>
                  <a:ext uri="{FF2B5EF4-FFF2-40B4-BE49-F238E27FC236}">
                    <a16:creationId xmlns:a16="http://schemas.microsoft.com/office/drawing/2014/main" id="{4C8C20CC-6305-4CFE-A9CA-CFF111CD1123}"/>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0" name="Oval 439">
                <a:extLst>
                  <a:ext uri="{FF2B5EF4-FFF2-40B4-BE49-F238E27FC236}">
                    <a16:creationId xmlns:a16="http://schemas.microsoft.com/office/drawing/2014/main" id="{1E2C582C-3B70-40A2-9F06-080CEC380030}"/>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1" name="Rectangle 440">
                <a:extLst>
                  <a:ext uri="{FF2B5EF4-FFF2-40B4-BE49-F238E27FC236}">
                    <a16:creationId xmlns:a16="http://schemas.microsoft.com/office/drawing/2014/main" id="{8CB56877-69E1-48DD-AE88-9A3E31CF5CF1}"/>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437" name="Rectangle 436">
              <a:extLst>
                <a:ext uri="{FF2B5EF4-FFF2-40B4-BE49-F238E27FC236}">
                  <a16:creationId xmlns:a16="http://schemas.microsoft.com/office/drawing/2014/main" id="{64A2E3FC-A7F5-4258-B749-65068D992448}"/>
                </a:ext>
              </a:extLst>
            </p:cNvPr>
            <p:cNvSpPr/>
            <p:nvPr/>
          </p:nvSpPr>
          <p:spPr>
            <a:xfrm>
              <a:off x="6243479" y="344252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20 Years in Workers’ Compensation and Auto</a:t>
              </a:r>
            </a:p>
          </p:txBody>
        </p:sp>
        <p:cxnSp>
          <p:nvCxnSpPr>
            <p:cNvPr id="438" name="Straight Connector 437">
              <a:extLst>
                <a:ext uri="{FF2B5EF4-FFF2-40B4-BE49-F238E27FC236}">
                  <a16:creationId xmlns:a16="http://schemas.microsoft.com/office/drawing/2014/main" id="{FCFBF592-DA1F-4529-AEFA-CF0CAB5ABA6E}"/>
                </a:ext>
              </a:extLst>
            </p:cNvPr>
            <p:cNvCxnSpPr>
              <a:cxnSpLocks/>
            </p:cNvCxnSpPr>
            <p:nvPr/>
          </p:nvCxnSpPr>
          <p:spPr>
            <a:xfrm>
              <a:off x="5702832" y="380781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1596B86D-9803-40CF-A3BF-4C528E0918EE}"/>
              </a:ext>
            </a:extLst>
          </p:cNvPr>
          <p:cNvGrpSpPr/>
          <p:nvPr/>
        </p:nvGrpSpPr>
        <p:grpSpPr>
          <a:xfrm>
            <a:off x="5702832" y="3950501"/>
            <a:ext cx="6218237" cy="373186"/>
            <a:chOff x="5702832" y="3950501"/>
            <a:chExt cx="6218237" cy="373186"/>
          </a:xfrm>
        </p:grpSpPr>
        <p:grpSp>
          <p:nvGrpSpPr>
            <p:cNvPr id="443" name="Group 442">
              <a:extLst>
                <a:ext uri="{FF2B5EF4-FFF2-40B4-BE49-F238E27FC236}">
                  <a16:creationId xmlns:a16="http://schemas.microsoft.com/office/drawing/2014/main" id="{CF52C745-C6B8-4617-9163-6B0E8FFAFB28}"/>
                </a:ext>
              </a:extLst>
            </p:cNvPr>
            <p:cNvGrpSpPr/>
            <p:nvPr/>
          </p:nvGrpSpPr>
          <p:grpSpPr>
            <a:xfrm>
              <a:off x="5902424" y="3950501"/>
              <a:ext cx="222588" cy="323577"/>
              <a:chOff x="5761329" y="1551237"/>
              <a:chExt cx="528773" cy="768679"/>
            </a:xfrm>
          </p:grpSpPr>
          <p:sp>
            <p:nvSpPr>
              <p:cNvPr id="446" name="Oval 445">
                <a:extLst>
                  <a:ext uri="{FF2B5EF4-FFF2-40B4-BE49-F238E27FC236}">
                    <a16:creationId xmlns:a16="http://schemas.microsoft.com/office/drawing/2014/main" id="{4C567E98-0F76-4B93-8165-3755FAB05BC7}"/>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7" name="Oval 446">
                <a:extLst>
                  <a:ext uri="{FF2B5EF4-FFF2-40B4-BE49-F238E27FC236}">
                    <a16:creationId xmlns:a16="http://schemas.microsoft.com/office/drawing/2014/main" id="{0F7CADF2-6A40-4A7B-A2E9-52296B0ADFC1}"/>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8" name="Rectangle 447">
                <a:extLst>
                  <a:ext uri="{FF2B5EF4-FFF2-40B4-BE49-F238E27FC236}">
                    <a16:creationId xmlns:a16="http://schemas.microsoft.com/office/drawing/2014/main" id="{512BC683-E36E-438D-A340-04D6C95B8937}"/>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444" name="Rectangle 443">
              <a:extLst>
                <a:ext uri="{FF2B5EF4-FFF2-40B4-BE49-F238E27FC236}">
                  <a16:creationId xmlns:a16="http://schemas.microsoft.com/office/drawing/2014/main" id="{9D0D1337-E3E5-4796-8E51-15919137A01D}"/>
                </a:ext>
              </a:extLst>
            </p:cNvPr>
            <p:cNvSpPr/>
            <p:nvPr/>
          </p:nvSpPr>
          <p:spPr>
            <a:xfrm>
              <a:off x="6243479" y="395839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Low Cost of Medications</a:t>
              </a:r>
            </a:p>
          </p:txBody>
        </p:sp>
        <p:cxnSp>
          <p:nvCxnSpPr>
            <p:cNvPr id="445" name="Straight Connector 444">
              <a:extLst>
                <a:ext uri="{FF2B5EF4-FFF2-40B4-BE49-F238E27FC236}">
                  <a16:creationId xmlns:a16="http://schemas.microsoft.com/office/drawing/2014/main" id="{D6C18F51-55E9-4744-98B0-70AC2DA1BF1D}"/>
                </a:ext>
              </a:extLst>
            </p:cNvPr>
            <p:cNvCxnSpPr>
              <a:cxnSpLocks/>
            </p:cNvCxnSpPr>
            <p:nvPr/>
          </p:nvCxnSpPr>
          <p:spPr>
            <a:xfrm>
              <a:off x="5702832" y="432368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5FD8E429-F648-4FEF-B14C-0165F7821476}"/>
              </a:ext>
            </a:extLst>
          </p:cNvPr>
          <p:cNvGrpSpPr/>
          <p:nvPr/>
        </p:nvGrpSpPr>
        <p:grpSpPr>
          <a:xfrm>
            <a:off x="5702832" y="4466371"/>
            <a:ext cx="6260568" cy="373186"/>
            <a:chOff x="5702832" y="4466371"/>
            <a:chExt cx="6260568" cy="373186"/>
          </a:xfrm>
        </p:grpSpPr>
        <p:grpSp>
          <p:nvGrpSpPr>
            <p:cNvPr id="450" name="Group 449">
              <a:extLst>
                <a:ext uri="{FF2B5EF4-FFF2-40B4-BE49-F238E27FC236}">
                  <a16:creationId xmlns:a16="http://schemas.microsoft.com/office/drawing/2014/main" id="{92692649-E75F-46C5-B3A7-545B4803C6D1}"/>
                </a:ext>
              </a:extLst>
            </p:cNvPr>
            <p:cNvGrpSpPr/>
            <p:nvPr/>
          </p:nvGrpSpPr>
          <p:grpSpPr>
            <a:xfrm>
              <a:off x="5902424" y="4466371"/>
              <a:ext cx="222588" cy="323577"/>
              <a:chOff x="5761329" y="1551237"/>
              <a:chExt cx="528773" cy="768679"/>
            </a:xfrm>
          </p:grpSpPr>
          <p:sp>
            <p:nvSpPr>
              <p:cNvPr id="453" name="Oval 452">
                <a:extLst>
                  <a:ext uri="{FF2B5EF4-FFF2-40B4-BE49-F238E27FC236}">
                    <a16:creationId xmlns:a16="http://schemas.microsoft.com/office/drawing/2014/main" id="{19A3C224-C315-448B-9B67-D0B44B4E1BDF}"/>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4" name="Oval 453">
                <a:extLst>
                  <a:ext uri="{FF2B5EF4-FFF2-40B4-BE49-F238E27FC236}">
                    <a16:creationId xmlns:a16="http://schemas.microsoft.com/office/drawing/2014/main" id="{7F6E12E3-E2AA-408F-AA60-8563997CC471}"/>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5" name="Rectangle 454">
                <a:extLst>
                  <a:ext uri="{FF2B5EF4-FFF2-40B4-BE49-F238E27FC236}">
                    <a16:creationId xmlns:a16="http://schemas.microsoft.com/office/drawing/2014/main" id="{024A2778-4FB6-4541-A12F-3CDFBEECEA3B}"/>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451" name="Rectangle 450">
              <a:extLst>
                <a:ext uri="{FF2B5EF4-FFF2-40B4-BE49-F238E27FC236}">
                  <a16:creationId xmlns:a16="http://schemas.microsoft.com/office/drawing/2014/main" id="{7D6F9D72-69F1-40DB-B3D6-9D80552D80E6}"/>
                </a:ext>
              </a:extLst>
            </p:cNvPr>
            <p:cNvSpPr/>
            <p:nvPr/>
          </p:nvSpPr>
          <p:spPr>
            <a:xfrm>
              <a:off x="6243479" y="4474266"/>
              <a:ext cx="5719921" cy="307777"/>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Collection Rate Historically Exceeding 90% of Billed Charges</a:t>
              </a:r>
            </a:p>
          </p:txBody>
        </p:sp>
        <p:cxnSp>
          <p:nvCxnSpPr>
            <p:cNvPr id="452" name="Straight Connector 451">
              <a:extLst>
                <a:ext uri="{FF2B5EF4-FFF2-40B4-BE49-F238E27FC236}">
                  <a16:creationId xmlns:a16="http://schemas.microsoft.com/office/drawing/2014/main" id="{AA3A88DF-1341-4A84-9591-48375A6129DD}"/>
                </a:ext>
              </a:extLst>
            </p:cNvPr>
            <p:cNvCxnSpPr>
              <a:cxnSpLocks/>
            </p:cNvCxnSpPr>
            <p:nvPr/>
          </p:nvCxnSpPr>
          <p:spPr>
            <a:xfrm>
              <a:off x="5702832" y="483955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DB781A6A-6B07-4A45-8F7A-0C74C68B92A7}"/>
              </a:ext>
            </a:extLst>
          </p:cNvPr>
          <p:cNvGrpSpPr/>
          <p:nvPr/>
        </p:nvGrpSpPr>
        <p:grpSpPr>
          <a:xfrm>
            <a:off x="5702832" y="4982241"/>
            <a:ext cx="6218237" cy="373186"/>
            <a:chOff x="5702832" y="4982241"/>
            <a:chExt cx="6218237" cy="373186"/>
          </a:xfrm>
        </p:grpSpPr>
        <p:grpSp>
          <p:nvGrpSpPr>
            <p:cNvPr id="457" name="Group 456">
              <a:extLst>
                <a:ext uri="{FF2B5EF4-FFF2-40B4-BE49-F238E27FC236}">
                  <a16:creationId xmlns:a16="http://schemas.microsoft.com/office/drawing/2014/main" id="{0D0266A8-7D1F-42C9-BBD6-2DFFB492944B}"/>
                </a:ext>
              </a:extLst>
            </p:cNvPr>
            <p:cNvGrpSpPr/>
            <p:nvPr/>
          </p:nvGrpSpPr>
          <p:grpSpPr>
            <a:xfrm>
              <a:off x="5902424" y="4982241"/>
              <a:ext cx="222588" cy="323577"/>
              <a:chOff x="5761329" y="1551237"/>
              <a:chExt cx="528773" cy="768679"/>
            </a:xfrm>
          </p:grpSpPr>
          <p:sp>
            <p:nvSpPr>
              <p:cNvPr id="460" name="Oval 459">
                <a:extLst>
                  <a:ext uri="{FF2B5EF4-FFF2-40B4-BE49-F238E27FC236}">
                    <a16:creationId xmlns:a16="http://schemas.microsoft.com/office/drawing/2014/main" id="{28BFDCB8-AB92-417B-B2F5-2934DFE7C316}"/>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1" name="Oval 460">
                <a:extLst>
                  <a:ext uri="{FF2B5EF4-FFF2-40B4-BE49-F238E27FC236}">
                    <a16:creationId xmlns:a16="http://schemas.microsoft.com/office/drawing/2014/main" id="{806D2A1C-2198-4FE2-B679-2954287D7907}"/>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2" name="Rectangle 461">
                <a:extLst>
                  <a:ext uri="{FF2B5EF4-FFF2-40B4-BE49-F238E27FC236}">
                    <a16:creationId xmlns:a16="http://schemas.microsoft.com/office/drawing/2014/main" id="{D479A960-EDEF-4BF3-923C-AAA1F90258CB}"/>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458" name="Rectangle 457">
              <a:extLst>
                <a:ext uri="{FF2B5EF4-FFF2-40B4-BE49-F238E27FC236}">
                  <a16:creationId xmlns:a16="http://schemas.microsoft.com/office/drawing/2014/main" id="{7BFC0825-F4B5-4BB1-B2A4-8042978D9C8F}"/>
                </a:ext>
              </a:extLst>
            </p:cNvPr>
            <p:cNvSpPr/>
            <p:nvPr/>
          </p:nvSpPr>
          <p:spPr>
            <a:xfrm>
              <a:off x="6243479" y="4990137"/>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Skilled Staff of Billers and Collectors</a:t>
              </a:r>
            </a:p>
          </p:txBody>
        </p:sp>
        <p:cxnSp>
          <p:nvCxnSpPr>
            <p:cNvPr id="459" name="Straight Connector 458">
              <a:extLst>
                <a:ext uri="{FF2B5EF4-FFF2-40B4-BE49-F238E27FC236}">
                  <a16:creationId xmlns:a16="http://schemas.microsoft.com/office/drawing/2014/main" id="{9CA659C7-3526-4582-8D26-3738C22EEDB1}"/>
                </a:ext>
              </a:extLst>
            </p:cNvPr>
            <p:cNvCxnSpPr>
              <a:cxnSpLocks/>
            </p:cNvCxnSpPr>
            <p:nvPr/>
          </p:nvCxnSpPr>
          <p:spPr>
            <a:xfrm>
              <a:off x="5702832" y="5355427"/>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A8126BE0-5107-4508-BCD4-0F77ACE7216B}"/>
              </a:ext>
            </a:extLst>
          </p:cNvPr>
          <p:cNvGrpSpPr/>
          <p:nvPr/>
        </p:nvGrpSpPr>
        <p:grpSpPr>
          <a:xfrm>
            <a:off x="5702832" y="5498113"/>
            <a:ext cx="6218237" cy="373186"/>
            <a:chOff x="5702832" y="5498113"/>
            <a:chExt cx="6218237" cy="373186"/>
          </a:xfrm>
        </p:grpSpPr>
        <p:grpSp>
          <p:nvGrpSpPr>
            <p:cNvPr id="464" name="Group 463">
              <a:extLst>
                <a:ext uri="{FF2B5EF4-FFF2-40B4-BE49-F238E27FC236}">
                  <a16:creationId xmlns:a16="http://schemas.microsoft.com/office/drawing/2014/main" id="{9FCDAA23-6C00-4B90-9B8E-F74332AC046D}"/>
                </a:ext>
              </a:extLst>
            </p:cNvPr>
            <p:cNvGrpSpPr/>
            <p:nvPr/>
          </p:nvGrpSpPr>
          <p:grpSpPr>
            <a:xfrm>
              <a:off x="5902424" y="5498113"/>
              <a:ext cx="222588" cy="323577"/>
              <a:chOff x="5761329" y="1551237"/>
              <a:chExt cx="528773" cy="768679"/>
            </a:xfrm>
          </p:grpSpPr>
          <p:sp>
            <p:nvSpPr>
              <p:cNvPr id="467" name="Oval 466">
                <a:extLst>
                  <a:ext uri="{FF2B5EF4-FFF2-40B4-BE49-F238E27FC236}">
                    <a16:creationId xmlns:a16="http://schemas.microsoft.com/office/drawing/2014/main" id="{4EE43543-2328-46E8-911A-4F290DC275EF}"/>
                  </a:ext>
                </a:extLst>
              </p:cNvPr>
              <p:cNvSpPr/>
              <p:nvPr/>
            </p:nvSpPr>
            <p:spPr>
              <a:xfrm>
                <a:off x="5889259" y="1799122"/>
                <a:ext cx="272909" cy="2729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8" name="Oval 467">
                <a:extLst>
                  <a:ext uri="{FF2B5EF4-FFF2-40B4-BE49-F238E27FC236}">
                    <a16:creationId xmlns:a16="http://schemas.microsoft.com/office/drawing/2014/main" id="{17D08E62-696B-476D-A98A-6DE047075DE4}"/>
                  </a:ext>
                </a:extLst>
              </p:cNvPr>
              <p:cNvSpPr/>
              <p:nvPr/>
            </p:nvSpPr>
            <p:spPr>
              <a:xfrm>
                <a:off x="5761329" y="1671190"/>
                <a:ext cx="528773" cy="528773"/>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9" name="Rectangle 468">
                <a:extLst>
                  <a:ext uri="{FF2B5EF4-FFF2-40B4-BE49-F238E27FC236}">
                    <a16:creationId xmlns:a16="http://schemas.microsoft.com/office/drawing/2014/main" id="{319C93CB-E81A-4086-A357-037135DA338A}"/>
                  </a:ext>
                </a:extLst>
              </p:cNvPr>
              <p:cNvSpPr/>
              <p:nvPr/>
            </p:nvSpPr>
            <p:spPr>
              <a:xfrm>
                <a:off x="5795028" y="1551237"/>
                <a:ext cx="461370" cy="768679"/>
              </a:xfrm>
              <a:prstGeom prst="rect">
                <a:avLst/>
              </a:prstGeom>
            </p:spPr>
            <p:txBody>
              <a:bodyPr wrap="none" anchor="ctr">
                <a:spAutoFit/>
              </a:bodyPr>
              <a:lstStyle/>
              <a:p>
                <a:pPr algn="ctr"/>
                <a:endParaRPr lang="en-US" sz="1400" dirty="0">
                  <a:solidFill>
                    <a:schemeClr val="bg1"/>
                  </a:solidFill>
                  <a:latin typeface="Poppins Black" panose="00000A00000000000000" pitchFamily="2" charset="0"/>
                  <a:cs typeface="Poppins Black" panose="00000A00000000000000" pitchFamily="2" charset="0"/>
                </a:endParaRPr>
              </a:p>
            </p:txBody>
          </p:sp>
        </p:grpSp>
        <p:sp>
          <p:nvSpPr>
            <p:cNvPr id="465" name="Rectangle 464">
              <a:extLst>
                <a:ext uri="{FF2B5EF4-FFF2-40B4-BE49-F238E27FC236}">
                  <a16:creationId xmlns:a16="http://schemas.microsoft.com/office/drawing/2014/main" id="{1FAB86A8-9EFD-4AED-9258-677C5BC4AA4E}"/>
                </a:ext>
              </a:extLst>
            </p:cNvPr>
            <p:cNvSpPr/>
            <p:nvPr/>
          </p:nvSpPr>
          <p:spPr>
            <a:xfrm>
              <a:off x="6243479" y="5506009"/>
              <a:ext cx="5481904" cy="307776"/>
            </a:xfrm>
            <a:prstGeom prst="rect">
              <a:avLst/>
            </a:prstGeom>
          </p:spPr>
          <p:txBody>
            <a:bodyPr wrap="square" anchor="ctr">
              <a:spAutoFit/>
            </a:bodyPr>
            <a:lstStyle/>
            <a:p>
              <a:r>
                <a:rPr lang="en-US" sz="1400" dirty="0">
                  <a:solidFill>
                    <a:schemeClr val="bg1"/>
                  </a:solidFill>
                  <a:latin typeface="Poppins Light" panose="00000400000000000000" pitchFamily="2" charset="0"/>
                  <a:ea typeface="Open Sans" panose="020B0606030504020204" pitchFamily="34" charset="0"/>
                  <a:cs typeface="Poppins Light" panose="00000400000000000000" pitchFamily="2" charset="0"/>
                </a:rPr>
                <a:t>Strong Legal Support</a:t>
              </a:r>
            </a:p>
          </p:txBody>
        </p:sp>
        <p:cxnSp>
          <p:nvCxnSpPr>
            <p:cNvPr id="466" name="Straight Connector 465">
              <a:extLst>
                <a:ext uri="{FF2B5EF4-FFF2-40B4-BE49-F238E27FC236}">
                  <a16:creationId xmlns:a16="http://schemas.microsoft.com/office/drawing/2014/main" id="{1A4DF68E-16C8-4683-9D8B-DC92EEF55458}"/>
                </a:ext>
              </a:extLst>
            </p:cNvPr>
            <p:cNvCxnSpPr>
              <a:cxnSpLocks/>
            </p:cNvCxnSpPr>
            <p:nvPr/>
          </p:nvCxnSpPr>
          <p:spPr>
            <a:xfrm>
              <a:off x="5702832" y="5871299"/>
              <a:ext cx="6218237"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15" name="Group 514">
            <a:extLst>
              <a:ext uri="{FF2B5EF4-FFF2-40B4-BE49-F238E27FC236}">
                <a16:creationId xmlns:a16="http://schemas.microsoft.com/office/drawing/2014/main" id="{9B743BED-720D-47E1-8619-BDEAD9ACA814}"/>
              </a:ext>
            </a:extLst>
          </p:cNvPr>
          <p:cNvGrpSpPr/>
          <p:nvPr/>
        </p:nvGrpSpPr>
        <p:grpSpPr>
          <a:xfrm>
            <a:off x="2697318" y="-7835835"/>
            <a:ext cx="2227696" cy="4641328"/>
            <a:chOff x="2697318" y="1483413"/>
            <a:chExt cx="2227696" cy="4641328"/>
          </a:xfrm>
        </p:grpSpPr>
        <p:sp>
          <p:nvSpPr>
            <p:cNvPr id="516" name="Rectangle: Rounded Corners 515">
              <a:extLst>
                <a:ext uri="{FF2B5EF4-FFF2-40B4-BE49-F238E27FC236}">
                  <a16:creationId xmlns:a16="http://schemas.microsoft.com/office/drawing/2014/main" id="{35C9F9DD-67E6-40BE-AEFF-8053B58B7AA8}"/>
                </a:ext>
              </a:extLst>
            </p:cNvPr>
            <p:cNvSpPr/>
            <p:nvPr/>
          </p:nvSpPr>
          <p:spPr>
            <a:xfrm>
              <a:off x="2697318" y="3823837"/>
              <a:ext cx="2227696" cy="2300904"/>
            </a:xfrm>
            <a:prstGeom prst="roundRect">
              <a:avLst>
                <a:gd name="adj" fmla="val 4730"/>
              </a:avLst>
            </a:prstGeom>
            <a:solidFill>
              <a:schemeClr val="bg1">
                <a:alpha val="0"/>
              </a:schemeClr>
            </a:solidFill>
            <a:ln>
              <a:gradFill>
                <a:gsLst>
                  <a:gs pos="0">
                    <a:schemeClr val="bg1">
                      <a:lumMod val="85000"/>
                      <a:alpha val="0"/>
                    </a:schemeClr>
                  </a:gs>
                  <a:gs pos="100000">
                    <a:schemeClr val="bg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Freeform: Shape 516">
              <a:extLst>
                <a:ext uri="{FF2B5EF4-FFF2-40B4-BE49-F238E27FC236}">
                  <a16:creationId xmlns:a16="http://schemas.microsoft.com/office/drawing/2014/main" id="{9F9DC582-A00D-4691-8BFC-C3CA4A3C1E1B}"/>
                </a:ext>
              </a:extLst>
            </p:cNvPr>
            <p:cNvSpPr/>
            <p:nvPr/>
          </p:nvSpPr>
          <p:spPr>
            <a:xfrm>
              <a:off x="3064146" y="1483413"/>
              <a:ext cx="1462849" cy="1462850"/>
            </a:xfrm>
            <a:custGeom>
              <a:avLst/>
              <a:gdLst>
                <a:gd name="connsiteX0" fmla="*/ 734844 w 1462848"/>
                <a:gd name="connsiteY0" fmla="*/ 86294 h 1462849"/>
                <a:gd name="connsiteX1" fmla="*/ 85633 w 1462848"/>
                <a:gd name="connsiteY1" fmla="*/ 731394 h 1462849"/>
                <a:gd name="connsiteX2" fmla="*/ 410051 w 1462848"/>
                <a:gd name="connsiteY2" fmla="*/ 1294392 h 1462849"/>
                <a:gd name="connsiteX3" fmla="*/ 417332 w 1462848"/>
                <a:gd name="connsiteY3" fmla="*/ 1281718 h 1462849"/>
                <a:gd name="connsiteX4" fmla="*/ 410051 w 1462848"/>
                <a:gd name="connsiteY4" fmla="*/ 1294392 h 1462849"/>
                <a:gd name="connsiteX5" fmla="*/ 1294654 w 1462848"/>
                <a:gd name="connsiteY5" fmla="*/ 1057791 h 1462849"/>
                <a:gd name="connsiteX6" fmla="*/ 1058053 w 1462848"/>
                <a:gd name="connsiteY6" fmla="*/ 173187 h 1462849"/>
                <a:gd name="connsiteX7" fmla="*/ 734845 w 1462848"/>
                <a:gd name="connsiteY7" fmla="*/ 86294 h 1462849"/>
                <a:gd name="connsiteX8" fmla="*/ 732755 w 1462848"/>
                <a:gd name="connsiteY8" fmla="*/ 1351827 h 1462849"/>
                <a:gd name="connsiteX9" fmla="*/ 115738 w 1462848"/>
                <a:gd name="connsiteY9" fmla="*/ 732503 h 1462849"/>
                <a:gd name="connsiteX10" fmla="*/ 735062 w 1462848"/>
                <a:gd name="connsiteY10" fmla="*/ 115486 h 1462849"/>
                <a:gd name="connsiteX11" fmla="*/ 1352079 w 1462848"/>
                <a:gd name="connsiteY11" fmla="*/ 734810 h 1462849"/>
                <a:gd name="connsiteX12" fmla="*/ 1269222 w 1462848"/>
                <a:gd name="connsiteY12" fmla="*/ 1042809 h 1462849"/>
                <a:gd name="connsiteX13" fmla="*/ 732754 w 1462848"/>
                <a:gd name="connsiteY13" fmla="*/ 1351827 h 1462849"/>
                <a:gd name="connsiteX14" fmla="*/ 735047 w 1462848"/>
                <a:gd name="connsiteY14" fmla="*/ 3579 h 1462849"/>
                <a:gd name="connsiteX15" fmla="*/ 3579 w 1462848"/>
                <a:gd name="connsiteY15" fmla="*/ 732396 h 1462849"/>
                <a:gd name="connsiteX16" fmla="*/ 368661 w 1462848"/>
                <a:gd name="connsiteY16" fmla="*/ 1366051 h 1462849"/>
                <a:gd name="connsiteX17" fmla="*/ 375941 w 1462848"/>
                <a:gd name="connsiteY17" fmla="*/ 1353445 h 1462849"/>
                <a:gd name="connsiteX18" fmla="*/ 368660 w 1462848"/>
                <a:gd name="connsiteY18" fmla="*/ 1366051 h 1462849"/>
                <a:gd name="connsiteX19" fmla="*/ 1366234 w 1462848"/>
                <a:gd name="connsiteY19" fmla="*/ 1099102 h 1462849"/>
                <a:gd name="connsiteX20" fmla="*/ 1099286 w 1462848"/>
                <a:gd name="connsiteY20" fmla="*/ 101527 h 1462849"/>
                <a:gd name="connsiteX21" fmla="*/ 735046 w 1462848"/>
                <a:gd name="connsiteY21" fmla="*/ 3579 h 1462849"/>
                <a:gd name="connsiteX22" fmla="*/ 732350 w 1462848"/>
                <a:gd name="connsiteY22" fmla="*/ 1434475 h 1462849"/>
                <a:gd name="connsiteX23" fmla="*/ 32295 w 1462848"/>
                <a:gd name="connsiteY23" fmla="*/ 732353 h 1462849"/>
                <a:gd name="connsiteX24" fmla="*/ 734417 w 1462848"/>
                <a:gd name="connsiteY24" fmla="*/ 32298 h 1462849"/>
                <a:gd name="connsiteX25" fmla="*/ 1434472 w 1462848"/>
                <a:gd name="connsiteY25" fmla="*/ 734420 h 1462849"/>
                <a:gd name="connsiteX26" fmla="*/ 1340545 w 1462848"/>
                <a:gd name="connsiteY26" fmla="*/ 1083930 h 1462849"/>
                <a:gd name="connsiteX27" fmla="*/ 732350 w 1462848"/>
                <a:gd name="connsiteY27" fmla="*/ 1434475 h 1462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62848" h="1462849">
                  <a:moveTo>
                    <a:pt x="734844" y="86294"/>
                  </a:moveTo>
                  <a:cubicBezTo>
                    <a:pt x="377430" y="85158"/>
                    <a:pt x="86768" y="373979"/>
                    <a:pt x="85633" y="731394"/>
                  </a:cubicBezTo>
                  <a:cubicBezTo>
                    <a:pt x="84895" y="963683"/>
                    <a:pt x="208708" y="1178549"/>
                    <a:pt x="410051" y="1294392"/>
                  </a:cubicBezTo>
                  <a:lnTo>
                    <a:pt x="417332" y="1281718"/>
                  </a:lnTo>
                  <a:lnTo>
                    <a:pt x="410051" y="1294392"/>
                  </a:lnTo>
                  <a:cubicBezTo>
                    <a:pt x="719663" y="1473333"/>
                    <a:pt x="1115714" y="1367403"/>
                    <a:pt x="1294654" y="1057791"/>
                  </a:cubicBezTo>
                  <a:cubicBezTo>
                    <a:pt x="1473595" y="748179"/>
                    <a:pt x="1367665" y="352128"/>
                    <a:pt x="1058053" y="173187"/>
                  </a:cubicBezTo>
                  <a:cubicBezTo>
                    <a:pt x="959794" y="116398"/>
                    <a:pt x="848334" y="86433"/>
                    <a:pt x="734845" y="86294"/>
                  </a:cubicBezTo>
                  <a:close/>
                  <a:moveTo>
                    <a:pt x="732755" y="1351827"/>
                  </a:moveTo>
                  <a:cubicBezTo>
                    <a:pt x="391348" y="1351190"/>
                    <a:pt x="115100" y="1073909"/>
                    <a:pt x="115738" y="732503"/>
                  </a:cubicBezTo>
                  <a:cubicBezTo>
                    <a:pt x="116375" y="391096"/>
                    <a:pt x="393656" y="114848"/>
                    <a:pt x="735062" y="115486"/>
                  </a:cubicBezTo>
                  <a:cubicBezTo>
                    <a:pt x="1076468" y="116123"/>
                    <a:pt x="1352716" y="393404"/>
                    <a:pt x="1352079" y="734810"/>
                  </a:cubicBezTo>
                  <a:cubicBezTo>
                    <a:pt x="1351877" y="842957"/>
                    <a:pt x="1323307" y="949158"/>
                    <a:pt x="1269222" y="1042809"/>
                  </a:cubicBezTo>
                  <a:cubicBezTo>
                    <a:pt x="1158570" y="1234381"/>
                    <a:pt x="953986" y="1352226"/>
                    <a:pt x="732754" y="1351827"/>
                  </a:cubicBezTo>
                  <a:close/>
                  <a:moveTo>
                    <a:pt x="735047" y="3579"/>
                  </a:moveTo>
                  <a:cubicBezTo>
                    <a:pt x="331800" y="2847"/>
                    <a:pt x="4311" y="329149"/>
                    <a:pt x="3579" y="732396"/>
                  </a:cubicBezTo>
                  <a:cubicBezTo>
                    <a:pt x="3104" y="993729"/>
                    <a:pt x="142337" y="1235389"/>
                    <a:pt x="368661" y="1366051"/>
                  </a:cubicBezTo>
                  <a:lnTo>
                    <a:pt x="375941" y="1353445"/>
                  </a:lnTo>
                  <a:lnTo>
                    <a:pt x="368660" y="1366051"/>
                  </a:lnTo>
                  <a:cubicBezTo>
                    <a:pt x="717848" y="1567808"/>
                    <a:pt x="1164478" y="1448291"/>
                    <a:pt x="1366234" y="1099102"/>
                  </a:cubicBezTo>
                  <a:cubicBezTo>
                    <a:pt x="1567991" y="749914"/>
                    <a:pt x="1448474" y="303284"/>
                    <a:pt x="1099286" y="101527"/>
                  </a:cubicBezTo>
                  <a:cubicBezTo>
                    <a:pt x="988545" y="37543"/>
                    <a:pt x="862942" y="3767"/>
                    <a:pt x="735046" y="3579"/>
                  </a:cubicBezTo>
                  <a:close/>
                  <a:moveTo>
                    <a:pt x="732350" y="1434475"/>
                  </a:moveTo>
                  <a:cubicBezTo>
                    <a:pt x="345150" y="1433904"/>
                    <a:pt x="31725" y="1119554"/>
                    <a:pt x="32295" y="732353"/>
                  </a:cubicBezTo>
                  <a:cubicBezTo>
                    <a:pt x="32866" y="345153"/>
                    <a:pt x="347217" y="31728"/>
                    <a:pt x="734417" y="32298"/>
                  </a:cubicBezTo>
                  <a:cubicBezTo>
                    <a:pt x="1121617" y="32869"/>
                    <a:pt x="1435042" y="347220"/>
                    <a:pt x="1434472" y="734420"/>
                  </a:cubicBezTo>
                  <a:cubicBezTo>
                    <a:pt x="1434291" y="857136"/>
                    <a:pt x="1401903" y="977655"/>
                    <a:pt x="1340545" y="1083930"/>
                  </a:cubicBezTo>
                  <a:cubicBezTo>
                    <a:pt x="1215123" y="1301168"/>
                    <a:pt x="983195" y="1434845"/>
                    <a:pt x="732350" y="1434475"/>
                  </a:cubicBezTo>
                  <a:close/>
                </a:path>
              </a:pathLst>
            </a:custGeom>
            <a:solidFill>
              <a:srgbClr val="D9D9D9"/>
            </a:solidFill>
            <a:ln w="6740" cap="flat">
              <a:noFill/>
              <a:prstDash val="solid"/>
              <a:miter/>
            </a:ln>
          </p:spPr>
          <p:txBody>
            <a:bodyPr rtlCol="0" anchor="ctr"/>
            <a:lstStyle/>
            <a:p>
              <a:endParaRPr lang="en-US"/>
            </a:p>
          </p:txBody>
        </p:sp>
        <p:sp>
          <p:nvSpPr>
            <p:cNvPr id="518" name="Freeform: Shape 517">
              <a:extLst>
                <a:ext uri="{FF2B5EF4-FFF2-40B4-BE49-F238E27FC236}">
                  <a16:creationId xmlns:a16="http://schemas.microsoft.com/office/drawing/2014/main" id="{3A0C45AD-F46D-4C95-8DCB-5775491284D5}"/>
                </a:ext>
              </a:extLst>
            </p:cNvPr>
            <p:cNvSpPr/>
            <p:nvPr/>
          </p:nvSpPr>
          <p:spPr>
            <a:xfrm>
              <a:off x="3323796" y="1743222"/>
              <a:ext cx="943773" cy="943774"/>
            </a:xfrm>
            <a:custGeom>
              <a:avLst/>
              <a:gdLst>
                <a:gd name="connsiteX0" fmla="*/ 945868 w 943773"/>
                <a:gd name="connsiteY0" fmla="*/ 474723 h 943773"/>
                <a:gd name="connsiteX1" fmla="*/ 474723 w 943773"/>
                <a:gd name="connsiteY1" fmla="*/ 3578 h 943773"/>
                <a:gd name="connsiteX2" fmla="*/ 3578 w 943773"/>
                <a:gd name="connsiteY2" fmla="*/ 474723 h 943773"/>
                <a:gd name="connsiteX3" fmla="*/ 474723 w 943773"/>
                <a:gd name="connsiteY3" fmla="*/ 945869 h 943773"/>
                <a:gd name="connsiteX4" fmla="*/ 945868 w 943773"/>
                <a:gd name="connsiteY4" fmla="*/ 474723 h 943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773" h="943773">
                  <a:moveTo>
                    <a:pt x="945868" y="474723"/>
                  </a:moveTo>
                  <a:cubicBezTo>
                    <a:pt x="945868" y="214517"/>
                    <a:pt x="734929" y="3578"/>
                    <a:pt x="474723" y="3578"/>
                  </a:cubicBezTo>
                  <a:cubicBezTo>
                    <a:pt x="214517" y="3578"/>
                    <a:pt x="3578" y="214517"/>
                    <a:pt x="3578" y="474723"/>
                  </a:cubicBezTo>
                  <a:cubicBezTo>
                    <a:pt x="3578" y="734930"/>
                    <a:pt x="214517" y="945869"/>
                    <a:pt x="474723" y="945869"/>
                  </a:cubicBezTo>
                  <a:cubicBezTo>
                    <a:pt x="734929" y="945869"/>
                    <a:pt x="945868" y="734930"/>
                    <a:pt x="945868" y="474723"/>
                  </a:cubicBezTo>
                  <a:close/>
                </a:path>
              </a:pathLst>
            </a:custGeom>
            <a:solidFill>
              <a:srgbClr val="ED174F"/>
            </a:solidFill>
            <a:ln w="6740" cap="flat">
              <a:noFill/>
              <a:prstDash val="solid"/>
              <a:miter/>
            </a:ln>
          </p:spPr>
          <p:txBody>
            <a:bodyPr rtlCol="0" anchor="ctr"/>
            <a:lstStyle/>
            <a:p>
              <a:endParaRPr lang="en-US"/>
            </a:p>
          </p:txBody>
        </p:sp>
        <p:sp>
          <p:nvSpPr>
            <p:cNvPr id="519" name="Freeform: Shape 518">
              <a:extLst>
                <a:ext uri="{FF2B5EF4-FFF2-40B4-BE49-F238E27FC236}">
                  <a16:creationId xmlns:a16="http://schemas.microsoft.com/office/drawing/2014/main" id="{DD822C39-DB01-40DF-9A87-7BA1C4208FA1}"/>
                </a:ext>
              </a:extLst>
            </p:cNvPr>
            <p:cNvSpPr/>
            <p:nvPr/>
          </p:nvSpPr>
          <p:spPr>
            <a:xfrm>
              <a:off x="3741083" y="3273754"/>
              <a:ext cx="114601" cy="114601"/>
            </a:xfrm>
            <a:custGeom>
              <a:avLst/>
              <a:gdLst>
                <a:gd name="connsiteX0" fmla="*/ 111433 w 114601"/>
                <a:gd name="connsiteY0" fmla="*/ 56833 h 114601"/>
                <a:gd name="connsiteX1" fmla="*/ 56833 w 114601"/>
                <a:gd name="connsiteY1" fmla="*/ 3582 h 114601"/>
                <a:gd name="connsiteX2" fmla="*/ 3582 w 114601"/>
                <a:gd name="connsiteY2" fmla="*/ 58182 h 114601"/>
                <a:gd name="connsiteX3" fmla="*/ 57504 w 114601"/>
                <a:gd name="connsiteY3" fmla="*/ 111438 h 114601"/>
                <a:gd name="connsiteX4" fmla="*/ 111438 w 114601"/>
                <a:gd name="connsiteY4" fmla="*/ 57512 h 114601"/>
                <a:gd name="connsiteX5" fmla="*/ 111433 w 114601"/>
                <a:gd name="connsiteY5" fmla="*/ 56833 h 11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601" h="114601">
                  <a:moveTo>
                    <a:pt x="111433" y="56833"/>
                  </a:moveTo>
                  <a:cubicBezTo>
                    <a:pt x="111061" y="27051"/>
                    <a:pt x="86615" y="3209"/>
                    <a:pt x="56833" y="3582"/>
                  </a:cubicBezTo>
                  <a:cubicBezTo>
                    <a:pt x="27051" y="3954"/>
                    <a:pt x="3209" y="28399"/>
                    <a:pt x="3582" y="58182"/>
                  </a:cubicBezTo>
                  <a:cubicBezTo>
                    <a:pt x="3951" y="87699"/>
                    <a:pt x="27983" y="111435"/>
                    <a:pt x="57504" y="111438"/>
                  </a:cubicBezTo>
                  <a:cubicBezTo>
                    <a:pt x="87288" y="111440"/>
                    <a:pt x="111435" y="87296"/>
                    <a:pt x="111438" y="57512"/>
                  </a:cubicBezTo>
                  <a:cubicBezTo>
                    <a:pt x="111438" y="57285"/>
                    <a:pt x="111436" y="57060"/>
                    <a:pt x="111433" y="56833"/>
                  </a:cubicBezTo>
                  <a:close/>
                </a:path>
              </a:pathLst>
            </a:custGeom>
            <a:solidFill>
              <a:srgbClr val="ADADAD"/>
            </a:solidFill>
            <a:ln w="6740" cap="flat">
              <a:noFill/>
              <a:prstDash val="solid"/>
              <a:miter/>
            </a:ln>
          </p:spPr>
          <p:txBody>
            <a:bodyPr rtlCol="0" anchor="ctr"/>
            <a:lstStyle/>
            <a:p>
              <a:endParaRPr lang="en-US"/>
            </a:p>
          </p:txBody>
        </p:sp>
        <p:sp>
          <p:nvSpPr>
            <p:cNvPr id="520" name="Freeform: Shape 519">
              <a:extLst>
                <a:ext uri="{FF2B5EF4-FFF2-40B4-BE49-F238E27FC236}">
                  <a16:creationId xmlns:a16="http://schemas.microsoft.com/office/drawing/2014/main" id="{5D73F683-FF8D-4780-B3F8-D5792244C585}"/>
                </a:ext>
              </a:extLst>
            </p:cNvPr>
            <p:cNvSpPr/>
            <p:nvPr/>
          </p:nvSpPr>
          <p:spPr>
            <a:xfrm>
              <a:off x="3716608" y="3248879"/>
              <a:ext cx="161790" cy="161790"/>
            </a:xfrm>
            <a:custGeom>
              <a:avLst/>
              <a:gdLst>
                <a:gd name="connsiteX0" fmla="*/ 159165 w 161789"/>
                <a:gd name="connsiteY0" fmla="*/ 81371 h 161789"/>
                <a:gd name="connsiteX1" fmla="*/ 81371 w 161789"/>
                <a:gd name="connsiteY1" fmla="*/ 3578 h 161789"/>
                <a:gd name="connsiteX2" fmla="*/ 3578 w 161789"/>
                <a:gd name="connsiteY2" fmla="*/ 81371 h 161789"/>
                <a:gd name="connsiteX3" fmla="*/ 81371 w 161789"/>
                <a:gd name="connsiteY3" fmla="*/ 159165 h 161789"/>
                <a:gd name="connsiteX4" fmla="*/ 159165 w 161789"/>
                <a:gd name="connsiteY4" fmla="*/ 81371 h 161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789" h="161789">
                  <a:moveTo>
                    <a:pt x="159165" y="81371"/>
                  </a:moveTo>
                  <a:cubicBezTo>
                    <a:pt x="159165" y="38407"/>
                    <a:pt x="124336" y="3578"/>
                    <a:pt x="81371" y="3578"/>
                  </a:cubicBezTo>
                  <a:cubicBezTo>
                    <a:pt x="38407" y="3578"/>
                    <a:pt x="3578" y="38407"/>
                    <a:pt x="3578" y="81371"/>
                  </a:cubicBezTo>
                  <a:cubicBezTo>
                    <a:pt x="3578" y="124336"/>
                    <a:pt x="38407" y="159165"/>
                    <a:pt x="81371" y="159165"/>
                  </a:cubicBezTo>
                  <a:cubicBezTo>
                    <a:pt x="124336" y="159165"/>
                    <a:pt x="159165" y="124336"/>
                    <a:pt x="159165" y="81371"/>
                  </a:cubicBezTo>
                  <a:close/>
                </a:path>
              </a:pathLst>
            </a:custGeom>
            <a:solidFill>
              <a:srgbClr val="FFFFFF"/>
            </a:solidFill>
            <a:ln w="6740" cap="flat">
              <a:noFill/>
              <a:prstDash val="solid"/>
              <a:miter/>
            </a:ln>
          </p:spPr>
          <p:txBody>
            <a:bodyPr rtlCol="0" anchor="ctr"/>
            <a:lstStyle/>
            <a:p>
              <a:endParaRPr lang="en-US"/>
            </a:p>
          </p:txBody>
        </p:sp>
        <p:sp>
          <p:nvSpPr>
            <p:cNvPr id="521" name="Rectangle 520">
              <a:extLst>
                <a:ext uri="{FF2B5EF4-FFF2-40B4-BE49-F238E27FC236}">
                  <a16:creationId xmlns:a16="http://schemas.microsoft.com/office/drawing/2014/main" id="{77BA3735-B116-4967-8EAA-591F4237FBD4}"/>
                </a:ext>
              </a:extLst>
            </p:cNvPr>
            <p:cNvSpPr/>
            <p:nvPr/>
          </p:nvSpPr>
          <p:spPr>
            <a:xfrm>
              <a:off x="2715871" y="3760894"/>
              <a:ext cx="2183802" cy="1277273"/>
            </a:xfrm>
            <a:prstGeom prst="rect">
              <a:avLst/>
            </a:prstGeom>
          </p:spPr>
          <p:txBody>
            <a:bodyPr wrap="square">
              <a:spAutoFit/>
            </a:bodyPr>
            <a:lstStyle/>
            <a:p>
              <a:pPr algn="ctr"/>
              <a:r>
                <a:rPr lang="en-US" sz="1200" b="1" dirty="0">
                  <a:latin typeface="Poppins Medium" panose="00000600000000000000" pitchFamily="2" charset="0"/>
                  <a:cs typeface="Poppins Medium" panose="00000600000000000000" pitchFamily="2" charset="0"/>
                </a:rPr>
                <a:t>MEDICATION</a:t>
              </a:r>
            </a:p>
            <a:p>
              <a:pPr algn="ctr"/>
              <a:r>
                <a:rPr lang="en-US" sz="1200" b="1" dirty="0">
                  <a:latin typeface="Poppins Medium" panose="00000600000000000000" pitchFamily="2" charset="0"/>
                  <a:cs typeface="Poppins Medium" panose="00000600000000000000" pitchFamily="2" charset="0"/>
                </a:rPr>
                <a:t>PURCHASING POWER: </a:t>
              </a:r>
            </a:p>
            <a:p>
              <a:pPr algn="ctr"/>
              <a:endParaRPr lang="en-US" sz="1100" dirty="0">
                <a:latin typeface="Poppins Light" panose="00000400000000000000" pitchFamily="2" charset="0"/>
                <a:cs typeface="Poppins Light" panose="00000400000000000000" pitchFamily="2" charset="0"/>
              </a:endParaRPr>
            </a:p>
            <a:p>
              <a:pPr algn="ctr"/>
              <a:r>
                <a:rPr lang="en-US" sz="1050" dirty="0">
                  <a:latin typeface="Poppins Light" panose="00000400000000000000" pitchFamily="2" charset="0"/>
                  <a:cs typeface="Poppins Light" panose="00000400000000000000" pitchFamily="2" charset="0"/>
                </a:rPr>
                <a:t>Direct purchasing relationships manufactures and customers always pay wholesale with NO mark-up.</a:t>
              </a:r>
            </a:p>
          </p:txBody>
        </p:sp>
        <p:pic>
          <p:nvPicPr>
            <p:cNvPr id="522" name="Picture 521">
              <a:extLst>
                <a:ext uri="{FF2B5EF4-FFF2-40B4-BE49-F238E27FC236}">
                  <a16:creationId xmlns:a16="http://schemas.microsoft.com/office/drawing/2014/main" id="{BC3DD5DE-5302-436F-9BB6-D52A6F296A51}"/>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598689" y="1999178"/>
              <a:ext cx="428400" cy="428400"/>
            </a:xfrm>
            <a:prstGeom prst="rect">
              <a:avLst/>
            </a:prstGeom>
          </p:spPr>
        </p:pic>
      </p:grpSp>
      <p:grpSp>
        <p:nvGrpSpPr>
          <p:cNvPr id="531" name="Group 530">
            <a:extLst>
              <a:ext uri="{FF2B5EF4-FFF2-40B4-BE49-F238E27FC236}">
                <a16:creationId xmlns:a16="http://schemas.microsoft.com/office/drawing/2014/main" id="{8B4F8125-08E8-4973-B4F7-AC6752F4BE7D}"/>
              </a:ext>
            </a:extLst>
          </p:cNvPr>
          <p:cNvGrpSpPr/>
          <p:nvPr/>
        </p:nvGrpSpPr>
        <p:grpSpPr>
          <a:xfrm>
            <a:off x="7292384" y="-7834756"/>
            <a:ext cx="2227696" cy="4640249"/>
            <a:chOff x="7292384" y="1484492"/>
            <a:chExt cx="2227696" cy="4640249"/>
          </a:xfrm>
        </p:grpSpPr>
        <p:sp>
          <p:nvSpPr>
            <p:cNvPr id="532" name="Rectangle: Rounded Corners 531">
              <a:extLst>
                <a:ext uri="{FF2B5EF4-FFF2-40B4-BE49-F238E27FC236}">
                  <a16:creationId xmlns:a16="http://schemas.microsoft.com/office/drawing/2014/main" id="{A8257D82-9FAA-4BD6-AD03-2E260CA9287D}"/>
                </a:ext>
              </a:extLst>
            </p:cNvPr>
            <p:cNvSpPr/>
            <p:nvPr/>
          </p:nvSpPr>
          <p:spPr>
            <a:xfrm>
              <a:off x="7292384" y="3823837"/>
              <a:ext cx="2227696" cy="2300904"/>
            </a:xfrm>
            <a:prstGeom prst="roundRect">
              <a:avLst>
                <a:gd name="adj" fmla="val 4730"/>
              </a:avLst>
            </a:prstGeom>
            <a:solidFill>
              <a:schemeClr val="bg1">
                <a:alpha val="0"/>
              </a:schemeClr>
            </a:solidFill>
            <a:ln>
              <a:gradFill>
                <a:gsLst>
                  <a:gs pos="0">
                    <a:schemeClr val="bg1">
                      <a:lumMod val="85000"/>
                      <a:alpha val="0"/>
                    </a:schemeClr>
                  </a:gs>
                  <a:gs pos="100000">
                    <a:schemeClr val="bg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Freeform: Shape 532">
              <a:extLst>
                <a:ext uri="{FF2B5EF4-FFF2-40B4-BE49-F238E27FC236}">
                  <a16:creationId xmlns:a16="http://schemas.microsoft.com/office/drawing/2014/main" id="{E330A3EA-041F-4598-8157-64E575DD3A7A}"/>
                </a:ext>
              </a:extLst>
            </p:cNvPr>
            <p:cNvSpPr/>
            <p:nvPr/>
          </p:nvSpPr>
          <p:spPr>
            <a:xfrm>
              <a:off x="8337390" y="3272270"/>
              <a:ext cx="114601" cy="114601"/>
            </a:xfrm>
            <a:custGeom>
              <a:avLst/>
              <a:gdLst>
                <a:gd name="connsiteX0" fmla="*/ 112920 w 114601"/>
                <a:gd name="connsiteY0" fmla="*/ 58316 h 114601"/>
                <a:gd name="connsiteX1" fmla="*/ 58316 w 114601"/>
                <a:gd name="connsiteY1" fmla="*/ 3578 h 114601"/>
                <a:gd name="connsiteX2" fmla="*/ 3578 w 114601"/>
                <a:gd name="connsiteY2" fmla="*/ 58181 h 114601"/>
                <a:gd name="connsiteX3" fmla="*/ 58181 w 114601"/>
                <a:gd name="connsiteY3" fmla="*/ 112920 h 114601"/>
                <a:gd name="connsiteX4" fmla="*/ 58249 w 114601"/>
                <a:gd name="connsiteY4" fmla="*/ 112920 h 114601"/>
                <a:gd name="connsiteX5" fmla="*/ 112920 w 114601"/>
                <a:gd name="connsiteY5" fmla="*/ 58316 h 11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601" h="114601">
                  <a:moveTo>
                    <a:pt x="112920" y="58316"/>
                  </a:moveTo>
                  <a:cubicBezTo>
                    <a:pt x="112957" y="28122"/>
                    <a:pt x="88510" y="3615"/>
                    <a:pt x="58316" y="3578"/>
                  </a:cubicBezTo>
                  <a:cubicBezTo>
                    <a:pt x="28122" y="3541"/>
                    <a:pt x="3615" y="27987"/>
                    <a:pt x="3578" y="58181"/>
                  </a:cubicBezTo>
                  <a:cubicBezTo>
                    <a:pt x="3541" y="88376"/>
                    <a:pt x="27987" y="112883"/>
                    <a:pt x="58181" y="112920"/>
                  </a:cubicBezTo>
                  <a:cubicBezTo>
                    <a:pt x="58204" y="112920"/>
                    <a:pt x="58227" y="112920"/>
                    <a:pt x="58249" y="112920"/>
                  </a:cubicBezTo>
                  <a:cubicBezTo>
                    <a:pt x="88417" y="112920"/>
                    <a:pt x="112883" y="88484"/>
                    <a:pt x="112920" y="58316"/>
                  </a:cubicBezTo>
                  <a:close/>
                </a:path>
              </a:pathLst>
            </a:custGeom>
            <a:solidFill>
              <a:srgbClr val="ADADAD"/>
            </a:solidFill>
            <a:ln w="6740" cap="flat">
              <a:noFill/>
              <a:prstDash val="solid"/>
              <a:miter/>
            </a:ln>
          </p:spPr>
          <p:txBody>
            <a:bodyPr rtlCol="0" anchor="ctr"/>
            <a:lstStyle/>
            <a:p>
              <a:endParaRPr lang="en-US"/>
            </a:p>
          </p:txBody>
        </p:sp>
        <p:sp>
          <p:nvSpPr>
            <p:cNvPr id="534" name="Freeform: Shape 533">
              <a:extLst>
                <a:ext uri="{FF2B5EF4-FFF2-40B4-BE49-F238E27FC236}">
                  <a16:creationId xmlns:a16="http://schemas.microsoft.com/office/drawing/2014/main" id="{66527C6C-35B5-431C-BAD8-4C85777D8222}"/>
                </a:ext>
              </a:extLst>
            </p:cNvPr>
            <p:cNvSpPr/>
            <p:nvPr/>
          </p:nvSpPr>
          <p:spPr>
            <a:xfrm>
              <a:off x="8312654" y="3247126"/>
              <a:ext cx="161790" cy="161790"/>
            </a:xfrm>
            <a:custGeom>
              <a:avLst/>
              <a:gdLst>
                <a:gd name="connsiteX0" fmla="*/ 160914 w 161789"/>
                <a:gd name="connsiteY0" fmla="*/ 83124 h 161789"/>
                <a:gd name="connsiteX1" fmla="*/ 83125 w 161789"/>
                <a:gd name="connsiteY1" fmla="*/ 3583 h 161789"/>
                <a:gd name="connsiteX2" fmla="*/ 3583 w 161789"/>
                <a:gd name="connsiteY2" fmla="*/ 81372 h 161789"/>
                <a:gd name="connsiteX3" fmla="*/ 81372 w 161789"/>
                <a:gd name="connsiteY3" fmla="*/ 160913 h 161789"/>
                <a:gd name="connsiteX4" fmla="*/ 82311 w 161789"/>
                <a:gd name="connsiteY4" fmla="*/ 160918 h 161789"/>
                <a:gd name="connsiteX5" fmla="*/ 160914 w 161789"/>
                <a:gd name="connsiteY5" fmla="*/ 83127 h 161789"/>
                <a:gd name="connsiteX6" fmla="*/ 160914 w 161789"/>
                <a:gd name="connsiteY6" fmla="*/ 83125 h 161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89" h="161789">
                  <a:moveTo>
                    <a:pt x="160914" y="83124"/>
                  </a:moveTo>
                  <a:cubicBezTo>
                    <a:pt x="161398" y="39678"/>
                    <a:pt x="126571" y="4066"/>
                    <a:pt x="83125" y="3583"/>
                  </a:cubicBezTo>
                  <a:cubicBezTo>
                    <a:pt x="39679" y="3099"/>
                    <a:pt x="4067" y="37926"/>
                    <a:pt x="3583" y="81372"/>
                  </a:cubicBezTo>
                  <a:cubicBezTo>
                    <a:pt x="3099" y="124818"/>
                    <a:pt x="37926" y="160430"/>
                    <a:pt x="81372" y="160913"/>
                  </a:cubicBezTo>
                  <a:cubicBezTo>
                    <a:pt x="81684" y="160917"/>
                    <a:pt x="81998" y="160918"/>
                    <a:pt x="82311" y="160918"/>
                  </a:cubicBezTo>
                  <a:cubicBezTo>
                    <a:pt x="125498" y="161142"/>
                    <a:pt x="160690" y="126314"/>
                    <a:pt x="160914" y="83127"/>
                  </a:cubicBezTo>
                  <a:cubicBezTo>
                    <a:pt x="160914" y="83126"/>
                    <a:pt x="160914" y="83125"/>
                    <a:pt x="160914" y="83125"/>
                  </a:cubicBezTo>
                  <a:close/>
                </a:path>
              </a:pathLst>
            </a:custGeom>
            <a:solidFill>
              <a:srgbClr val="FFFFFF"/>
            </a:solidFill>
            <a:ln w="6740" cap="flat">
              <a:noFill/>
              <a:prstDash val="solid"/>
              <a:miter/>
            </a:ln>
          </p:spPr>
          <p:txBody>
            <a:bodyPr rtlCol="0" anchor="ctr"/>
            <a:lstStyle/>
            <a:p>
              <a:endParaRPr lang="en-US"/>
            </a:p>
          </p:txBody>
        </p:sp>
        <p:sp>
          <p:nvSpPr>
            <p:cNvPr id="535" name="Freeform: Shape 534">
              <a:extLst>
                <a:ext uri="{FF2B5EF4-FFF2-40B4-BE49-F238E27FC236}">
                  <a16:creationId xmlns:a16="http://schemas.microsoft.com/office/drawing/2014/main" id="{983914F6-BF47-46F3-8CD5-B0B1B390C6E8}"/>
                </a:ext>
              </a:extLst>
            </p:cNvPr>
            <p:cNvSpPr/>
            <p:nvPr/>
          </p:nvSpPr>
          <p:spPr>
            <a:xfrm>
              <a:off x="7661639" y="1484492"/>
              <a:ext cx="1462849" cy="1462850"/>
            </a:xfrm>
            <a:custGeom>
              <a:avLst/>
              <a:gdLst>
                <a:gd name="connsiteX0" fmla="*/ 734943 w 1462848"/>
                <a:gd name="connsiteY0" fmla="*/ 86294 h 1462849"/>
                <a:gd name="connsiteX1" fmla="*/ 87160 w 1462848"/>
                <a:gd name="connsiteY1" fmla="*/ 732828 h 1462849"/>
                <a:gd name="connsiteX2" fmla="*/ 733693 w 1462848"/>
                <a:gd name="connsiteY2" fmla="*/ 1380612 h 1462849"/>
                <a:gd name="connsiteX3" fmla="*/ 1381476 w 1462848"/>
                <a:gd name="connsiteY3" fmla="*/ 734078 h 1462849"/>
                <a:gd name="connsiteX4" fmla="*/ 1057646 w 1462848"/>
                <a:gd name="connsiteY4" fmla="*/ 172851 h 1462849"/>
                <a:gd name="connsiteX5" fmla="*/ 734943 w 1462848"/>
                <a:gd name="connsiteY5" fmla="*/ 86294 h 1462849"/>
                <a:gd name="connsiteX6" fmla="*/ 417431 w 1462848"/>
                <a:gd name="connsiteY6" fmla="*/ 1281786 h 1462849"/>
                <a:gd name="connsiteX7" fmla="*/ 424779 w 1462848"/>
                <a:gd name="connsiteY7" fmla="*/ 1269112 h 1462849"/>
                <a:gd name="connsiteX8" fmla="*/ 198494 w 1462848"/>
                <a:gd name="connsiteY8" fmla="*/ 424580 h 1462849"/>
                <a:gd name="connsiteX9" fmla="*/ 1043025 w 1462848"/>
                <a:gd name="connsiteY9" fmla="*/ 198295 h 1462849"/>
                <a:gd name="connsiteX10" fmla="*/ 1269321 w 1462848"/>
                <a:gd name="connsiteY10" fmla="*/ 1042809 h 1462849"/>
                <a:gd name="connsiteX11" fmla="*/ 424779 w 1462848"/>
                <a:gd name="connsiteY11" fmla="*/ 1269112 h 1462849"/>
                <a:gd name="connsiteX12" fmla="*/ 735078 w 1462848"/>
                <a:gd name="connsiteY12" fmla="*/ 3579 h 1462849"/>
                <a:gd name="connsiteX13" fmla="*/ 3579 w 1462848"/>
                <a:gd name="connsiteY13" fmla="*/ 732500 h 1462849"/>
                <a:gd name="connsiteX14" fmla="*/ 732499 w 1462848"/>
                <a:gd name="connsiteY14" fmla="*/ 1463999 h 1462849"/>
                <a:gd name="connsiteX15" fmla="*/ 1463998 w 1462848"/>
                <a:gd name="connsiteY15" fmla="*/ 735078 h 1462849"/>
                <a:gd name="connsiteX16" fmla="*/ 1099105 w 1462848"/>
                <a:gd name="connsiteY16" fmla="*/ 101529 h 1462849"/>
                <a:gd name="connsiteX17" fmla="*/ 735078 w 1462848"/>
                <a:gd name="connsiteY17" fmla="*/ 3579 h 1462849"/>
                <a:gd name="connsiteX18" fmla="*/ 732719 w 1462848"/>
                <a:gd name="connsiteY18" fmla="*/ 1435014 h 1462849"/>
                <a:gd name="connsiteX19" fmla="*/ 32474 w 1462848"/>
                <a:gd name="connsiteY19" fmla="*/ 734160 h 1462849"/>
                <a:gd name="connsiteX20" fmla="*/ 733328 w 1462848"/>
                <a:gd name="connsiteY20" fmla="*/ 33915 h 1462849"/>
                <a:gd name="connsiteX21" fmla="*/ 1433573 w 1462848"/>
                <a:gd name="connsiteY21" fmla="*/ 734769 h 1462849"/>
                <a:gd name="connsiteX22" fmla="*/ 1339094 w 1462848"/>
                <a:gd name="connsiteY22" fmla="*/ 1085818 h 1462849"/>
                <a:gd name="connsiteX23" fmla="*/ 732989 w 1462848"/>
                <a:gd name="connsiteY23" fmla="*/ 1435284 h 1462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62848" h="1462849">
                  <a:moveTo>
                    <a:pt x="734943" y="86294"/>
                  </a:moveTo>
                  <a:cubicBezTo>
                    <a:pt x="377527" y="85948"/>
                    <a:pt x="87504" y="375412"/>
                    <a:pt x="87160" y="732828"/>
                  </a:cubicBezTo>
                  <a:cubicBezTo>
                    <a:pt x="86815" y="1090244"/>
                    <a:pt x="376277" y="1380267"/>
                    <a:pt x="733693" y="1380612"/>
                  </a:cubicBezTo>
                  <a:cubicBezTo>
                    <a:pt x="1091109" y="1380957"/>
                    <a:pt x="1381132" y="1091494"/>
                    <a:pt x="1381476" y="734078"/>
                  </a:cubicBezTo>
                  <a:cubicBezTo>
                    <a:pt x="1381700" y="502543"/>
                    <a:pt x="1258213" y="288529"/>
                    <a:pt x="1057646" y="172851"/>
                  </a:cubicBezTo>
                  <a:cubicBezTo>
                    <a:pt x="959496" y="116283"/>
                    <a:pt x="848228" y="86438"/>
                    <a:pt x="734943" y="86294"/>
                  </a:cubicBezTo>
                  <a:close/>
                  <a:moveTo>
                    <a:pt x="417431" y="1281786"/>
                  </a:moveTo>
                  <a:lnTo>
                    <a:pt x="424779" y="1269112"/>
                  </a:lnTo>
                  <a:cubicBezTo>
                    <a:pt x="129081" y="1098388"/>
                    <a:pt x="27770" y="720278"/>
                    <a:pt x="198494" y="424580"/>
                  </a:cubicBezTo>
                  <a:cubicBezTo>
                    <a:pt x="369218" y="128882"/>
                    <a:pt x="747328" y="27571"/>
                    <a:pt x="1043025" y="198295"/>
                  </a:cubicBezTo>
                  <a:cubicBezTo>
                    <a:pt x="1338716" y="369015"/>
                    <a:pt x="1440031" y="747112"/>
                    <a:pt x="1269321" y="1042809"/>
                  </a:cubicBezTo>
                  <a:cubicBezTo>
                    <a:pt x="1098578" y="1338488"/>
                    <a:pt x="720489" y="1439801"/>
                    <a:pt x="424779" y="1269112"/>
                  </a:cubicBezTo>
                  <a:close/>
                  <a:moveTo>
                    <a:pt x="735078" y="3579"/>
                  </a:moveTo>
                  <a:cubicBezTo>
                    <a:pt x="331794" y="2867"/>
                    <a:pt x="4291" y="329216"/>
                    <a:pt x="3579" y="732500"/>
                  </a:cubicBezTo>
                  <a:cubicBezTo>
                    <a:pt x="2867" y="1135784"/>
                    <a:pt x="329215" y="1463287"/>
                    <a:pt x="732499" y="1463999"/>
                  </a:cubicBezTo>
                  <a:cubicBezTo>
                    <a:pt x="1135783" y="1464711"/>
                    <a:pt x="1463286" y="1138362"/>
                    <a:pt x="1463998" y="735078"/>
                  </a:cubicBezTo>
                  <a:cubicBezTo>
                    <a:pt x="1464459" y="473825"/>
                    <a:pt x="1325312" y="232231"/>
                    <a:pt x="1099105" y="101529"/>
                  </a:cubicBezTo>
                  <a:cubicBezTo>
                    <a:pt x="988415" y="37609"/>
                    <a:pt x="862897" y="3836"/>
                    <a:pt x="735078" y="3579"/>
                  </a:cubicBezTo>
                  <a:close/>
                  <a:moveTo>
                    <a:pt x="732719" y="1435014"/>
                  </a:moveTo>
                  <a:cubicBezTo>
                    <a:pt x="345816" y="1434846"/>
                    <a:pt x="32306" y="1121063"/>
                    <a:pt x="32474" y="734160"/>
                  </a:cubicBezTo>
                  <a:cubicBezTo>
                    <a:pt x="32643" y="347257"/>
                    <a:pt x="346426" y="33746"/>
                    <a:pt x="733328" y="33915"/>
                  </a:cubicBezTo>
                  <a:cubicBezTo>
                    <a:pt x="1120231" y="34083"/>
                    <a:pt x="1433742" y="347866"/>
                    <a:pt x="1433573" y="734769"/>
                  </a:cubicBezTo>
                  <a:cubicBezTo>
                    <a:pt x="1433519" y="858060"/>
                    <a:pt x="1400928" y="979154"/>
                    <a:pt x="1339094" y="1085818"/>
                  </a:cubicBezTo>
                  <a:cubicBezTo>
                    <a:pt x="1214445" y="1302668"/>
                    <a:pt x="983110" y="1436051"/>
                    <a:pt x="732989" y="1435284"/>
                  </a:cubicBezTo>
                  <a:close/>
                </a:path>
              </a:pathLst>
            </a:custGeom>
            <a:solidFill>
              <a:srgbClr val="D9D9D9"/>
            </a:solidFill>
            <a:ln w="6740" cap="flat">
              <a:noFill/>
              <a:prstDash val="solid"/>
              <a:miter/>
            </a:ln>
          </p:spPr>
          <p:txBody>
            <a:bodyPr rtlCol="0" anchor="ctr"/>
            <a:lstStyle/>
            <a:p>
              <a:endParaRPr lang="en-US"/>
            </a:p>
          </p:txBody>
        </p:sp>
        <p:sp>
          <p:nvSpPr>
            <p:cNvPr id="536" name="Freeform: Shape 535">
              <a:extLst>
                <a:ext uri="{FF2B5EF4-FFF2-40B4-BE49-F238E27FC236}">
                  <a16:creationId xmlns:a16="http://schemas.microsoft.com/office/drawing/2014/main" id="{C553190D-98FE-40A6-9786-D6B08B4EC45D}"/>
                </a:ext>
              </a:extLst>
            </p:cNvPr>
            <p:cNvSpPr/>
            <p:nvPr/>
          </p:nvSpPr>
          <p:spPr>
            <a:xfrm>
              <a:off x="7921793" y="1744975"/>
              <a:ext cx="943773" cy="943774"/>
            </a:xfrm>
            <a:custGeom>
              <a:avLst/>
              <a:gdLst>
                <a:gd name="connsiteX0" fmla="*/ 944114 w 943773"/>
                <a:gd name="connsiteY0" fmla="*/ 472970 h 943773"/>
                <a:gd name="connsiteX1" fmla="*/ 472970 w 943773"/>
                <a:gd name="connsiteY1" fmla="*/ 3578 h 943773"/>
                <a:gd name="connsiteX2" fmla="*/ 3578 w 943773"/>
                <a:gd name="connsiteY2" fmla="*/ 474723 h 943773"/>
                <a:gd name="connsiteX3" fmla="*/ 473846 w 943773"/>
                <a:gd name="connsiteY3" fmla="*/ 944116 h 943773"/>
                <a:gd name="connsiteX4" fmla="*/ 944114 w 943773"/>
                <a:gd name="connsiteY4" fmla="*/ 473038 h 943773"/>
                <a:gd name="connsiteX5" fmla="*/ 944114 w 943773"/>
                <a:gd name="connsiteY5" fmla="*/ 472970 h 94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3773" h="943773">
                  <a:moveTo>
                    <a:pt x="944114" y="472970"/>
                  </a:moveTo>
                  <a:cubicBezTo>
                    <a:pt x="943631" y="213248"/>
                    <a:pt x="732692" y="3094"/>
                    <a:pt x="472970" y="3578"/>
                  </a:cubicBezTo>
                  <a:cubicBezTo>
                    <a:pt x="213248" y="4062"/>
                    <a:pt x="3095" y="215001"/>
                    <a:pt x="3578" y="474723"/>
                  </a:cubicBezTo>
                  <a:cubicBezTo>
                    <a:pt x="4061" y="734103"/>
                    <a:pt x="214466" y="944115"/>
                    <a:pt x="473846" y="944116"/>
                  </a:cubicBezTo>
                  <a:cubicBezTo>
                    <a:pt x="733791" y="943892"/>
                    <a:pt x="944337" y="732984"/>
                    <a:pt x="944114" y="473038"/>
                  </a:cubicBezTo>
                  <a:cubicBezTo>
                    <a:pt x="944114" y="473016"/>
                    <a:pt x="944114" y="472993"/>
                    <a:pt x="944114" y="472970"/>
                  </a:cubicBezTo>
                  <a:close/>
                </a:path>
              </a:pathLst>
            </a:custGeom>
            <a:solidFill>
              <a:srgbClr val="ED174F"/>
            </a:solidFill>
            <a:ln w="6740" cap="flat">
              <a:noFill/>
              <a:prstDash val="solid"/>
              <a:miter/>
            </a:ln>
          </p:spPr>
          <p:txBody>
            <a:bodyPr rtlCol="0" anchor="ctr"/>
            <a:lstStyle/>
            <a:p>
              <a:endParaRPr lang="en-US"/>
            </a:p>
          </p:txBody>
        </p:sp>
        <p:sp>
          <p:nvSpPr>
            <p:cNvPr id="537" name="Rectangle 536">
              <a:extLst>
                <a:ext uri="{FF2B5EF4-FFF2-40B4-BE49-F238E27FC236}">
                  <a16:creationId xmlns:a16="http://schemas.microsoft.com/office/drawing/2014/main" id="{957E8456-2FB0-41BE-AE20-AA2F8F1B3C1F}"/>
                </a:ext>
              </a:extLst>
            </p:cNvPr>
            <p:cNvSpPr/>
            <p:nvPr/>
          </p:nvSpPr>
          <p:spPr>
            <a:xfrm>
              <a:off x="7304149" y="3760894"/>
              <a:ext cx="2183802" cy="2215991"/>
            </a:xfrm>
            <a:prstGeom prst="rect">
              <a:avLst/>
            </a:prstGeom>
          </p:spPr>
          <p:txBody>
            <a:bodyPr wrap="square">
              <a:spAutoFit/>
            </a:bodyPr>
            <a:lstStyle/>
            <a:p>
              <a:pPr algn="ctr"/>
              <a:r>
                <a:rPr lang="en-US" sz="1200" b="1" dirty="0">
                  <a:latin typeface="Poppins Medium" panose="00000600000000000000" pitchFamily="2" charset="0"/>
                  <a:cs typeface="Poppins Medium" panose="00000600000000000000" pitchFamily="2" charset="0"/>
                </a:rPr>
                <a:t>SHIPPING: </a:t>
              </a:r>
            </a:p>
            <a:p>
              <a:pPr algn="ctr"/>
              <a:endParaRPr lang="en-US" sz="1100" dirty="0">
                <a:latin typeface="Poppins Light" panose="00000400000000000000" pitchFamily="2" charset="0"/>
                <a:cs typeface="Poppins Light" panose="00000400000000000000" pitchFamily="2" charset="0"/>
              </a:endParaRPr>
            </a:p>
            <a:p>
              <a:pPr algn="ctr"/>
              <a:r>
                <a:rPr lang="en-US" sz="1050" dirty="0">
                  <a:latin typeface="Poppins Light" panose="00000400000000000000" pitchFamily="2" charset="0"/>
                  <a:cs typeface="Poppins Light" panose="00000400000000000000" pitchFamily="2" charset="0"/>
                </a:rPr>
                <a:t>The first script written for a patient is always overnighted, refills are filled on the 27th day to ensure that patients do not receive medication late or run out. If you have a special need like a surgical patient simply let the pharmacy know through a note from the EMR script Transfer and we can expedite shipping.</a:t>
              </a:r>
            </a:p>
          </p:txBody>
        </p:sp>
        <p:pic>
          <p:nvPicPr>
            <p:cNvPr id="538" name="Picture 537">
              <a:extLst>
                <a:ext uri="{FF2B5EF4-FFF2-40B4-BE49-F238E27FC236}">
                  <a16:creationId xmlns:a16="http://schemas.microsoft.com/office/drawing/2014/main" id="{6D90A6F8-BC5F-48E1-B704-F964C4447550}"/>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187676" y="1999178"/>
              <a:ext cx="428400" cy="428400"/>
            </a:xfrm>
            <a:prstGeom prst="rect">
              <a:avLst/>
            </a:prstGeom>
          </p:spPr>
        </p:pic>
      </p:grpSp>
      <p:pic>
        <p:nvPicPr>
          <p:cNvPr id="5" name="Picture 4">
            <a:extLst>
              <a:ext uri="{FF2B5EF4-FFF2-40B4-BE49-F238E27FC236}">
                <a16:creationId xmlns:a16="http://schemas.microsoft.com/office/drawing/2014/main" id="{129289EE-4F8B-D2CF-1E61-EC9A8751F3C5}"/>
              </a:ext>
            </a:extLst>
          </p:cNvPr>
          <p:cNvPicPr>
            <a:picLocks noChangeAspect="1"/>
          </p:cNvPicPr>
          <p:nvPr/>
        </p:nvPicPr>
        <p:blipFill rotWithShape="1">
          <a:blip r:embed="rId10"/>
          <a:srcRect r="54857"/>
          <a:stretch/>
        </p:blipFill>
        <p:spPr>
          <a:xfrm>
            <a:off x="8451991" y="43118623"/>
            <a:ext cx="3740009" cy="4628461"/>
          </a:xfrm>
          <a:prstGeom prst="rect">
            <a:avLst/>
          </a:prstGeom>
        </p:spPr>
      </p:pic>
      <p:sp>
        <p:nvSpPr>
          <p:cNvPr id="7" name="Freeform: Shape 6">
            <a:extLst>
              <a:ext uri="{FF2B5EF4-FFF2-40B4-BE49-F238E27FC236}">
                <a16:creationId xmlns:a16="http://schemas.microsoft.com/office/drawing/2014/main" id="{82F6C587-E38C-FA9C-8812-0741168014E7}"/>
              </a:ext>
            </a:extLst>
          </p:cNvPr>
          <p:cNvSpPr/>
          <p:nvPr/>
        </p:nvSpPr>
        <p:spPr>
          <a:xfrm>
            <a:off x="3665454" y="43915574"/>
            <a:ext cx="7152453" cy="438181"/>
          </a:xfrm>
          <a:custGeom>
            <a:avLst/>
            <a:gdLst>
              <a:gd name="connsiteX0" fmla="*/ 3886653 w 7152453"/>
              <a:gd name="connsiteY0" fmla="*/ 316838 h 438180"/>
              <a:gd name="connsiteX1" fmla="*/ 4600483 w 7152453"/>
              <a:gd name="connsiteY1" fmla="*/ 316838 h 438180"/>
              <a:gd name="connsiteX2" fmla="*/ 4737516 w 7152453"/>
              <a:gd name="connsiteY2" fmla="*/ 435298 h 438180"/>
              <a:gd name="connsiteX3" fmla="*/ 4855976 w 7152453"/>
              <a:gd name="connsiteY3" fmla="*/ 316838 h 438180"/>
              <a:gd name="connsiteX4" fmla="*/ 6898572 w 7152453"/>
              <a:gd name="connsiteY4" fmla="*/ 316838 h 438180"/>
              <a:gd name="connsiteX5" fmla="*/ 7038520 w 7152453"/>
              <a:gd name="connsiteY5" fmla="*/ 431839 h 438180"/>
              <a:gd name="connsiteX6" fmla="*/ 7153521 w 7152453"/>
              <a:gd name="connsiteY6" fmla="*/ 291891 h 438180"/>
              <a:gd name="connsiteX7" fmla="*/ 7038520 w 7152453"/>
              <a:gd name="connsiteY7" fmla="*/ 176890 h 438180"/>
              <a:gd name="connsiteX8" fmla="*/ 7038520 w 7152453"/>
              <a:gd name="connsiteY8" fmla="*/ 17526 h 438180"/>
              <a:gd name="connsiteX9" fmla="*/ 7027494 w 7152453"/>
              <a:gd name="connsiteY9" fmla="*/ 4253 h 438180"/>
              <a:gd name="connsiteX10" fmla="*/ 7014318 w 7152453"/>
              <a:gd name="connsiteY10" fmla="*/ 14493 h 438180"/>
              <a:gd name="connsiteX11" fmla="*/ 7014318 w 7152453"/>
              <a:gd name="connsiteY11" fmla="*/ 17526 h 438180"/>
              <a:gd name="connsiteX12" fmla="*/ 7014318 w 7152453"/>
              <a:gd name="connsiteY12" fmla="*/ 176688 h 438180"/>
              <a:gd name="connsiteX13" fmla="*/ 6899246 w 7152453"/>
              <a:gd name="connsiteY13" fmla="*/ 292300 h 438180"/>
              <a:gd name="connsiteX14" fmla="*/ 4856650 w 7152453"/>
              <a:gd name="connsiteY14" fmla="*/ 292300 h 438180"/>
              <a:gd name="connsiteX15" fmla="*/ 4741106 w 7152453"/>
              <a:gd name="connsiteY15" fmla="*/ 176687 h 438180"/>
              <a:gd name="connsiteX16" fmla="*/ 4741106 w 7152453"/>
              <a:gd name="connsiteY16" fmla="*/ 17324 h 438180"/>
              <a:gd name="connsiteX17" fmla="*/ 4730488 w 7152453"/>
              <a:gd name="connsiteY17" fmla="*/ 3673 h 438180"/>
              <a:gd name="connsiteX18" fmla="*/ 4716837 w 7152453"/>
              <a:gd name="connsiteY18" fmla="*/ 14291 h 438180"/>
              <a:gd name="connsiteX19" fmla="*/ 4716837 w 7152453"/>
              <a:gd name="connsiteY19" fmla="*/ 17324 h 438180"/>
              <a:gd name="connsiteX20" fmla="*/ 4716837 w 7152453"/>
              <a:gd name="connsiteY20" fmla="*/ 176688 h 438180"/>
              <a:gd name="connsiteX21" fmla="*/ 4601292 w 7152453"/>
              <a:gd name="connsiteY21" fmla="*/ 292300 h 438180"/>
              <a:gd name="connsiteX22" fmla="*/ 2557888 w 7152453"/>
              <a:gd name="connsiteY22" fmla="*/ 292300 h 438180"/>
              <a:gd name="connsiteX23" fmla="*/ 2442343 w 7152453"/>
              <a:gd name="connsiteY23" fmla="*/ 176687 h 438180"/>
              <a:gd name="connsiteX24" fmla="*/ 2442343 w 7152453"/>
              <a:gd name="connsiteY24" fmla="*/ 17324 h 438180"/>
              <a:gd name="connsiteX25" fmla="*/ 2431726 w 7152453"/>
              <a:gd name="connsiteY25" fmla="*/ 3673 h 438180"/>
              <a:gd name="connsiteX26" fmla="*/ 2418075 w 7152453"/>
              <a:gd name="connsiteY26" fmla="*/ 14291 h 438180"/>
              <a:gd name="connsiteX27" fmla="*/ 2418075 w 7152453"/>
              <a:gd name="connsiteY27" fmla="*/ 17324 h 438180"/>
              <a:gd name="connsiteX28" fmla="*/ 2418075 w 7152453"/>
              <a:gd name="connsiteY28" fmla="*/ 176688 h 438180"/>
              <a:gd name="connsiteX29" fmla="*/ 2302530 w 7152453"/>
              <a:gd name="connsiteY29" fmla="*/ 292300 h 438180"/>
              <a:gd name="connsiteX30" fmla="*/ 259126 w 7152453"/>
              <a:gd name="connsiteY30" fmla="*/ 292300 h 438180"/>
              <a:gd name="connsiteX31" fmla="*/ 143581 w 7152453"/>
              <a:gd name="connsiteY31" fmla="*/ 176687 h 438180"/>
              <a:gd name="connsiteX32" fmla="*/ 143581 w 7152453"/>
              <a:gd name="connsiteY32" fmla="*/ 17324 h 438180"/>
              <a:gd name="connsiteX33" fmla="*/ 132963 w 7152453"/>
              <a:gd name="connsiteY33" fmla="*/ 3673 h 438180"/>
              <a:gd name="connsiteX34" fmla="*/ 119312 w 7152453"/>
              <a:gd name="connsiteY34" fmla="*/ 14291 h 438180"/>
              <a:gd name="connsiteX35" fmla="*/ 119312 w 7152453"/>
              <a:gd name="connsiteY35" fmla="*/ 17324 h 438180"/>
              <a:gd name="connsiteX36" fmla="*/ 119313 w 7152453"/>
              <a:gd name="connsiteY36" fmla="*/ 176688 h 438180"/>
              <a:gd name="connsiteX37" fmla="*/ 4184 w 7152453"/>
              <a:gd name="connsiteY37" fmla="*/ 316531 h 438180"/>
              <a:gd name="connsiteX38" fmla="*/ 144027 w 7152453"/>
              <a:gd name="connsiteY38" fmla="*/ 431659 h 438180"/>
              <a:gd name="connsiteX39" fmla="*/ 259126 w 7152453"/>
              <a:gd name="connsiteY39" fmla="*/ 316838 h 438180"/>
              <a:gd name="connsiteX40" fmla="*/ 2302328 w 7152453"/>
              <a:gd name="connsiteY40" fmla="*/ 316838 h 438180"/>
              <a:gd name="connsiteX41" fmla="*/ 2439361 w 7152453"/>
              <a:gd name="connsiteY41" fmla="*/ 435298 h 438180"/>
              <a:gd name="connsiteX42" fmla="*/ 2557821 w 7152453"/>
              <a:gd name="connsiteY42" fmla="*/ 316838 h 438180"/>
              <a:gd name="connsiteX43" fmla="*/ 3862250 w 7152453"/>
              <a:gd name="connsiteY43" fmla="*/ 316838 h 438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152453" h="438180">
                <a:moveTo>
                  <a:pt x="3886653" y="316838"/>
                </a:moveTo>
                <a:lnTo>
                  <a:pt x="4600483" y="316838"/>
                </a:lnTo>
                <a:cubicBezTo>
                  <a:pt x="4605612" y="387390"/>
                  <a:pt x="4666963" y="440427"/>
                  <a:pt x="4737516" y="435298"/>
                </a:cubicBezTo>
                <a:cubicBezTo>
                  <a:pt x="4800932" y="430688"/>
                  <a:pt x="4851367" y="380254"/>
                  <a:pt x="4855976" y="316838"/>
                </a:cubicBezTo>
                <a:lnTo>
                  <a:pt x="6898572" y="316838"/>
                </a:lnTo>
                <a:cubicBezTo>
                  <a:pt x="6905460" y="387240"/>
                  <a:pt x="6968117" y="438728"/>
                  <a:pt x="7038520" y="431839"/>
                </a:cubicBezTo>
                <a:cubicBezTo>
                  <a:pt x="7108922" y="424950"/>
                  <a:pt x="7160410" y="362293"/>
                  <a:pt x="7153521" y="291891"/>
                </a:cubicBezTo>
                <a:cubicBezTo>
                  <a:pt x="7147564" y="231015"/>
                  <a:pt x="7099395" y="182846"/>
                  <a:pt x="7038520" y="176890"/>
                </a:cubicBezTo>
                <a:lnTo>
                  <a:pt x="7038520" y="17526"/>
                </a:lnTo>
                <a:cubicBezTo>
                  <a:pt x="7039140" y="10817"/>
                  <a:pt x="7034204" y="4873"/>
                  <a:pt x="7027494" y="4253"/>
                </a:cubicBezTo>
                <a:cubicBezTo>
                  <a:pt x="7021090" y="3660"/>
                  <a:pt x="7015325" y="8140"/>
                  <a:pt x="7014318" y="14493"/>
                </a:cubicBezTo>
                <a:cubicBezTo>
                  <a:pt x="7014184" y="15500"/>
                  <a:pt x="7014184" y="16520"/>
                  <a:pt x="7014318" y="17526"/>
                </a:cubicBezTo>
                <a:lnTo>
                  <a:pt x="7014318" y="176688"/>
                </a:lnTo>
                <a:cubicBezTo>
                  <a:pt x="6953304" y="182864"/>
                  <a:pt x="6905137" y="231257"/>
                  <a:pt x="6899246" y="292300"/>
                </a:cubicBezTo>
                <a:lnTo>
                  <a:pt x="4856650" y="292300"/>
                </a:lnTo>
                <a:cubicBezTo>
                  <a:pt x="4850670" y="231122"/>
                  <a:pt x="4802279" y="182703"/>
                  <a:pt x="4741106" y="176687"/>
                </a:cubicBezTo>
                <a:lnTo>
                  <a:pt x="4741106" y="17324"/>
                </a:lnTo>
                <a:cubicBezTo>
                  <a:pt x="4741943" y="10623"/>
                  <a:pt x="4737189" y="4511"/>
                  <a:pt x="4730488" y="3673"/>
                </a:cubicBezTo>
                <a:cubicBezTo>
                  <a:pt x="4723787" y="2836"/>
                  <a:pt x="4717675" y="7589"/>
                  <a:pt x="4716837" y="14291"/>
                </a:cubicBezTo>
                <a:cubicBezTo>
                  <a:pt x="4716703" y="15298"/>
                  <a:pt x="4716703" y="16318"/>
                  <a:pt x="4716837" y="17324"/>
                </a:cubicBezTo>
                <a:lnTo>
                  <a:pt x="4716837" y="176688"/>
                </a:lnTo>
                <a:cubicBezTo>
                  <a:pt x="4655639" y="182653"/>
                  <a:pt x="4607222" y="231098"/>
                  <a:pt x="4601292" y="292300"/>
                </a:cubicBezTo>
                <a:lnTo>
                  <a:pt x="2557888" y="292300"/>
                </a:lnTo>
                <a:cubicBezTo>
                  <a:pt x="2551933" y="231110"/>
                  <a:pt x="2503530" y="182678"/>
                  <a:pt x="2442343" y="176687"/>
                </a:cubicBezTo>
                <a:lnTo>
                  <a:pt x="2442343" y="17324"/>
                </a:lnTo>
                <a:cubicBezTo>
                  <a:pt x="2443181" y="10623"/>
                  <a:pt x="2438427" y="4511"/>
                  <a:pt x="2431726" y="3673"/>
                </a:cubicBezTo>
                <a:cubicBezTo>
                  <a:pt x="2425024" y="2836"/>
                  <a:pt x="2418912" y="7589"/>
                  <a:pt x="2418075" y="14291"/>
                </a:cubicBezTo>
                <a:cubicBezTo>
                  <a:pt x="2417939" y="15298"/>
                  <a:pt x="2417939" y="16318"/>
                  <a:pt x="2418075" y="17324"/>
                </a:cubicBezTo>
                <a:lnTo>
                  <a:pt x="2418075" y="176688"/>
                </a:lnTo>
                <a:cubicBezTo>
                  <a:pt x="2356877" y="182653"/>
                  <a:pt x="2308460" y="231098"/>
                  <a:pt x="2302530" y="292300"/>
                </a:cubicBezTo>
                <a:lnTo>
                  <a:pt x="259126" y="292300"/>
                </a:lnTo>
                <a:cubicBezTo>
                  <a:pt x="253196" y="231098"/>
                  <a:pt x="204779" y="182653"/>
                  <a:pt x="143581" y="176687"/>
                </a:cubicBezTo>
                <a:lnTo>
                  <a:pt x="143581" y="17324"/>
                </a:lnTo>
                <a:cubicBezTo>
                  <a:pt x="144419" y="10623"/>
                  <a:pt x="139665" y="4511"/>
                  <a:pt x="132963" y="3673"/>
                </a:cubicBezTo>
                <a:cubicBezTo>
                  <a:pt x="126262" y="2836"/>
                  <a:pt x="120150" y="7589"/>
                  <a:pt x="119312" y="14291"/>
                </a:cubicBezTo>
                <a:cubicBezTo>
                  <a:pt x="119177" y="15298"/>
                  <a:pt x="119177" y="16318"/>
                  <a:pt x="119312" y="17324"/>
                </a:cubicBezTo>
                <a:lnTo>
                  <a:pt x="119313" y="176688"/>
                </a:lnTo>
                <a:cubicBezTo>
                  <a:pt x="48904" y="183512"/>
                  <a:pt x="-2641" y="246122"/>
                  <a:pt x="4184" y="316531"/>
                </a:cubicBezTo>
                <a:cubicBezTo>
                  <a:pt x="11009" y="386939"/>
                  <a:pt x="73619" y="438484"/>
                  <a:pt x="144027" y="431659"/>
                </a:cubicBezTo>
                <a:cubicBezTo>
                  <a:pt x="204880" y="425761"/>
                  <a:pt x="253081" y="377676"/>
                  <a:pt x="259126" y="316838"/>
                </a:cubicBezTo>
                <a:lnTo>
                  <a:pt x="2302328" y="316838"/>
                </a:lnTo>
                <a:cubicBezTo>
                  <a:pt x="2307456" y="387390"/>
                  <a:pt x="2368808" y="440427"/>
                  <a:pt x="2439361" y="435298"/>
                </a:cubicBezTo>
                <a:cubicBezTo>
                  <a:pt x="2502777" y="430688"/>
                  <a:pt x="2553211" y="380254"/>
                  <a:pt x="2557821" y="316838"/>
                </a:cubicBezTo>
                <a:lnTo>
                  <a:pt x="3862250" y="316838"/>
                </a:lnTo>
              </a:path>
            </a:pathLst>
          </a:custGeom>
          <a:solidFill>
            <a:srgbClr val="ADADAD"/>
          </a:solidFill>
          <a:ln w="674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6D53262-75B5-7A41-84DC-3E5B37C2C8B7}"/>
              </a:ext>
            </a:extLst>
          </p:cNvPr>
          <p:cNvSpPr/>
          <p:nvPr/>
        </p:nvSpPr>
        <p:spPr>
          <a:xfrm>
            <a:off x="1368579" y="11630654"/>
            <a:ext cx="7152453" cy="438181"/>
          </a:xfrm>
          <a:custGeom>
            <a:avLst/>
            <a:gdLst>
              <a:gd name="connsiteX0" fmla="*/ 3886317 w 7152453"/>
              <a:gd name="connsiteY0" fmla="*/ 317204 h 438180"/>
              <a:gd name="connsiteX1" fmla="*/ 4600416 w 7152453"/>
              <a:gd name="connsiteY1" fmla="*/ 317204 h 438180"/>
              <a:gd name="connsiteX2" fmla="*/ 4737449 w 7152453"/>
              <a:gd name="connsiteY2" fmla="*/ 435665 h 438180"/>
              <a:gd name="connsiteX3" fmla="*/ 4855909 w 7152453"/>
              <a:gd name="connsiteY3" fmla="*/ 317204 h 438180"/>
              <a:gd name="connsiteX4" fmla="*/ 6898841 w 7152453"/>
              <a:gd name="connsiteY4" fmla="*/ 317204 h 438180"/>
              <a:gd name="connsiteX5" fmla="*/ 7038801 w 7152453"/>
              <a:gd name="connsiteY5" fmla="*/ 432191 h 438180"/>
              <a:gd name="connsiteX6" fmla="*/ 7153788 w 7152453"/>
              <a:gd name="connsiteY6" fmla="*/ 292231 h 438180"/>
              <a:gd name="connsiteX7" fmla="*/ 7038925 w 7152453"/>
              <a:gd name="connsiteY7" fmla="*/ 177256 h 438180"/>
              <a:gd name="connsiteX8" fmla="*/ 7038924 w 7152453"/>
              <a:gd name="connsiteY8" fmla="*/ 17893 h 438180"/>
              <a:gd name="connsiteX9" fmla="*/ 7028307 w 7152453"/>
              <a:gd name="connsiteY9" fmla="*/ 4242 h 438180"/>
              <a:gd name="connsiteX10" fmla="*/ 7014656 w 7152453"/>
              <a:gd name="connsiteY10" fmla="*/ 14859 h 438180"/>
              <a:gd name="connsiteX11" fmla="*/ 7014656 w 7152453"/>
              <a:gd name="connsiteY11" fmla="*/ 17893 h 438180"/>
              <a:gd name="connsiteX12" fmla="*/ 7014656 w 7152453"/>
              <a:gd name="connsiteY12" fmla="*/ 177054 h 438180"/>
              <a:gd name="connsiteX13" fmla="*/ 6899111 w 7152453"/>
              <a:gd name="connsiteY13" fmla="*/ 292666 h 438180"/>
              <a:gd name="connsiteX14" fmla="*/ 4856516 w 7152453"/>
              <a:gd name="connsiteY14" fmla="*/ 292666 h 438180"/>
              <a:gd name="connsiteX15" fmla="*/ 4740971 w 7152453"/>
              <a:gd name="connsiteY15" fmla="*/ 177053 h 438180"/>
              <a:gd name="connsiteX16" fmla="*/ 4740971 w 7152453"/>
              <a:gd name="connsiteY16" fmla="*/ 17691 h 438180"/>
              <a:gd name="connsiteX17" fmla="*/ 4730829 w 7152453"/>
              <a:gd name="connsiteY17" fmla="*/ 3730 h 438180"/>
              <a:gd name="connsiteX18" fmla="*/ 4716868 w 7152453"/>
              <a:gd name="connsiteY18" fmla="*/ 13871 h 438180"/>
              <a:gd name="connsiteX19" fmla="*/ 4716770 w 7152453"/>
              <a:gd name="connsiteY19" fmla="*/ 14657 h 438180"/>
              <a:gd name="connsiteX20" fmla="*/ 4716770 w 7152453"/>
              <a:gd name="connsiteY20" fmla="*/ 17691 h 438180"/>
              <a:gd name="connsiteX21" fmla="*/ 4716770 w 7152453"/>
              <a:gd name="connsiteY21" fmla="*/ 177054 h 438180"/>
              <a:gd name="connsiteX22" fmla="*/ 4601158 w 7152453"/>
              <a:gd name="connsiteY22" fmla="*/ 292666 h 438180"/>
              <a:gd name="connsiteX23" fmla="*/ 2557484 w 7152453"/>
              <a:gd name="connsiteY23" fmla="*/ 292666 h 438180"/>
              <a:gd name="connsiteX24" fmla="*/ 2441939 w 7152453"/>
              <a:gd name="connsiteY24" fmla="*/ 177053 h 438180"/>
              <a:gd name="connsiteX25" fmla="*/ 2441939 w 7152453"/>
              <a:gd name="connsiteY25" fmla="*/ 17691 h 438180"/>
              <a:gd name="connsiteX26" fmla="*/ 2430913 w 7152453"/>
              <a:gd name="connsiteY26" fmla="*/ 4417 h 438180"/>
              <a:gd name="connsiteX27" fmla="*/ 2417738 w 7152453"/>
              <a:gd name="connsiteY27" fmla="*/ 14657 h 438180"/>
              <a:gd name="connsiteX28" fmla="*/ 2417738 w 7152453"/>
              <a:gd name="connsiteY28" fmla="*/ 17691 h 438180"/>
              <a:gd name="connsiteX29" fmla="*/ 2417738 w 7152453"/>
              <a:gd name="connsiteY29" fmla="*/ 177054 h 438180"/>
              <a:gd name="connsiteX30" fmla="*/ 2302193 w 7152453"/>
              <a:gd name="connsiteY30" fmla="*/ 292666 h 438180"/>
              <a:gd name="connsiteX31" fmla="*/ 259126 w 7152453"/>
              <a:gd name="connsiteY31" fmla="*/ 292666 h 438180"/>
              <a:gd name="connsiteX32" fmla="*/ 143514 w 7152453"/>
              <a:gd name="connsiteY32" fmla="*/ 177053 h 438180"/>
              <a:gd name="connsiteX33" fmla="*/ 143514 w 7152453"/>
              <a:gd name="connsiteY33" fmla="*/ 17691 h 438180"/>
              <a:gd name="connsiteX34" fmla="*/ 133372 w 7152453"/>
              <a:gd name="connsiteY34" fmla="*/ 3730 h 438180"/>
              <a:gd name="connsiteX35" fmla="*/ 119411 w 7152453"/>
              <a:gd name="connsiteY35" fmla="*/ 13871 h 438180"/>
              <a:gd name="connsiteX36" fmla="*/ 119313 w 7152453"/>
              <a:gd name="connsiteY36" fmla="*/ 14657 h 438180"/>
              <a:gd name="connsiteX37" fmla="*/ 119313 w 7152453"/>
              <a:gd name="connsiteY37" fmla="*/ 17691 h 438180"/>
              <a:gd name="connsiteX38" fmla="*/ 119313 w 7152453"/>
              <a:gd name="connsiteY38" fmla="*/ 177054 h 438180"/>
              <a:gd name="connsiteX39" fmla="*/ 4184 w 7152453"/>
              <a:gd name="connsiteY39" fmla="*/ 316897 h 438180"/>
              <a:gd name="connsiteX40" fmla="*/ 144028 w 7152453"/>
              <a:gd name="connsiteY40" fmla="*/ 432026 h 438180"/>
              <a:gd name="connsiteX41" fmla="*/ 259126 w 7152453"/>
              <a:gd name="connsiteY41" fmla="*/ 317204 h 438180"/>
              <a:gd name="connsiteX42" fmla="*/ 2301721 w 7152453"/>
              <a:gd name="connsiteY42" fmla="*/ 317204 h 438180"/>
              <a:gd name="connsiteX43" fmla="*/ 2438754 w 7152453"/>
              <a:gd name="connsiteY43" fmla="*/ 435665 h 438180"/>
              <a:gd name="connsiteX44" fmla="*/ 2557214 w 7152453"/>
              <a:gd name="connsiteY44" fmla="*/ 317204 h 438180"/>
              <a:gd name="connsiteX45" fmla="*/ 3861981 w 7152453"/>
              <a:gd name="connsiteY45" fmla="*/ 317204 h 438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152453" h="438180">
                <a:moveTo>
                  <a:pt x="3886317" y="317204"/>
                </a:moveTo>
                <a:lnTo>
                  <a:pt x="4600416" y="317204"/>
                </a:lnTo>
                <a:cubicBezTo>
                  <a:pt x="4605545" y="387757"/>
                  <a:pt x="4666896" y="440793"/>
                  <a:pt x="4737449" y="435665"/>
                </a:cubicBezTo>
                <a:cubicBezTo>
                  <a:pt x="4800865" y="431055"/>
                  <a:pt x="4851299" y="380620"/>
                  <a:pt x="4855909" y="317204"/>
                </a:cubicBezTo>
                <a:lnTo>
                  <a:pt x="6898841" y="317204"/>
                </a:lnTo>
                <a:cubicBezTo>
                  <a:pt x="6905737" y="387606"/>
                  <a:pt x="6968399" y="439087"/>
                  <a:pt x="7038801" y="432191"/>
                </a:cubicBezTo>
                <a:cubicBezTo>
                  <a:pt x="7109203" y="425294"/>
                  <a:pt x="7160684" y="362632"/>
                  <a:pt x="7153788" y="292231"/>
                </a:cubicBezTo>
                <a:cubicBezTo>
                  <a:pt x="7147831" y="231412"/>
                  <a:pt x="7099738" y="183272"/>
                  <a:pt x="7038925" y="177256"/>
                </a:cubicBezTo>
                <a:lnTo>
                  <a:pt x="7038924" y="17893"/>
                </a:lnTo>
                <a:cubicBezTo>
                  <a:pt x="7039762" y="11191"/>
                  <a:pt x="7035008" y="5079"/>
                  <a:pt x="7028307" y="4242"/>
                </a:cubicBezTo>
                <a:cubicBezTo>
                  <a:pt x="7021605" y="3404"/>
                  <a:pt x="7015493" y="8157"/>
                  <a:pt x="7014656" y="14859"/>
                </a:cubicBezTo>
                <a:cubicBezTo>
                  <a:pt x="7014522" y="15866"/>
                  <a:pt x="7014522" y="16886"/>
                  <a:pt x="7014656" y="17893"/>
                </a:cubicBezTo>
                <a:lnTo>
                  <a:pt x="7014656" y="177054"/>
                </a:lnTo>
                <a:cubicBezTo>
                  <a:pt x="6953469" y="183045"/>
                  <a:pt x="6905066" y="231477"/>
                  <a:pt x="6899111" y="292666"/>
                </a:cubicBezTo>
                <a:lnTo>
                  <a:pt x="4856516" y="292666"/>
                </a:lnTo>
                <a:cubicBezTo>
                  <a:pt x="4850586" y="231464"/>
                  <a:pt x="4802169" y="183019"/>
                  <a:pt x="4740971" y="177053"/>
                </a:cubicBezTo>
                <a:lnTo>
                  <a:pt x="4740971" y="17691"/>
                </a:lnTo>
                <a:cubicBezTo>
                  <a:pt x="4742025" y="11035"/>
                  <a:pt x="4737485" y="4784"/>
                  <a:pt x="4730829" y="3730"/>
                </a:cubicBezTo>
                <a:cubicBezTo>
                  <a:pt x="4724174" y="2675"/>
                  <a:pt x="4717923" y="7216"/>
                  <a:pt x="4716868" y="13871"/>
                </a:cubicBezTo>
                <a:cubicBezTo>
                  <a:pt x="4716827" y="14132"/>
                  <a:pt x="4716794" y="14394"/>
                  <a:pt x="4716770" y="14657"/>
                </a:cubicBezTo>
                <a:cubicBezTo>
                  <a:pt x="4716635" y="15664"/>
                  <a:pt x="4716635" y="16684"/>
                  <a:pt x="4716770" y="17691"/>
                </a:cubicBezTo>
                <a:lnTo>
                  <a:pt x="4716770" y="177054"/>
                </a:lnTo>
                <a:cubicBezTo>
                  <a:pt x="4655570" y="183040"/>
                  <a:pt x="4607144" y="231466"/>
                  <a:pt x="4601158" y="292666"/>
                </a:cubicBezTo>
                <a:lnTo>
                  <a:pt x="2557484" y="292666"/>
                </a:lnTo>
                <a:cubicBezTo>
                  <a:pt x="2551554" y="231464"/>
                  <a:pt x="2503137" y="183019"/>
                  <a:pt x="2441939" y="177053"/>
                </a:cubicBezTo>
                <a:lnTo>
                  <a:pt x="2441939" y="17691"/>
                </a:lnTo>
                <a:cubicBezTo>
                  <a:pt x="2442560" y="10981"/>
                  <a:pt x="2437623" y="5038"/>
                  <a:pt x="2430913" y="4417"/>
                </a:cubicBezTo>
                <a:cubicBezTo>
                  <a:pt x="2424509" y="3824"/>
                  <a:pt x="2418745" y="8305"/>
                  <a:pt x="2417738" y="14657"/>
                </a:cubicBezTo>
                <a:cubicBezTo>
                  <a:pt x="2417603" y="15664"/>
                  <a:pt x="2417603" y="16684"/>
                  <a:pt x="2417738" y="17691"/>
                </a:cubicBezTo>
                <a:lnTo>
                  <a:pt x="2417738" y="177054"/>
                </a:lnTo>
                <a:cubicBezTo>
                  <a:pt x="2356540" y="183019"/>
                  <a:pt x="2308123" y="231464"/>
                  <a:pt x="2302193" y="292666"/>
                </a:cubicBezTo>
                <a:lnTo>
                  <a:pt x="259126" y="292666"/>
                </a:lnTo>
                <a:cubicBezTo>
                  <a:pt x="253140" y="231466"/>
                  <a:pt x="204714" y="183040"/>
                  <a:pt x="143514" y="177053"/>
                </a:cubicBezTo>
                <a:lnTo>
                  <a:pt x="143514" y="17691"/>
                </a:lnTo>
                <a:cubicBezTo>
                  <a:pt x="144569" y="11035"/>
                  <a:pt x="140028" y="4784"/>
                  <a:pt x="133372" y="3730"/>
                </a:cubicBezTo>
                <a:cubicBezTo>
                  <a:pt x="126716" y="2675"/>
                  <a:pt x="120466" y="7216"/>
                  <a:pt x="119411" y="13871"/>
                </a:cubicBezTo>
                <a:cubicBezTo>
                  <a:pt x="119370" y="14132"/>
                  <a:pt x="119337" y="14394"/>
                  <a:pt x="119313" y="14657"/>
                </a:cubicBezTo>
                <a:cubicBezTo>
                  <a:pt x="119178" y="15664"/>
                  <a:pt x="119178" y="16684"/>
                  <a:pt x="119313" y="17691"/>
                </a:cubicBezTo>
                <a:lnTo>
                  <a:pt x="119313" y="177054"/>
                </a:lnTo>
                <a:cubicBezTo>
                  <a:pt x="48904" y="183879"/>
                  <a:pt x="-2641" y="246488"/>
                  <a:pt x="4184" y="316897"/>
                </a:cubicBezTo>
                <a:cubicBezTo>
                  <a:pt x="11009" y="387306"/>
                  <a:pt x="73619" y="438850"/>
                  <a:pt x="144028" y="432026"/>
                </a:cubicBezTo>
                <a:cubicBezTo>
                  <a:pt x="204881" y="426127"/>
                  <a:pt x="253081" y="378043"/>
                  <a:pt x="259126" y="317204"/>
                </a:cubicBezTo>
                <a:lnTo>
                  <a:pt x="2301721" y="317204"/>
                </a:lnTo>
                <a:cubicBezTo>
                  <a:pt x="2306850" y="387757"/>
                  <a:pt x="2368201" y="440793"/>
                  <a:pt x="2438754" y="435665"/>
                </a:cubicBezTo>
                <a:cubicBezTo>
                  <a:pt x="2502170" y="431055"/>
                  <a:pt x="2552605" y="380620"/>
                  <a:pt x="2557214" y="317204"/>
                </a:cubicBezTo>
                <a:lnTo>
                  <a:pt x="3861981" y="317204"/>
                </a:lnTo>
              </a:path>
            </a:pathLst>
          </a:custGeom>
          <a:solidFill>
            <a:srgbClr val="ADADAD"/>
          </a:solidFill>
          <a:ln w="6740" cap="flat">
            <a:noFill/>
            <a:prstDash val="solid"/>
            <a:miter/>
          </a:ln>
        </p:spPr>
        <p:txBody>
          <a:bodyPr rtlCol="0" anchor="ctr"/>
          <a:lstStyle/>
          <a:p>
            <a:endParaRPr lang="en-US"/>
          </a:p>
        </p:txBody>
      </p:sp>
      <p:grpSp>
        <p:nvGrpSpPr>
          <p:cNvPr id="11" name="Group 10">
            <a:extLst>
              <a:ext uri="{FF2B5EF4-FFF2-40B4-BE49-F238E27FC236}">
                <a16:creationId xmlns:a16="http://schemas.microsoft.com/office/drawing/2014/main" id="{71F3C6E8-314A-9E45-22DC-57969B01403B}"/>
              </a:ext>
            </a:extLst>
          </p:cNvPr>
          <p:cNvGrpSpPr/>
          <p:nvPr/>
        </p:nvGrpSpPr>
        <p:grpSpPr>
          <a:xfrm>
            <a:off x="399785" y="10087943"/>
            <a:ext cx="2227696" cy="4641328"/>
            <a:chOff x="399785" y="1483413"/>
            <a:chExt cx="2227696" cy="4641328"/>
          </a:xfrm>
        </p:grpSpPr>
        <p:sp>
          <p:nvSpPr>
            <p:cNvPr id="17" name="Rectangle: Rounded Corners 16">
              <a:extLst>
                <a:ext uri="{FF2B5EF4-FFF2-40B4-BE49-F238E27FC236}">
                  <a16:creationId xmlns:a16="http://schemas.microsoft.com/office/drawing/2014/main" id="{631C3AED-3FC7-D1CE-E17A-366DD2FFA7A8}"/>
                </a:ext>
              </a:extLst>
            </p:cNvPr>
            <p:cNvSpPr/>
            <p:nvPr/>
          </p:nvSpPr>
          <p:spPr>
            <a:xfrm>
              <a:off x="399785" y="3823837"/>
              <a:ext cx="2227696" cy="2300904"/>
            </a:xfrm>
            <a:prstGeom prst="roundRect">
              <a:avLst>
                <a:gd name="adj" fmla="val 4730"/>
              </a:avLst>
            </a:prstGeom>
            <a:solidFill>
              <a:schemeClr val="bg1">
                <a:alpha val="0"/>
              </a:schemeClr>
            </a:solidFill>
            <a:ln>
              <a:gradFill>
                <a:gsLst>
                  <a:gs pos="0">
                    <a:schemeClr val="bg1">
                      <a:lumMod val="85000"/>
                      <a:alpha val="0"/>
                    </a:schemeClr>
                  </a:gs>
                  <a:gs pos="100000">
                    <a:schemeClr val="bg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28D3A56-2D88-0B92-BC86-08B0460DE31A}"/>
                </a:ext>
              </a:extLst>
            </p:cNvPr>
            <p:cNvSpPr/>
            <p:nvPr/>
          </p:nvSpPr>
          <p:spPr>
            <a:xfrm>
              <a:off x="421732" y="3760894"/>
              <a:ext cx="2183802" cy="1461939"/>
            </a:xfrm>
            <a:prstGeom prst="rect">
              <a:avLst/>
            </a:prstGeom>
          </p:spPr>
          <p:txBody>
            <a:bodyPr wrap="square">
              <a:spAutoFit/>
            </a:bodyPr>
            <a:lstStyle/>
            <a:p>
              <a:pPr algn="ctr"/>
              <a:r>
                <a:rPr lang="en-US" sz="1200" b="1" dirty="0">
                  <a:latin typeface="Poppins Medium" panose="00000600000000000000" pitchFamily="2" charset="0"/>
                  <a:cs typeface="Poppins Medium" panose="00000600000000000000" pitchFamily="2" charset="0"/>
                </a:rPr>
                <a:t>WORKERS’ COMPENSATION NETWORK CONTRACTS:</a:t>
              </a:r>
            </a:p>
            <a:p>
              <a:pPr algn="ctr"/>
              <a:endParaRPr lang="en-US" sz="1100" dirty="0">
                <a:latin typeface="Poppins Light" panose="00000400000000000000" pitchFamily="2" charset="0"/>
                <a:cs typeface="Poppins Light" panose="00000400000000000000" pitchFamily="2" charset="0"/>
              </a:endParaRPr>
            </a:p>
            <a:p>
              <a:pPr algn="ctr"/>
              <a:r>
                <a:rPr lang="en-US" sz="1050" dirty="0">
                  <a:latin typeface="Poppins Light" panose="00000400000000000000" pitchFamily="2" charset="0"/>
                  <a:cs typeface="Poppins Light" panose="00000400000000000000" pitchFamily="2" charset="0"/>
                </a:rPr>
                <a:t>Helios, Coventry, Express Scripts, Optum, My Matrix, Mitchell, </a:t>
              </a:r>
              <a:r>
                <a:rPr lang="en-US" sz="1050" dirty="0" err="1">
                  <a:latin typeface="Poppins Light" panose="00000400000000000000" pitchFamily="2" charset="0"/>
                  <a:cs typeface="Poppins Light" panose="00000400000000000000" pitchFamily="2" charset="0"/>
                </a:rPr>
                <a:t>Corvel</a:t>
              </a:r>
              <a:r>
                <a:rPr lang="en-US" sz="1050" dirty="0">
                  <a:latin typeface="Poppins Light" panose="00000400000000000000" pitchFamily="2" charset="0"/>
                  <a:cs typeface="Poppins Light" panose="00000400000000000000" pitchFamily="2" charset="0"/>
                </a:rPr>
                <a:t>, and many more.</a:t>
              </a:r>
            </a:p>
          </p:txBody>
        </p:sp>
        <p:sp>
          <p:nvSpPr>
            <p:cNvPr id="27" name="Freeform: Shape 26">
              <a:extLst>
                <a:ext uri="{FF2B5EF4-FFF2-40B4-BE49-F238E27FC236}">
                  <a16:creationId xmlns:a16="http://schemas.microsoft.com/office/drawing/2014/main" id="{25375224-27F7-84BC-3735-806B0869EF24}"/>
                </a:ext>
              </a:extLst>
            </p:cNvPr>
            <p:cNvSpPr/>
            <p:nvPr/>
          </p:nvSpPr>
          <p:spPr>
            <a:xfrm>
              <a:off x="766872" y="1483413"/>
              <a:ext cx="1462849" cy="1462850"/>
            </a:xfrm>
            <a:custGeom>
              <a:avLst/>
              <a:gdLst>
                <a:gd name="connsiteX0" fmla="*/ 734772 w 1462848"/>
                <a:gd name="connsiteY0" fmla="*/ 86294 h 1462849"/>
                <a:gd name="connsiteX1" fmla="*/ 85492 w 1462848"/>
                <a:gd name="connsiteY1" fmla="*/ 731325 h 1462849"/>
                <a:gd name="connsiteX2" fmla="*/ 409911 w 1462848"/>
                <a:gd name="connsiteY2" fmla="*/ 1294392 h 1462849"/>
                <a:gd name="connsiteX3" fmla="*/ 409912 w 1462848"/>
                <a:gd name="connsiteY3" fmla="*/ 1294392 h 1462849"/>
                <a:gd name="connsiteX4" fmla="*/ 1294698 w 1462848"/>
                <a:gd name="connsiteY4" fmla="*/ 1058110 h 1462849"/>
                <a:gd name="connsiteX5" fmla="*/ 1058417 w 1462848"/>
                <a:gd name="connsiteY5" fmla="*/ 173322 h 1462849"/>
                <a:gd name="connsiteX6" fmla="*/ 734570 w 1462848"/>
                <a:gd name="connsiteY6" fmla="*/ 86293 h 1462849"/>
                <a:gd name="connsiteX7" fmla="*/ 732615 w 1462848"/>
                <a:gd name="connsiteY7" fmla="*/ 1352232 h 1462849"/>
                <a:gd name="connsiteX8" fmla="*/ 112068 w 1462848"/>
                <a:gd name="connsiteY8" fmla="*/ 732390 h 1462849"/>
                <a:gd name="connsiteX9" fmla="*/ 731909 w 1462848"/>
                <a:gd name="connsiteY9" fmla="*/ 111843 h 1462849"/>
                <a:gd name="connsiteX10" fmla="*/ 1352456 w 1462848"/>
                <a:gd name="connsiteY10" fmla="*/ 731685 h 1462849"/>
                <a:gd name="connsiteX11" fmla="*/ 893663 w 1462848"/>
                <a:gd name="connsiteY11" fmla="*/ 1330862 h 1462849"/>
                <a:gd name="connsiteX12" fmla="*/ 732614 w 1462848"/>
                <a:gd name="connsiteY12" fmla="*/ 1352232 h 1462849"/>
                <a:gd name="connsiteX13" fmla="*/ 734907 w 1462848"/>
                <a:gd name="connsiteY13" fmla="*/ 3579 h 1462849"/>
                <a:gd name="connsiteX14" fmla="*/ 3579 w 1462848"/>
                <a:gd name="connsiteY14" fmla="*/ 732401 h 1462849"/>
                <a:gd name="connsiteX15" fmla="*/ 732401 w 1462848"/>
                <a:gd name="connsiteY15" fmla="*/ 1463730 h 1462849"/>
                <a:gd name="connsiteX16" fmla="*/ 1463729 w 1462848"/>
                <a:gd name="connsiteY16" fmla="*/ 734907 h 1462849"/>
                <a:gd name="connsiteX17" fmla="*/ 1098933 w 1462848"/>
                <a:gd name="connsiteY17" fmla="*/ 101529 h 1462849"/>
                <a:gd name="connsiteX18" fmla="*/ 734907 w 1462848"/>
                <a:gd name="connsiteY18" fmla="*/ 3579 h 1462849"/>
                <a:gd name="connsiteX19" fmla="*/ 732480 w 1462848"/>
                <a:gd name="connsiteY19" fmla="*/ 1434475 h 1462849"/>
                <a:gd name="connsiteX20" fmla="*/ 32695 w 1462848"/>
                <a:gd name="connsiteY20" fmla="*/ 732084 h 1462849"/>
                <a:gd name="connsiteX21" fmla="*/ 735085 w 1462848"/>
                <a:gd name="connsiteY21" fmla="*/ 32299 h 1462849"/>
                <a:gd name="connsiteX22" fmla="*/ 1434870 w 1462848"/>
                <a:gd name="connsiteY22" fmla="*/ 734690 h 1462849"/>
                <a:gd name="connsiteX23" fmla="*/ 1340944 w 1462848"/>
                <a:gd name="connsiteY23" fmla="*/ 1083930 h 1462849"/>
                <a:gd name="connsiteX24" fmla="*/ 732480 w 1462848"/>
                <a:gd name="connsiteY24" fmla="*/ 1434475 h 1462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62848" h="1462849">
                  <a:moveTo>
                    <a:pt x="734772" y="86294"/>
                  </a:moveTo>
                  <a:cubicBezTo>
                    <a:pt x="377358" y="85121"/>
                    <a:pt x="86665" y="373911"/>
                    <a:pt x="85492" y="731325"/>
                  </a:cubicBezTo>
                  <a:cubicBezTo>
                    <a:pt x="84730" y="963639"/>
                    <a:pt x="208547" y="1178537"/>
                    <a:pt x="409911" y="1294392"/>
                  </a:cubicBezTo>
                  <a:lnTo>
                    <a:pt x="409912" y="1294392"/>
                  </a:lnTo>
                  <a:cubicBezTo>
                    <a:pt x="719486" y="1473472"/>
                    <a:pt x="1115619" y="1367685"/>
                    <a:pt x="1294698" y="1058110"/>
                  </a:cubicBezTo>
                  <a:cubicBezTo>
                    <a:pt x="1473778" y="748535"/>
                    <a:pt x="1367992" y="352403"/>
                    <a:pt x="1058417" y="173322"/>
                  </a:cubicBezTo>
                  <a:cubicBezTo>
                    <a:pt x="959982" y="116381"/>
                    <a:pt x="848288" y="86364"/>
                    <a:pt x="734570" y="86293"/>
                  </a:cubicBezTo>
                  <a:close/>
                  <a:moveTo>
                    <a:pt x="732615" y="1352232"/>
                  </a:moveTo>
                  <a:cubicBezTo>
                    <a:pt x="390091" y="1352426"/>
                    <a:pt x="112263" y="1074914"/>
                    <a:pt x="112068" y="732390"/>
                  </a:cubicBezTo>
                  <a:cubicBezTo>
                    <a:pt x="111873" y="389866"/>
                    <a:pt x="389386" y="112038"/>
                    <a:pt x="731909" y="111843"/>
                  </a:cubicBezTo>
                  <a:cubicBezTo>
                    <a:pt x="1074433" y="111649"/>
                    <a:pt x="1352261" y="389161"/>
                    <a:pt x="1352456" y="731685"/>
                  </a:cubicBezTo>
                  <a:cubicBezTo>
                    <a:pt x="1352615" y="1012179"/>
                    <a:pt x="1164492" y="1257865"/>
                    <a:pt x="893663" y="1330862"/>
                  </a:cubicBezTo>
                  <a:cubicBezTo>
                    <a:pt x="841149" y="1345016"/>
                    <a:pt x="787002" y="1352201"/>
                    <a:pt x="732614" y="1352232"/>
                  </a:cubicBezTo>
                  <a:close/>
                  <a:moveTo>
                    <a:pt x="734907" y="3579"/>
                  </a:moveTo>
                  <a:cubicBezTo>
                    <a:pt x="331697" y="2887"/>
                    <a:pt x="4271" y="329192"/>
                    <a:pt x="3579" y="732401"/>
                  </a:cubicBezTo>
                  <a:cubicBezTo>
                    <a:pt x="2887" y="1135611"/>
                    <a:pt x="329191" y="1463038"/>
                    <a:pt x="732401" y="1463730"/>
                  </a:cubicBezTo>
                  <a:cubicBezTo>
                    <a:pt x="1135610" y="1464422"/>
                    <a:pt x="1463037" y="1138117"/>
                    <a:pt x="1463729" y="734907"/>
                  </a:cubicBezTo>
                  <a:cubicBezTo>
                    <a:pt x="1464177" y="473728"/>
                    <a:pt x="1325071" y="232205"/>
                    <a:pt x="1098933" y="101529"/>
                  </a:cubicBezTo>
                  <a:cubicBezTo>
                    <a:pt x="988244" y="37609"/>
                    <a:pt x="862726" y="3836"/>
                    <a:pt x="734907" y="3579"/>
                  </a:cubicBezTo>
                  <a:close/>
                  <a:moveTo>
                    <a:pt x="732480" y="1434475"/>
                  </a:moveTo>
                  <a:cubicBezTo>
                    <a:pt x="345280" y="1433755"/>
                    <a:pt x="31975" y="1119284"/>
                    <a:pt x="32695" y="732084"/>
                  </a:cubicBezTo>
                  <a:cubicBezTo>
                    <a:pt x="33414" y="344884"/>
                    <a:pt x="347885" y="31579"/>
                    <a:pt x="735085" y="32299"/>
                  </a:cubicBezTo>
                  <a:cubicBezTo>
                    <a:pt x="1122285" y="33018"/>
                    <a:pt x="1435589" y="347489"/>
                    <a:pt x="1434870" y="734690"/>
                  </a:cubicBezTo>
                  <a:cubicBezTo>
                    <a:pt x="1434642" y="857314"/>
                    <a:pt x="1402256" y="977734"/>
                    <a:pt x="1340944" y="1083930"/>
                  </a:cubicBezTo>
                  <a:cubicBezTo>
                    <a:pt x="1216248" y="1302025"/>
                    <a:pt x="983701" y="1435999"/>
                    <a:pt x="732480" y="1434475"/>
                  </a:cubicBezTo>
                  <a:close/>
                </a:path>
              </a:pathLst>
            </a:custGeom>
            <a:solidFill>
              <a:srgbClr val="D9D9D9"/>
            </a:solidFill>
            <a:ln w="674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B159504C-6FFB-B887-54E9-E60E854340FA}"/>
                </a:ext>
              </a:extLst>
            </p:cNvPr>
            <p:cNvSpPr/>
            <p:nvPr/>
          </p:nvSpPr>
          <p:spPr>
            <a:xfrm>
              <a:off x="1024899" y="1743222"/>
              <a:ext cx="943773" cy="943774"/>
            </a:xfrm>
            <a:custGeom>
              <a:avLst/>
              <a:gdLst>
                <a:gd name="connsiteX0" fmla="*/ 945868 w 943773"/>
                <a:gd name="connsiteY0" fmla="*/ 474723 h 943773"/>
                <a:gd name="connsiteX1" fmla="*/ 474723 w 943773"/>
                <a:gd name="connsiteY1" fmla="*/ 3578 h 943773"/>
                <a:gd name="connsiteX2" fmla="*/ 3578 w 943773"/>
                <a:gd name="connsiteY2" fmla="*/ 474723 h 943773"/>
                <a:gd name="connsiteX3" fmla="*/ 474723 w 943773"/>
                <a:gd name="connsiteY3" fmla="*/ 945869 h 943773"/>
                <a:gd name="connsiteX4" fmla="*/ 945868 w 943773"/>
                <a:gd name="connsiteY4" fmla="*/ 474723 h 943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773" h="943773">
                  <a:moveTo>
                    <a:pt x="945868" y="474723"/>
                  </a:moveTo>
                  <a:cubicBezTo>
                    <a:pt x="945868" y="214517"/>
                    <a:pt x="734929" y="3578"/>
                    <a:pt x="474723" y="3578"/>
                  </a:cubicBezTo>
                  <a:cubicBezTo>
                    <a:pt x="214516" y="3578"/>
                    <a:pt x="3578" y="214517"/>
                    <a:pt x="3578" y="474723"/>
                  </a:cubicBezTo>
                  <a:cubicBezTo>
                    <a:pt x="3578" y="734930"/>
                    <a:pt x="214516" y="945869"/>
                    <a:pt x="474723" y="945869"/>
                  </a:cubicBezTo>
                  <a:cubicBezTo>
                    <a:pt x="734929" y="945869"/>
                    <a:pt x="945868" y="734930"/>
                    <a:pt x="945868" y="474723"/>
                  </a:cubicBezTo>
                  <a:close/>
                </a:path>
              </a:pathLst>
            </a:custGeom>
            <a:gradFill>
              <a:gsLst>
                <a:gs pos="98000">
                  <a:srgbClr val="0A2C69"/>
                </a:gs>
                <a:gs pos="0">
                  <a:srgbClr val="3795AF"/>
                </a:gs>
              </a:gsLst>
              <a:path path="circle">
                <a:fillToRect t="100000" r="100000"/>
              </a:path>
            </a:gradFill>
            <a:ln w="674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88CFB98D-AD8C-F160-B04E-26458FB3C3DE}"/>
                </a:ext>
              </a:extLst>
            </p:cNvPr>
            <p:cNvSpPr/>
            <p:nvPr/>
          </p:nvSpPr>
          <p:spPr>
            <a:xfrm>
              <a:off x="1442186" y="3273754"/>
              <a:ext cx="114601" cy="114601"/>
            </a:xfrm>
            <a:custGeom>
              <a:avLst/>
              <a:gdLst>
                <a:gd name="connsiteX0" fmla="*/ 111433 w 114601"/>
                <a:gd name="connsiteY0" fmla="*/ 56833 h 114601"/>
                <a:gd name="connsiteX1" fmla="*/ 56833 w 114601"/>
                <a:gd name="connsiteY1" fmla="*/ 3582 h 114601"/>
                <a:gd name="connsiteX2" fmla="*/ 3582 w 114601"/>
                <a:gd name="connsiteY2" fmla="*/ 58182 h 114601"/>
                <a:gd name="connsiteX3" fmla="*/ 57503 w 114601"/>
                <a:gd name="connsiteY3" fmla="*/ 111438 h 114601"/>
                <a:gd name="connsiteX4" fmla="*/ 111437 w 114601"/>
                <a:gd name="connsiteY4" fmla="*/ 57512 h 114601"/>
                <a:gd name="connsiteX5" fmla="*/ 111433 w 114601"/>
                <a:gd name="connsiteY5" fmla="*/ 56833 h 11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601" h="114601">
                  <a:moveTo>
                    <a:pt x="111433" y="56833"/>
                  </a:moveTo>
                  <a:cubicBezTo>
                    <a:pt x="111061" y="27051"/>
                    <a:pt x="86616" y="3209"/>
                    <a:pt x="56833" y="3582"/>
                  </a:cubicBezTo>
                  <a:cubicBezTo>
                    <a:pt x="27051" y="3954"/>
                    <a:pt x="3210" y="28399"/>
                    <a:pt x="3582" y="58182"/>
                  </a:cubicBezTo>
                  <a:cubicBezTo>
                    <a:pt x="3951" y="87699"/>
                    <a:pt x="27983" y="111435"/>
                    <a:pt x="57503" y="111438"/>
                  </a:cubicBezTo>
                  <a:cubicBezTo>
                    <a:pt x="87288" y="111440"/>
                    <a:pt x="111435" y="87296"/>
                    <a:pt x="111437" y="57512"/>
                  </a:cubicBezTo>
                  <a:cubicBezTo>
                    <a:pt x="111437" y="57285"/>
                    <a:pt x="111436" y="57060"/>
                    <a:pt x="111433" y="56833"/>
                  </a:cubicBezTo>
                  <a:close/>
                </a:path>
              </a:pathLst>
            </a:custGeom>
            <a:solidFill>
              <a:srgbClr val="ADADAD"/>
            </a:solidFill>
            <a:ln w="674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9BEA18C-AFDE-015E-4187-46BD246CBAE4}"/>
                </a:ext>
              </a:extLst>
            </p:cNvPr>
            <p:cNvSpPr/>
            <p:nvPr/>
          </p:nvSpPr>
          <p:spPr>
            <a:xfrm>
              <a:off x="1417711" y="3248879"/>
              <a:ext cx="161790" cy="161790"/>
            </a:xfrm>
            <a:custGeom>
              <a:avLst/>
              <a:gdLst>
                <a:gd name="connsiteX0" fmla="*/ 159165 w 161789"/>
                <a:gd name="connsiteY0" fmla="*/ 81371 h 161789"/>
                <a:gd name="connsiteX1" fmla="*/ 81371 w 161789"/>
                <a:gd name="connsiteY1" fmla="*/ 3578 h 161789"/>
                <a:gd name="connsiteX2" fmla="*/ 3578 w 161789"/>
                <a:gd name="connsiteY2" fmla="*/ 81371 h 161789"/>
                <a:gd name="connsiteX3" fmla="*/ 81371 w 161789"/>
                <a:gd name="connsiteY3" fmla="*/ 159165 h 161789"/>
                <a:gd name="connsiteX4" fmla="*/ 159165 w 161789"/>
                <a:gd name="connsiteY4" fmla="*/ 81371 h 161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789" h="161789">
                  <a:moveTo>
                    <a:pt x="159165" y="81371"/>
                  </a:moveTo>
                  <a:cubicBezTo>
                    <a:pt x="159165" y="38407"/>
                    <a:pt x="124336" y="3578"/>
                    <a:pt x="81371" y="3578"/>
                  </a:cubicBezTo>
                  <a:cubicBezTo>
                    <a:pt x="38407" y="3578"/>
                    <a:pt x="3578" y="38407"/>
                    <a:pt x="3578" y="81371"/>
                  </a:cubicBezTo>
                  <a:cubicBezTo>
                    <a:pt x="3578" y="124336"/>
                    <a:pt x="38407" y="159165"/>
                    <a:pt x="81371" y="159165"/>
                  </a:cubicBezTo>
                  <a:cubicBezTo>
                    <a:pt x="124336" y="159165"/>
                    <a:pt x="159165" y="124336"/>
                    <a:pt x="159165" y="81371"/>
                  </a:cubicBezTo>
                  <a:close/>
                </a:path>
              </a:pathLst>
            </a:custGeom>
            <a:solidFill>
              <a:srgbClr val="FFFFFF"/>
            </a:solidFill>
            <a:ln w="6740" cap="flat">
              <a:noFill/>
              <a:prstDash val="solid"/>
              <a:miter/>
            </a:ln>
          </p:spPr>
          <p:txBody>
            <a:bodyPr rtlCol="0" anchor="ctr"/>
            <a:lstStyle/>
            <a:p>
              <a:endParaRPr lang="en-US"/>
            </a:p>
          </p:txBody>
        </p:sp>
        <p:pic>
          <p:nvPicPr>
            <p:cNvPr id="31" name="Picture 30">
              <a:extLst>
                <a:ext uri="{FF2B5EF4-FFF2-40B4-BE49-F238E27FC236}">
                  <a16:creationId xmlns:a16="http://schemas.microsoft.com/office/drawing/2014/main" id="{09821ED9-CFC5-7112-61E8-AD2639F15B14}"/>
                </a:ext>
              </a:extLst>
            </p:cNvPr>
            <p:cNvPicPr>
              <a:picLocks noChangeAspect="1"/>
            </p:cNvPicPr>
            <p:nvPr/>
          </p:nvPicPr>
          <p:blipFill>
            <a:blip r:embed="rId11">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299433" y="1999178"/>
              <a:ext cx="428400" cy="428400"/>
            </a:xfrm>
            <a:prstGeom prst="rect">
              <a:avLst/>
            </a:prstGeom>
          </p:spPr>
        </p:pic>
      </p:grpSp>
      <p:grpSp>
        <p:nvGrpSpPr>
          <p:cNvPr id="32" name="Group 31">
            <a:extLst>
              <a:ext uri="{FF2B5EF4-FFF2-40B4-BE49-F238E27FC236}">
                <a16:creationId xmlns:a16="http://schemas.microsoft.com/office/drawing/2014/main" id="{5E39A0F1-8D0C-15BB-6059-4BE1244456A9}"/>
              </a:ext>
            </a:extLst>
          </p:cNvPr>
          <p:cNvGrpSpPr/>
          <p:nvPr/>
        </p:nvGrpSpPr>
        <p:grpSpPr>
          <a:xfrm>
            <a:off x="2697318" y="16488743"/>
            <a:ext cx="2227696" cy="4641328"/>
            <a:chOff x="2697318" y="1483413"/>
            <a:chExt cx="2227696" cy="4641328"/>
          </a:xfrm>
        </p:grpSpPr>
        <p:sp>
          <p:nvSpPr>
            <p:cNvPr id="33" name="Rectangle: Rounded Corners 32">
              <a:extLst>
                <a:ext uri="{FF2B5EF4-FFF2-40B4-BE49-F238E27FC236}">
                  <a16:creationId xmlns:a16="http://schemas.microsoft.com/office/drawing/2014/main" id="{F7C69CA1-C8CD-1277-C19D-267FE5943AC9}"/>
                </a:ext>
              </a:extLst>
            </p:cNvPr>
            <p:cNvSpPr/>
            <p:nvPr/>
          </p:nvSpPr>
          <p:spPr>
            <a:xfrm>
              <a:off x="2697318" y="3823837"/>
              <a:ext cx="2227696" cy="2300904"/>
            </a:xfrm>
            <a:prstGeom prst="roundRect">
              <a:avLst>
                <a:gd name="adj" fmla="val 4730"/>
              </a:avLst>
            </a:prstGeom>
            <a:solidFill>
              <a:schemeClr val="bg1">
                <a:alpha val="0"/>
              </a:schemeClr>
            </a:solidFill>
            <a:ln>
              <a:gradFill>
                <a:gsLst>
                  <a:gs pos="0">
                    <a:schemeClr val="bg1">
                      <a:lumMod val="85000"/>
                      <a:alpha val="0"/>
                    </a:schemeClr>
                  </a:gs>
                  <a:gs pos="100000">
                    <a:schemeClr val="bg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1A3F6563-D8E9-DDBF-9B2E-831A5B1BE574}"/>
                </a:ext>
              </a:extLst>
            </p:cNvPr>
            <p:cNvSpPr/>
            <p:nvPr/>
          </p:nvSpPr>
          <p:spPr>
            <a:xfrm>
              <a:off x="3064146" y="1483413"/>
              <a:ext cx="1462849" cy="1462850"/>
            </a:xfrm>
            <a:custGeom>
              <a:avLst/>
              <a:gdLst>
                <a:gd name="connsiteX0" fmla="*/ 734844 w 1462848"/>
                <a:gd name="connsiteY0" fmla="*/ 86294 h 1462849"/>
                <a:gd name="connsiteX1" fmla="*/ 85633 w 1462848"/>
                <a:gd name="connsiteY1" fmla="*/ 731394 h 1462849"/>
                <a:gd name="connsiteX2" fmla="*/ 410051 w 1462848"/>
                <a:gd name="connsiteY2" fmla="*/ 1294392 h 1462849"/>
                <a:gd name="connsiteX3" fmla="*/ 417332 w 1462848"/>
                <a:gd name="connsiteY3" fmla="*/ 1281718 h 1462849"/>
                <a:gd name="connsiteX4" fmla="*/ 410051 w 1462848"/>
                <a:gd name="connsiteY4" fmla="*/ 1294392 h 1462849"/>
                <a:gd name="connsiteX5" fmla="*/ 1294654 w 1462848"/>
                <a:gd name="connsiteY5" fmla="*/ 1057791 h 1462849"/>
                <a:gd name="connsiteX6" fmla="*/ 1058053 w 1462848"/>
                <a:gd name="connsiteY6" fmla="*/ 173187 h 1462849"/>
                <a:gd name="connsiteX7" fmla="*/ 734845 w 1462848"/>
                <a:gd name="connsiteY7" fmla="*/ 86294 h 1462849"/>
                <a:gd name="connsiteX8" fmla="*/ 732755 w 1462848"/>
                <a:gd name="connsiteY8" fmla="*/ 1351827 h 1462849"/>
                <a:gd name="connsiteX9" fmla="*/ 115738 w 1462848"/>
                <a:gd name="connsiteY9" fmla="*/ 732503 h 1462849"/>
                <a:gd name="connsiteX10" fmla="*/ 735062 w 1462848"/>
                <a:gd name="connsiteY10" fmla="*/ 115486 h 1462849"/>
                <a:gd name="connsiteX11" fmla="*/ 1352079 w 1462848"/>
                <a:gd name="connsiteY11" fmla="*/ 734810 h 1462849"/>
                <a:gd name="connsiteX12" fmla="*/ 1269222 w 1462848"/>
                <a:gd name="connsiteY12" fmla="*/ 1042809 h 1462849"/>
                <a:gd name="connsiteX13" fmla="*/ 732754 w 1462848"/>
                <a:gd name="connsiteY13" fmla="*/ 1351827 h 1462849"/>
                <a:gd name="connsiteX14" fmla="*/ 735047 w 1462848"/>
                <a:gd name="connsiteY14" fmla="*/ 3579 h 1462849"/>
                <a:gd name="connsiteX15" fmla="*/ 3579 w 1462848"/>
                <a:gd name="connsiteY15" fmla="*/ 732396 h 1462849"/>
                <a:gd name="connsiteX16" fmla="*/ 368661 w 1462848"/>
                <a:gd name="connsiteY16" fmla="*/ 1366051 h 1462849"/>
                <a:gd name="connsiteX17" fmla="*/ 375941 w 1462848"/>
                <a:gd name="connsiteY17" fmla="*/ 1353445 h 1462849"/>
                <a:gd name="connsiteX18" fmla="*/ 368660 w 1462848"/>
                <a:gd name="connsiteY18" fmla="*/ 1366051 h 1462849"/>
                <a:gd name="connsiteX19" fmla="*/ 1366234 w 1462848"/>
                <a:gd name="connsiteY19" fmla="*/ 1099102 h 1462849"/>
                <a:gd name="connsiteX20" fmla="*/ 1099286 w 1462848"/>
                <a:gd name="connsiteY20" fmla="*/ 101527 h 1462849"/>
                <a:gd name="connsiteX21" fmla="*/ 735046 w 1462848"/>
                <a:gd name="connsiteY21" fmla="*/ 3579 h 1462849"/>
                <a:gd name="connsiteX22" fmla="*/ 732350 w 1462848"/>
                <a:gd name="connsiteY22" fmla="*/ 1434475 h 1462849"/>
                <a:gd name="connsiteX23" fmla="*/ 32295 w 1462848"/>
                <a:gd name="connsiteY23" fmla="*/ 732353 h 1462849"/>
                <a:gd name="connsiteX24" fmla="*/ 734417 w 1462848"/>
                <a:gd name="connsiteY24" fmla="*/ 32298 h 1462849"/>
                <a:gd name="connsiteX25" fmla="*/ 1434472 w 1462848"/>
                <a:gd name="connsiteY25" fmla="*/ 734420 h 1462849"/>
                <a:gd name="connsiteX26" fmla="*/ 1340545 w 1462848"/>
                <a:gd name="connsiteY26" fmla="*/ 1083930 h 1462849"/>
                <a:gd name="connsiteX27" fmla="*/ 732350 w 1462848"/>
                <a:gd name="connsiteY27" fmla="*/ 1434475 h 1462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62848" h="1462849">
                  <a:moveTo>
                    <a:pt x="734844" y="86294"/>
                  </a:moveTo>
                  <a:cubicBezTo>
                    <a:pt x="377430" y="85158"/>
                    <a:pt x="86768" y="373979"/>
                    <a:pt x="85633" y="731394"/>
                  </a:cubicBezTo>
                  <a:cubicBezTo>
                    <a:pt x="84895" y="963683"/>
                    <a:pt x="208708" y="1178549"/>
                    <a:pt x="410051" y="1294392"/>
                  </a:cubicBezTo>
                  <a:lnTo>
                    <a:pt x="417332" y="1281718"/>
                  </a:lnTo>
                  <a:lnTo>
                    <a:pt x="410051" y="1294392"/>
                  </a:lnTo>
                  <a:cubicBezTo>
                    <a:pt x="719663" y="1473333"/>
                    <a:pt x="1115714" y="1367403"/>
                    <a:pt x="1294654" y="1057791"/>
                  </a:cubicBezTo>
                  <a:cubicBezTo>
                    <a:pt x="1473595" y="748179"/>
                    <a:pt x="1367665" y="352128"/>
                    <a:pt x="1058053" y="173187"/>
                  </a:cubicBezTo>
                  <a:cubicBezTo>
                    <a:pt x="959794" y="116398"/>
                    <a:pt x="848334" y="86433"/>
                    <a:pt x="734845" y="86294"/>
                  </a:cubicBezTo>
                  <a:close/>
                  <a:moveTo>
                    <a:pt x="732755" y="1351827"/>
                  </a:moveTo>
                  <a:cubicBezTo>
                    <a:pt x="391348" y="1351190"/>
                    <a:pt x="115100" y="1073909"/>
                    <a:pt x="115738" y="732503"/>
                  </a:cubicBezTo>
                  <a:cubicBezTo>
                    <a:pt x="116375" y="391096"/>
                    <a:pt x="393656" y="114848"/>
                    <a:pt x="735062" y="115486"/>
                  </a:cubicBezTo>
                  <a:cubicBezTo>
                    <a:pt x="1076468" y="116123"/>
                    <a:pt x="1352716" y="393404"/>
                    <a:pt x="1352079" y="734810"/>
                  </a:cubicBezTo>
                  <a:cubicBezTo>
                    <a:pt x="1351877" y="842957"/>
                    <a:pt x="1323307" y="949158"/>
                    <a:pt x="1269222" y="1042809"/>
                  </a:cubicBezTo>
                  <a:cubicBezTo>
                    <a:pt x="1158570" y="1234381"/>
                    <a:pt x="953986" y="1352226"/>
                    <a:pt x="732754" y="1351827"/>
                  </a:cubicBezTo>
                  <a:close/>
                  <a:moveTo>
                    <a:pt x="735047" y="3579"/>
                  </a:moveTo>
                  <a:cubicBezTo>
                    <a:pt x="331800" y="2847"/>
                    <a:pt x="4311" y="329149"/>
                    <a:pt x="3579" y="732396"/>
                  </a:cubicBezTo>
                  <a:cubicBezTo>
                    <a:pt x="3104" y="993729"/>
                    <a:pt x="142337" y="1235389"/>
                    <a:pt x="368661" y="1366051"/>
                  </a:cubicBezTo>
                  <a:lnTo>
                    <a:pt x="375941" y="1353445"/>
                  </a:lnTo>
                  <a:lnTo>
                    <a:pt x="368660" y="1366051"/>
                  </a:lnTo>
                  <a:cubicBezTo>
                    <a:pt x="717848" y="1567808"/>
                    <a:pt x="1164478" y="1448291"/>
                    <a:pt x="1366234" y="1099102"/>
                  </a:cubicBezTo>
                  <a:cubicBezTo>
                    <a:pt x="1567991" y="749914"/>
                    <a:pt x="1448474" y="303284"/>
                    <a:pt x="1099286" y="101527"/>
                  </a:cubicBezTo>
                  <a:cubicBezTo>
                    <a:pt x="988545" y="37543"/>
                    <a:pt x="862942" y="3767"/>
                    <a:pt x="735046" y="3579"/>
                  </a:cubicBezTo>
                  <a:close/>
                  <a:moveTo>
                    <a:pt x="732350" y="1434475"/>
                  </a:moveTo>
                  <a:cubicBezTo>
                    <a:pt x="345150" y="1433904"/>
                    <a:pt x="31725" y="1119554"/>
                    <a:pt x="32295" y="732353"/>
                  </a:cubicBezTo>
                  <a:cubicBezTo>
                    <a:pt x="32866" y="345153"/>
                    <a:pt x="347217" y="31728"/>
                    <a:pt x="734417" y="32298"/>
                  </a:cubicBezTo>
                  <a:cubicBezTo>
                    <a:pt x="1121617" y="32869"/>
                    <a:pt x="1435042" y="347220"/>
                    <a:pt x="1434472" y="734420"/>
                  </a:cubicBezTo>
                  <a:cubicBezTo>
                    <a:pt x="1434291" y="857136"/>
                    <a:pt x="1401903" y="977655"/>
                    <a:pt x="1340545" y="1083930"/>
                  </a:cubicBezTo>
                  <a:cubicBezTo>
                    <a:pt x="1215123" y="1301168"/>
                    <a:pt x="983195" y="1434845"/>
                    <a:pt x="732350" y="1434475"/>
                  </a:cubicBezTo>
                  <a:close/>
                </a:path>
              </a:pathLst>
            </a:custGeom>
            <a:solidFill>
              <a:srgbClr val="D9D9D9"/>
            </a:solidFill>
            <a:ln w="674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1432E979-1DD3-52D8-C97F-EBBF7D3478F9}"/>
                </a:ext>
              </a:extLst>
            </p:cNvPr>
            <p:cNvSpPr/>
            <p:nvPr/>
          </p:nvSpPr>
          <p:spPr>
            <a:xfrm>
              <a:off x="3323796" y="1743222"/>
              <a:ext cx="943773" cy="943774"/>
            </a:xfrm>
            <a:custGeom>
              <a:avLst/>
              <a:gdLst>
                <a:gd name="connsiteX0" fmla="*/ 945868 w 943773"/>
                <a:gd name="connsiteY0" fmla="*/ 474723 h 943773"/>
                <a:gd name="connsiteX1" fmla="*/ 474723 w 943773"/>
                <a:gd name="connsiteY1" fmla="*/ 3578 h 943773"/>
                <a:gd name="connsiteX2" fmla="*/ 3578 w 943773"/>
                <a:gd name="connsiteY2" fmla="*/ 474723 h 943773"/>
                <a:gd name="connsiteX3" fmla="*/ 474723 w 943773"/>
                <a:gd name="connsiteY3" fmla="*/ 945869 h 943773"/>
                <a:gd name="connsiteX4" fmla="*/ 945868 w 943773"/>
                <a:gd name="connsiteY4" fmla="*/ 474723 h 943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773" h="943773">
                  <a:moveTo>
                    <a:pt x="945868" y="474723"/>
                  </a:moveTo>
                  <a:cubicBezTo>
                    <a:pt x="945868" y="214517"/>
                    <a:pt x="734929" y="3578"/>
                    <a:pt x="474723" y="3578"/>
                  </a:cubicBezTo>
                  <a:cubicBezTo>
                    <a:pt x="214517" y="3578"/>
                    <a:pt x="3578" y="214517"/>
                    <a:pt x="3578" y="474723"/>
                  </a:cubicBezTo>
                  <a:cubicBezTo>
                    <a:pt x="3578" y="734930"/>
                    <a:pt x="214517" y="945869"/>
                    <a:pt x="474723" y="945869"/>
                  </a:cubicBezTo>
                  <a:cubicBezTo>
                    <a:pt x="734929" y="945869"/>
                    <a:pt x="945868" y="734930"/>
                    <a:pt x="945868" y="474723"/>
                  </a:cubicBezTo>
                  <a:close/>
                </a:path>
              </a:pathLst>
            </a:custGeom>
            <a:solidFill>
              <a:srgbClr val="ED174F"/>
            </a:solidFill>
            <a:ln w="674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C0DC30-F5F9-E3EE-6FD2-3B101B1F6942}"/>
                </a:ext>
              </a:extLst>
            </p:cNvPr>
            <p:cNvSpPr/>
            <p:nvPr/>
          </p:nvSpPr>
          <p:spPr>
            <a:xfrm>
              <a:off x="3741083" y="3273754"/>
              <a:ext cx="114601" cy="114601"/>
            </a:xfrm>
            <a:custGeom>
              <a:avLst/>
              <a:gdLst>
                <a:gd name="connsiteX0" fmla="*/ 111433 w 114601"/>
                <a:gd name="connsiteY0" fmla="*/ 56833 h 114601"/>
                <a:gd name="connsiteX1" fmla="*/ 56833 w 114601"/>
                <a:gd name="connsiteY1" fmla="*/ 3582 h 114601"/>
                <a:gd name="connsiteX2" fmla="*/ 3582 w 114601"/>
                <a:gd name="connsiteY2" fmla="*/ 58182 h 114601"/>
                <a:gd name="connsiteX3" fmla="*/ 57504 w 114601"/>
                <a:gd name="connsiteY3" fmla="*/ 111438 h 114601"/>
                <a:gd name="connsiteX4" fmla="*/ 111438 w 114601"/>
                <a:gd name="connsiteY4" fmla="*/ 57512 h 114601"/>
                <a:gd name="connsiteX5" fmla="*/ 111433 w 114601"/>
                <a:gd name="connsiteY5" fmla="*/ 56833 h 11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601" h="114601">
                  <a:moveTo>
                    <a:pt x="111433" y="56833"/>
                  </a:moveTo>
                  <a:cubicBezTo>
                    <a:pt x="111061" y="27051"/>
                    <a:pt x="86615" y="3209"/>
                    <a:pt x="56833" y="3582"/>
                  </a:cubicBezTo>
                  <a:cubicBezTo>
                    <a:pt x="27051" y="3954"/>
                    <a:pt x="3209" y="28399"/>
                    <a:pt x="3582" y="58182"/>
                  </a:cubicBezTo>
                  <a:cubicBezTo>
                    <a:pt x="3951" y="87699"/>
                    <a:pt x="27983" y="111435"/>
                    <a:pt x="57504" y="111438"/>
                  </a:cubicBezTo>
                  <a:cubicBezTo>
                    <a:pt x="87288" y="111440"/>
                    <a:pt x="111435" y="87296"/>
                    <a:pt x="111438" y="57512"/>
                  </a:cubicBezTo>
                  <a:cubicBezTo>
                    <a:pt x="111438" y="57285"/>
                    <a:pt x="111436" y="57060"/>
                    <a:pt x="111433" y="56833"/>
                  </a:cubicBezTo>
                  <a:close/>
                </a:path>
              </a:pathLst>
            </a:custGeom>
            <a:solidFill>
              <a:srgbClr val="ADADAD"/>
            </a:solidFill>
            <a:ln w="674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25A1B5EC-00AF-C49A-432F-3206B6BB4B4D}"/>
                </a:ext>
              </a:extLst>
            </p:cNvPr>
            <p:cNvSpPr/>
            <p:nvPr/>
          </p:nvSpPr>
          <p:spPr>
            <a:xfrm>
              <a:off x="3716608" y="3248879"/>
              <a:ext cx="161790" cy="161790"/>
            </a:xfrm>
            <a:custGeom>
              <a:avLst/>
              <a:gdLst>
                <a:gd name="connsiteX0" fmla="*/ 159165 w 161789"/>
                <a:gd name="connsiteY0" fmla="*/ 81371 h 161789"/>
                <a:gd name="connsiteX1" fmla="*/ 81371 w 161789"/>
                <a:gd name="connsiteY1" fmla="*/ 3578 h 161789"/>
                <a:gd name="connsiteX2" fmla="*/ 3578 w 161789"/>
                <a:gd name="connsiteY2" fmla="*/ 81371 h 161789"/>
                <a:gd name="connsiteX3" fmla="*/ 81371 w 161789"/>
                <a:gd name="connsiteY3" fmla="*/ 159165 h 161789"/>
                <a:gd name="connsiteX4" fmla="*/ 159165 w 161789"/>
                <a:gd name="connsiteY4" fmla="*/ 81371 h 161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789" h="161789">
                  <a:moveTo>
                    <a:pt x="159165" y="81371"/>
                  </a:moveTo>
                  <a:cubicBezTo>
                    <a:pt x="159165" y="38407"/>
                    <a:pt x="124336" y="3578"/>
                    <a:pt x="81371" y="3578"/>
                  </a:cubicBezTo>
                  <a:cubicBezTo>
                    <a:pt x="38407" y="3578"/>
                    <a:pt x="3578" y="38407"/>
                    <a:pt x="3578" y="81371"/>
                  </a:cubicBezTo>
                  <a:cubicBezTo>
                    <a:pt x="3578" y="124336"/>
                    <a:pt x="38407" y="159165"/>
                    <a:pt x="81371" y="159165"/>
                  </a:cubicBezTo>
                  <a:cubicBezTo>
                    <a:pt x="124336" y="159165"/>
                    <a:pt x="159165" y="124336"/>
                    <a:pt x="159165" y="81371"/>
                  </a:cubicBezTo>
                  <a:close/>
                </a:path>
              </a:pathLst>
            </a:custGeom>
            <a:solidFill>
              <a:srgbClr val="FFFFFF"/>
            </a:solidFill>
            <a:ln w="6740" cap="flat">
              <a:noFill/>
              <a:prstDash val="solid"/>
              <a:miter/>
            </a:ln>
          </p:spPr>
          <p:txBody>
            <a:bodyPr rtlCol="0" anchor="ctr"/>
            <a:lstStyle/>
            <a:p>
              <a:endParaRPr lang="en-US"/>
            </a:p>
          </p:txBody>
        </p:sp>
        <p:sp>
          <p:nvSpPr>
            <p:cNvPr id="38" name="Rectangle 37">
              <a:extLst>
                <a:ext uri="{FF2B5EF4-FFF2-40B4-BE49-F238E27FC236}">
                  <a16:creationId xmlns:a16="http://schemas.microsoft.com/office/drawing/2014/main" id="{09F95735-3D48-8DA4-AA0A-656F8CABEF38}"/>
                </a:ext>
              </a:extLst>
            </p:cNvPr>
            <p:cNvSpPr/>
            <p:nvPr/>
          </p:nvSpPr>
          <p:spPr>
            <a:xfrm>
              <a:off x="2715871" y="3760894"/>
              <a:ext cx="2183802" cy="1277273"/>
            </a:xfrm>
            <a:prstGeom prst="rect">
              <a:avLst/>
            </a:prstGeom>
          </p:spPr>
          <p:txBody>
            <a:bodyPr wrap="square">
              <a:spAutoFit/>
            </a:bodyPr>
            <a:lstStyle/>
            <a:p>
              <a:pPr algn="ctr"/>
              <a:r>
                <a:rPr lang="en-US" sz="1200" b="1" dirty="0">
                  <a:latin typeface="Poppins Medium" panose="00000600000000000000" pitchFamily="2" charset="0"/>
                  <a:cs typeface="Poppins Medium" panose="00000600000000000000" pitchFamily="2" charset="0"/>
                </a:rPr>
                <a:t>MEDICATION</a:t>
              </a:r>
            </a:p>
            <a:p>
              <a:pPr algn="ctr"/>
              <a:r>
                <a:rPr lang="en-US" sz="1200" b="1" dirty="0">
                  <a:latin typeface="Poppins Medium" panose="00000600000000000000" pitchFamily="2" charset="0"/>
                  <a:cs typeface="Poppins Medium" panose="00000600000000000000" pitchFamily="2" charset="0"/>
                </a:rPr>
                <a:t>PURCHASING POWER: </a:t>
              </a:r>
            </a:p>
            <a:p>
              <a:pPr algn="ctr"/>
              <a:endParaRPr lang="en-US" sz="1100" dirty="0">
                <a:latin typeface="Poppins Light" panose="00000400000000000000" pitchFamily="2" charset="0"/>
                <a:cs typeface="Poppins Light" panose="00000400000000000000" pitchFamily="2" charset="0"/>
              </a:endParaRPr>
            </a:p>
            <a:p>
              <a:pPr algn="ctr"/>
              <a:r>
                <a:rPr lang="en-US" sz="1050" dirty="0">
                  <a:latin typeface="Poppins Light" panose="00000400000000000000" pitchFamily="2" charset="0"/>
                  <a:cs typeface="Poppins Light" panose="00000400000000000000" pitchFamily="2" charset="0"/>
                </a:rPr>
                <a:t>Direct purchasing relationships. Manufacturers and customers always pay wholesale with NO mark-up.</a:t>
              </a:r>
            </a:p>
          </p:txBody>
        </p:sp>
        <p:pic>
          <p:nvPicPr>
            <p:cNvPr id="39" name="Picture 38">
              <a:extLst>
                <a:ext uri="{FF2B5EF4-FFF2-40B4-BE49-F238E27FC236}">
                  <a16:creationId xmlns:a16="http://schemas.microsoft.com/office/drawing/2014/main" id="{EFBC3170-D848-086A-DD4E-1A275B7490C5}"/>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598689" y="1999178"/>
              <a:ext cx="428400" cy="428400"/>
            </a:xfrm>
            <a:prstGeom prst="rect">
              <a:avLst/>
            </a:prstGeom>
          </p:spPr>
        </p:pic>
      </p:grpSp>
      <p:grpSp>
        <p:nvGrpSpPr>
          <p:cNvPr id="40" name="Group 39">
            <a:extLst>
              <a:ext uri="{FF2B5EF4-FFF2-40B4-BE49-F238E27FC236}">
                <a16:creationId xmlns:a16="http://schemas.microsoft.com/office/drawing/2014/main" id="{2C05FEB2-F55B-B469-1FBF-A20308220FA4}"/>
              </a:ext>
            </a:extLst>
          </p:cNvPr>
          <p:cNvGrpSpPr/>
          <p:nvPr/>
        </p:nvGrpSpPr>
        <p:grpSpPr>
          <a:xfrm>
            <a:off x="4994851" y="21684197"/>
            <a:ext cx="2227696" cy="4641328"/>
            <a:chOff x="4994851" y="1483413"/>
            <a:chExt cx="2227696" cy="4641328"/>
          </a:xfrm>
        </p:grpSpPr>
        <p:sp>
          <p:nvSpPr>
            <p:cNvPr id="41" name="Rectangle: Rounded Corners 40">
              <a:extLst>
                <a:ext uri="{FF2B5EF4-FFF2-40B4-BE49-F238E27FC236}">
                  <a16:creationId xmlns:a16="http://schemas.microsoft.com/office/drawing/2014/main" id="{452832AF-7C2D-A3CE-EEC4-4E9658FB0B90}"/>
                </a:ext>
              </a:extLst>
            </p:cNvPr>
            <p:cNvSpPr/>
            <p:nvPr/>
          </p:nvSpPr>
          <p:spPr>
            <a:xfrm>
              <a:off x="4994851" y="3823837"/>
              <a:ext cx="2227696" cy="2300904"/>
            </a:xfrm>
            <a:prstGeom prst="roundRect">
              <a:avLst>
                <a:gd name="adj" fmla="val 4730"/>
              </a:avLst>
            </a:prstGeom>
            <a:solidFill>
              <a:schemeClr val="bg1">
                <a:alpha val="0"/>
              </a:schemeClr>
            </a:solidFill>
            <a:ln>
              <a:gradFill>
                <a:gsLst>
                  <a:gs pos="0">
                    <a:schemeClr val="bg1">
                      <a:lumMod val="85000"/>
                      <a:alpha val="0"/>
                    </a:schemeClr>
                  </a:gs>
                  <a:gs pos="100000">
                    <a:schemeClr val="bg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7C5FCC9A-971D-1940-27C8-FAE801C2D3E0}"/>
                </a:ext>
              </a:extLst>
            </p:cNvPr>
            <p:cNvSpPr/>
            <p:nvPr/>
          </p:nvSpPr>
          <p:spPr>
            <a:xfrm>
              <a:off x="5363134" y="1483413"/>
              <a:ext cx="1462849" cy="1462850"/>
            </a:xfrm>
            <a:custGeom>
              <a:avLst/>
              <a:gdLst>
                <a:gd name="connsiteX0" fmla="*/ 734686 w 1462848"/>
                <a:gd name="connsiteY0" fmla="*/ 86294 h 1462849"/>
                <a:gd name="connsiteX1" fmla="*/ 85407 w 1462848"/>
                <a:gd name="connsiteY1" fmla="*/ 731325 h 1462849"/>
                <a:gd name="connsiteX2" fmla="*/ 409826 w 1462848"/>
                <a:gd name="connsiteY2" fmla="*/ 1294392 h 1462849"/>
                <a:gd name="connsiteX3" fmla="*/ 409826 w 1462848"/>
                <a:gd name="connsiteY3" fmla="*/ 1294392 h 1462849"/>
                <a:gd name="connsiteX4" fmla="*/ 1294429 w 1462848"/>
                <a:gd name="connsiteY4" fmla="*/ 1057790 h 1462849"/>
                <a:gd name="connsiteX5" fmla="*/ 1057827 w 1462848"/>
                <a:gd name="connsiteY5" fmla="*/ 173187 h 1462849"/>
                <a:gd name="connsiteX6" fmla="*/ 734686 w 1462848"/>
                <a:gd name="connsiteY6" fmla="*/ 86294 h 1462849"/>
                <a:gd name="connsiteX7" fmla="*/ 732529 w 1462848"/>
                <a:gd name="connsiteY7" fmla="*/ 1351827 h 1462849"/>
                <a:gd name="connsiteX8" fmla="*/ 115512 w 1462848"/>
                <a:gd name="connsiteY8" fmla="*/ 732502 h 1462849"/>
                <a:gd name="connsiteX9" fmla="*/ 734836 w 1462848"/>
                <a:gd name="connsiteY9" fmla="*/ 115485 h 1462849"/>
                <a:gd name="connsiteX10" fmla="*/ 1351853 w 1462848"/>
                <a:gd name="connsiteY10" fmla="*/ 734810 h 1462849"/>
                <a:gd name="connsiteX11" fmla="*/ 1268997 w 1462848"/>
                <a:gd name="connsiteY11" fmla="*/ 1042808 h 1462849"/>
                <a:gd name="connsiteX12" fmla="*/ 732529 w 1462848"/>
                <a:gd name="connsiteY12" fmla="*/ 1351827 h 1462849"/>
                <a:gd name="connsiteX13" fmla="*/ 734821 w 1462848"/>
                <a:gd name="connsiteY13" fmla="*/ 3579 h 1462849"/>
                <a:gd name="connsiteX14" fmla="*/ 3579 w 1462848"/>
                <a:gd name="connsiteY14" fmla="*/ 732352 h 1462849"/>
                <a:gd name="connsiteX15" fmla="*/ 732352 w 1462848"/>
                <a:gd name="connsiteY15" fmla="*/ 1463595 h 1462849"/>
                <a:gd name="connsiteX16" fmla="*/ 1463594 w 1462848"/>
                <a:gd name="connsiteY16" fmla="*/ 734822 h 1462849"/>
                <a:gd name="connsiteX17" fmla="*/ 1098848 w 1462848"/>
                <a:gd name="connsiteY17" fmla="*/ 101529 h 1462849"/>
                <a:gd name="connsiteX18" fmla="*/ 734821 w 1462848"/>
                <a:gd name="connsiteY18" fmla="*/ 3579 h 1462849"/>
                <a:gd name="connsiteX19" fmla="*/ 732124 w 1462848"/>
                <a:gd name="connsiteY19" fmla="*/ 1434475 h 1462849"/>
                <a:gd name="connsiteX20" fmla="*/ 32407 w 1462848"/>
                <a:gd name="connsiteY20" fmla="*/ 732017 h 1462849"/>
                <a:gd name="connsiteX21" fmla="*/ 734865 w 1462848"/>
                <a:gd name="connsiteY21" fmla="*/ 32299 h 1462849"/>
                <a:gd name="connsiteX22" fmla="*/ 1434582 w 1462848"/>
                <a:gd name="connsiteY22" fmla="*/ 734757 h 1462849"/>
                <a:gd name="connsiteX23" fmla="*/ 1340655 w 1462848"/>
                <a:gd name="connsiteY23" fmla="*/ 1083930 h 1462849"/>
                <a:gd name="connsiteX24" fmla="*/ 732124 w 1462848"/>
                <a:gd name="connsiteY24" fmla="*/ 1434475 h 1462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62848" h="1462849">
                  <a:moveTo>
                    <a:pt x="734686" y="86294"/>
                  </a:moveTo>
                  <a:cubicBezTo>
                    <a:pt x="377272" y="85121"/>
                    <a:pt x="86580" y="373911"/>
                    <a:pt x="85407" y="731325"/>
                  </a:cubicBezTo>
                  <a:cubicBezTo>
                    <a:pt x="84645" y="963639"/>
                    <a:pt x="208461" y="1178537"/>
                    <a:pt x="409826" y="1294392"/>
                  </a:cubicBezTo>
                  <a:lnTo>
                    <a:pt x="409826" y="1294392"/>
                  </a:lnTo>
                  <a:cubicBezTo>
                    <a:pt x="719438" y="1473332"/>
                    <a:pt x="1115488" y="1367402"/>
                    <a:pt x="1294429" y="1057790"/>
                  </a:cubicBezTo>
                  <a:cubicBezTo>
                    <a:pt x="1473369" y="748178"/>
                    <a:pt x="1367439" y="352128"/>
                    <a:pt x="1057827" y="173187"/>
                  </a:cubicBezTo>
                  <a:cubicBezTo>
                    <a:pt x="959587" y="116409"/>
                    <a:pt x="848152" y="86444"/>
                    <a:pt x="734686" y="86294"/>
                  </a:cubicBezTo>
                  <a:close/>
                  <a:moveTo>
                    <a:pt x="732529" y="1351827"/>
                  </a:moveTo>
                  <a:cubicBezTo>
                    <a:pt x="391123" y="1351190"/>
                    <a:pt x="114875" y="1073909"/>
                    <a:pt x="115512" y="732502"/>
                  </a:cubicBezTo>
                  <a:cubicBezTo>
                    <a:pt x="116150" y="391096"/>
                    <a:pt x="393430" y="114848"/>
                    <a:pt x="734836" y="115485"/>
                  </a:cubicBezTo>
                  <a:cubicBezTo>
                    <a:pt x="1076243" y="116122"/>
                    <a:pt x="1352490" y="393404"/>
                    <a:pt x="1351853" y="734810"/>
                  </a:cubicBezTo>
                  <a:cubicBezTo>
                    <a:pt x="1351652" y="842957"/>
                    <a:pt x="1323081" y="949158"/>
                    <a:pt x="1268997" y="1042808"/>
                  </a:cubicBezTo>
                  <a:cubicBezTo>
                    <a:pt x="1158345" y="1234381"/>
                    <a:pt x="953761" y="1352226"/>
                    <a:pt x="732529" y="1351827"/>
                  </a:cubicBezTo>
                  <a:close/>
                  <a:moveTo>
                    <a:pt x="734821" y="3579"/>
                  </a:moveTo>
                  <a:cubicBezTo>
                    <a:pt x="331649" y="2897"/>
                    <a:pt x="4261" y="329180"/>
                    <a:pt x="3579" y="732352"/>
                  </a:cubicBezTo>
                  <a:cubicBezTo>
                    <a:pt x="2897" y="1135524"/>
                    <a:pt x="329180" y="1462913"/>
                    <a:pt x="732352" y="1463595"/>
                  </a:cubicBezTo>
                  <a:cubicBezTo>
                    <a:pt x="1135524" y="1464277"/>
                    <a:pt x="1462912" y="1137994"/>
                    <a:pt x="1463594" y="734822"/>
                  </a:cubicBezTo>
                  <a:cubicBezTo>
                    <a:pt x="1464036" y="473680"/>
                    <a:pt x="1324950" y="232192"/>
                    <a:pt x="1098848" y="101529"/>
                  </a:cubicBezTo>
                  <a:cubicBezTo>
                    <a:pt x="988171" y="37580"/>
                    <a:pt x="862645" y="3804"/>
                    <a:pt x="734821" y="3579"/>
                  </a:cubicBezTo>
                  <a:close/>
                  <a:moveTo>
                    <a:pt x="732124" y="1434475"/>
                  </a:moveTo>
                  <a:cubicBezTo>
                    <a:pt x="344925" y="1433718"/>
                    <a:pt x="31650" y="1119217"/>
                    <a:pt x="32407" y="732017"/>
                  </a:cubicBezTo>
                  <a:cubicBezTo>
                    <a:pt x="33164" y="344817"/>
                    <a:pt x="347665" y="31542"/>
                    <a:pt x="734865" y="32299"/>
                  </a:cubicBezTo>
                  <a:cubicBezTo>
                    <a:pt x="1122065" y="33056"/>
                    <a:pt x="1435339" y="347557"/>
                    <a:pt x="1434582" y="734757"/>
                  </a:cubicBezTo>
                  <a:cubicBezTo>
                    <a:pt x="1434342" y="857359"/>
                    <a:pt x="1401956" y="977754"/>
                    <a:pt x="1340655" y="1083930"/>
                  </a:cubicBezTo>
                  <a:cubicBezTo>
                    <a:pt x="1215173" y="1301273"/>
                    <a:pt x="983088" y="1434965"/>
                    <a:pt x="732124" y="1434475"/>
                  </a:cubicBezTo>
                  <a:close/>
                </a:path>
              </a:pathLst>
            </a:custGeom>
            <a:solidFill>
              <a:srgbClr val="D9D9D9"/>
            </a:solidFill>
            <a:ln w="674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48286D9-00D9-5F84-6EB3-D3544A6D1357}"/>
                </a:ext>
              </a:extLst>
            </p:cNvPr>
            <p:cNvSpPr/>
            <p:nvPr/>
          </p:nvSpPr>
          <p:spPr>
            <a:xfrm>
              <a:off x="5622693" y="1743222"/>
              <a:ext cx="943773" cy="943774"/>
            </a:xfrm>
            <a:custGeom>
              <a:avLst/>
              <a:gdLst>
                <a:gd name="connsiteX0" fmla="*/ 945868 w 943773"/>
                <a:gd name="connsiteY0" fmla="*/ 474723 h 943773"/>
                <a:gd name="connsiteX1" fmla="*/ 474723 w 943773"/>
                <a:gd name="connsiteY1" fmla="*/ 3578 h 943773"/>
                <a:gd name="connsiteX2" fmla="*/ 3578 w 943773"/>
                <a:gd name="connsiteY2" fmla="*/ 474723 h 943773"/>
                <a:gd name="connsiteX3" fmla="*/ 474723 w 943773"/>
                <a:gd name="connsiteY3" fmla="*/ 945868 h 943773"/>
                <a:gd name="connsiteX4" fmla="*/ 474790 w 943773"/>
                <a:gd name="connsiteY4" fmla="*/ 945868 h 943773"/>
                <a:gd name="connsiteX5" fmla="*/ 945868 w 943773"/>
                <a:gd name="connsiteY5" fmla="*/ 474790 h 943773"/>
                <a:gd name="connsiteX6" fmla="*/ 945868 w 943773"/>
                <a:gd name="connsiteY6" fmla="*/ 474723 h 94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773" h="943773">
                  <a:moveTo>
                    <a:pt x="945868" y="474723"/>
                  </a:moveTo>
                  <a:cubicBezTo>
                    <a:pt x="945868" y="214516"/>
                    <a:pt x="734929" y="3577"/>
                    <a:pt x="474723" y="3578"/>
                  </a:cubicBezTo>
                  <a:cubicBezTo>
                    <a:pt x="214517" y="3578"/>
                    <a:pt x="3578" y="214517"/>
                    <a:pt x="3578" y="474723"/>
                  </a:cubicBezTo>
                  <a:cubicBezTo>
                    <a:pt x="3578" y="734929"/>
                    <a:pt x="214517" y="945868"/>
                    <a:pt x="474723" y="945868"/>
                  </a:cubicBezTo>
                  <a:cubicBezTo>
                    <a:pt x="474745" y="945868"/>
                    <a:pt x="474768" y="945868"/>
                    <a:pt x="474790" y="945868"/>
                  </a:cubicBezTo>
                  <a:cubicBezTo>
                    <a:pt x="734959" y="945868"/>
                    <a:pt x="945868" y="734960"/>
                    <a:pt x="945868" y="474790"/>
                  </a:cubicBezTo>
                  <a:cubicBezTo>
                    <a:pt x="945868" y="474768"/>
                    <a:pt x="945868" y="474746"/>
                    <a:pt x="945868" y="474723"/>
                  </a:cubicBezTo>
                  <a:close/>
                </a:path>
              </a:pathLst>
            </a:custGeom>
            <a:gradFill>
              <a:gsLst>
                <a:gs pos="98000">
                  <a:srgbClr val="0A2C69"/>
                </a:gs>
                <a:gs pos="0">
                  <a:srgbClr val="3795AF"/>
                </a:gs>
              </a:gsLst>
              <a:path path="circle">
                <a:fillToRect t="100000" r="100000"/>
              </a:path>
            </a:gradFill>
            <a:ln w="674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B5EE7765-A6F5-17B2-C75E-538092BF77D8}"/>
                </a:ext>
              </a:extLst>
            </p:cNvPr>
            <p:cNvSpPr/>
            <p:nvPr/>
          </p:nvSpPr>
          <p:spPr>
            <a:xfrm>
              <a:off x="6038493" y="3272270"/>
              <a:ext cx="114601" cy="114601"/>
            </a:xfrm>
            <a:custGeom>
              <a:avLst/>
              <a:gdLst>
                <a:gd name="connsiteX0" fmla="*/ 112920 w 114601"/>
                <a:gd name="connsiteY0" fmla="*/ 58316 h 114601"/>
                <a:gd name="connsiteX1" fmla="*/ 58316 w 114601"/>
                <a:gd name="connsiteY1" fmla="*/ 3578 h 114601"/>
                <a:gd name="connsiteX2" fmla="*/ 3578 w 114601"/>
                <a:gd name="connsiteY2" fmla="*/ 58181 h 114601"/>
                <a:gd name="connsiteX3" fmla="*/ 58181 w 114601"/>
                <a:gd name="connsiteY3" fmla="*/ 112920 h 114601"/>
                <a:gd name="connsiteX4" fmla="*/ 58249 w 114601"/>
                <a:gd name="connsiteY4" fmla="*/ 112920 h 114601"/>
                <a:gd name="connsiteX5" fmla="*/ 112920 w 114601"/>
                <a:gd name="connsiteY5" fmla="*/ 58316 h 11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601" h="114601">
                  <a:moveTo>
                    <a:pt x="112920" y="58316"/>
                  </a:moveTo>
                  <a:cubicBezTo>
                    <a:pt x="112957" y="28122"/>
                    <a:pt x="88510" y="3615"/>
                    <a:pt x="58316" y="3578"/>
                  </a:cubicBezTo>
                  <a:cubicBezTo>
                    <a:pt x="28122" y="3541"/>
                    <a:pt x="3615" y="27987"/>
                    <a:pt x="3578" y="58181"/>
                  </a:cubicBezTo>
                  <a:cubicBezTo>
                    <a:pt x="3541" y="88376"/>
                    <a:pt x="27987" y="112883"/>
                    <a:pt x="58181" y="112920"/>
                  </a:cubicBezTo>
                  <a:cubicBezTo>
                    <a:pt x="58204" y="112920"/>
                    <a:pt x="58226" y="112920"/>
                    <a:pt x="58249" y="112920"/>
                  </a:cubicBezTo>
                  <a:cubicBezTo>
                    <a:pt x="88417" y="112920"/>
                    <a:pt x="112883" y="88484"/>
                    <a:pt x="112920" y="58316"/>
                  </a:cubicBezTo>
                  <a:close/>
                </a:path>
              </a:pathLst>
            </a:custGeom>
            <a:solidFill>
              <a:srgbClr val="ADADAD"/>
            </a:solidFill>
            <a:ln w="674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AC9EB7D7-6AAE-B5AC-9500-67F8593FEC54}"/>
                </a:ext>
              </a:extLst>
            </p:cNvPr>
            <p:cNvSpPr/>
            <p:nvPr/>
          </p:nvSpPr>
          <p:spPr>
            <a:xfrm>
              <a:off x="6015505" y="3248879"/>
              <a:ext cx="161790" cy="161790"/>
            </a:xfrm>
            <a:custGeom>
              <a:avLst/>
              <a:gdLst>
                <a:gd name="connsiteX0" fmla="*/ 159165 w 161789"/>
                <a:gd name="connsiteY0" fmla="*/ 81371 h 161789"/>
                <a:gd name="connsiteX1" fmla="*/ 81371 w 161789"/>
                <a:gd name="connsiteY1" fmla="*/ 3578 h 161789"/>
                <a:gd name="connsiteX2" fmla="*/ 3578 w 161789"/>
                <a:gd name="connsiteY2" fmla="*/ 81371 h 161789"/>
                <a:gd name="connsiteX3" fmla="*/ 81371 w 161789"/>
                <a:gd name="connsiteY3" fmla="*/ 159165 h 161789"/>
                <a:gd name="connsiteX4" fmla="*/ 159165 w 161789"/>
                <a:gd name="connsiteY4" fmla="*/ 81371 h 161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789" h="161789">
                  <a:moveTo>
                    <a:pt x="159165" y="81371"/>
                  </a:moveTo>
                  <a:cubicBezTo>
                    <a:pt x="159165" y="38407"/>
                    <a:pt x="124336" y="3578"/>
                    <a:pt x="81371" y="3578"/>
                  </a:cubicBezTo>
                  <a:cubicBezTo>
                    <a:pt x="38407" y="3578"/>
                    <a:pt x="3578" y="38407"/>
                    <a:pt x="3578" y="81371"/>
                  </a:cubicBezTo>
                  <a:cubicBezTo>
                    <a:pt x="3578" y="124336"/>
                    <a:pt x="38407" y="159165"/>
                    <a:pt x="81371" y="159165"/>
                  </a:cubicBezTo>
                  <a:cubicBezTo>
                    <a:pt x="124336" y="159165"/>
                    <a:pt x="159165" y="124336"/>
                    <a:pt x="159165" y="81371"/>
                  </a:cubicBezTo>
                  <a:close/>
                </a:path>
              </a:pathLst>
            </a:custGeom>
            <a:solidFill>
              <a:srgbClr val="FFFFFF"/>
            </a:solidFill>
            <a:ln w="6740" cap="flat">
              <a:noFill/>
              <a:prstDash val="solid"/>
              <a:miter/>
            </a:ln>
          </p:spPr>
          <p:txBody>
            <a:bodyPr rtlCol="0" anchor="ctr"/>
            <a:lstStyle/>
            <a:p>
              <a:endParaRPr lang="en-US"/>
            </a:p>
          </p:txBody>
        </p:sp>
        <p:sp>
          <p:nvSpPr>
            <p:cNvPr id="46" name="Rectangle 45">
              <a:extLst>
                <a:ext uri="{FF2B5EF4-FFF2-40B4-BE49-F238E27FC236}">
                  <a16:creationId xmlns:a16="http://schemas.microsoft.com/office/drawing/2014/main" id="{AAEF959D-7424-5E77-88CE-EEDD9F5A792B}"/>
                </a:ext>
              </a:extLst>
            </p:cNvPr>
            <p:cNvSpPr/>
            <p:nvPr/>
          </p:nvSpPr>
          <p:spPr>
            <a:xfrm>
              <a:off x="5010010" y="3760894"/>
              <a:ext cx="2183802" cy="931024"/>
            </a:xfrm>
            <a:prstGeom prst="rect">
              <a:avLst/>
            </a:prstGeom>
          </p:spPr>
          <p:txBody>
            <a:bodyPr wrap="square">
              <a:spAutoFit/>
            </a:bodyPr>
            <a:lstStyle/>
            <a:p>
              <a:pPr algn="ctr"/>
              <a:r>
                <a:rPr lang="en-US" sz="1200" b="1" dirty="0">
                  <a:latin typeface="Poppins Medium" panose="00000600000000000000" pitchFamily="2" charset="0"/>
                  <a:cs typeface="Poppins Medium" panose="00000600000000000000" pitchFamily="2" charset="0"/>
                </a:rPr>
                <a:t>PRESCRIBING OPTIONS: </a:t>
              </a:r>
            </a:p>
            <a:p>
              <a:pPr algn="ctr"/>
              <a:endParaRPr lang="en-US" sz="1100" dirty="0">
                <a:latin typeface="Poppins Light" panose="00000400000000000000" pitchFamily="2" charset="0"/>
                <a:cs typeface="Poppins Light" panose="00000400000000000000" pitchFamily="2" charset="0"/>
              </a:endParaRPr>
            </a:p>
            <a:p>
              <a:pPr algn="ctr"/>
              <a:r>
                <a:rPr lang="en-US" sz="1050" dirty="0">
                  <a:latin typeface="Poppins Light" panose="00000400000000000000" pitchFamily="2" charset="0"/>
                  <a:cs typeface="Poppins Light" panose="00000400000000000000" pitchFamily="2" charset="0"/>
                </a:rPr>
                <a:t>EMR script transfer (preferred), web-based portal, and fax.</a:t>
              </a:r>
            </a:p>
          </p:txBody>
        </p:sp>
        <p:pic>
          <p:nvPicPr>
            <p:cNvPr id="47" name="Picture 46">
              <a:extLst>
                <a:ext uri="{FF2B5EF4-FFF2-40B4-BE49-F238E27FC236}">
                  <a16:creationId xmlns:a16="http://schemas.microsoft.com/office/drawing/2014/main" id="{3F86CE31-5CF6-66F9-FD66-A0CA2DC52BBD}"/>
                </a:ext>
              </a:extLst>
            </p:cNvPr>
            <p:cNvPicPr>
              <a:picLocks noChangeAspect="1"/>
            </p:cNvPicPr>
            <p:nvPr/>
          </p:nvPicPr>
          <p:blipFill>
            <a:blip r:embed="rId13">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897945" y="1999178"/>
              <a:ext cx="428400" cy="428400"/>
            </a:xfrm>
            <a:prstGeom prst="rect">
              <a:avLst/>
            </a:prstGeom>
          </p:spPr>
        </p:pic>
      </p:grpSp>
      <p:grpSp>
        <p:nvGrpSpPr>
          <p:cNvPr id="48" name="Group 47">
            <a:extLst>
              <a:ext uri="{FF2B5EF4-FFF2-40B4-BE49-F238E27FC236}">
                <a16:creationId xmlns:a16="http://schemas.microsoft.com/office/drawing/2014/main" id="{D10D13D6-7D8A-BC79-74D8-17F5D8634522}"/>
              </a:ext>
            </a:extLst>
          </p:cNvPr>
          <p:cNvGrpSpPr/>
          <p:nvPr/>
        </p:nvGrpSpPr>
        <p:grpSpPr>
          <a:xfrm>
            <a:off x="7292384" y="32315176"/>
            <a:ext cx="2227696" cy="4640249"/>
            <a:chOff x="7292384" y="1484492"/>
            <a:chExt cx="2227696" cy="4640249"/>
          </a:xfrm>
        </p:grpSpPr>
        <p:sp>
          <p:nvSpPr>
            <p:cNvPr id="49" name="Rectangle: Rounded Corners 48">
              <a:extLst>
                <a:ext uri="{FF2B5EF4-FFF2-40B4-BE49-F238E27FC236}">
                  <a16:creationId xmlns:a16="http://schemas.microsoft.com/office/drawing/2014/main" id="{08656D6F-1A52-8310-71B4-3365618B1CC1}"/>
                </a:ext>
              </a:extLst>
            </p:cNvPr>
            <p:cNvSpPr/>
            <p:nvPr/>
          </p:nvSpPr>
          <p:spPr>
            <a:xfrm>
              <a:off x="7292384" y="3823837"/>
              <a:ext cx="2227696" cy="2300904"/>
            </a:xfrm>
            <a:prstGeom prst="roundRect">
              <a:avLst>
                <a:gd name="adj" fmla="val 4730"/>
              </a:avLst>
            </a:prstGeom>
            <a:solidFill>
              <a:schemeClr val="bg1">
                <a:alpha val="0"/>
              </a:schemeClr>
            </a:solidFill>
            <a:ln>
              <a:gradFill>
                <a:gsLst>
                  <a:gs pos="0">
                    <a:schemeClr val="bg1">
                      <a:lumMod val="85000"/>
                      <a:alpha val="0"/>
                    </a:schemeClr>
                  </a:gs>
                  <a:gs pos="100000">
                    <a:schemeClr val="bg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C39B3C55-CD89-A640-F283-3D9A78032053}"/>
                </a:ext>
              </a:extLst>
            </p:cNvPr>
            <p:cNvSpPr/>
            <p:nvPr/>
          </p:nvSpPr>
          <p:spPr>
            <a:xfrm>
              <a:off x="8337390" y="3272270"/>
              <a:ext cx="114601" cy="114601"/>
            </a:xfrm>
            <a:custGeom>
              <a:avLst/>
              <a:gdLst>
                <a:gd name="connsiteX0" fmla="*/ 112920 w 114601"/>
                <a:gd name="connsiteY0" fmla="*/ 58316 h 114601"/>
                <a:gd name="connsiteX1" fmla="*/ 58316 w 114601"/>
                <a:gd name="connsiteY1" fmla="*/ 3578 h 114601"/>
                <a:gd name="connsiteX2" fmla="*/ 3578 w 114601"/>
                <a:gd name="connsiteY2" fmla="*/ 58181 h 114601"/>
                <a:gd name="connsiteX3" fmla="*/ 58181 w 114601"/>
                <a:gd name="connsiteY3" fmla="*/ 112920 h 114601"/>
                <a:gd name="connsiteX4" fmla="*/ 58249 w 114601"/>
                <a:gd name="connsiteY4" fmla="*/ 112920 h 114601"/>
                <a:gd name="connsiteX5" fmla="*/ 112920 w 114601"/>
                <a:gd name="connsiteY5" fmla="*/ 58316 h 11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601" h="114601">
                  <a:moveTo>
                    <a:pt x="112920" y="58316"/>
                  </a:moveTo>
                  <a:cubicBezTo>
                    <a:pt x="112957" y="28122"/>
                    <a:pt x="88510" y="3615"/>
                    <a:pt x="58316" y="3578"/>
                  </a:cubicBezTo>
                  <a:cubicBezTo>
                    <a:pt x="28122" y="3541"/>
                    <a:pt x="3615" y="27987"/>
                    <a:pt x="3578" y="58181"/>
                  </a:cubicBezTo>
                  <a:cubicBezTo>
                    <a:pt x="3541" y="88376"/>
                    <a:pt x="27987" y="112883"/>
                    <a:pt x="58181" y="112920"/>
                  </a:cubicBezTo>
                  <a:cubicBezTo>
                    <a:pt x="58204" y="112920"/>
                    <a:pt x="58227" y="112920"/>
                    <a:pt x="58249" y="112920"/>
                  </a:cubicBezTo>
                  <a:cubicBezTo>
                    <a:pt x="88417" y="112920"/>
                    <a:pt x="112883" y="88484"/>
                    <a:pt x="112920" y="58316"/>
                  </a:cubicBezTo>
                  <a:close/>
                </a:path>
              </a:pathLst>
            </a:custGeom>
            <a:solidFill>
              <a:srgbClr val="ADADAD"/>
            </a:solidFill>
            <a:ln w="6740"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38176B6C-AE5C-E187-AA56-0C8ED8E252EF}"/>
                </a:ext>
              </a:extLst>
            </p:cNvPr>
            <p:cNvSpPr/>
            <p:nvPr/>
          </p:nvSpPr>
          <p:spPr>
            <a:xfrm>
              <a:off x="8312654" y="3247126"/>
              <a:ext cx="161790" cy="161790"/>
            </a:xfrm>
            <a:custGeom>
              <a:avLst/>
              <a:gdLst>
                <a:gd name="connsiteX0" fmla="*/ 160914 w 161789"/>
                <a:gd name="connsiteY0" fmla="*/ 83124 h 161789"/>
                <a:gd name="connsiteX1" fmla="*/ 83125 w 161789"/>
                <a:gd name="connsiteY1" fmla="*/ 3583 h 161789"/>
                <a:gd name="connsiteX2" fmla="*/ 3583 w 161789"/>
                <a:gd name="connsiteY2" fmla="*/ 81372 h 161789"/>
                <a:gd name="connsiteX3" fmla="*/ 81372 w 161789"/>
                <a:gd name="connsiteY3" fmla="*/ 160913 h 161789"/>
                <a:gd name="connsiteX4" fmla="*/ 82311 w 161789"/>
                <a:gd name="connsiteY4" fmla="*/ 160918 h 161789"/>
                <a:gd name="connsiteX5" fmla="*/ 160914 w 161789"/>
                <a:gd name="connsiteY5" fmla="*/ 83127 h 161789"/>
                <a:gd name="connsiteX6" fmla="*/ 160914 w 161789"/>
                <a:gd name="connsiteY6" fmla="*/ 83125 h 161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89" h="161789">
                  <a:moveTo>
                    <a:pt x="160914" y="83124"/>
                  </a:moveTo>
                  <a:cubicBezTo>
                    <a:pt x="161398" y="39678"/>
                    <a:pt x="126571" y="4066"/>
                    <a:pt x="83125" y="3583"/>
                  </a:cubicBezTo>
                  <a:cubicBezTo>
                    <a:pt x="39679" y="3099"/>
                    <a:pt x="4067" y="37926"/>
                    <a:pt x="3583" y="81372"/>
                  </a:cubicBezTo>
                  <a:cubicBezTo>
                    <a:pt x="3099" y="124818"/>
                    <a:pt x="37926" y="160430"/>
                    <a:pt x="81372" y="160913"/>
                  </a:cubicBezTo>
                  <a:cubicBezTo>
                    <a:pt x="81684" y="160917"/>
                    <a:pt x="81998" y="160918"/>
                    <a:pt x="82311" y="160918"/>
                  </a:cubicBezTo>
                  <a:cubicBezTo>
                    <a:pt x="125498" y="161142"/>
                    <a:pt x="160690" y="126314"/>
                    <a:pt x="160914" y="83127"/>
                  </a:cubicBezTo>
                  <a:cubicBezTo>
                    <a:pt x="160914" y="83126"/>
                    <a:pt x="160914" y="83125"/>
                    <a:pt x="160914" y="83125"/>
                  </a:cubicBezTo>
                  <a:close/>
                </a:path>
              </a:pathLst>
            </a:custGeom>
            <a:solidFill>
              <a:srgbClr val="FFFFFF"/>
            </a:solidFill>
            <a:ln w="6740"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B851C7E2-D3C1-AB2C-0DDF-1955A6993BCD}"/>
                </a:ext>
              </a:extLst>
            </p:cNvPr>
            <p:cNvSpPr/>
            <p:nvPr/>
          </p:nvSpPr>
          <p:spPr>
            <a:xfrm>
              <a:off x="7661639" y="1484492"/>
              <a:ext cx="1462849" cy="1462850"/>
            </a:xfrm>
            <a:custGeom>
              <a:avLst/>
              <a:gdLst>
                <a:gd name="connsiteX0" fmla="*/ 734943 w 1462848"/>
                <a:gd name="connsiteY0" fmla="*/ 86294 h 1462849"/>
                <a:gd name="connsiteX1" fmla="*/ 87160 w 1462848"/>
                <a:gd name="connsiteY1" fmla="*/ 732828 h 1462849"/>
                <a:gd name="connsiteX2" fmla="*/ 733693 w 1462848"/>
                <a:gd name="connsiteY2" fmla="*/ 1380612 h 1462849"/>
                <a:gd name="connsiteX3" fmla="*/ 1381476 w 1462848"/>
                <a:gd name="connsiteY3" fmla="*/ 734078 h 1462849"/>
                <a:gd name="connsiteX4" fmla="*/ 1057646 w 1462848"/>
                <a:gd name="connsiteY4" fmla="*/ 172851 h 1462849"/>
                <a:gd name="connsiteX5" fmla="*/ 734943 w 1462848"/>
                <a:gd name="connsiteY5" fmla="*/ 86294 h 1462849"/>
                <a:gd name="connsiteX6" fmla="*/ 417431 w 1462848"/>
                <a:gd name="connsiteY6" fmla="*/ 1281786 h 1462849"/>
                <a:gd name="connsiteX7" fmla="*/ 424779 w 1462848"/>
                <a:gd name="connsiteY7" fmla="*/ 1269112 h 1462849"/>
                <a:gd name="connsiteX8" fmla="*/ 198494 w 1462848"/>
                <a:gd name="connsiteY8" fmla="*/ 424580 h 1462849"/>
                <a:gd name="connsiteX9" fmla="*/ 1043025 w 1462848"/>
                <a:gd name="connsiteY9" fmla="*/ 198295 h 1462849"/>
                <a:gd name="connsiteX10" fmla="*/ 1269321 w 1462848"/>
                <a:gd name="connsiteY10" fmla="*/ 1042809 h 1462849"/>
                <a:gd name="connsiteX11" fmla="*/ 424779 w 1462848"/>
                <a:gd name="connsiteY11" fmla="*/ 1269112 h 1462849"/>
                <a:gd name="connsiteX12" fmla="*/ 735078 w 1462848"/>
                <a:gd name="connsiteY12" fmla="*/ 3579 h 1462849"/>
                <a:gd name="connsiteX13" fmla="*/ 3579 w 1462848"/>
                <a:gd name="connsiteY13" fmla="*/ 732500 h 1462849"/>
                <a:gd name="connsiteX14" fmla="*/ 732499 w 1462848"/>
                <a:gd name="connsiteY14" fmla="*/ 1463999 h 1462849"/>
                <a:gd name="connsiteX15" fmla="*/ 1463998 w 1462848"/>
                <a:gd name="connsiteY15" fmla="*/ 735078 h 1462849"/>
                <a:gd name="connsiteX16" fmla="*/ 1099105 w 1462848"/>
                <a:gd name="connsiteY16" fmla="*/ 101529 h 1462849"/>
                <a:gd name="connsiteX17" fmla="*/ 735078 w 1462848"/>
                <a:gd name="connsiteY17" fmla="*/ 3579 h 1462849"/>
                <a:gd name="connsiteX18" fmla="*/ 732719 w 1462848"/>
                <a:gd name="connsiteY18" fmla="*/ 1435014 h 1462849"/>
                <a:gd name="connsiteX19" fmla="*/ 32474 w 1462848"/>
                <a:gd name="connsiteY19" fmla="*/ 734160 h 1462849"/>
                <a:gd name="connsiteX20" fmla="*/ 733328 w 1462848"/>
                <a:gd name="connsiteY20" fmla="*/ 33915 h 1462849"/>
                <a:gd name="connsiteX21" fmla="*/ 1433573 w 1462848"/>
                <a:gd name="connsiteY21" fmla="*/ 734769 h 1462849"/>
                <a:gd name="connsiteX22" fmla="*/ 1339094 w 1462848"/>
                <a:gd name="connsiteY22" fmla="*/ 1085818 h 1462849"/>
                <a:gd name="connsiteX23" fmla="*/ 732989 w 1462848"/>
                <a:gd name="connsiteY23" fmla="*/ 1435284 h 1462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62848" h="1462849">
                  <a:moveTo>
                    <a:pt x="734943" y="86294"/>
                  </a:moveTo>
                  <a:cubicBezTo>
                    <a:pt x="377527" y="85948"/>
                    <a:pt x="87504" y="375412"/>
                    <a:pt x="87160" y="732828"/>
                  </a:cubicBezTo>
                  <a:cubicBezTo>
                    <a:pt x="86815" y="1090244"/>
                    <a:pt x="376277" y="1380267"/>
                    <a:pt x="733693" y="1380612"/>
                  </a:cubicBezTo>
                  <a:cubicBezTo>
                    <a:pt x="1091109" y="1380957"/>
                    <a:pt x="1381132" y="1091494"/>
                    <a:pt x="1381476" y="734078"/>
                  </a:cubicBezTo>
                  <a:cubicBezTo>
                    <a:pt x="1381700" y="502543"/>
                    <a:pt x="1258213" y="288529"/>
                    <a:pt x="1057646" y="172851"/>
                  </a:cubicBezTo>
                  <a:cubicBezTo>
                    <a:pt x="959496" y="116283"/>
                    <a:pt x="848228" y="86438"/>
                    <a:pt x="734943" y="86294"/>
                  </a:cubicBezTo>
                  <a:close/>
                  <a:moveTo>
                    <a:pt x="417431" y="1281786"/>
                  </a:moveTo>
                  <a:lnTo>
                    <a:pt x="424779" y="1269112"/>
                  </a:lnTo>
                  <a:cubicBezTo>
                    <a:pt x="129081" y="1098388"/>
                    <a:pt x="27770" y="720278"/>
                    <a:pt x="198494" y="424580"/>
                  </a:cubicBezTo>
                  <a:cubicBezTo>
                    <a:pt x="369218" y="128882"/>
                    <a:pt x="747328" y="27571"/>
                    <a:pt x="1043025" y="198295"/>
                  </a:cubicBezTo>
                  <a:cubicBezTo>
                    <a:pt x="1338716" y="369015"/>
                    <a:pt x="1440031" y="747112"/>
                    <a:pt x="1269321" y="1042809"/>
                  </a:cubicBezTo>
                  <a:cubicBezTo>
                    <a:pt x="1098578" y="1338488"/>
                    <a:pt x="720489" y="1439801"/>
                    <a:pt x="424779" y="1269112"/>
                  </a:cubicBezTo>
                  <a:close/>
                  <a:moveTo>
                    <a:pt x="735078" y="3579"/>
                  </a:moveTo>
                  <a:cubicBezTo>
                    <a:pt x="331794" y="2867"/>
                    <a:pt x="4291" y="329216"/>
                    <a:pt x="3579" y="732500"/>
                  </a:cubicBezTo>
                  <a:cubicBezTo>
                    <a:pt x="2867" y="1135784"/>
                    <a:pt x="329215" y="1463287"/>
                    <a:pt x="732499" y="1463999"/>
                  </a:cubicBezTo>
                  <a:cubicBezTo>
                    <a:pt x="1135783" y="1464711"/>
                    <a:pt x="1463286" y="1138362"/>
                    <a:pt x="1463998" y="735078"/>
                  </a:cubicBezTo>
                  <a:cubicBezTo>
                    <a:pt x="1464459" y="473825"/>
                    <a:pt x="1325312" y="232231"/>
                    <a:pt x="1099105" y="101529"/>
                  </a:cubicBezTo>
                  <a:cubicBezTo>
                    <a:pt x="988415" y="37609"/>
                    <a:pt x="862897" y="3836"/>
                    <a:pt x="735078" y="3579"/>
                  </a:cubicBezTo>
                  <a:close/>
                  <a:moveTo>
                    <a:pt x="732719" y="1435014"/>
                  </a:moveTo>
                  <a:cubicBezTo>
                    <a:pt x="345816" y="1434846"/>
                    <a:pt x="32306" y="1121063"/>
                    <a:pt x="32474" y="734160"/>
                  </a:cubicBezTo>
                  <a:cubicBezTo>
                    <a:pt x="32643" y="347257"/>
                    <a:pt x="346426" y="33746"/>
                    <a:pt x="733328" y="33915"/>
                  </a:cubicBezTo>
                  <a:cubicBezTo>
                    <a:pt x="1120231" y="34083"/>
                    <a:pt x="1433742" y="347866"/>
                    <a:pt x="1433573" y="734769"/>
                  </a:cubicBezTo>
                  <a:cubicBezTo>
                    <a:pt x="1433519" y="858060"/>
                    <a:pt x="1400928" y="979154"/>
                    <a:pt x="1339094" y="1085818"/>
                  </a:cubicBezTo>
                  <a:cubicBezTo>
                    <a:pt x="1214445" y="1302668"/>
                    <a:pt x="983110" y="1436051"/>
                    <a:pt x="732989" y="1435284"/>
                  </a:cubicBezTo>
                  <a:close/>
                </a:path>
              </a:pathLst>
            </a:custGeom>
            <a:solidFill>
              <a:srgbClr val="D9D9D9"/>
            </a:solidFill>
            <a:ln w="6740"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88C95A23-CE6E-A63B-D91B-CA0699A1BB6D}"/>
                </a:ext>
              </a:extLst>
            </p:cNvPr>
            <p:cNvSpPr/>
            <p:nvPr/>
          </p:nvSpPr>
          <p:spPr>
            <a:xfrm>
              <a:off x="7921793" y="1744975"/>
              <a:ext cx="943773" cy="943774"/>
            </a:xfrm>
            <a:custGeom>
              <a:avLst/>
              <a:gdLst>
                <a:gd name="connsiteX0" fmla="*/ 944114 w 943773"/>
                <a:gd name="connsiteY0" fmla="*/ 472970 h 943773"/>
                <a:gd name="connsiteX1" fmla="*/ 472970 w 943773"/>
                <a:gd name="connsiteY1" fmla="*/ 3578 h 943773"/>
                <a:gd name="connsiteX2" fmla="*/ 3578 w 943773"/>
                <a:gd name="connsiteY2" fmla="*/ 474723 h 943773"/>
                <a:gd name="connsiteX3" fmla="*/ 473846 w 943773"/>
                <a:gd name="connsiteY3" fmla="*/ 944116 h 943773"/>
                <a:gd name="connsiteX4" fmla="*/ 944114 w 943773"/>
                <a:gd name="connsiteY4" fmla="*/ 473038 h 943773"/>
                <a:gd name="connsiteX5" fmla="*/ 944114 w 943773"/>
                <a:gd name="connsiteY5" fmla="*/ 472970 h 94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3773" h="943773">
                  <a:moveTo>
                    <a:pt x="944114" y="472970"/>
                  </a:moveTo>
                  <a:cubicBezTo>
                    <a:pt x="943631" y="213248"/>
                    <a:pt x="732692" y="3094"/>
                    <a:pt x="472970" y="3578"/>
                  </a:cubicBezTo>
                  <a:cubicBezTo>
                    <a:pt x="213248" y="4062"/>
                    <a:pt x="3095" y="215001"/>
                    <a:pt x="3578" y="474723"/>
                  </a:cubicBezTo>
                  <a:cubicBezTo>
                    <a:pt x="4061" y="734103"/>
                    <a:pt x="214466" y="944115"/>
                    <a:pt x="473846" y="944116"/>
                  </a:cubicBezTo>
                  <a:cubicBezTo>
                    <a:pt x="733791" y="943892"/>
                    <a:pt x="944337" y="732984"/>
                    <a:pt x="944114" y="473038"/>
                  </a:cubicBezTo>
                  <a:cubicBezTo>
                    <a:pt x="944114" y="473016"/>
                    <a:pt x="944114" y="472993"/>
                    <a:pt x="944114" y="472970"/>
                  </a:cubicBezTo>
                  <a:close/>
                </a:path>
              </a:pathLst>
            </a:custGeom>
            <a:solidFill>
              <a:srgbClr val="ED174F"/>
            </a:solidFill>
            <a:ln w="6740" cap="flat">
              <a:noFill/>
              <a:prstDash val="solid"/>
              <a:miter/>
            </a:ln>
          </p:spPr>
          <p:txBody>
            <a:bodyPr rtlCol="0" anchor="ctr"/>
            <a:lstStyle/>
            <a:p>
              <a:endParaRPr lang="en-US"/>
            </a:p>
          </p:txBody>
        </p:sp>
        <p:sp>
          <p:nvSpPr>
            <p:cNvPr id="54" name="Rectangle 53">
              <a:extLst>
                <a:ext uri="{FF2B5EF4-FFF2-40B4-BE49-F238E27FC236}">
                  <a16:creationId xmlns:a16="http://schemas.microsoft.com/office/drawing/2014/main" id="{7E42BDDF-F1A1-A818-C9B3-15E744C4162C}"/>
                </a:ext>
              </a:extLst>
            </p:cNvPr>
            <p:cNvSpPr/>
            <p:nvPr/>
          </p:nvSpPr>
          <p:spPr>
            <a:xfrm>
              <a:off x="7304149" y="3760894"/>
              <a:ext cx="2183802" cy="2223686"/>
            </a:xfrm>
            <a:prstGeom prst="rect">
              <a:avLst/>
            </a:prstGeom>
          </p:spPr>
          <p:txBody>
            <a:bodyPr wrap="square">
              <a:spAutoFit/>
            </a:bodyPr>
            <a:lstStyle/>
            <a:p>
              <a:pPr algn="ctr"/>
              <a:r>
                <a:rPr lang="en-US" sz="1200" b="1" dirty="0">
                  <a:latin typeface="Poppins Medium" panose="00000600000000000000" pitchFamily="2" charset="0"/>
                  <a:cs typeface="Poppins Medium" panose="00000600000000000000" pitchFamily="2" charset="0"/>
                </a:rPr>
                <a:t>SHIPPING: </a:t>
              </a:r>
            </a:p>
            <a:p>
              <a:pPr algn="ctr"/>
              <a:endParaRPr lang="en-US" sz="1100" dirty="0">
                <a:latin typeface="Poppins Light" panose="00000400000000000000" pitchFamily="2" charset="0"/>
                <a:cs typeface="Poppins Light" panose="00000400000000000000" pitchFamily="2" charset="0"/>
              </a:endParaRPr>
            </a:p>
            <a:p>
              <a:r>
                <a:rPr lang="en-US" sz="1050" dirty="0">
                  <a:latin typeface="Poppins Light" panose="00000400000000000000" pitchFamily="2" charset="0"/>
                  <a:cs typeface="Poppins Light" panose="00000400000000000000" pitchFamily="2" charset="0"/>
                </a:rPr>
                <a:t>The first script written for a patient is always sent overnight. Refills are filled on the 27th day to prevent delays or running out of medication. For special cases, such as surgical patients, include a note in the EMR script transfer, and the pharmacy can expedite shipping.</a:t>
              </a:r>
            </a:p>
          </p:txBody>
        </p:sp>
        <p:pic>
          <p:nvPicPr>
            <p:cNvPr id="55" name="Picture 54">
              <a:extLst>
                <a:ext uri="{FF2B5EF4-FFF2-40B4-BE49-F238E27FC236}">
                  <a16:creationId xmlns:a16="http://schemas.microsoft.com/office/drawing/2014/main" id="{BC230C8C-57FC-EBE1-EEE3-DF8C8C2846E9}"/>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187676" y="1999178"/>
              <a:ext cx="428400" cy="428400"/>
            </a:xfrm>
            <a:prstGeom prst="rect">
              <a:avLst/>
            </a:prstGeom>
          </p:spPr>
        </p:pic>
      </p:grpSp>
      <p:grpSp>
        <p:nvGrpSpPr>
          <p:cNvPr id="56" name="Group 55">
            <a:extLst>
              <a:ext uri="{FF2B5EF4-FFF2-40B4-BE49-F238E27FC236}">
                <a16:creationId xmlns:a16="http://schemas.microsoft.com/office/drawing/2014/main" id="{91CB15DD-F84A-6FB2-51CB-E00832594663}"/>
              </a:ext>
            </a:extLst>
          </p:cNvPr>
          <p:cNvGrpSpPr/>
          <p:nvPr/>
        </p:nvGrpSpPr>
        <p:grpSpPr>
          <a:xfrm>
            <a:off x="9589918" y="42373576"/>
            <a:ext cx="2227696" cy="4640249"/>
            <a:chOff x="9589918" y="1484492"/>
            <a:chExt cx="2227696" cy="4640249"/>
          </a:xfrm>
        </p:grpSpPr>
        <p:sp>
          <p:nvSpPr>
            <p:cNvPr id="57" name="Rectangle: Rounded Corners 56">
              <a:extLst>
                <a:ext uri="{FF2B5EF4-FFF2-40B4-BE49-F238E27FC236}">
                  <a16:creationId xmlns:a16="http://schemas.microsoft.com/office/drawing/2014/main" id="{2603B370-FC41-8EF0-3612-C44E1083F4AF}"/>
                </a:ext>
              </a:extLst>
            </p:cNvPr>
            <p:cNvSpPr/>
            <p:nvPr/>
          </p:nvSpPr>
          <p:spPr>
            <a:xfrm>
              <a:off x="9589918" y="3823837"/>
              <a:ext cx="2227696" cy="2300904"/>
            </a:xfrm>
            <a:prstGeom prst="roundRect">
              <a:avLst>
                <a:gd name="adj" fmla="val 4730"/>
              </a:avLst>
            </a:prstGeom>
            <a:solidFill>
              <a:schemeClr val="bg1">
                <a:alpha val="0"/>
              </a:schemeClr>
            </a:solidFill>
            <a:ln>
              <a:gradFill>
                <a:gsLst>
                  <a:gs pos="0">
                    <a:schemeClr val="bg1">
                      <a:lumMod val="85000"/>
                      <a:alpha val="0"/>
                    </a:schemeClr>
                  </a:gs>
                  <a:gs pos="100000">
                    <a:schemeClr val="bg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Shape 57">
              <a:extLst>
                <a:ext uri="{FF2B5EF4-FFF2-40B4-BE49-F238E27FC236}">
                  <a16:creationId xmlns:a16="http://schemas.microsoft.com/office/drawing/2014/main" id="{1E25982D-A58F-F085-65A6-71379612F6C2}"/>
                </a:ext>
              </a:extLst>
            </p:cNvPr>
            <p:cNvSpPr/>
            <p:nvPr/>
          </p:nvSpPr>
          <p:spPr>
            <a:xfrm>
              <a:off x="10611614" y="3249081"/>
              <a:ext cx="161790" cy="161790"/>
            </a:xfrm>
            <a:custGeom>
              <a:avLst/>
              <a:gdLst>
                <a:gd name="connsiteX0" fmla="*/ 159164 w 161789"/>
                <a:gd name="connsiteY0" fmla="*/ 81169 h 161789"/>
                <a:gd name="connsiteX1" fmla="*/ 81169 w 161789"/>
                <a:gd name="connsiteY1" fmla="*/ 3578 h 161789"/>
                <a:gd name="connsiteX2" fmla="*/ 3578 w 161789"/>
                <a:gd name="connsiteY2" fmla="*/ 81574 h 161789"/>
                <a:gd name="connsiteX3" fmla="*/ 81169 w 161789"/>
                <a:gd name="connsiteY3" fmla="*/ 159165 h 161789"/>
                <a:gd name="connsiteX4" fmla="*/ 159164 w 161789"/>
                <a:gd name="connsiteY4" fmla="*/ 81574 h 161789"/>
                <a:gd name="connsiteX5" fmla="*/ 159164 w 161789"/>
                <a:gd name="connsiteY5" fmla="*/ 81169 h 161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789" h="161789">
                  <a:moveTo>
                    <a:pt x="159164" y="81169"/>
                  </a:moveTo>
                  <a:cubicBezTo>
                    <a:pt x="159053" y="38205"/>
                    <a:pt x="124133" y="3466"/>
                    <a:pt x="81169" y="3578"/>
                  </a:cubicBezTo>
                  <a:cubicBezTo>
                    <a:pt x="38205" y="3690"/>
                    <a:pt x="3466" y="38610"/>
                    <a:pt x="3578" y="81574"/>
                  </a:cubicBezTo>
                  <a:cubicBezTo>
                    <a:pt x="3689" y="124380"/>
                    <a:pt x="38363" y="159054"/>
                    <a:pt x="81169" y="159165"/>
                  </a:cubicBezTo>
                  <a:cubicBezTo>
                    <a:pt x="124133" y="159277"/>
                    <a:pt x="159053" y="124538"/>
                    <a:pt x="159164" y="81574"/>
                  </a:cubicBezTo>
                  <a:cubicBezTo>
                    <a:pt x="159164" y="81439"/>
                    <a:pt x="159164" y="81304"/>
                    <a:pt x="159164" y="81169"/>
                  </a:cubicBezTo>
                  <a:close/>
                </a:path>
              </a:pathLst>
            </a:custGeom>
            <a:solidFill>
              <a:srgbClr val="FFFFFF"/>
            </a:solidFill>
            <a:ln w="674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E0AC463F-CA16-07B3-AE90-78503055EEB6}"/>
                </a:ext>
              </a:extLst>
            </p:cNvPr>
            <p:cNvSpPr/>
            <p:nvPr/>
          </p:nvSpPr>
          <p:spPr>
            <a:xfrm>
              <a:off x="9958766" y="1484492"/>
              <a:ext cx="1462849" cy="1462850"/>
            </a:xfrm>
            <a:custGeom>
              <a:avLst/>
              <a:gdLst>
                <a:gd name="connsiteX0" fmla="*/ 735029 w 1462848"/>
                <a:gd name="connsiteY0" fmla="*/ 86294 h 1462849"/>
                <a:gd name="connsiteX1" fmla="*/ 86643 w 1462848"/>
                <a:gd name="connsiteY1" fmla="*/ 732223 h 1462849"/>
                <a:gd name="connsiteX2" fmla="*/ 732572 w 1462848"/>
                <a:gd name="connsiteY2" fmla="*/ 1380610 h 1462849"/>
                <a:gd name="connsiteX3" fmla="*/ 1380958 w 1462848"/>
                <a:gd name="connsiteY3" fmla="*/ 734680 h 1462849"/>
                <a:gd name="connsiteX4" fmla="*/ 1057597 w 1462848"/>
                <a:gd name="connsiteY4" fmla="*/ 173121 h 1462849"/>
                <a:gd name="connsiteX5" fmla="*/ 735029 w 1462848"/>
                <a:gd name="connsiteY5" fmla="*/ 86294 h 1462849"/>
                <a:gd name="connsiteX6" fmla="*/ 417516 w 1462848"/>
                <a:gd name="connsiteY6" fmla="*/ 1281786 h 1462849"/>
                <a:gd name="connsiteX7" fmla="*/ 424797 w 1462848"/>
                <a:gd name="connsiteY7" fmla="*/ 1269112 h 1462849"/>
                <a:gd name="connsiteX8" fmla="*/ 198592 w 1462848"/>
                <a:gd name="connsiteY8" fmla="*/ 424559 h 1462849"/>
                <a:gd name="connsiteX9" fmla="*/ 1043145 w 1462848"/>
                <a:gd name="connsiteY9" fmla="*/ 198353 h 1462849"/>
                <a:gd name="connsiteX10" fmla="*/ 1269407 w 1462848"/>
                <a:gd name="connsiteY10" fmla="*/ 1042809 h 1462849"/>
                <a:gd name="connsiteX11" fmla="*/ 424797 w 1462848"/>
                <a:gd name="connsiteY11" fmla="*/ 1269112 h 1462849"/>
                <a:gd name="connsiteX12" fmla="*/ 735164 w 1462848"/>
                <a:gd name="connsiteY12" fmla="*/ 3579 h 1462849"/>
                <a:gd name="connsiteX13" fmla="*/ 3579 w 1462848"/>
                <a:gd name="connsiteY13" fmla="*/ 732549 h 1462849"/>
                <a:gd name="connsiteX14" fmla="*/ 732548 w 1462848"/>
                <a:gd name="connsiteY14" fmla="*/ 1464134 h 1462849"/>
                <a:gd name="connsiteX15" fmla="*/ 1464133 w 1462848"/>
                <a:gd name="connsiteY15" fmla="*/ 735164 h 1462849"/>
                <a:gd name="connsiteX16" fmla="*/ 1099190 w 1462848"/>
                <a:gd name="connsiteY16" fmla="*/ 101529 h 1462849"/>
                <a:gd name="connsiteX17" fmla="*/ 735164 w 1462848"/>
                <a:gd name="connsiteY17" fmla="*/ 3579 h 1462849"/>
                <a:gd name="connsiteX18" fmla="*/ 732803 w 1462848"/>
                <a:gd name="connsiteY18" fmla="*/ 1435014 h 1462849"/>
                <a:gd name="connsiteX19" fmla="*/ 32065 w 1462848"/>
                <a:gd name="connsiteY19" fmla="*/ 734653 h 1462849"/>
                <a:gd name="connsiteX20" fmla="*/ 732426 w 1462848"/>
                <a:gd name="connsiteY20" fmla="*/ 33914 h 1462849"/>
                <a:gd name="connsiteX21" fmla="*/ 1433164 w 1462848"/>
                <a:gd name="connsiteY21" fmla="*/ 734276 h 1462849"/>
                <a:gd name="connsiteX22" fmla="*/ 1338840 w 1462848"/>
                <a:gd name="connsiteY22" fmla="*/ 1085548 h 1462849"/>
                <a:gd name="connsiteX23" fmla="*/ 732803 w 1462848"/>
                <a:gd name="connsiteY23" fmla="*/ 1435014 h 1462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62848" h="1462849">
                  <a:moveTo>
                    <a:pt x="735029" y="86294"/>
                  </a:moveTo>
                  <a:cubicBezTo>
                    <a:pt x="377613" y="85615"/>
                    <a:pt x="87321" y="374808"/>
                    <a:pt x="86643" y="732223"/>
                  </a:cubicBezTo>
                  <a:cubicBezTo>
                    <a:pt x="85965" y="1089639"/>
                    <a:pt x="375157" y="1379931"/>
                    <a:pt x="732572" y="1380610"/>
                  </a:cubicBezTo>
                  <a:cubicBezTo>
                    <a:pt x="1089988" y="1381288"/>
                    <a:pt x="1380280" y="1092096"/>
                    <a:pt x="1380958" y="734680"/>
                  </a:cubicBezTo>
                  <a:cubicBezTo>
                    <a:pt x="1381397" y="503124"/>
                    <a:pt x="1258086" y="288977"/>
                    <a:pt x="1057597" y="173121"/>
                  </a:cubicBezTo>
                  <a:cubicBezTo>
                    <a:pt x="959511" y="116481"/>
                    <a:pt x="848292" y="86543"/>
                    <a:pt x="735029" y="86294"/>
                  </a:cubicBezTo>
                  <a:close/>
                  <a:moveTo>
                    <a:pt x="417516" y="1281786"/>
                  </a:moveTo>
                  <a:lnTo>
                    <a:pt x="424797" y="1269112"/>
                  </a:lnTo>
                  <a:cubicBezTo>
                    <a:pt x="129115" y="1098360"/>
                    <a:pt x="27840" y="720241"/>
                    <a:pt x="198592" y="424559"/>
                  </a:cubicBezTo>
                  <a:cubicBezTo>
                    <a:pt x="369344" y="128877"/>
                    <a:pt x="747463" y="27601"/>
                    <a:pt x="1043145" y="198353"/>
                  </a:cubicBezTo>
                  <a:cubicBezTo>
                    <a:pt x="1338788" y="369083"/>
                    <a:pt x="1440082" y="747134"/>
                    <a:pt x="1269407" y="1042809"/>
                  </a:cubicBezTo>
                  <a:cubicBezTo>
                    <a:pt x="1098662" y="1338528"/>
                    <a:pt x="720522" y="1439847"/>
                    <a:pt x="424797" y="1269112"/>
                  </a:cubicBezTo>
                  <a:close/>
                  <a:moveTo>
                    <a:pt x="735164" y="3579"/>
                  </a:moveTo>
                  <a:cubicBezTo>
                    <a:pt x="331843" y="2857"/>
                    <a:pt x="4301" y="329228"/>
                    <a:pt x="3579" y="732549"/>
                  </a:cubicBezTo>
                  <a:cubicBezTo>
                    <a:pt x="2857" y="1135870"/>
                    <a:pt x="329228" y="1463412"/>
                    <a:pt x="732548" y="1464134"/>
                  </a:cubicBezTo>
                  <a:cubicBezTo>
                    <a:pt x="1135869" y="1464856"/>
                    <a:pt x="1463411" y="1138485"/>
                    <a:pt x="1464133" y="735164"/>
                  </a:cubicBezTo>
                  <a:cubicBezTo>
                    <a:pt x="1464601" y="473874"/>
                    <a:pt x="1325433" y="232244"/>
                    <a:pt x="1099190" y="101529"/>
                  </a:cubicBezTo>
                  <a:cubicBezTo>
                    <a:pt x="988499" y="37612"/>
                    <a:pt x="862983" y="3839"/>
                    <a:pt x="735164" y="3579"/>
                  </a:cubicBezTo>
                  <a:close/>
                  <a:moveTo>
                    <a:pt x="732803" y="1435014"/>
                  </a:moveTo>
                  <a:cubicBezTo>
                    <a:pt x="345901" y="1435118"/>
                    <a:pt x="32170" y="1121556"/>
                    <a:pt x="32065" y="734653"/>
                  </a:cubicBezTo>
                  <a:cubicBezTo>
                    <a:pt x="31961" y="347750"/>
                    <a:pt x="345523" y="34018"/>
                    <a:pt x="732426" y="33914"/>
                  </a:cubicBezTo>
                  <a:cubicBezTo>
                    <a:pt x="1119329" y="33810"/>
                    <a:pt x="1433059" y="347373"/>
                    <a:pt x="1433164" y="734276"/>
                  </a:cubicBezTo>
                  <a:cubicBezTo>
                    <a:pt x="1433197" y="857629"/>
                    <a:pt x="1400659" y="978804"/>
                    <a:pt x="1338840" y="1085548"/>
                  </a:cubicBezTo>
                  <a:cubicBezTo>
                    <a:pt x="1214172" y="1302347"/>
                    <a:pt x="982888" y="1435714"/>
                    <a:pt x="732803" y="1435014"/>
                  </a:cubicBezTo>
                  <a:close/>
                </a:path>
              </a:pathLst>
            </a:custGeom>
            <a:solidFill>
              <a:srgbClr val="D9D9D9"/>
            </a:solidFill>
            <a:ln w="674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17F7B7AA-1864-FEB2-5763-82C41B61227B}"/>
                </a:ext>
              </a:extLst>
            </p:cNvPr>
            <p:cNvSpPr/>
            <p:nvPr/>
          </p:nvSpPr>
          <p:spPr>
            <a:xfrm>
              <a:off x="10218801" y="1743222"/>
              <a:ext cx="943773" cy="943774"/>
            </a:xfrm>
            <a:custGeom>
              <a:avLst/>
              <a:gdLst>
                <a:gd name="connsiteX0" fmla="*/ 945868 w 943773"/>
                <a:gd name="connsiteY0" fmla="*/ 474723 h 943773"/>
                <a:gd name="connsiteX1" fmla="*/ 474723 w 943773"/>
                <a:gd name="connsiteY1" fmla="*/ 3578 h 943773"/>
                <a:gd name="connsiteX2" fmla="*/ 3578 w 943773"/>
                <a:gd name="connsiteY2" fmla="*/ 474723 h 943773"/>
                <a:gd name="connsiteX3" fmla="*/ 474723 w 943773"/>
                <a:gd name="connsiteY3" fmla="*/ 945869 h 943773"/>
                <a:gd name="connsiteX4" fmla="*/ 945868 w 943773"/>
                <a:gd name="connsiteY4" fmla="*/ 474723 h 943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773" h="943773">
                  <a:moveTo>
                    <a:pt x="945868" y="474723"/>
                  </a:moveTo>
                  <a:cubicBezTo>
                    <a:pt x="945868" y="214517"/>
                    <a:pt x="734929" y="3578"/>
                    <a:pt x="474723" y="3578"/>
                  </a:cubicBezTo>
                  <a:cubicBezTo>
                    <a:pt x="214517" y="3578"/>
                    <a:pt x="3578" y="214517"/>
                    <a:pt x="3578" y="474723"/>
                  </a:cubicBezTo>
                  <a:cubicBezTo>
                    <a:pt x="3578" y="734930"/>
                    <a:pt x="214516" y="945869"/>
                    <a:pt x="474723" y="945869"/>
                  </a:cubicBezTo>
                  <a:cubicBezTo>
                    <a:pt x="734929" y="945869"/>
                    <a:pt x="945868" y="734930"/>
                    <a:pt x="945868" y="474723"/>
                  </a:cubicBezTo>
                  <a:close/>
                </a:path>
              </a:pathLst>
            </a:custGeom>
            <a:gradFill>
              <a:gsLst>
                <a:gs pos="98000">
                  <a:srgbClr val="0A2C69"/>
                </a:gs>
                <a:gs pos="0">
                  <a:srgbClr val="3795AF"/>
                </a:gs>
              </a:gsLst>
              <a:path path="circle">
                <a:fillToRect t="100000" r="100000"/>
              </a:path>
            </a:gradFill>
            <a:ln w="6740" cap="flat">
              <a:noFill/>
              <a:prstDash val="solid"/>
              <a:miter/>
            </a:ln>
          </p:spPr>
          <p:txBody>
            <a:bodyPr rtlCol="0" anchor="ctr"/>
            <a:lstStyle/>
            <a:p>
              <a:endParaRPr lang="en-US"/>
            </a:p>
          </p:txBody>
        </p:sp>
        <p:sp>
          <p:nvSpPr>
            <p:cNvPr id="61" name="Rectangle 60">
              <a:extLst>
                <a:ext uri="{FF2B5EF4-FFF2-40B4-BE49-F238E27FC236}">
                  <a16:creationId xmlns:a16="http://schemas.microsoft.com/office/drawing/2014/main" id="{360C9F27-D2AD-0E65-C2B6-90A8499CF61D}"/>
                </a:ext>
              </a:extLst>
            </p:cNvPr>
            <p:cNvSpPr/>
            <p:nvPr/>
          </p:nvSpPr>
          <p:spPr>
            <a:xfrm>
              <a:off x="9598288" y="3760894"/>
              <a:ext cx="2183802" cy="1415772"/>
            </a:xfrm>
            <a:prstGeom prst="rect">
              <a:avLst/>
            </a:prstGeom>
          </p:spPr>
          <p:txBody>
            <a:bodyPr wrap="square">
              <a:spAutoFit/>
            </a:bodyPr>
            <a:lstStyle/>
            <a:p>
              <a:pPr algn="ctr"/>
              <a:r>
                <a:rPr lang="en-US" sz="1200" b="1" dirty="0">
                  <a:latin typeface="Poppins Medium" panose="00000600000000000000" pitchFamily="2" charset="0"/>
                  <a:cs typeface="Poppins Medium" panose="00000600000000000000" pitchFamily="2" charset="0"/>
                </a:rPr>
                <a:t>COMMUNICATION: </a:t>
              </a:r>
            </a:p>
            <a:p>
              <a:pPr algn="ctr"/>
              <a:endParaRPr lang="en-US" sz="1100" dirty="0">
                <a:latin typeface="Poppins Light" panose="00000400000000000000" pitchFamily="2" charset="0"/>
                <a:cs typeface="Poppins Light" panose="00000400000000000000" pitchFamily="2" charset="0"/>
              </a:endParaRPr>
            </a:p>
            <a:p>
              <a:pPr algn="ctr"/>
              <a:r>
                <a:rPr lang="en-US" sz="1050" dirty="0">
                  <a:latin typeface="Poppins Light" panose="00000400000000000000" pitchFamily="2" charset="0"/>
                  <a:cs typeface="Poppins Light" panose="00000400000000000000" pitchFamily="2" charset="0"/>
                </a:rPr>
                <a:t>Email is the preferred method of communication; however, we do have staff at the pharmacy from</a:t>
              </a:r>
              <a:br>
                <a:rPr lang="en-US" sz="1050" dirty="0">
                  <a:latin typeface="Poppins Light" panose="00000400000000000000" pitchFamily="2" charset="0"/>
                  <a:cs typeface="Poppins Light" panose="00000400000000000000" pitchFamily="2" charset="0"/>
                </a:rPr>
              </a:br>
              <a:r>
                <a:rPr lang="en-US" sz="1050" dirty="0">
                  <a:latin typeface="Poppins Light" panose="00000400000000000000" pitchFamily="2" charset="0"/>
                  <a:cs typeface="Poppins Light" panose="00000400000000000000" pitchFamily="2" charset="0"/>
                </a:rPr>
                <a:t>8:00 AM-5:00 PM EST</a:t>
              </a:r>
              <a:br>
                <a:rPr lang="en-US" sz="1050" dirty="0">
                  <a:latin typeface="Poppins Light" panose="00000400000000000000" pitchFamily="2" charset="0"/>
                  <a:cs typeface="Poppins Light" panose="00000400000000000000" pitchFamily="2" charset="0"/>
                </a:rPr>
              </a:br>
              <a:r>
                <a:rPr lang="en-US" sz="1050" dirty="0">
                  <a:latin typeface="Poppins Light" panose="00000400000000000000" pitchFamily="2" charset="0"/>
                  <a:cs typeface="Poppins Light" panose="00000400000000000000" pitchFamily="2" charset="0"/>
                </a:rPr>
                <a:t>Monday-Friday.</a:t>
              </a:r>
            </a:p>
          </p:txBody>
        </p:sp>
        <p:pic>
          <p:nvPicPr>
            <p:cNvPr id="62" name="Picture 61">
              <a:extLst>
                <a:ext uri="{FF2B5EF4-FFF2-40B4-BE49-F238E27FC236}">
                  <a16:creationId xmlns:a16="http://schemas.microsoft.com/office/drawing/2014/main" id="{90AFEED9-A050-9085-BD3B-5AA91C825207}"/>
                </a:ext>
              </a:extLst>
            </p:cNvPr>
            <p:cNvPicPr>
              <a:picLocks noChangeAspect="1"/>
            </p:cNvPicPr>
            <p:nvPr/>
          </p:nvPicPr>
          <p:blipFill>
            <a:blip r:embed="rId15">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486931" y="1999178"/>
              <a:ext cx="428400" cy="428400"/>
            </a:xfrm>
            <a:prstGeom prst="rect">
              <a:avLst/>
            </a:prstGeom>
          </p:spPr>
        </p:pic>
      </p:grpSp>
    </p:spTree>
    <p:extLst>
      <p:ext uri="{BB962C8B-B14F-4D97-AF65-F5344CB8AC3E}">
        <p14:creationId xmlns:p14="http://schemas.microsoft.com/office/powerpoint/2010/main" val="3819454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AD791024-E063-4F9D-A267-B5B3CEBF37F0}"/>
              </a:ext>
            </a:extLst>
          </p:cNvPr>
          <p:cNvPicPr>
            <a:picLocks noChangeAspect="1"/>
          </p:cNvPicPr>
          <p:nvPr/>
        </p:nvPicPr>
        <p:blipFill rotWithShape="1">
          <a:blip r:embed="rId2"/>
          <a:srcRect r="54857"/>
          <a:stretch/>
        </p:blipFill>
        <p:spPr>
          <a:xfrm>
            <a:off x="8451991" y="2229539"/>
            <a:ext cx="3740009" cy="4628461"/>
          </a:xfrm>
          <a:prstGeom prst="rect">
            <a:avLst/>
          </a:prstGeom>
        </p:spPr>
      </p:pic>
      <p:sp>
        <p:nvSpPr>
          <p:cNvPr id="2" name="Rectangle 1">
            <a:extLst>
              <a:ext uri="{FF2B5EF4-FFF2-40B4-BE49-F238E27FC236}">
                <a16:creationId xmlns:a16="http://schemas.microsoft.com/office/drawing/2014/main" id="{D1F5D632-C815-404A-AEE4-83209A0656DB}"/>
              </a:ext>
            </a:extLst>
          </p:cNvPr>
          <p:cNvSpPr/>
          <p:nvPr/>
        </p:nvSpPr>
        <p:spPr>
          <a:xfrm>
            <a:off x="1" y="221323"/>
            <a:ext cx="12192000" cy="641472"/>
          </a:xfrm>
          <a:prstGeom prst="rect">
            <a:avLst/>
          </a:prstGeom>
          <a:gradFill>
            <a:gsLst>
              <a:gs pos="98000">
                <a:srgbClr val="0A2C69"/>
              </a:gs>
              <a:gs pos="0">
                <a:srgbClr val="3795AF"/>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34924302-2AC4-430F-A01A-F6CC61B0D9B6}"/>
              </a:ext>
            </a:extLst>
          </p:cNvPr>
          <p:cNvSpPr/>
          <p:nvPr/>
        </p:nvSpPr>
        <p:spPr>
          <a:xfrm>
            <a:off x="127380" y="280449"/>
            <a:ext cx="4344459" cy="523220"/>
          </a:xfrm>
          <a:prstGeom prst="rect">
            <a:avLst/>
          </a:prstGeom>
        </p:spPr>
        <p:txBody>
          <a:bodyPr wrap="none" anchor="ctr">
            <a:spAutoFit/>
          </a:bodyPr>
          <a:lstStyle/>
          <a:p>
            <a:r>
              <a:rPr lang="en-US" sz="2800" dirty="0">
                <a:solidFill>
                  <a:schemeClr val="bg1"/>
                </a:solidFill>
                <a:latin typeface="Poppins Black" panose="00000A00000000000000" pitchFamily="2" charset="0"/>
                <a:cs typeface="Poppins Black" panose="00000A00000000000000" pitchFamily="2" charset="0"/>
              </a:rPr>
              <a:t>COMPANY STRENGTHS</a:t>
            </a:r>
          </a:p>
        </p:txBody>
      </p:sp>
      <p:grpSp>
        <p:nvGrpSpPr>
          <p:cNvPr id="152" name="Group 151">
            <a:extLst>
              <a:ext uri="{FF2B5EF4-FFF2-40B4-BE49-F238E27FC236}">
                <a16:creationId xmlns:a16="http://schemas.microsoft.com/office/drawing/2014/main" id="{40624E4A-E6B9-44C0-9F69-56952C74C910}"/>
              </a:ext>
            </a:extLst>
          </p:cNvPr>
          <p:cNvGrpSpPr/>
          <p:nvPr/>
        </p:nvGrpSpPr>
        <p:grpSpPr>
          <a:xfrm>
            <a:off x="0" y="217508"/>
            <a:ext cx="12192000" cy="649102"/>
            <a:chOff x="0" y="574717"/>
            <a:chExt cx="10106025" cy="649102"/>
          </a:xfrm>
        </p:grpSpPr>
        <p:cxnSp>
          <p:nvCxnSpPr>
            <p:cNvPr id="153" name="Straight Connector 152">
              <a:extLst>
                <a:ext uri="{FF2B5EF4-FFF2-40B4-BE49-F238E27FC236}">
                  <a16:creationId xmlns:a16="http://schemas.microsoft.com/office/drawing/2014/main" id="{423389DA-9412-4E33-8D0D-AB1C20B0EC59}"/>
                </a:ext>
              </a:extLst>
            </p:cNvPr>
            <p:cNvCxnSpPr>
              <a:cxnSpLocks/>
            </p:cNvCxnSpPr>
            <p:nvPr/>
          </p:nvCxnSpPr>
          <p:spPr>
            <a:xfrm>
              <a:off x="0" y="1223819"/>
              <a:ext cx="10106025"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445AE325-2E94-4EB1-860C-813CCB9A043F}"/>
                </a:ext>
              </a:extLst>
            </p:cNvPr>
            <p:cNvCxnSpPr>
              <a:cxnSpLocks/>
            </p:cNvCxnSpPr>
            <p:nvPr/>
          </p:nvCxnSpPr>
          <p:spPr>
            <a:xfrm>
              <a:off x="0" y="574717"/>
              <a:ext cx="10106025"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261" name="Freeform: Shape 260">
            <a:extLst>
              <a:ext uri="{FF2B5EF4-FFF2-40B4-BE49-F238E27FC236}">
                <a16:creationId xmlns:a16="http://schemas.microsoft.com/office/drawing/2014/main" id="{9D631F35-2C83-4551-9679-7A1B9A7C1BB0}"/>
              </a:ext>
            </a:extLst>
          </p:cNvPr>
          <p:cNvSpPr/>
          <p:nvPr/>
        </p:nvSpPr>
        <p:spPr>
          <a:xfrm>
            <a:off x="3665454" y="3026490"/>
            <a:ext cx="7152453" cy="438181"/>
          </a:xfrm>
          <a:custGeom>
            <a:avLst/>
            <a:gdLst>
              <a:gd name="connsiteX0" fmla="*/ 3886653 w 7152453"/>
              <a:gd name="connsiteY0" fmla="*/ 316838 h 438180"/>
              <a:gd name="connsiteX1" fmla="*/ 4600483 w 7152453"/>
              <a:gd name="connsiteY1" fmla="*/ 316838 h 438180"/>
              <a:gd name="connsiteX2" fmla="*/ 4737516 w 7152453"/>
              <a:gd name="connsiteY2" fmla="*/ 435298 h 438180"/>
              <a:gd name="connsiteX3" fmla="*/ 4855976 w 7152453"/>
              <a:gd name="connsiteY3" fmla="*/ 316838 h 438180"/>
              <a:gd name="connsiteX4" fmla="*/ 6898572 w 7152453"/>
              <a:gd name="connsiteY4" fmla="*/ 316838 h 438180"/>
              <a:gd name="connsiteX5" fmla="*/ 7038520 w 7152453"/>
              <a:gd name="connsiteY5" fmla="*/ 431839 h 438180"/>
              <a:gd name="connsiteX6" fmla="*/ 7153521 w 7152453"/>
              <a:gd name="connsiteY6" fmla="*/ 291891 h 438180"/>
              <a:gd name="connsiteX7" fmla="*/ 7038520 w 7152453"/>
              <a:gd name="connsiteY7" fmla="*/ 176890 h 438180"/>
              <a:gd name="connsiteX8" fmla="*/ 7038520 w 7152453"/>
              <a:gd name="connsiteY8" fmla="*/ 17526 h 438180"/>
              <a:gd name="connsiteX9" fmla="*/ 7027494 w 7152453"/>
              <a:gd name="connsiteY9" fmla="*/ 4253 h 438180"/>
              <a:gd name="connsiteX10" fmla="*/ 7014318 w 7152453"/>
              <a:gd name="connsiteY10" fmla="*/ 14493 h 438180"/>
              <a:gd name="connsiteX11" fmla="*/ 7014318 w 7152453"/>
              <a:gd name="connsiteY11" fmla="*/ 17526 h 438180"/>
              <a:gd name="connsiteX12" fmla="*/ 7014318 w 7152453"/>
              <a:gd name="connsiteY12" fmla="*/ 176688 h 438180"/>
              <a:gd name="connsiteX13" fmla="*/ 6899246 w 7152453"/>
              <a:gd name="connsiteY13" fmla="*/ 292300 h 438180"/>
              <a:gd name="connsiteX14" fmla="*/ 4856650 w 7152453"/>
              <a:gd name="connsiteY14" fmla="*/ 292300 h 438180"/>
              <a:gd name="connsiteX15" fmla="*/ 4741106 w 7152453"/>
              <a:gd name="connsiteY15" fmla="*/ 176687 h 438180"/>
              <a:gd name="connsiteX16" fmla="*/ 4741106 w 7152453"/>
              <a:gd name="connsiteY16" fmla="*/ 17324 h 438180"/>
              <a:gd name="connsiteX17" fmla="*/ 4730488 w 7152453"/>
              <a:gd name="connsiteY17" fmla="*/ 3673 h 438180"/>
              <a:gd name="connsiteX18" fmla="*/ 4716837 w 7152453"/>
              <a:gd name="connsiteY18" fmla="*/ 14291 h 438180"/>
              <a:gd name="connsiteX19" fmla="*/ 4716837 w 7152453"/>
              <a:gd name="connsiteY19" fmla="*/ 17324 h 438180"/>
              <a:gd name="connsiteX20" fmla="*/ 4716837 w 7152453"/>
              <a:gd name="connsiteY20" fmla="*/ 176688 h 438180"/>
              <a:gd name="connsiteX21" fmla="*/ 4601292 w 7152453"/>
              <a:gd name="connsiteY21" fmla="*/ 292300 h 438180"/>
              <a:gd name="connsiteX22" fmla="*/ 2557888 w 7152453"/>
              <a:gd name="connsiteY22" fmla="*/ 292300 h 438180"/>
              <a:gd name="connsiteX23" fmla="*/ 2442343 w 7152453"/>
              <a:gd name="connsiteY23" fmla="*/ 176687 h 438180"/>
              <a:gd name="connsiteX24" fmla="*/ 2442343 w 7152453"/>
              <a:gd name="connsiteY24" fmla="*/ 17324 h 438180"/>
              <a:gd name="connsiteX25" fmla="*/ 2431726 w 7152453"/>
              <a:gd name="connsiteY25" fmla="*/ 3673 h 438180"/>
              <a:gd name="connsiteX26" fmla="*/ 2418075 w 7152453"/>
              <a:gd name="connsiteY26" fmla="*/ 14291 h 438180"/>
              <a:gd name="connsiteX27" fmla="*/ 2418075 w 7152453"/>
              <a:gd name="connsiteY27" fmla="*/ 17324 h 438180"/>
              <a:gd name="connsiteX28" fmla="*/ 2418075 w 7152453"/>
              <a:gd name="connsiteY28" fmla="*/ 176688 h 438180"/>
              <a:gd name="connsiteX29" fmla="*/ 2302530 w 7152453"/>
              <a:gd name="connsiteY29" fmla="*/ 292300 h 438180"/>
              <a:gd name="connsiteX30" fmla="*/ 259126 w 7152453"/>
              <a:gd name="connsiteY30" fmla="*/ 292300 h 438180"/>
              <a:gd name="connsiteX31" fmla="*/ 143581 w 7152453"/>
              <a:gd name="connsiteY31" fmla="*/ 176687 h 438180"/>
              <a:gd name="connsiteX32" fmla="*/ 143581 w 7152453"/>
              <a:gd name="connsiteY32" fmla="*/ 17324 h 438180"/>
              <a:gd name="connsiteX33" fmla="*/ 132963 w 7152453"/>
              <a:gd name="connsiteY33" fmla="*/ 3673 h 438180"/>
              <a:gd name="connsiteX34" fmla="*/ 119312 w 7152453"/>
              <a:gd name="connsiteY34" fmla="*/ 14291 h 438180"/>
              <a:gd name="connsiteX35" fmla="*/ 119312 w 7152453"/>
              <a:gd name="connsiteY35" fmla="*/ 17324 h 438180"/>
              <a:gd name="connsiteX36" fmla="*/ 119313 w 7152453"/>
              <a:gd name="connsiteY36" fmla="*/ 176688 h 438180"/>
              <a:gd name="connsiteX37" fmla="*/ 4184 w 7152453"/>
              <a:gd name="connsiteY37" fmla="*/ 316531 h 438180"/>
              <a:gd name="connsiteX38" fmla="*/ 144027 w 7152453"/>
              <a:gd name="connsiteY38" fmla="*/ 431659 h 438180"/>
              <a:gd name="connsiteX39" fmla="*/ 259126 w 7152453"/>
              <a:gd name="connsiteY39" fmla="*/ 316838 h 438180"/>
              <a:gd name="connsiteX40" fmla="*/ 2302328 w 7152453"/>
              <a:gd name="connsiteY40" fmla="*/ 316838 h 438180"/>
              <a:gd name="connsiteX41" fmla="*/ 2439361 w 7152453"/>
              <a:gd name="connsiteY41" fmla="*/ 435298 h 438180"/>
              <a:gd name="connsiteX42" fmla="*/ 2557821 w 7152453"/>
              <a:gd name="connsiteY42" fmla="*/ 316838 h 438180"/>
              <a:gd name="connsiteX43" fmla="*/ 3862250 w 7152453"/>
              <a:gd name="connsiteY43" fmla="*/ 316838 h 438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152453" h="438180">
                <a:moveTo>
                  <a:pt x="3886653" y="316838"/>
                </a:moveTo>
                <a:lnTo>
                  <a:pt x="4600483" y="316838"/>
                </a:lnTo>
                <a:cubicBezTo>
                  <a:pt x="4605612" y="387390"/>
                  <a:pt x="4666963" y="440427"/>
                  <a:pt x="4737516" y="435298"/>
                </a:cubicBezTo>
                <a:cubicBezTo>
                  <a:pt x="4800932" y="430688"/>
                  <a:pt x="4851367" y="380254"/>
                  <a:pt x="4855976" y="316838"/>
                </a:cubicBezTo>
                <a:lnTo>
                  <a:pt x="6898572" y="316838"/>
                </a:lnTo>
                <a:cubicBezTo>
                  <a:pt x="6905460" y="387240"/>
                  <a:pt x="6968117" y="438728"/>
                  <a:pt x="7038520" y="431839"/>
                </a:cubicBezTo>
                <a:cubicBezTo>
                  <a:pt x="7108922" y="424950"/>
                  <a:pt x="7160410" y="362293"/>
                  <a:pt x="7153521" y="291891"/>
                </a:cubicBezTo>
                <a:cubicBezTo>
                  <a:pt x="7147564" y="231015"/>
                  <a:pt x="7099395" y="182846"/>
                  <a:pt x="7038520" y="176890"/>
                </a:cubicBezTo>
                <a:lnTo>
                  <a:pt x="7038520" y="17526"/>
                </a:lnTo>
                <a:cubicBezTo>
                  <a:pt x="7039140" y="10817"/>
                  <a:pt x="7034204" y="4873"/>
                  <a:pt x="7027494" y="4253"/>
                </a:cubicBezTo>
                <a:cubicBezTo>
                  <a:pt x="7021090" y="3660"/>
                  <a:pt x="7015325" y="8140"/>
                  <a:pt x="7014318" y="14493"/>
                </a:cubicBezTo>
                <a:cubicBezTo>
                  <a:pt x="7014184" y="15500"/>
                  <a:pt x="7014184" y="16520"/>
                  <a:pt x="7014318" y="17526"/>
                </a:cubicBezTo>
                <a:lnTo>
                  <a:pt x="7014318" y="176688"/>
                </a:lnTo>
                <a:cubicBezTo>
                  <a:pt x="6953304" y="182864"/>
                  <a:pt x="6905137" y="231257"/>
                  <a:pt x="6899246" y="292300"/>
                </a:cubicBezTo>
                <a:lnTo>
                  <a:pt x="4856650" y="292300"/>
                </a:lnTo>
                <a:cubicBezTo>
                  <a:pt x="4850670" y="231122"/>
                  <a:pt x="4802279" y="182703"/>
                  <a:pt x="4741106" y="176687"/>
                </a:cubicBezTo>
                <a:lnTo>
                  <a:pt x="4741106" y="17324"/>
                </a:lnTo>
                <a:cubicBezTo>
                  <a:pt x="4741943" y="10623"/>
                  <a:pt x="4737189" y="4511"/>
                  <a:pt x="4730488" y="3673"/>
                </a:cubicBezTo>
                <a:cubicBezTo>
                  <a:pt x="4723787" y="2836"/>
                  <a:pt x="4717675" y="7589"/>
                  <a:pt x="4716837" y="14291"/>
                </a:cubicBezTo>
                <a:cubicBezTo>
                  <a:pt x="4716703" y="15298"/>
                  <a:pt x="4716703" y="16318"/>
                  <a:pt x="4716837" y="17324"/>
                </a:cubicBezTo>
                <a:lnTo>
                  <a:pt x="4716837" y="176688"/>
                </a:lnTo>
                <a:cubicBezTo>
                  <a:pt x="4655639" y="182653"/>
                  <a:pt x="4607222" y="231098"/>
                  <a:pt x="4601292" y="292300"/>
                </a:cubicBezTo>
                <a:lnTo>
                  <a:pt x="2557888" y="292300"/>
                </a:lnTo>
                <a:cubicBezTo>
                  <a:pt x="2551933" y="231110"/>
                  <a:pt x="2503530" y="182678"/>
                  <a:pt x="2442343" y="176687"/>
                </a:cubicBezTo>
                <a:lnTo>
                  <a:pt x="2442343" y="17324"/>
                </a:lnTo>
                <a:cubicBezTo>
                  <a:pt x="2443181" y="10623"/>
                  <a:pt x="2438427" y="4511"/>
                  <a:pt x="2431726" y="3673"/>
                </a:cubicBezTo>
                <a:cubicBezTo>
                  <a:pt x="2425024" y="2836"/>
                  <a:pt x="2418912" y="7589"/>
                  <a:pt x="2418075" y="14291"/>
                </a:cubicBezTo>
                <a:cubicBezTo>
                  <a:pt x="2417939" y="15298"/>
                  <a:pt x="2417939" y="16318"/>
                  <a:pt x="2418075" y="17324"/>
                </a:cubicBezTo>
                <a:lnTo>
                  <a:pt x="2418075" y="176688"/>
                </a:lnTo>
                <a:cubicBezTo>
                  <a:pt x="2356877" y="182653"/>
                  <a:pt x="2308460" y="231098"/>
                  <a:pt x="2302530" y="292300"/>
                </a:cubicBezTo>
                <a:lnTo>
                  <a:pt x="259126" y="292300"/>
                </a:lnTo>
                <a:cubicBezTo>
                  <a:pt x="253196" y="231098"/>
                  <a:pt x="204779" y="182653"/>
                  <a:pt x="143581" y="176687"/>
                </a:cubicBezTo>
                <a:lnTo>
                  <a:pt x="143581" y="17324"/>
                </a:lnTo>
                <a:cubicBezTo>
                  <a:pt x="144419" y="10623"/>
                  <a:pt x="139665" y="4511"/>
                  <a:pt x="132963" y="3673"/>
                </a:cubicBezTo>
                <a:cubicBezTo>
                  <a:pt x="126262" y="2836"/>
                  <a:pt x="120150" y="7589"/>
                  <a:pt x="119312" y="14291"/>
                </a:cubicBezTo>
                <a:cubicBezTo>
                  <a:pt x="119177" y="15298"/>
                  <a:pt x="119177" y="16318"/>
                  <a:pt x="119312" y="17324"/>
                </a:cubicBezTo>
                <a:lnTo>
                  <a:pt x="119313" y="176688"/>
                </a:lnTo>
                <a:cubicBezTo>
                  <a:pt x="48904" y="183512"/>
                  <a:pt x="-2641" y="246122"/>
                  <a:pt x="4184" y="316531"/>
                </a:cubicBezTo>
                <a:cubicBezTo>
                  <a:pt x="11009" y="386939"/>
                  <a:pt x="73619" y="438484"/>
                  <a:pt x="144027" y="431659"/>
                </a:cubicBezTo>
                <a:cubicBezTo>
                  <a:pt x="204880" y="425761"/>
                  <a:pt x="253081" y="377676"/>
                  <a:pt x="259126" y="316838"/>
                </a:cubicBezTo>
                <a:lnTo>
                  <a:pt x="2302328" y="316838"/>
                </a:lnTo>
                <a:cubicBezTo>
                  <a:pt x="2307456" y="387390"/>
                  <a:pt x="2368808" y="440427"/>
                  <a:pt x="2439361" y="435298"/>
                </a:cubicBezTo>
                <a:cubicBezTo>
                  <a:pt x="2502777" y="430688"/>
                  <a:pt x="2553211" y="380254"/>
                  <a:pt x="2557821" y="316838"/>
                </a:cubicBezTo>
                <a:lnTo>
                  <a:pt x="3862250" y="316838"/>
                </a:lnTo>
              </a:path>
            </a:pathLst>
          </a:custGeom>
          <a:solidFill>
            <a:srgbClr val="ADADAD"/>
          </a:solidFill>
          <a:ln w="6740"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21D59A78-506C-4E29-B791-9AAFECDA1403}"/>
              </a:ext>
            </a:extLst>
          </p:cNvPr>
          <p:cNvSpPr/>
          <p:nvPr/>
        </p:nvSpPr>
        <p:spPr>
          <a:xfrm>
            <a:off x="1368579" y="3026124"/>
            <a:ext cx="7152453" cy="438181"/>
          </a:xfrm>
          <a:custGeom>
            <a:avLst/>
            <a:gdLst>
              <a:gd name="connsiteX0" fmla="*/ 3886317 w 7152453"/>
              <a:gd name="connsiteY0" fmla="*/ 317204 h 438180"/>
              <a:gd name="connsiteX1" fmla="*/ 4600416 w 7152453"/>
              <a:gd name="connsiteY1" fmla="*/ 317204 h 438180"/>
              <a:gd name="connsiteX2" fmla="*/ 4737449 w 7152453"/>
              <a:gd name="connsiteY2" fmla="*/ 435665 h 438180"/>
              <a:gd name="connsiteX3" fmla="*/ 4855909 w 7152453"/>
              <a:gd name="connsiteY3" fmla="*/ 317204 h 438180"/>
              <a:gd name="connsiteX4" fmla="*/ 6898841 w 7152453"/>
              <a:gd name="connsiteY4" fmla="*/ 317204 h 438180"/>
              <a:gd name="connsiteX5" fmla="*/ 7038801 w 7152453"/>
              <a:gd name="connsiteY5" fmla="*/ 432191 h 438180"/>
              <a:gd name="connsiteX6" fmla="*/ 7153788 w 7152453"/>
              <a:gd name="connsiteY6" fmla="*/ 292231 h 438180"/>
              <a:gd name="connsiteX7" fmla="*/ 7038925 w 7152453"/>
              <a:gd name="connsiteY7" fmla="*/ 177256 h 438180"/>
              <a:gd name="connsiteX8" fmla="*/ 7038924 w 7152453"/>
              <a:gd name="connsiteY8" fmla="*/ 17893 h 438180"/>
              <a:gd name="connsiteX9" fmla="*/ 7028307 w 7152453"/>
              <a:gd name="connsiteY9" fmla="*/ 4242 h 438180"/>
              <a:gd name="connsiteX10" fmla="*/ 7014656 w 7152453"/>
              <a:gd name="connsiteY10" fmla="*/ 14859 h 438180"/>
              <a:gd name="connsiteX11" fmla="*/ 7014656 w 7152453"/>
              <a:gd name="connsiteY11" fmla="*/ 17893 h 438180"/>
              <a:gd name="connsiteX12" fmla="*/ 7014656 w 7152453"/>
              <a:gd name="connsiteY12" fmla="*/ 177054 h 438180"/>
              <a:gd name="connsiteX13" fmla="*/ 6899111 w 7152453"/>
              <a:gd name="connsiteY13" fmla="*/ 292666 h 438180"/>
              <a:gd name="connsiteX14" fmla="*/ 4856516 w 7152453"/>
              <a:gd name="connsiteY14" fmla="*/ 292666 h 438180"/>
              <a:gd name="connsiteX15" fmla="*/ 4740971 w 7152453"/>
              <a:gd name="connsiteY15" fmla="*/ 177053 h 438180"/>
              <a:gd name="connsiteX16" fmla="*/ 4740971 w 7152453"/>
              <a:gd name="connsiteY16" fmla="*/ 17691 h 438180"/>
              <a:gd name="connsiteX17" fmla="*/ 4730829 w 7152453"/>
              <a:gd name="connsiteY17" fmla="*/ 3730 h 438180"/>
              <a:gd name="connsiteX18" fmla="*/ 4716868 w 7152453"/>
              <a:gd name="connsiteY18" fmla="*/ 13871 h 438180"/>
              <a:gd name="connsiteX19" fmla="*/ 4716770 w 7152453"/>
              <a:gd name="connsiteY19" fmla="*/ 14657 h 438180"/>
              <a:gd name="connsiteX20" fmla="*/ 4716770 w 7152453"/>
              <a:gd name="connsiteY20" fmla="*/ 17691 h 438180"/>
              <a:gd name="connsiteX21" fmla="*/ 4716770 w 7152453"/>
              <a:gd name="connsiteY21" fmla="*/ 177054 h 438180"/>
              <a:gd name="connsiteX22" fmla="*/ 4601158 w 7152453"/>
              <a:gd name="connsiteY22" fmla="*/ 292666 h 438180"/>
              <a:gd name="connsiteX23" fmla="*/ 2557484 w 7152453"/>
              <a:gd name="connsiteY23" fmla="*/ 292666 h 438180"/>
              <a:gd name="connsiteX24" fmla="*/ 2441939 w 7152453"/>
              <a:gd name="connsiteY24" fmla="*/ 177053 h 438180"/>
              <a:gd name="connsiteX25" fmla="*/ 2441939 w 7152453"/>
              <a:gd name="connsiteY25" fmla="*/ 17691 h 438180"/>
              <a:gd name="connsiteX26" fmla="*/ 2430913 w 7152453"/>
              <a:gd name="connsiteY26" fmla="*/ 4417 h 438180"/>
              <a:gd name="connsiteX27" fmla="*/ 2417738 w 7152453"/>
              <a:gd name="connsiteY27" fmla="*/ 14657 h 438180"/>
              <a:gd name="connsiteX28" fmla="*/ 2417738 w 7152453"/>
              <a:gd name="connsiteY28" fmla="*/ 17691 h 438180"/>
              <a:gd name="connsiteX29" fmla="*/ 2417738 w 7152453"/>
              <a:gd name="connsiteY29" fmla="*/ 177054 h 438180"/>
              <a:gd name="connsiteX30" fmla="*/ 2302193 w 7152453"/>
              <a:gd name="connsiteY30" fmla="*/ 292666 h 438180"/>
              <a:gd name="connsiteX31" fmla="*/ 259126 w 7152453"/>
              <a:gd name="connsiteY31" fmla="*/ 292666 h 438180"/>
              <a:gd name="connsiteX32" fmla="*/ 143514 w 7152453"/>
              <a:gd name="connsiteY32" fmla="*/ 177053 h 438180"/>
              <a:gd name="connsiteX33" fmla="*/ 143514 w 7152453"/>
              <a:gd name="connsiteY33" fmla="*/ 17691 h 438180"/>
              <a:gd name="connsiteX34" fmla="*/ 133372 w 7152453"/>
              <a:gd name="connsiteY34" fmla="*/ 3730 h 438180"/>
              <a:gd name="connsiteX35" fmla="*/ 119411 w 7152453"/>
              <a:gd name="connsiteY35" fmla="*/ 13871 h 438180"/>
              <a:gd name="connsiteX36" fmla="*/ 119313 w 7152453"/>
              <a:gd name="connsiteY36" fmla="*/ 14657 h 438180"/>
              <a:gd name="connsiteX37" fmla="*/ 119313 w 7152453"/>
              <a:gd name="connsiteY37" fmla="*/ 17691 h 438180"/>
              <a:gd name="connsiteX38" fmla="*/ 119313 w 7152453"/>
              <a:gd name="connsiteY38" fmla="*/ 177054 h 438180"/>
              <a:gd name="connsiteX39" fmla="*/ 4184 w 7152453"/>
              <a:gd name="connsiteY39" fmla="*/ 316897 h 438180"/>
              <a:gd name="connsiteX40" fmla="*/ 144028 w 7152453"/>
              <a:gd name="connsiteY40" fmla="*/ 432026 h 438180"/>
              <a:gd name="connsiteX41" fmla="*/ 259126 w 7152453"/>
              <a:gd name="connsiteY41" fmla="*/ 317204 h 438180"/>
              <a:gd name="connsiteX42" fmla="*/ 2301721 w 7152453"/>
              <a:gd name="connsiteY42" fmla="*/ 317204 h 438180"/>
              <a:gd name="connsiteX43" fmla="*/ 2438754 w 7152453"/>
              <a:gd name="connsiteY43" fmla="*/ 435665 h 438180"/>
              <a:gd name="connsiteX44" fmla="*/ 2557214 w 7152453"/>
              <a:gd name="connsiteY44" fmla="*/ 317204 h 438180"/>
              <a:gd name="connsiteX45" fmla="*/ 3861981 w 7152453"/>
              <a:gd name="connsiteY45" fmla="*/ 317204 h 438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152453" h="438180">
                <a:moveTo>
                  <a:pt x="3886317" y="317204"/>
                </a:moveTo>
                <a:lnTo>
                  <a:pt x="4600416" y="317204"/>
                </a:lnTo>
                <a:cubicBezTo>
                  <a:pt x="4605545" y="387757"/>
                  <a:pt x="4666896" y="440793"/>
                  <a:pt x="4737449" y="435665"/>
                </a:cubicBezTo>
                <a:cubicBezTo>
                  <a:pt x="4800865" y="431055"/>
                  <a:pt x="4851299" y="380620"/>
                  <a:pt x="4855909" y="317204"/>
                </a:cubicBezTo>
                <a:lnTo>
                  <a:pt x="6898841" y="317204"/>
                </a:lnTo>
                <a:cubicBezTo>
                  <a:pt x="6905737" y="387606"/>
                  <a:pt x="6968399" y="439087"/>
                  <a:pt x="7038801" y="432191"/>
                </a:cubicBezTo>
                <a:cubicBezTo>
                  <a:pt x="7109203" y="425294"/>
                  <a:pt x="7160684" y="362632"/>
                  <a:pt x="7153788" y="292231"/>
                </a:cubicBezTo>
                <a:cubicBezTo>
                  <a:pt x="7147831" y="231412"/>
                  <a:pt x="7099738" y="183272"/>
                  <a:pt x="7038925" y="177256"/>
                </a:cubicBezTo>
                <a:lnTo>
                  <a:pt x="7038924" y="17893"/>
                </a:lnTo>
                <a:cubicBezTo>
                  <a:pt x="7039762" y="11191"/>
                  <a:pt x="7035008" y="5079"/>
                  <a:pt x="7028307" y="4242"/>
                </a:cubicBezTo>
                <a:cubicBezTo>
                  <a:pt x="7021605" y="3404"/>
                  <a:pt x="7015493" y="8157"/>
                  <a:pt x="7014656" y="14859"/>
                </a:cubicBezTo>
                <a:cubicBezTo>
                  <a:pt x="7014522" y="15866"/>
                  <a:pt x="7014522" y="16886"/>
                  <a:pt x="7014656" y="17893"/>
                </a:cubicBezTo>
                <a:lnTo>
                  <a:pt x="7014656" y="177054"/>
                </a:lnTo>
                <a:cubicBezTo>
                  <a:pt x="6953469" y="183045"/>
                  <a:pt x="6905066" y="231477"/>
                  <a:pt x="6899111" y="292666"/>
                </a:cubicBezTo>
                <a:lnTo>
                  <a:pt x="4856516" y="292666"/>
                </a:lnTo>
                <a:cubicBezTo>
                  <a:pt x="4850586" y="231464"/>
                  <a:pt x="4802169" y="183019"/>
                  <a:pt x="4740971" y="177053"/>
                </a:cubicBezTo>
                <a:lnTo>
                  <a:pt x="4740971" y="17691"/>
                </a:lnTo>
                <a:cubicBezTo>
                  <a:pt x="4742025" y="11035"/>
                  <a:pt x="4737485" y="4784"/>
                  <a:pt x="4730829" y="3730"/>
                </a:cubicBezTo>
                <a:cubicBezTo>
                  <a:pt x="4724174" y="2675"/>
                  <a:pt x="4717923" y="7216"/>
                  <a:pt x="4716868" y="13871"/>
                </a:cubicBezTo>
                <a:cubicBezTo>
                  <a:pt x="4716827" y="14132"/>
                  <a:pt x="4716794" y="14394"/>
                  <a:pt x="4716770" y="14657"/>
                </a:cubicBezTo>
                <a:cubicBezTo>
                  <a:pt x="4716635" y="15664"/>
                  <a:pt x="4716635" y="16684"/>
                  <a:pt x="4716770" y="17691"/>
                </a:cubicBezTo>
                <a:lnTo>
                  <a:pt x="4716770" y="177054"/>
                </a:lnTo>
                <a:cubicBezTo>
                  <a:pt x="4655570" y="183040"/>
                  <a:pt x="4607144" y="231466"/>
                  <a:pt x="4601158" y="292666"/>
                </a:cubicBezTo>
                <a:lnTo>
                  <a:pt x="2557484" y="292666"/>
                </a:lnTo>
                <a:cubicBezTo>
                  <a:pt x="2551554" y="231464"/>
                  <a:pt x="2503137" y="183019"/>
                  <a:pt x="2441939" y="177053"/>
                </a:cubicBezTo>
                <a:lnTo>
                  <a:pt x="2441939" y="17691"/>
                </a:lnTo>
                <a:cubicBezTo>
                  <a:pt x="2442560" y="10981"/>
                  <a:pt x="2437623" y="5038"/>
                  <a:pt x="2430913" y="4417"/>
                </a:cubicBezTo>
                <a:cubicBezTo>
                  <a:pt x="2424509" y="3824"/>
                  <a:pt x="2418745" y="8305"/>
                  <a:pt x="2417738" y="14657"/>
                </a:cubicBezTo>
                <a:cubicBezTo>
                  <a:pt x="2417603" y="15664"/>
                  <a:pt x="2417603" y="16684"/>
                  <a:pt x="2417738" y="17691"/>
                </a:cubicBezTo>
                <a:lnTo>
                  <a:pt x="2417738" y="177054"/>
                </a:lnTo>
                <a:cubicBezTo>
                  <a:pt x="2356540" y="183019"/>
                  <a:pt x="2308123" y="231464"/>
                  <a:pt x="2302193" y="292666"/>
                </a:cubicBezTo>
                <a:lnTo>
                  <a:pt x="259126" y="292666"/>
                </a:lnTo>
                <a:cubicBezTo>
                  <a:pt x="253140" y="231466"/>
                  <a:pt x="204714" y="183040"/>
                  <a:pt x="143514" y="177053"/>
                </a:cubicBezTo>
                <a:lnTo>
                  <a:pt x="143514" y="17691"/>
                </a:lnTo>
                <a:cubicBezTo>
                  <a:pt x="144569" y="11035"/>
                  <a:pt x="140028" y="4784"/>
                  <a:pt x="133372" y="3730"/>
                </a:cubicBezTo>
                <a:cubicBezTo>
                  <a:pt x="126716" y="2675"/>
                  <a:pt x="120466" y="7216"/>
                  <a:pt x="119411" y="13871"/>
                </a:cubicBezTo>
                <a:cubicBezTo>
                  <a:pt x="119370" y="14132"/>
                  <a:pt x="119337" y="14394"/>
                  <a:pt x="119313" y="14657"/>
                </a:cubicBezTo>
                <a:cubicBezTo>
                  <a:pt x="119178" y="15664"/>
                  <a:pt x="119178" y="16684"/>
                  <a:pt x="119313" y="17691"/>
                </a:cubicBezTo>
                <a:lnTo>
                  <a:pt x="119313" y="177054"/>
                </a:lnTo>
                <a:cubicBezTo>
                  <a:pt x="48904" y="183879"/>
                  <a:pt x="-2641" y="246488"/>
                  <a:pt x="4184" y="316897"/>
                </a:cubicBezTo>
                <a:cubicBezTo>
                  <a:pt x="11009" y="387306"/>
                  <a:pt x="73619" y="438850"/>
                  <a:pt x="144028" y="432026"/>
                </a:cubicBezTo>
                <a:cubicBezTo>
                  <a:pt x="204881" y="426127"/>
                  <a:pt x="253081" y="378043"/>
                  <a:pt x="259126" y="317204"/>
                </a:cubicBezTo>
                <a:lnTo>
                  <a:pt x="2301721" y="317204"/>
                </a:lnTo>
                <a:cubicBezTo>
                  <a:pt x="2306850" y="387757"/>
                  <a:pt x="2368201" y="440793"/>
                  <a:pt x="2438754" y="435665"/>
                </a:cubicBezTo>
                <a:cubicBezTo>
                  <a:pt x="2502170" y="431055"/>
                  <a:pt x="2552605" y="380620"/>
                  <a:pt x="2557214" y="317204"/>
                </a:cubicBezTo>
                <a:lnTo>
                  <a:pt x="3861981" y="317204"/>
                </a:lnTo>
              </a:path>
            </a:pathLst>
          </a:custGeom>
          <a:solidFill>
            <a:srgbClr val="ADADAD"/>
          </a:solidFill>
          <a:ln w="6740" cap="flat">
            <a:noFill/>
            <a:prstDash val="solid"/>
            <a:miter/>
          </a:ln>
        </p:spPr>
        <p:txBody>
          <a:bodyPr rtlCol="0" anchor="ctr"/>
          <a:lstStyle/>
          <a:p>
            <a:endParaRPr lang="en-US"/>
          </a:p>
        </p:txBody>
      </p:sp>
      <p:grpSp>
        <p:nvGrpSpPr>
          <p:cNvPr id="410" name="Group 409">
            <a:extLst>
              <a:ext uri="{FF2B5EF4-FFF2-40B4-BE49-F238E27FC236}">
                <a16:creationId xmlns:a16="http://schemas.microsoft.com/office/drawing/2014/main" id="{FAF06B13-28AF-42FE-A480-42570CAF2137}"/>
              </a:ext>
            </a:extLst>
          </p:cNvPr>
          <p:cNvGrpSpPr/>
          <p:nvPr/>
        </p:nvGrpSpPr>
        <p:grpSpPr>
          <a:xfrm>
            <a:off x="399785" y="1483413"/>
            <a:ext cx="2227696" cy="4641328"/>
            <a:chOff x="399785" y="1483413"/>
            <a:chExt cx="2227696" cy="4641328"/>
          </a:xfrm>
        </p:grpSpPr>
        <p:sp>
          <p:nvSpPr>
            <p:cNvPr id="254" name="Rectangle: Rounded Corners 253">
              <a:extLst>
                <a:ext uri="{FF2B5EF4-FFF2-40B4-BE49-F238E27FC236}">
                  <a16:creationId xmlns:a16="http://schemas.microsoft.com/office/drawing/2014/main" id="{C495C709-931E-43CC-AC1C-F24AB79219E0}"/>
                </a:ext>
              </a:extLst>
            </p:cNvPr>
            <p:cNvSpPr/>
            <p:nvPr/>
          </p:nvSpPr>
          <p:spPr>
            <a:xfrm>
              <a:off x="399785" y="3823837"/>
              <a:ext cx="2227696" cy="2300904"/>
            </a:xfrm>
            <a:prstGeom prst="roundRect">
              <a:avLst>
                <a:gd name="adj" fmla="val 4730"/>
              </a:avLst>
            </a:prstGeom>
            <a:solidFill>
              <a:schemeClr val="bg1">
                <a:alpha val="0"/>
              </a:schemeClr>
            </a:solidFill>
            <a:ln>
              <a:gradFill>
                <a:gsLst>
                  <a:gs pos="0">
                    <a:schemeClr val="bg1">
                      <a:lumMod val="85000"/>
                      <a:alpha val="0"/>
                    </a:schemeClr>
                  </a:gs>
                  <a:gs pos="100000">
                    <a:schemeClr val="bg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0348BE3F-C4A0-466D-8FAA-D691C22FAA12}"/>
                </a:ext>
              </a:extLst>
            </p:cNvPr>
            <p:cNvSpPr/>
            <p:nvPr/>
          </p:nvSpPr>
          <p:spPr>
            <a:xfrm>
              <a:off x="421732" y="3760894"/>
              <a:ext cx="2183802" cy="1461939"/>
            </a:xfrm>
            <a:prstGeom prst="rect">
              <a:avLst/>
            </a:prstGeom>
          </p:spPr>
          <p:txBody>
            <a:bodyPr wrap="square">
              <a:spAutoFit/>
            </a:bodyPr>
            <a:lstStyle/>
            <a:p>
              <a:pPr algn="ctr"/>
              <a:r>
                <a:rPr lang="en-US" sz="1200" b="1" dirty="0">
                  <a:latin typeface="Poppins Medium" panose="00000600000000000000" pitchFamily="2" charset="0"/>
                  <a:cs typeface="Poppins Medium" panose="00000600000000000000" pitchFamily="2" charset="0"/>
                </a:rPr>
                <a:t>WORKERS’ COMPENSATION NETWORK CONTRACTS:</a:t>
              </a:r>
            </a:p>
            <a:p>
              <a:pPr algn="ctr"/>
              <a:endParaRPr lang="en-US" sz="1100" dirty="0">
                <a:latin typeface="Poppins Light" panose="00000400000000000000" pitchFamily="2" charset="0"/>
                <a:cs typeface="Poppins Light" panose="00000400000000000000" pitchFamily="2" charset="0"/>
              </a:endParaRPr>
            </a:p>
            <a:p>
              <a:pPr algn="ctr"/>
              <a:r>
                <a:rPr lang="en-US" sz="1050" dirty="0">
                  <a:latin typeface="Poppins Light" panose="00000400000000000000" pitchFamily="2" charset="0"/>
                  <a:cs typeface="Poppins Light" panose="00000400000000000000" pitchFamily="2" charset="0"/>
                </a:rPr>
                <a:t>Helios, Coventry, Express Scripts, Optum, My Matrix, Mitchell, </a:t>
              </a:r>
              <a:r>
                <a:rPr lang="en-US" sz="1050" dirty="0" err="1">
                  <a:latin typeface="Poppins Light" panose="00000400000000000000" pitchFamily="2" charset="0"/>
                  <a:cs typeface="Poppins Light" panose="00000400000000000000" pitchFamily="2" charset="0"/>
                </a:rPr>
                <a:t>Corvel</a:t>
              </a:r>
              <a:r>
                <a:rPr lang="en-US" sz="1050" dirty="0">
                  <a:latin typeface="Poppins Light" panose="00000400000000000000" pitchFamily="2" charset="0"/>
                  <a:cs typeface="Poppins Light" panose="00000400000000000000" pitchFamily="2" charset="0"/>
                </a:rPr>
                <a:t>, and many more.</a:t>
              </a:r>
            </a:p>
          </p:txBody>
        </p:sp>
        <p:sp>
          <p:nvSpPr>
            <p:cNvPr id="262" name="Freeform: Shape 261">
              <a:extLst>
                <a:ext uri="{FF2B5EF4-FFF2-40B4-BE49-F238E27FC236}">
                  <a16:creationId xmlns:a16="http://schemas.microsoft.com/office/drawing/2014/main" id="{E60FA630-4CBE-4B08-87BD-D973486424F2}"/>
                </a:ext>
              </a:extLst>
            </p:cNvPr>
            <p:cNvSpPr/>
            <p:nvPr/>
          </p:nvSpPr>
          <p:spPr>
            <a:xfrm>
              <a:off x="766872" y="1483413"/>
              <a:ext cx="1462849" cy="1462850"/>
            </a:xfrm>
            <a:custGeom>
              <a:avLst/>
              <a:gdLst>
                <a:gd name="connsiteX0" fmla="*/ 734772 w 1462848"/>
                <a:gd name="connsiteY0" fmla="*/ 86294 h 1462849"/>
                <a:gd name="connsiteX1" fmla="*/ 85492 w 1462848"/>
                <a:gd name="connsiteY1" fmla="*/ 731325 h 1462849"/>
                <a:gd name="connsiteX2" fmla="*/ 409911 w 1462848"/>
                <a:gd name="connsiteY2" fmla="*/ 1294392 h 1462849"/>
                <a:gd name="connsiteX3" fmla="*/ 409912 w 1462848"/>
                <a:gd name="connsiteY3" fmla="*/ 1294392 h 1462849"/>
                <a:gd name="connsiteX4" fmla="*/ 1294698 w 1462848"/>
                <a:gd name="connsiteY4" fmla="*/ 1058110 h 1462849"/>
                <a:gd name="connsiteX5" fmla="*/ 1058417 w 1462848"/>
                <a:gd name="connsiteY5" fmla="*/ 173322 h 1462849"/>
                <a:gd name="connsiteX6" fmla="*/ 734570 w 1462848"/>
                <a:gd name="connsiteY6" fmla="*/ 86293 h 1462849"/>
                <a:gd name="connsiteX7" fmla="*/ 732615 w 1462848"/>
                <a:gd name="connsiteY7" fmla="*/ 1352232 h 1462849"/>
                <a:gd name="connsiteX8" fmla="*/ 112068 w 1462848"/>
                <a:gd name="connsiteY8" fmla="*/ 732390 h 1462849"/>
                <a:gd name="connsiteX9" fmla="*/ 731909 w 1462848"/>
                <a:gd name="connsiteY9" fmla="*/ 111843 h 1462849"/>
                <a:gd name="connsiteX10" fmla="*/ 1352456 w 1462848"/>
                <a:gd name="connsiteY10" fmla="*/ 731685 h 1462849"/>
                <a:gd name="connsiteX11" fmla="*/ 893663 w 1462848"/>
                <a:gd name="connsiteY11" fmla="*/ 1330862 h 1462849"/>
                <a:gd name="connsiteX12" fmla="*/ 732614 w 1462848"/>
                <a:gd name="connsiteY12" fmla="*/ 1352232 h 1462849"/>
                <a:gd name="connsiteX13" fmla="*/ 734907 w 1462848"/>
                <a:gd name="connsiteY13" fmla="*/ 3579 h 1462849"/>
                <a:gd name="connsiteX14" fmla="*/ 3579 w 1462848"/>
                <a:gd name="connsiteY14" fmla="*/ 732401 h 1462849"/>
                <a:gd name="connsiteX15" fmla="*/ 732401 w 1462848"/>
                <a:gd name="connsiteY15" fmla="*/ 1463730 h 1462849"/>
                <a:gd name="connsiteX16" fmla="*/ 1463729 w 1462848"/>
                <a:gd name="connsiteY16" fmla="*/ 734907 h 1462849"/>
                <a:gd name="connsiteX17" fmla="*/ 1098933 w 1462848"/>
                <a:gd name="connsiteY17" fmla="*/ 101529 h 1462849"/>
                <a:gd name="connsiteX18" fmla="*/ 734907 w 1462848"/>
                <a:gd name="connsiteY18" fmla="*/ 3579 h 1462849"/>
                <a:gd name="connsiteX19" fmla="*/ 732480 w 1462848"/>
                <a:gd name="connsiteY19" fmla="*/ 1434475 h 1462849"/>
                <a:gd name="connsiteX20" fmla="*/ 32695 w 1462848"/>
                <a:gd name="connsiteY20" fmla="*/ 732084 h 1462849"/>
                <a:gd name="connsiteX21" fmla="*/ 735085 w 1462848"/>
                <a:gd name="connsiteY21" fmla="*/ 32299 h 1462849"/>
                <a:gd name="connsiteX22" fmla="*/ 1434870 w 1462848"/>
                <a:gd name="connsiteY22" fmla="*/ 734690 h 1462849"/>
                <a:gd name="connsiteX23" fmla="*/ 1340944 w 1462848"/>
                <a:gd name="connsiteY23" fmla="*/ 1083930 h 1462849"/>
                <a:gd name="connsiteX24" fmla="*/ 732480 w 1462848"/>
                <a:gd name="connsiteY24" fmla="*/ 1434475 h 1462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62848" h="1462849">
                  <a:moveTo>
                    <a:pt x="734772" y="86294"/>
                  </a:moveTo>
                  <a:cubicBezTo>
                    <a:pt x="377358" y="85121"/>
                    <a:pt x="86665" y="373911"/>
                    <a:pt x="85492" y="731325"/>
                  </a:cubicBezTo>
                  <a:cubicBezTo>
                    <a:pt x="84730" y="963639"/>
                    <a:pt x="208547" y="1178537"/>
                    <a:pt x="409911" y="1294392"/>
                  </a:cubicBezTo>
                  <a:lnTo>
                    <a:pt x="409912" y="1294392"/>
                  </a:lnTo>
                  <a:cubicBezTo>
                    <a:pt x="719486" y="1473472"/>
                    <a:pt x="1115619" y="1367685"/>
                    <a:pt x="1294698" y="1058110"/>
                  </a:cubicBezTo>
                  <a:cubicBezTo>
                    <a:pt x="1473778" y="748535"/>
                    <a:pt x="1367992" y="352403"/>
                    <a:pt x="1058417" y="173322"/>
                  </a:cubicBezTo>
                  <a:cubicBezTo>
                    <a:pt x="959982" y="116381"/>
                    <a:pt x="848288" y="86364"/>
                    <a:pt x="734570" y="86293"/>
                  </a:cubicBezTo>
                  <a:close/>
                  <a:moveTo>
                    <a:pt x="732615" y="1352232"/>
                  </a:moveTo>
                  <a:cubicBezTo>
                    <a:pt x="390091" y="1352426"/>
                    <a:pt x="112263" y="1074914"/>
                    <a:pt x="112068" y="732390"/>
                  </a:cubicBezTo>
                  <a:cubicBezTo>
                    <a:pt x="111873" y="389866"/>
                    <a:pt x="389386" y="112038"/>
                    <a:pt x="731909" y="111843"/>
                  </a:cubicBezTo>
                  <a:cubicBezTo>
                    <a:pt x="1074433" y="111649"/>
                    <a:pt x="1352261" y="389161"/>
                    <a:pt x="1352456" y="731685"/>
                  </a:cubicBezTo>
                  <a:cubicBezTo>
                    <a:pt x="1352615" y="1012179"/>
                    <a:pt x="1164492" y="1257865"/>
                    <a:pt x="893663" y="1330862"/>
                  </a:cubicBezTo>
                  <a:cubicBezTo>
                    <a:pt x="841149" y="1345016"/>
                    <a:pt x="787002" y="1352201"/>
                    <a:pt x="732614" y="1352232"/>
                  </a:cubicBezTo>
                  <a:close/>
                  <a:moveTo>
                    <a:pt x="734907" y="3579"/>
                  </a:moveTo>
                  <a:cubicBezTo>
                    <a:pt x="331697" y="2887"/>
                    <a:pt x="4271" y="329192"/>
                    <a:pt x="3579" y="732401"/>
                  </a:cubicBezTo>
                  <a:cubicBezTo>
                    <a:pt x="2887" y="1135611"/>
                    <a:pt x="329191" y="1463038"/>
                    <a:pt x="732401" y="1463730"/>
                  </a:cubicBezTo>
                  <a:cubicBezTo>
                    <a:pt x="1135610" y="1464422"/>
                    <a:pt x="1463037" y="1138117"/>
                    <a:pt x="1463729" y="734907"/>
                  </a:cubicBezTo>
                  <a:cubicBezTo>
                    <a:pt x="1464177" y="473728"/>
                    <a:pt x="1325071" y="232205"/>
                    <a:pt x="1098933" y="101529"/>
                  </a:cubicBezTo>
                  <a:cubicBezTo>
                    <a:pt x="988244" y="37609"/>
                    <a:pt x="862726" y="3836"/>
                    <a:pt x="734907" y="3579"/>
                  </a:cubicBezTo>
                  <a:close/>
                  <a:moveTo>
                    <a:pt x="732480" y="1434475"/>
                  </a:moveTo>
                  <a:cubicBezTo>
                    <a:pt x="345280" y="1433755"/>
                    <a:pt x="31975" y="1119284"/>
                    <a:pt x="32695" y="732084"/>
                  </a:cubicBezTo>
                  <a:cubicBezTo>
                    <a:pt x="33414" y="344884"/>
                    <a:pt x="347885" y="31579"/>
                    <a:pt x="735085" y="32299"/>
                  </a:cubicBezTo>
                  <a:cubicBezTo>
                    <a:pt x="1122285" y="33018"/>
                    <a:pt x="1435589" y="347489"/>
                    <a:pt x="1434870" y="734690"/>
                  </a:cubicBezTo>
                  <a:cubicBezTo>
                    <a:pt x="1434642" y="857314"/>
                    <a:pt x="1402256" y="977734"/>
                    <a:pt x="1340944" y="1083930"/>
                  </a:cubicBezTo>
                  <a:cubicBezTo>
                    <a:pt x="1216248" y="1302025"/>
                    <a:pt x="983701" y="1435999"/>
                    <a:pt x="732480" y="1434475"/>
                  </a:cubicBezTo>
                  <a:close/>
                </a:path>
              </a:pathLst>
            </a:custGeom>
            <a:solidFill>
              <a:srgbClr val="D9D9D9"/>
            </a:solidFill>
            <a:ln w="6740"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48303A65-7BDA-4F9F-A596-A3BC7026C558}"/>
                </a:ext>
              </a:extLst>
            </p:cNvPr>
            <p:cNvSpPr/>
            <p:nvPr/>
          </p:nvSpPr>
          <p:spPr>
            <a:xfrm>
              <a:off x="1024899" y="1743222"/>
              <a:ext cx="943773" cy="943774"/>
            </a:xfrm>
            <a:custGeom>
              <a:avLst/>
              <a:gdLst>
                <a:gd name="connsiteX0" fmla="*/ 945868 w 943773"/>
                <a:gd name="connsiteY0" fmla="*/ 474723 h 943773"/>
                <a:gd name="connsiteX1" fmla="*/ 474723 w 943773"/>
                <a:gd name="connsiteY1" fmla="*/ 3578 h 943773"/>
                <a:gd name="connsiteX2" fmla="*/ 3578 w 943773"/>
                <a:gd name="connsiteY2" fmla="*/ 474723 h 943773"/>
                <a:gd name="connsiteX3" fmla="*/ 474723 w 943773"/>
                <a:gd name="connsiteY3" fmla="*/ 945869 h 943773"/>
                <a:gd name="connsiteX4" fmla="*/ 945868 w 943773"/>
                <a:gd name="connsiteY4" fmla="*/ 474723 h 943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773" h="943773">
                  <a:moveTo>
                    <a:pt x="945868" y="474723"/>
                  </a:moveTo>
                  <a:cubicBezTo>
                    <a:pt x="945868" y="214517"/>
                    <a:pt x="734929" y="3578"/>
                    <a:pt x="474723" y="3578"/>
                  </a:cubicBezTo>
                  <a:cubicBezTo>
                    <a:pt x="214516" y="3578"/>
                    <a:pt x="3578" y="214517"/>
                    <a:pt x="3578" y="474723"/>
                  </a:cubicBezTo>
                  <a:cubicBezTo>
                    <a:pt x="3578" y="734930"/>
                    <a:pt x="214516" y="945869"/>
                    <a:pt x="474723" y="945869"/>
                  </a:cubicBezTo>
                  <a:cubicBezTo>
                    <a:pt x="734929" y="945869"/>
                    <a:pt x="945868" y="734930"/>
                    <a:pt x="945868" y="474723"/>
                  </a:cubicBezTo>
                  <a:close/>
                </a:path>
              </a:pathLst>
            </a:custGeom>
            <a:gradFill>
              <a:gsLst>
                <a:gs pos="98000">
                  <a:srgbClr val="0A2C69"/>
                </a:gs>
                <a:gs pos="0">
                  <a:srgbClr val="3795AF"/>
                </a:gs>
              </a:gsLst>
              <a:path path="circle">
                <a:fillToRect t="100000" r="100000"/>
              </a:path>
            </a:gradFill>
            <a:ln w="6740"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32D7333A-6665-4561-9224-4A39019DB1B6}"/>
                </a:ext>
              </a:extLst>
            </p:cNvPr>
            <p:cNvSpPr/>
            <p:nvPr/>
          </p:nvSpPr>
          <p:spPr>
            <a:xfrm>
              <a:off x="1442186" y="3273754"/>
              <a:ext cx="114601" cy="114601"/>
            </a:xfrm>
            <a:custGeom>
              <a:avLst/>
              <a:gdLst>
                <a:gd name="connsiteX0" fmla="*/ 111433 w 114601"/>
                <a:gd name="connsiteY0" fmla="*/ 56833 h 114601"/>
                <a:gd name="connsiteX1" fmla="*/ 56833 w 114601"/>
                <a:gd name="connsiteY1" fmla="*/ 3582 h 114601"/>
                <a:gd name="connsiteX2" fmla="*/ 3582 w 114601"/>
                <a:gd name="connsiteY2" fmla="*/ 58182 h 114601"/>
                <a:gd name="connsiteX3" fmla="*/ 57503 w 114601"/>
                <a:gd name="connsiteY3" fmla="*/ 111438 h 114601"/>
                <a:gd name="connsiteX4" fmla="*/ 111437 w 114601"/>
                <a:gd name="connsiteY4" fmla="*/ 57512 h 114601"/>
                <a:gd name="connsiteX5" fmla="*/ 111433 w 114601"/>
                <a:gd name="connsiteY5" fmla="*/ 56833 h 11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601" h="114601">
                  <a:moveTo>
                    <a:pt x="111433" y="56833"/>
                  </a:moveTo>
                  <a:cubicBezTo>
                    <a:pt x="111061" y="27051"/>
                    <a:pt x="86616" y="3209"/>
                    <a:pt x="56833" y="3582"/>
                  </a:cubicBezTo>
                  <a:cubicBezTo>
                    <a:pt x="27051" y="3954"/>
                    <a:pt x="3210" y="28399"/>
                    <a:pt x="3582" y="58182"/>
                  </a:cubicBezTo>
                  <a:cubicBezTo>
                    <a:pt x="3951" y="87699"/>
                    <a:pt x="27983" y="111435"/>
                    <a:pt x="57503" y="111438"/>
                  </a:cubicBezTo>
                  <a:cubicBezTo>
                    <a:pt x="87288" y="111440"/>
                    <a:pt x="111435" y="87296"/>
                    <a:pt x="111437" y="57512"/>
                  </a:cubicBezTo>
                  <a:cubicBezTo>
                    <a:pt x="111437" y="57285"/>
                    <a:pt x="111436" y="57060"/>
                    <a:pt x="111433" y="56833"/>
                  </a:cubicBezTo>
                  <a:close/>
                </a:path>
              </a:pathLst>
            </a:custGeom>
            <a:solidFill>
              <a:srgbClr val="ADADAD"/>
            </a:solidFill>
            <a:ln w="6740"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15AF850E-15B3-4C04-9D7E-1833EF962476}"/>
                </a:ext>
              </a:extLst>
            </p:cNvPr>
            <p:cNvSpPr/>
            <p:nvPr/>
          </p:nvSpPr>
          <p:spPr>
            <a:xfrm>
              <a:off x="1417711" y="3248879"/>
              <a:ext cx="161790" cy="161790"/>
            </a:xfrm>
            <a:custGeom>
              <a:avLst/>
              <a:gdLst>
                <a:gd name="connsiteX0" fmla="*/ 159165 w 161789"/>
                <a:gd name="connsiteY0" fmla="*/ 81371 h 161789"/>
                <a:gd name="connsiteX1" fmla="*/ 81371 w 161789"/>
                <a:gd name="connsiteY1" fmla="*/ 3578 h 161789"/>
                <a:gd name="connsiteX2" fmla="*/ 3578 w 161789"/>
                <a:gd name="connsiteY2" fmla="*/ 81371 h 161789"/>
                <a:gd name="connsiteX3" fmla="*/ 81371 w 161789"/>
                <a:gd name="connsiteY3" fmla="*/ 159165 h 161789"/>
                <a:gd name="connsiteX4" fmla="*/ 159165 w 161789"/>
                <a:gd name="connsiteY4" fmla="*/ 81371 h 161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789" h="161789">
                  <a:moveTo>
                    <a:pt x="159165" y="81371"/>
                  </a:moveTo>
                  <a:cubicBezTo>
                    <a:pt x="159165" y="38407"/>
                    <a:pt x="124336" y="3578"/>
                    <a:pt x="81371" y="3578"/>
                  </a:cubicBezTo>
                  <a:cubicBezTo>
                    <a:pt x="38407" y="3578"/>
                    <a:pt x="3578" y="38407"/>
                    <a:pt x="3578" y="81371"/>
                  </a:cubicBezTo>
                  <a:cubicBezTo>
                    <a:pt x="3578" y="124336"/>
                    <a:pt x="38407" y="159165"/>
                    <a:pt x="81371" y="159165"/>
                  </a:cubicBezTo>
                  <a:cubicBezTo>
                    <a:pt x="124336" y="159165"/>
                    <a:pt x="159165" y="124336"/>
                    <a:pt x="159165" y="81371"/>
                  </a:cubicBezTo>
                  <a:close/>
                </a:path>
              </a:pathLst>
            </a:custGeom>
            <a:solidFill>
              <a:srgbClr val="FFFFFF"/>
            </a:solidFill>
            <a:ln w="6740" cap="flat">
              <a:noFill/>
              <a:prstDash val="solid"/>
              <a:miter/>
            </a:ln>
          </p:spPr>
          <p:txBody>
            <a:bodyPr rtlCol="0" anchor="ctr"/>
            <a:lstStyle/>
            <a:p>
              <a:endParaRPr lang="en-US"/>
            </a:p>
          </p:txBody>
        </p:sp>
        <p:pic>
          <p:nvPicPr>
            <p:cNvPr id="286" name="Picture 285">
              <a:extLst>
                <a:ext uri="{FF2B5EF4-FFF2-40B4-BE49-F238E27FC236}">
                  <a16:creationId xmlns:a16="http://schemas.microsoft.com/office/drawing/2014/main" id="{12A5F1DD-4C15-41B0-9F8D-1D2427B3C0E8}"/>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299433" y="1999178"/>
              <a:ext cx="428400" cy="428400"/>
            </a:xfrm>
            <a:prstGeom prst="rect">
              <a:avLst/>
            </a:prstGeom>
          </p:spPr>
        </p:pic>
      </p:grpSp>
      <p:grpSp>
        <p:nvGrpSpPr>
          <p:cNvPr id="411" name="Group 410">
            <a:extLst>
              <a:ext uri="{FF2B5EF4-FFF2-40B4-BE49-F238E27FC236}">
                <a16:creationId xmlns:a16="http://schemas.microsoft.com/office/drawing/2014/main" id="{F1A204D5-8CC6-48DB-AEE9-63A68F3B0525}"/>
              </a:ext>
            </a:extLst>
          </p:cNvPr>
          <p:cNvGrpSpPr/>
          <p:nvPr/>
        </p:nvGrpSpPr>
        <p:grpSpPr>
          <a:xfrm>
            <a:off x="2697318" y="1483413"/>
            <a:ext cx="2227696" cy="4641328"/>
            <a:chOff x="2697318" y="1483413"/>
            <a:chExt cx="2227696" cy="4641328"/>
          </a:xfrm>
        </p:grpSpPr>
        <p:sp>
          <p:nvSpPr>
            <p:cNvPr id="255" name="Rectangle: Rounded Corners 254">
              <a:extLst>
                <a:ext uri="{FF2B5EF4-FFF2-40B4-BE49-F238E27FC236}">
                  <a16:creationId xmlns:a16="http://schemas.microsoft.com/office/drawing/2014/main" id="{91A58E85-A9C2-4EA8-A603-9F2E85C61B79}"/>
                </a:ext>
              </a:extLst>
            </p:cNvPr>
            <p:cNvSpPr/>
            <p:nvPr/>
          </p:nvSpPr>
          <p:spPr>
            <a:xfrm>
              <a:off x="2697318" y="3823837"/>
              <a:ext cx="2227696" cy="2300904"/>
            </a:xfrm>
            <a:prstGeom prst="roundRect">
              <a:avLst>
                <a:gd name="adj" fmla="val 4730"/>
              </a:avLst>
            </a:prstGeom>
            <a:solidFill>
              <a:schemeClr val="bg1">
                <a:alpha val="0"/>
              </a:schemeClr>
            </a:solidFill>
            <a:ln>
              <a:gradFill>
                <a:gsLst>
                  <a:gs pos="0">
                    <a:schemeClr val="bg1">
                      <a:lumMod val="85000"/>
                      <a:alpha val="0"/>
                    </a:schemeClr>
                  </a:gs>
                  <a:gs pos="100000">
                    <a:schemeClr val="bg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Freeform: Shape 263">
              <a:extLst>
                <a:ext uri="{FF2B5EF4-FFF2-40B4-BE49-F238E27FC236}">
                  <a16:creationId xmlns:a16="http://schemas.microsoft.com/office/drawing/2014/main" id="{FF229E37-1327-42D4-8447-CC08DBD8C7B3}"/>
                </a:ext>
              </a:extLst>
            </p:cNvPr>
            <p:cNvSpPr/>
            <p:nvPr/>
          </p:nvSpPr>
          <p:spPr>
            <a:xfrm>
              <a:off x="3064146" y="1483413"/>
              <a:ext cx="1462849" cy="1462850"/>
            </a:xfrm>
            <a:custGeom>
              <a:avLst/>
              <a:gdLst>
                <a:gd name="connsiteX0" fmla="*/ 734844 w 1462848"/>
                <a:gd name="connsiteY0" fmla="*/ 86294 h 1462849"/>
                <a:gd name="connsiteX1" fmla="*/ 85633 w 1462848"/>
                <a:gd name="connsiteY1" fmla="*/ 731394 h 1462849"/>
                <a:gd name="connsiteX2" fmla="*/ 410051 w 1462848"/>
                <a:gd name="connsiteY2" fmla="*/ 1294392 h 1462849"/>
                <a:gd name="connsiteX3" fmla="*/ 417332 w 1462848"/>
                <a:gd name="connsiteY3" fmla="*/ 1281718 h 1462849"/>
                <a:gd name="connsiteX4" fmla="*/ 410051 w 1462848"/>
                <a:gd name="connsiteY4" fmla="*/ 1294392 h 1462849"/>
                <a:gd name="connsiteX5" fmla="*/ 1294654 w 1462848"/>
                <a:gd name="connsiteY5" fmla="*/ 1057791 h 1462849"/>
                <a:gd name="connsiteX6" fmla="*/ 1058053 w 1462848"/>
                <a:gd name="connsiteY6" fmla="*/ 173187 h 1462849"/>
                <a:gd name="connsiteX7" fmla="*/ 734845 w 1462848"/>
                <a:gd name="connsiteY7" fmla="*/ 86294 h 1462849"/>
                <a:gd name="connsiteX8" fmla="*/ 732755 w 1462848"/>
                <a:gd name="connsiteY8" fmla="*/ 1351827 h 1462849"/>
                <a:gd name="connsiteX9" fmla="*/ 115738 w 1462848"/>
                <a:gd name="connsiteY9" fmla="*/ 732503 h 1462849"/>
                <a:gd name="connsiteX10" fmla="*/ 735062 w 1462848"/>
                <a:gd name="connsiteY10" fmla="*/ 115486 h 1462849"/>
                <a:gd name="connsiteX11" fmla="*/ 1352079 w 1462848"/>
                <a:gd name="connsiteY11" fmla="*/ 734810 h 1462849"/>
                <a:gd name="connsiteX12" fmla="*/ 1269222 w 1462848"/>
                <a:gd name="connsiteY12" fmla="*/ 1042809 h 1462849"/>
                <a:gd name="connsiteX13" fmla="*/ 732754 w 1462848"/>
                <a:gd name="connsiteY13" fmla="*/ 1351827 h 1462849"/>
                <a:gd name="connsiteX14" fmla="*/ 735047 w 1462848"/>
                <a:gd name="connsiteY14" fmla="*/ 3579 h 1462849"/>
                <a:gd name="connsiteX15" fmla="*/ 3579 w 1462848"/>
                <a:gd name="connsiteY15" fmla="*/ 732396 h 1462849"/>
                <a:gd name="connsiteX16" fmla="*/ 368661 w 1462848"/>
                <a:gd name="connsiteY16" fmla="*/ 1366051 h 1462849"/>
                <a:gd name="connsiteX17" fmla="*/ 375941 w 1462848"/>
                <a:gd name="connsiteY17" fmla="*/ 1353445 h 1462849"/>
                <a:gd name="connsiteX18" fmla="*/ 368660 w 1462848"/>
                <a:gd name="connsiteY18" fmla="*/ 1366051 h 1462849"/>
                <a:gd name="connsiteX19" fmla="*/ 1366234 w 1462848"/>
                <a:gd name="connsiteY19" fmla="*/ 1099102 h 1462849"/>
                <a:gd name="connsiteX20" fmla="*/ 1099286 w 1462848"/>
                <a:gd name="connsiteY20" fmla="*/ 101527 h 1462849"/>
                <a:gd name="connsiteX21" fmla="*/ 735046 w 1462848"/>
                <a:gd name="connsiteY21" fmla="*/ 3579 h 1462849"/>
                <a:gd name="connsiteX22" fmla="*/ 732350 w 1462848"/>
                <a:gd name="connsiteY22" fmla="*/ 1434475 h 1462849"/>
                <a:gd name="connsiteX23" fmla="*/ 32295 w 1462848"/>
                <a:gd name="connsiteY23" fmla="*/ 732353 h 1462849"/>
                <a:gd name="connsiteX24" fmla="*/ 734417 w 1462848"/>
                <a:gd name="connsiteY24" fmla="*/ 32298 h 1462849"/>
                <a:gd name="connsiteX25" fmla="*/ 1434472 w 1462848"/>
                <a:gd name="connsiteY25" fmla="*/ 734420 h 1462849"/>
                <a:gd name="connsiteX26" fmla="*/ 1340545 w 1462848"/>
                <a:gd name="connsiteY26" fmla="*/ 1083930 h 1462849"/>
                <a:gd name="connsiteX27" fmla="*/ 732350 w 1462848"/>
                <a:gd name="connsiteY27" fmla="*/ 1434475 h 1462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62848" h="1462849">
                  <a:moveTo>
                    <a:pt x="734844" y="86294"/>
                  </a:moveTo>
                  <a:cubicBezTo>
                    <a:pt x="377430" y="85158"/>
                    <a:pt x="86768" y="373979"/>
                    <a:pt x="85633" y="731394"/>
                  </a:cubicBezTo>
                  <a:cubicBezTo>
                    <a:pt x="84895" y="963683"/>
                    <a:pt x="208708" y="1178549"/>
                    <a:pt x="410051" y="1294392"/>
                  </a:cubicBezTo>
                  <a:lnTo>
                    <a:pt x="417332" y="1281718"/>
                  </a:lnTo>
                  <a:lnTo>
                    <a:pt x="410051" y="1294392"/>
                  </a:lnTo>
                  <a:cubicBezTo>
                    <a:pt x="719663" y="1473333"/>
                    <a:pt x="1115714" y="1367403"/>
                    <a:pt x="1294654" y="1057791"/>
                  </a:cubicBezTo>
                  <a:cubicBezTo>
                    <a:pt x="1473595" y="748179"/>
                    <a:pt x="1367665" y="352128"/>
                    <a:pt x="1058053" y="173187"/>
                  </a:cubicBezTo>
                  <a:cubicBezTo>
                    <a:pt x="959794" y="116398"/>
                    <a:pt x="848334" y="86433"/>
                    <a:pt x="734845" y="86294"/>
                  </a:cubicBezTo>
                  <a:close/>
                  <a:moveTo>
                    <a:pt x="732755" y="1351827"/>
                  </a:moveTo>
                  <a:cubicBezTo>
                    <a:pt x="391348" y="1351190"/>
                    <a:pt x="115100" y="1073909"/>
                    <a:pt x="115738" y="732503"/>
                  </a:cubicBezTo>
                  <a:cubicBezTo>
                    <a:pt x="116375" y="391096"/>
                    <a:pt x="393656" y="114848"/>
                    <a:pt x="735062" y="115486"/>
                  </a:cubicBezTo>
                  <a:cubicBezTo>
                    <a:pt x="1076468" y="116123"/>
                    <a:pt x="1352716" y="393404"/>
                    <a:pt x="1352079" y="734810"/>
                  </a:cubicBezTo>
                  <a:cubicBezTo>
                    <a:pt x="1351877" y="842957"/>
                    <a:pt x="1323307" y="949158"/>
                    <a:pt x="1269222" y="1042809"/>
                  </a:cubicBezTo>
                  <a:cubicBezTo>
                    <a:pt x="1158570" y="1234381"/>
                    <a:pt x="953986" y="1352226"/>
                    <a:pt x="732754" y="1351827"/>
                  </a:cubicBezTo>
                  <a:close/>
                  <a:moveTo>
                    <a:pt x="735047" y="3579"/>
                  </a:moveTo>
                  <a:cubicBezTo>
                    <a:pt x="331800" y="2847"/>
                    <a:pt x="4311" y="329149"/>
                    <a:pt x="3579" y="732396"/>
                  </a:cubicBezTo>
                  <a:cubicBezTo>
                    <a:pt x="3104" y="993729"/>
                    <a:pt x="142337" y="1235389"/>
                    <a:pt x="368661" y="1366051"/>
                  </a:cubicBezTo>
                  <a:lnTo>
                    <a:pt x="375941" y="1353445"/>
                  </a:lnTo>
                  <a:lnTo>
                    <a:pt x="368660" y="1366051"/>
                  </a:lnTo>
                  <a:cubicBezTo>
                    <a:pt x="717848" y="1567808"/>
                    <a:pt x="1164478" y="1448291"/>
                    <a:pt x="1366234" y="1099102"/>
                  </a:cubicBezTo>
                  <a:cubicBezTo>
                    <a:pt x="1567991" y="749914"/>
                    <a:pt x="1448474" y="303284"/>
                    <a:pt x="1099286" y="101527"/>
                  </a:cubicBezTo>
                  <a:cubicBezTo>
                    <a:pt x="988545" y="37543"/>
                    <a:pt x="862942" y="3767"/>
                    <a:pt x="735046" y="3579"/>
                  </a:cubicBezTo>
                  <a:close/>
                  <a:moveTo>
                    <a:pt x="732350" y="1434475"/>
                  </a:moveTo>
                  <a:cubicBezTo>
                    <a:pt x="345150" y="1433904"/>
                    <a:pt x="31725" y="1119554"/>
                    <a:pt x="32295" y="732353"/>
                  </a:cubicBezTo>
                  <a:cubicBezTo>
                    <a:pt x="32866" y="345153"/>
                    <a:pt x="347217" y="31728"/>
                    <a:pt x="734417" y="32298"/>
                  </a:cubicBezTo>
                  <a:cubicBezTo>
                    <a:pt x="1121617" y="32869"/>
                    <a:pt x="1435042" y="347220"/>
                    <a:pt x="1434472" y="734420"/>
                  </a:cubicBezTo>
                  <a:cubicBezTo>
                    <a:pt x="1434291" y="857136"/>
                    <a:pt x="1401903" y="977655"/>
                    <a:pt x="1340545" y="1083930"/>
                  </a:cubicBezTo>
                  <a:cubicBezTo>
                    <a:pt x="1215123" y="1301168"/>
                    <a:pt x="983195" y="1434845"/>
                    <a:pt x="732350" y="1434475"/>
                  </a:cubicBezTo>
                  <a:close/>
                </a:path>
              </a:pathLst>
            </a:custGeom>
            <a:solidFill>
              <a:srgbClr val="D9D9D9"/>
            </a:solidFill>
            <a:ln w="6740"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13E88A79-43FA-4960-BEBA-A6BBF78A6AA8}"/>
                </a:ext>
              </a:extLst>
            </p:cNvPr>
            <p:cNvSpPr/>
            <p:nvPr/>
          </p:nvSpPr>
          <p:spPr>
            <a:xfrm>
              <a:off x="3323796" y="1743222"/>
              <a:ext cx="943773" cy="943774"/>
            </a:xfrm>
            <a:custGeom>
              <a:avLst/>
              <a:gdLst>
                <a:gd name="connsiteX0" fmla="*/ 945868 w 943773"/>
                <a:gd name="connsiteY0" fmla="*/ 474723 h 943773"/>
                <a:gd name="connsiteX1" fmla="*/ 474723 w 943773"/>
                <a:gd name="connsiteY1" fmla="*/ 3578 h 943773"/>
                <a:gd name="connsiteX2" fmla="*/ 3578 w 943773"/>
                <a:gd name="connsiteY2" fmla="*/ 474723 h 943773"/>
                <a:gd name="connsiteX3" fmla="*/ 474723 w 943773"/>
                <a:gd name="connsiteY3" fmla="*/ 945869 h 943773"/>
                <a:gd name="connsiteX4" fmla="*/ 945868 w 943773"/>
                <a:gd name="connsiteY4" fmla="*/ 474723 h 943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773" h="943773">
                  <a:moveTo>
                    <a:pt x="945868" y="474723"/>
                  </a:moveTo>
                  <a:cubicBezTo>
                    <a:pt x="945868" y="214517"/>
                    <a:pt x="734929" y="3578"/>
                    <a:pt x="474723" y="3578"/>
                  </a:cubicBezTo>
                  <a:cubicBezTo>
                    <a:pt x="214517" y="3578"/>
                    <a:pt x="3578" y="214517"/>
                    <a:pt x="3578" y="474723"/>
                  </a:cubicBezTo>
                  <a:cubicBezTo>
                    <a:pt x="3578" y="734930"/>
                    <a:pt x="214517" y="945869"/>
                    <a:pt x="474723" y="945869"/>
                  </a:cubicBezTo>
                  <a:cubicBezTo>
                    <a:pt x="734929" y="945869"/>
                    <a:pt x="945868" y="734930"/>
                    <a:pt x="945868" y="474723"/>
                  </a:cubicBezTo>
                  <a:close/>
                </a:path>
              </a:pathLst>
            </a:custGeom>
            <a:solidFill>
              <a:srgbClr val="ED174F"/>
            </a:solidFill>
            <a:ln w="6740"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C6F69644-33A9-41DC-81AC-3D9823126E8E}"/>
                </a:ext>
              </a:extLst>
            </p:cNvPr>
            <p:cNvSpPr/>
            <p:nvPr/>
          </p:nvSpPr>
          <p:spPr>
            <a:xfrm>
              <a:off x="3741083" y="3273754"/>
              <a:ext cx="114601" cy="114601"/>
            </a:xfrm>
            <a:custGeom>
              <a:avLst/>
              <a:gdLst>
                <a:gd name="connsiteX0" fmla="*/ 111433 w 114601"/>
                <a:gd name="connsiteY0" fmla="*/ 56833 h 114601"/>
                <a:gd name="connsiteX1" fmla="*/ 56833 w 114601"/>
                <a:gd name="connsiteY1" fmla="*/ 3582 h 114601"/>
                <a:gd name="connsiteX2" fmla="*/ 3582 w 114601"/>
                <a:gd name="connsiteY2" fmla="*/ 58182 h 114601"/>
                <a:gd name="connsiteX3" fmla="*/ 57504 w 114601"/>
                <a:gd name="connsiteY3" fmla="*/ 111438 h 114601"/>
                <a:gd name="connsiteX4" fmla="*/ 111438 w 114601"/>
                <a:gd name="connsiteY4" fmla="*/ 57512 h 114601"/>
                <a:gd name="connsiteX5" fmla="*/ 111433 w 114601"/>
                <a:gd name="connsiteY5" fmla="*/ 56833 h 11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601" h="114601">
                  <a:moveTo>
                    <a:pt x="111433" y="56833"/>
                  </a:moveTo>
                  <a:cubicBezTo>
                    <a:pt x="111061" y="27051"/>
                    <a:pt x="86615" y="3209"/>
                    <a:pt x="56833" y="3582"/>
                  </a:cubicBezTo>
                  <a:cubicBezTo>
                    <a:pt x="27051" y="3954"/>
                    <a:pt x="3209" y="28399"/>
                    <a:pt x="3582" y="58182"/>
                  </a:cubicBezTo>
                  <a:cubicBezTo>
                    <a:pt x="3951" y="87699"/>
                    <a:pt x="27983" y="111435"/>
                    <a:pt x="57504" y="111438"/>
                  </a:cubicBezTo>
                  <a:cubicBezTo>
                    <a:pt x="87288" y="111440"/>
                    <a:pt x="111435" y="87296"/>
                    <a:pt x="111438" y="57512"/>
                  </a:cubicBezTo>
                  <a:cubicBezTo>
                    <a:pt x="111438" y="57285"/>
                    <a:pt x="111436" y="57060"/>
                    <a:pt x="111433" y="56833"/>
                  </a:cubicBezTo>
                  <a:close/>
                </a:path>
              </a:pathLst>
            </a:custGeom>
            <a:solidFill>
              <a:srgbClr val="ADADAD"/>
            </a:solidFill>
            <a:ln w="6740"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9ED203EE-8C6A-42EB-9D58-DA420D1F5A22}"/>
                </a:ext>
              </a:extLst>
            </p:cNvPr>
            <p:cNvSpPr/>
            <p:nvPr/>
          </p:nvSpPr>
          <p:spPr>
            <a:xfrm>
              <a:off x="3716608" y="3248879"/>
              <a:ext cx="161790" cy="161790"/>
            </a:xfrm>
            <a:custGeom>
              <a:avLst/>
              <a:gdLst>
                <a:gd name="connsiteX0" fmla="*/ 159165 w 161789"/>
                <a:gd name="connsiteY0" fmla="*/ 81371 h 161789"/>
                <a:gd name="connsiteX1" fmla="*/ 81371 w 161789"/>
                <a:gd name="connsiteY1" fmla="*/ 3578 h 161789"/>
                <a:gd name="connsiteX2" fmla="*/ 3578 w 161789"/>
                <a:gd name="connsiteY2" fmla="*/ 81371 h 161789"/>
                <a:gd name="connsiteX3" fmla="*/ 81371 w 161789"/>
                <a:gd name="connsiteY3" fmla="*/ 159165 h 161789"/>
                <a:gd name="connsiteX4" fmla="*/ 159165 w 161789"/>
                <a:gd name="connsiteY4" fmla="*/ 81371 h 161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789" h="161789">
                  <a:moveTo>
                    <a:pt x="159165" y="81371"/>
                  </a:moveTo>
                  <a:cubicBezTo>
                    <a:pt x="159165" y="38407"/>
                    <a:pt x="124336" y="3578"/>
                    <a:pt x="81371" y="3578"/>
                  </a:cubicBezTo>
                  <a:cubicBezTo>
                    <a:pt x="38407" y="3578"/>
                    <a:pt x="3578" y="38407"/>
                    <a:pt x="3578" y="81371"/>
                  </a:cubicBezTo>
                  <a:cubicBezTo>
                    <a:pt x="3578" y="124336"/>
                    <a:pt x="38407" y="159165"/>
                    <a:pt x="81371" y="159165"/>
                  </a:cubicBezTo>
                  <a:cubicBezTo>
                    <a:pt x="124336" y="159165"/>
                    <a:pt x="159165" y="124336"/>
                    <a:pt x="159165" y="81371"/>
                  </a:cubicBezTo>
                  <a:close/>
                </a:path>
              </a:pathLst>
            </a:custGeom>
            <a:solidFill>
              <a:srgbClr val="FFFFFF"/>
            </a:solidFill>
            <a:ln w="6740" cap="flat">
              <a:noFill/>
              <a:prstDash val="solid"/>
              <a:miter/>
            </a:ln>
          </p:spPr>
          <p:txBody>
            <a:bodyPr rtlCol="0" anchor="ctr"/>
            <a:lstStyle/>
            <a:p>
              <a:endParaRPr lang="en-US"/>
            </a:p>
          </p:txBody>
        </p:sp>
        <p:sp>
          <p:nvSpPr>
            <p:cNvPr id="282" name="Rectangle 281">
              <a:extLst>
                <a:ext uri="{FF2B5EF4-FFF2-40B4-BE49-F238E27FC236}">
                  <a16:creationId xmlns:a16="http://schemas.microsoft.com/office/drawing/2014/main" id="{2E36B485-0574-479E-8221-5412B3B45BA0}"/>
                </a:ext>
              </a:extLst>
            </p:cNvPr>
            <p:cNvSpPr/>
            <p:nvPr/>
          </p:nvSpPr>
          <p:spPr>
            <a:xfrm>
              <a:off x="2715871" y="3760894"/>
              <a:ext cx="2183802" cy="1277273"/>
            </a:xfrm>
            <a:prstGeom prst="rect">
              <a:avLst/>
            </a:prstGeom>
          </p:spPr>
          <p:txBody>
            <a:bodyPr wrap="square">
              <a:spAutoFit/>
            </a:bodyPr>
            <a:lstStyle/>
            <a:p>
              <a:pPr algn="ctr"/>
              <a:r>
                <a:rPr lang="en-US" sz="1200" b="1" dirty="0">
                  <a:latin typeface="Poppins Medium" panose="00000600000000000000" pitchFamily="2" charset="0"/>
                  <a:cs typeface="Poppins Medium" panose="00000600000000000000" pitchFamily="2" charset="0"/>
                </a:rPr>
                <a:t>MEDICATION</a:t>
              </a:r>
            </a:p>
            <a:p>
              <a:pPr algn="ctr"/>
              <a:r>
                <a:rPr lang="en-US" sz="1200" b="1" dirty="0">
                  <a:latin typeface="Poppins Medium" panose="00000600000000000000" pitchFamily="2" charset="0"/>
                  <a:cs typeface="Poppins Medium" panose="00000600000000000000" pitchFamily="2" charset="0"/>
                </a:rPr>
                <a:t>PURCHASING POWER: </a:t>
              </a:r>
            </a:p>
            <a:p>
              <a:pPr algn="ctr"/>
              <a:endParaRPr lang="en-US" sz="1100" dirty="0">
                <a:latin typeface="Poppins Light" panose="00000400000000000000" pitchFamily="2" charset="0"/>
                <a:cs typeface="Poppins Light" panose="00000400000000000000" pitchFamily="2" charset="0"/>
              </a:endParaRPr>
            </a:p>
            <a:p>
              <a:pPr algn="ctr"/>
              <a:r>
                <a:rPr lang="en-US" sz="1050" dirty="0">
                  <a:latin typeface="Poppins Light" panose="00000400000000000000" pitchFamily="2" charset="0"/>
                  <a:cs typeface="Poppins Light" panose="00000400000000000000" pitchFamily="2" charset="0"/>
                </a:rPr>
                <a:t>Direct purchasing relationships. Manufacturers and customers always pay wholesale with NO mark-up.</a:t>
              </a:r>
            </a:p>
          </p:txBody>
        </p:sp>
        <p:pic>
          <p:nvPicPr>
            <p:cNvPr id="287" name="Picture 286">
              <a:extLst>
                <a:ext uri="{FF2B5EF4-FFF2-40B4-BE49-F238E27FC236}">
                  <a16:creationId xmlns:a16="http://schemas.microsoft.com/office/drawing/2014/main" id="{97E337C5-421F-4D80-BA7E-AF793BB6FDAE}"/>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598689" y="1999178"/>
              <a:ext cx="428400" cy="428400"/>
            </a:xfrm>
            <a:prstGeom prst="rect">
              <a:avLst/>
            </a:prstGeom>
          </p:spPr>
        </p:pic>
      </p:grpSp>
      <p:grpSp>
        <p:nvGrpSpPr>
          <p:cNvPr id="414" name="Group 413">
            <a:extLst>
              <a:ext uri="{FF2B5EF4-FFF2-40B4-BE49-F238E27FC236}">
                <a16:creationId xmlns:a16="http://schemas.microsoft.com/office/drawing/2014/main" id="{822A04BE-B79B-4E24-82A3-549A37C0CC17}"/>
              </a:ext>
            </a:extLst>
          </p:cNvPr>
          <p:cNvGrpSpPr/>
          <p:nvPr/>
        </p:nvGrpSpPr>
        <p:grpSpPr>
          <a:xfrm>
            <a:off x="4994851" y="1483413"/>
            <a:ext cx="2227696" cy="4641328"/>
            <a:chOff x="4994851" y="1483413"/>
            <a:chExt cx="2227696" cy="4641328"/>
          </a:xfrm>
        </p:grpSpPr>
        <p:sp>
          <p:nvSpPr>
            <p:cNvPr id="256" name="Rectangle: Rounded Corners 255">
              <a:extLst>
                <a:ext uri="{FF2B5EF4-FFF2-40B4-BE49-F238E27FC236}">
                  <a16:creationId xmlns:a16="http://schemas.microsoft.com/office/drawing/2014/main" id="{2A1D1ADC-1145-4133-9448-1A0EAB9044CB}"/>
                </a:ext>
              </a:extLst>
            </p:cNvPr>
            <p:cNvSpPr/>
            <p:nvPr/>
          </p:nvSpPr>
          <p:spPr>
            <a:xfrm>
              <a:off x="4994851" y="3823837"/>
              <a:ext cx="2227696" cy="2300904"/>
            </a:xfrm>
            <a:prstGeom prst="roundRect">
              <a:avLst>
                <a:gd name="adj" fmla="val 4730"/>
              </a:avLst>
            </a:prstGeom>
            <a:solidFill>
              <a:schemeClr val="bg1">
                <a:alpha val="0"/>
              </a:schemeClr>
            </a:solidFill>
            <a:ln>
              <a:gradFill>
                <a:gsLst>
                  <a:gs pos="0">
                    <a:schemeClr val="bg1">
                      <a:lumMod val="85000"/>
                      <a:alpha val="0"/>
                    </a:schemeClr>
                  </a:gs>
                  <a:gs pos="100000">
                    <a:schemeClr val="bg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Freeform: Shape 265">
              <a:extLst>
                <a:ext uri="{FF2B5EF4-FFF2-40B4-BE49-F238E27FC236}">
                  <a16:creationId xmlns:a16="http://schemas.microsoft.com/office/drawing/2014/main" id="{5A985C87-633E-490C-B093-DBD9D0B4EB0E}"/>
                </a:ext>
              </a:extLst>
            </p:cNvPr>
            <p:cNvSpPr/>
            <p:nvPr/>
          </p:nvSpPr>
          <p:spPr>
            <a:xfrm>
              <a:off x="5363134" y="1483413"/>
              <a:ext cx="1462849" cy="1462850"/>
            </a:xfrm>
            <a:custGeom>
              <a:avLst/>
              <a:gdLst>
                <a:gd name="connsiteX0" fmla="*/ 734686 w 1462848"/>
                <a:gd name="connsiteY0" fmla="*/ 86294 h 1462849"/>
                <a:gd name="connsiteX1" fmla="*/ 85407 w 1462848"/>
                <a:gd name="connsiteY1" fmla="*/ 731325 h 1462849"/>
                <a:gd name="connsiteX2" fmla="*/ 409826 w 1462848"/>
                <a:gd name="connsiteY2" fmla="*/ 1294392 h 1462849"/>
                <a:gd name="connsiteX3" fmla="*/ 409826 w 1462848"/>
                <a:gd name="connsiteY3" fmla="*/ 1294392 h 1462849"/>
                <a:gd name="connsiteX4" fmla="*/ 1294429 w 1462848"/>
                <a:gd name="connsiteY4" fmla="*/ 1057790 h 1462849"/>
                <a:gd name="connsiteX5" fmla="*/ 1057827 w 1462848"/>
                <a:gd name="connsiteY5" fmla="*/ 173187 h 1462849"/>
                <a:gd name="connsiteX6" fmla="*/ 734686 w 1462848"/>
                <a:gd name="connsiteY6" fmla="*/ 86294 h 1462849"/>
                <a:gd name="connsiteX7" fmla="*/ 732529 w 1462848"/>
                <a:gd name="connsiteY7" fmla="*/ 1351827 h 1462849"/>
                <a:gd name="connsiteX8" fmla="*/ 115512 w 1462848"/>
                <a:gd name="connsiteY8" fmla="*/ 732502 h 1462849"/>
                <a:gd name="connsiteX9" fmla="*/ 734836 w 1462848"/>
                <a:gd name="connsiteY9" fmla="*/ 115485 h 1462849"/>
                <a:gd name="connsiteX10" fmla="*/ 1351853 w 1462848"/>
                <a:gd name="connsiteY10" fmla="*/ 734810 h 1462849"/>
                <a:gd name="connsiteX11" fmla="*/ 1268997 w 1462848"/>
                <a:gd name="connsiteY11" fmla="*/ 1042808 h 1462849"/>
                <a:gd name="connsiteX12" fmla="*/ 732529 w 1462848"/>
                <a:gd name="connsiteY12" fmla="*/ 1351827 h 1462849"/>
                <a:gd name="connsiteX13" fmla="*/ 734821 w 1462848"/>
                <a:gd name="connsiteY13" fmla="*/ 3579 h 1462849"/>
                <a:gd name="connsiteX14" fmla="*/ 3579 w 1462848"/>
                <a:gd name="connsiteY14" fmla="*/ 732352 h 1462849"/>
                <a:gd name="connsiteX15" fmla="*/ 732352 w 1462848"/>
                <a:gd name="connsiteY15" fmla="*/ 1463595 h 1462849"/>
                <a:gd name="connsiteX16" fmla="*/ 1463594 w 1462848"/>
                <a:gd name="connsiteY16" fmla="*/ 734822 h 1462849"/>
                <a:gd name="connsiteX17" fmla="*/ 1098848 w 1462848"/>
                <a:gd name="connsiteY17" fmla="*/ 101529 h 1462849"/>
                <a:gd name="connsiteX18" fmla="*/ 734821 w 1462848"/>
                <a:gd name="connsiteY18" fmla="*/ 3579 h 1462849"/>
                <a:gd name="connsiteX19" fmla="*/ 732124 w 1462848"/>
                <a:gd name="connsiteY19" fmla="*/ 1434475 h 1462849"/>
                <a:gd name="connsiteX20" fmla="*/ 32407 w 1462848"/>
                <a:gd name="connsiteY20" fmla="*/ 732017 h 1462849"/>
                <a:gd name="connsiteX21" fmla="*/ 734865 w 1462848"/>
                <a:gd name="connsiteY21" fmla="*/ 32299 h 1462849"/>
                <a:gd name="connsiteX22" fmla="*/ 1434582 w 1462848"/>
                <a:gd name="connsiteY22" fmla="*/ 734757 h 1462849"/>
                <a:gd name="connsiteX23" fmla="*/ 1340655 w 1462848"/>
                <a:gd name="connsiteY23" fmla="*/ 1083930 h 1462849"/>
                <a:gd name="connsiteX24" fmla="*/ 732124 w 1462848"/>
                <a:gd name="connsiteY24" fmla="*/ 1434475 h 1462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62848" h="1462849">
                  <a:moveTo>
                    <a:pt x="734686" y="86294"/>
                  </a:moveTo>
                  <a:cubicBezTo>
                    <a:pt x="377272" y="85121"/>
                    <a:pt x="86580" y="373911"/>
                    <a:pt x="85407" y="731325"/>
                  </a:cubicBezTo>
                  <a:cubicBezTo>
                    <a:pt x="84645" y="963639"/>
                    <a:pt x="208461" y="1178537"/>
                    <a:pt x="409826" y="1294392"/>
                  </a:cubicBezTo>
                  <a:lnTo>
                    <a:pt x="409826" y="1294392"/>
                  </a:lnTo>
                  <a:cubicBezTo>
                    <a:pt x="719438" y="1473332"/>
                    <a:pt x="1115488" y="1367402"/>
                    <a:pt x="1294429" y="1057790"/>
                  </a:cubicBezTo>
                  <a:cubicBezTo>
                    <a:pt x="1473369" y="748178"/>
                    <a:pt x="1367439" y="352128"/>
                    <a:pt x="1057827" y="173187"/>
                  </a:cubicBezTo>
                  <a:cubicBezTo>
                    <a:pt x="959587" y="116409"/>
                    <a:pt x="848152" y="86444"/>
                    <a:pt x="734686" y="86294"/>
                  </a:cubicBezTo>
                  <a:close/>
                  <a:moveTo>
                    <a:pt x="732529" y="1351827"/>
                  </a:moveTo>
                  <a:cubicBezTo>
                    <a:pt x="391123" y="1351190"/>
                    <a:pt x="114875" y="1073909"/>
                    <a:pt x="115512" y="732502"/>
                  </a:cubicBezTo>
                  <a:cubicBezTo>
                    <a:pt x="116150" y="391096"/>
                    <a:pt x="393430" y="114848"/>
                    <a:pt x="734836" y="115485"/>
                  </a:cubicBezTo>
                  <a:cubicBezTo>
                    <a:pt x="1076243" y="116122"/>
                    <a:pt x="1352490" y="393404"/>
                    <a:pt x="1351853" y="734810"/>
                  </a:cubicBezTo>
                  <a:cubicBezTo>
                    <a:pt x="1351652" y="842957"/>
                    <a:pt x="1323081" y="949158"/>
                    <a:pt x="1268997" y="1042808"/>
                  </a:cubicBezTo>
                  <a:cubicBezTo>
                    <a:pt x="1158345" y="1234381"/>
                    <a:pt x="953761" y="1352226"/>
                    <a:pt x="732529" y="1351827"/>
                  </a:cubicBezTo>
                  <a:close/>
                  <a:moveTo>
                    <a:pt x="734821" y="3579"/>
                  </a:moveTo>
                  <a:cubicBezTo>
                    <a:pt x="331649" y="2897"/>
                    <a:pt x="4261" y="329180"/>
                    <a:pt x="3579" y="732352"/>
                  </a:cubicBezTo>
                  <a:cubicBezTo>
                    <a:pt x="2897" y="1135524"/>
                    <a:pt x="329180" y="1462913"/>
                    <a:pt x="732352" y="1463595"/>
                  </a:cubicBezTo>
                  <a:cubicBezTo>
                    <a:pt x="1135524" y="1464277"/>
                    <a:pt x="1462912" y="1137994"/>
                    <a:pt x="1463594" y="734822"/>
                  </a:cubicBezTo>
                  <a:cubicBezTo>
                    <a:pt x="1464036" y="473680"/>
                    <a:pt x="1324950" y="232192"/>
                    <a:pt x="1098848" y="101529"/>
                  </a:cubicBezTo>
                  <a:cubicBezTo>
                    <a:pt x="988171" y="37580"/>
                    <a:pt x="862645" y="3804"/>
                    <a:pt x="734821" y="3579"/>
                  </a:cubicBezTo>
                  <a:close/>
                  <a:moveTo>
                    <a:pt x="732124" y="1434475"/>
                  </a:moveTo>
                  <a:cubicBezTo>
                    <a:pt x="344925" y="1433718"/>
                    <a:pt x="31650" y="1119217"/>
                    <a:pt x="32407" y="732017"/>
                  </a:cubicBezTo>
                  <a:cubicBezTo>
                    <a:pt x="33164" y="344817"/>
                    <a:pt x="347665" y="31542"/>
                    <a:pt x="734865" y="32299"/>
                  </a:cubicBezTo>
                  <a:cubicBezTo>
                    <a:pt x="1122065" y="33056"/>
                    <a:pt x="1435339" y="347557"/>
                    <a:pt x="1434582" y="734757"/>
                  </a:cubicBezTo>
                  <a:cubicBezTo>
                    <a:pt x="1434342" y="857359"/>
                    <a:pt x="1401956" y="977754"/>
                    <a:pt x="1340655" y="1083930"/>
                  </a:cubicBezTo>
                  <a:cubicBezTo>
                    <a:pt x="1215173" y="1301273"/>
                    <a:pt x="983088" y="1434965"/>
                    <a:pt x="732124" y="1434475"/>
                  </a:cubicBezTo>
                  <a:close/>
                </a:path>
              </a:pathLst>
            </a:custGeom>
            <a:solidFill>
              <a:srgbClr val="D9D9D9"/>
            </a:solidFill>
            <a:ln w="6740"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DEEA0574-47F3-41AF-98F3-8C23021B581B}"/>
                </a:ext>
              </a:extLst>
            </p:cNvPr>
            <p:cNvSpPr/>
            <p:nvPr/>
          </p:nvSpPr>
          <p:spPr>
            <a:xfrm>
              <a:off x="5622693" y="1743222"/>
              <a:ext cx="943773" cy="943774"/>
            </a:xfrm>
            <a:custGeom>
              <a:avLst/>
              <a:gdLst>
                <a:gd name="connsiteX0" fmla="*/ 945868 w 943773"/>
                <a:gd name="connsiteY0" fmla="*/ 474723 h 943773"/>
                <a:gd name="connsiteX1" fmla="*/ 474723 w 943773"/>
                <a:gd name="connsiteY1" fmla="*/ 3578 h 943773"/>
                <a:gd name="connsiteX2" fmla="*/ 3578 w 943773"/>
                <a:gd name="connsiteY2" fmla="*/ 474723 h 943773"/>
                <a:gd name="connsiteX3" fmla="*/ 474723 w 943773"/>
                <a:gd name="connsiteY3" fmla="*/ 945868 h 943773"/>
                <a:gd name="connsiteX4" fmla="*/ 474790 w 943773"/>
                <a:gd name="connsiteY4" fmla="*/ 945868 h 943773"/>
                <a:gd name="connsiteX5" fmla="*/ 945868 w 943773"/>
                <a:gd name="connsiteY5" fmla="*/ 474790 h 943773"/>
                <a:gd name="connsiteX6" fmla="*/ 945868 w 943773"/>
                <a:gd name="connsiteY6" fmla="*/ 474723 h 94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773" h="943773">
                  <a:moveTo>
                    <a:pt x="945868" y="474723"/>
                  </a:moveTo>
                  <a:cubicBezTo>
                    <a:pt x="945868" y="214516"/>
                    <a:pt x="734929" y="3577"/>
                    <a:pt x="474723" y="3578"/>
                  </a:cubicBezTo>
                  <a:cubicBezTo>
                    <a:pt x="214517" y="3578"/>
                    <a:pt x="3578" y="214517"/>
                    <a:pt x="3578" y="474723"/>
                  </a:cubicBezTo>
                  <a:cubicBezTo>
                    <a:pt x="3578" y="734929"/>
                    <a:pt x="214517" y="945868"/>
                    <a:pt x="474723" y="945868"/>
                  </a:cubicBezTo>
                  <a:cubicBezTo>
                    <a:pt x="474745" y="945868"/>
                    <a:pt x="474768" y="945868"/>
                    <a:pt x="474790" y="945868"/>
                  </a:cubicBezTo>
                  <a:cubicBezTo>
                    <a:pt x="734959" y="945868"/>
                    <a:pt x="945868" y="734960"/>
                    <a:pt x="945868" y="474790"/>
                  </a:cubicBezTo>
                  <a:cubicBezTo>
                    <a:pt x="945868" y="474768"/>
                    <a:pt x="945868" y="474746"/>
                    <a:pt x="945868" y="474723"/>
                  </a:cubicBezTo>
                  <a:close/>
                </a:path>
              </a:pathLst>
            </a:custGeom>
            <a:gradFill>
              <a:gsLst>
                <a:gs pos="98000">
                  <a:srgbClr val="0A2C69"/>
                </a:gs>
                <a:gs pos="0">
                  <a:srgbClr val="3795AF"/>
                </a:gs>
              </a:gsLst>
              <a:path path="circle">
                <a:fillToRect t="100000" r="100000"/>
              </a:path>
            </a:gradFill>
            <a:ln w="6740"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83D46E53-525D-4EF1-A7D7-5CE5BFDB75DB}"/>
                </a:ext>
              </a:extLst>
            </p:cNvPr>
            <p:cNvSpPr/>
            <p:nvPr/>
          </p:nvSpPr>
          <p:spPr>
            <a:xfrm>
              <a:off x="6038493" y="3272270"/>
              <a:ext cx="114601" cy="114601"/>
            </a:xfrm>
            <a:custGeom>
              <a:avLst/>
              <a:gdLst>
                <a:gd name="connsiteX0" fmla="*/ 112920 w 114601"/>
                <a:gd name="connsiteY0" fmla="*/ 58316 h 114601"/>
                <a:gd name="connsiteX1" fmla="*/ 58316 w 114601"/>
                <a:gd name="connsiteY1" fmla="*/ 3578 h 114601"/>
                <a:gd name="connsiteX2" fmla="*/ 3578 w 114601"/>
                <a:gd name="connsiteY2" fmla="*/ 58181 h 114601"/>
                <a:gd name="connsiteX3" fmla="*/ 58181 w 114601"/>
                <a:gd name="connsiteY3" fmla="*/ 112920 h 114601"/>
                <a:gd name="connsiteX4" fmla="*/ 58249 w 114601"/>
                <a:gd name="connsiteY4" fmla="*/ 112920 h 114601"/>
                <a:gd name="connsiteX5" fmla="*/ 112920 w 114601"/>
                <a:gd name="connsiteY5" fmla="*/ 58316 h 11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601" h="114601">
                  <a:moveTo>
                    <a:pt x="112920" y="58316"/>
                  </a:moveTo>
                  <a:cubicBezTo>
                    <a:pt x="112957" y="28122"/>
                    <a:pt x="88510" y="3615"/>
                    <a:pt x="58316" y="3578"/>
                  </a:cubicBezTo>
                  <a:cubicBezTo>
                    <a:pt x="28122" y="3541"/>
                    <a:pt x="3615" y="27987"/>
                    <a:pt x="3578" y="58181"/>
                  </a:cubicBezTo>
                  <a:cubicBezTo>
                    <a:pt x="3541" y="88376"/>
                    <a:pt x="27987" y="112883"/>
                    <a:pt x="58181" y="112920"/>
                  </a:cubicBezTo>
                  <a:cubicBezTo>
                    <a:pt x="58204" y="112920"/>
                    <a:pt x="58226" y="112920"/>
                    <a:pt x="58249" y="112920"/>
                  </a:cubicBezTo>
                  <a:cubicBezTo>
                    <a:pt x="88417" y="112920"/>
                    <a:pt x="112883" y="88484"/>
                    <a:pt x="112920" y="58316"/>
                  </a:cubicBezTo>
                  <a:close/>
                </a:path>
              </a:pathLst>
            </a:custGeom>
            <a:solidFill>
              <a:srgbClr val="ADADAD"/>
            </a:solidFill>
            <a:ln w="6740"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4E2C7103-1953-46A9-9E96-316CFB6B59BB}"/>
                </a:ext>
              </a:extLst>
            </p:cNvPr>
            <p:cNvSpPr/>
            <p:nvPr/>
          </p:nvSpPr>
          <p:spPr>
            <a:xfrm>
              <a:off x="6015505" y="3248879"/>
              <a:ext cx="161790" cy="161790"/>
            </a:xfrm>
            <a:custGeom>
              <a:avLst/>
              <a:gdLst>
                <a:gd name="connsiteX0" fmla="*/ 159165 w 161789"/>
                <a:gd name="connsiteY0" fmla="*/ 81371 h 161789"/>
                <a:gd name="connsiteX1" fmla="*/ 81371 w 161789"/>
                <a:gd name="connsiteY1" fmla="*/ 3578 h 161789"/>
                <a:gd name="connsiteX2" fmla="*/ 3578 w 161789"/>
                <a:gd name="connsiteY2" fmla="*/ 81371 h 161789"/>
                <a:gd name="connsiteX3" fmla="*/ 81371 w 161789"/>
                <a:gd name="connsiteY3" fmla="*/ 159165 h 161789"/>
                <a:gd name="connsiteX4" fmla="*/ 159165 w 161789"/>
                <a:gd name="connsiteY4" fmla="*/ 81371 h 161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789" h="161789">
                  <a:moveTo>
                    <a:pt x="159165" y="81371"/>
                  </a:moveTo>
                  <a:cubicBezTo>
                    <a:pt x="159165" y="38407"/>
                    <a:pt x="124336" y="3578"/>
                    <a:pt x="81371" y="3578"/>
                  </a:cubicBezTo>
                  <a:cubicBezTo>
                    <a:pt x="38407" y="3578"/>
                    <a:pt x="3578" y="38407"/>
                    <a:pt x="3578" y="81371"/>
                  </a:cubicBezTo>
                  <a:cubicBezTo>
                    <a:pt x="3578" y="124336"/>
                    <a:pt x="38407" y="159165"/>
                    <a:pt x="81371" y="159165"/>
                  </a:cubicBezTo>
                  <a:cubicBezTo>
                    <a:pt x="124336" y="159165"/>
                    <a:pt x="159165" y="124336"/>
                    <a:pt x="159165" y="81371"/>
                  </a:cubicBezTo>
                  <a:close/>
                </a:path>
              </a:pathLst>
            </a:custGeom>
            <a:solidFill>
              <a:srgbClr val="FFFFFF"/>
            </a:solidFill>
            <a:ln w="6740" cap="flat">
              <a:noFill/>
              <a:prstDash val="solid"/>
              <a:miter/>
            </a:ln>
          </p:spPr>
          <p:txBody>
            <a:bodyPr rtlCol="0" anchor="ctr"/>
            <a:lstStyle/>
            <a:p>
              <a:endParaRPr lang="en-US"/>
            </a:p>
          </p:txBody>
        </p:sp>
        <p:sp>
          <p:nvSpPr>
            <p:cNvPr id="283" name="Rectangle 282">
              <a:extLst>
                <a:ext uri="{FF2B5EF4-FFF2-40B4-BE49-F238E27FC236}">
                  <a16:creationId xmlns:a16="http://schemas.microsoft.com/office/drawing/2014/main" id="{0F1967CB-BEF9-4B93-86E0-E7B24DE43E39}"/>
                </a:ext>
              </a:extLst>
            </p:cNvPr>
            <p:cNvSpPr/>
            <p:nvPr/>
          </p:nvSpPr>
          <p:spPr>
            <a:xfrm>
              <a:off x="5010010" y="3760894"/>
              <a:ext cx="2183802" cy="931024"/>
            </a:xfrm>
            <a:prstGeom prst="rect">
              <a:avLst/>
            </a:prstGeom>
          </p:spPr>
          <p:txBody>
            <a:bodyPr wrap="square">
              <a:spAutoFit/>
            </a:bodyPr>
            <a:lstStyle/>
            <a:p>
              <a:pPr algn="ctr"/>
              <a:r>
                <a:rPr lang="en-US" sz="1200" b="1" dirty="0">
                  <a:latin typeface="Poppins Medium" panose="00000600000000000000" pitchFamily="2" charset="0"/>
                  <a:cs typeface="Poppins Medium" panose="00000600000000000000" pitchFamily="2" charset="0"/>
                </a:rPr>
                <a:t>PRESCRIBING OPTIONS: </a:t>
              </a:r>
            </a:p>
            <a:p>
              <a:pPr algn="ctr"/>
              <a:endParaRPr lang="en-US" sz="1100" dirty="0">
                <a:latin typeface="Poppins Light" panose="00000400000000000000" pitchFamily="2" charset="0"/>
                <a:cs typeface="Poppins Light" panose="00000400000000000000" pitchFamily="2" charset="0"/>
              </a:endParaRPr>
            </a:p>
            <a:p>
              <a:pPr algn="ctr"/>
              <a:r>
                <a:rPr lang="en-US" sz="1050" dirty="0">
                  <a:latin typeface="Poppins Light" panose="00000400000000000000" pitchFamily="2" charset="0"/>
                  <a:cs typeface="Poppins Light" panose="00000400000000000000" pitchFamily="2" charset="0"/>
                </a:rPr>
                <a:t>EMR script transfer (preferred), web-based portal, and fax.</a:t>
              </a:r>
            </a:p>
          </p:txBody>
        </p:sp>
        <p:pic>
          <p:nvPicPr>
            <p:cNvPr id="288" name="Picture 287">
              <a:extLst>
                <a:ext uri="{FF2B5EF4-FFF2-40B4-BE49-F238E27FC236}">
                  <a16:creationId xmlns:a16="http://schemas.microsoft.com/office/drawing/2014/main" id="{DF6C9830-AB49-41CB-A4A2-A34A6E0C33F4}"/>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897945" y="1999178"/>
              <a:ext cx="428400" cy="428400"/>
            </a:xfrm>
            <a:prstGeom prst="rect">
              <a:avLst/>
            </a:prstGeom>
          </p:spPr>
        </p:pic>
      </p:grpSp>
      <p:grpSp>
        <p:nvGrpSpPr>
          <p:cNvPr id="421" name="Group 420">
            <a:extLst>
              <a:ext uri="{FF2B5EF4-FFF2-40B4-BE49-F238E27FC236}">
                <a16:creationId xmlns:a16="http://schemas.microsoft.com/office/drawing/2014/main" id="{D02299D8-7A7A-4EC8-97E4-C9DFBDB8FF42}"/>
              </a:ext>
            </a:extLst>
          </p:cNvPr>
          <p:cNvGrpSpPr/>
          <p:nvPr/>
        </p:nvGrpSpPr>
        <p:grpSpPr>
          <a:xfrm>
            <a:off x="7292384" y="1484492"/>
            <a:ext cx="2227696" cy="4640249"/>
            <a:chOff x="7292384" y="1484492"/>
            <a:chExt cx="2227696" cy="4640249"/>
          </a:xfrm>
        </p:grpSpPr>
        <p:sp>
          <p:nvSpPr>
            <p:cNvPr id="257" name="Rectangle: Rounded Corners 256">
              <a:extLst>
                <a:ext uri="{FF2B5EF4-FFF2-40B4-BE49-F238E27FC236}">
                  <a16:creationId xmlns:a16="http://schemas.microsoft.com/office/drawing/2014/main" id="{263BB4EC-8C9E-4EC0-99C7-68017F4FF1AD}"/>
                </a:ext>
              </a:extLst>
            </p:cNvPr>
            <p:cNvSpPr/>
            <p:nvPr/>
          </p:nvSpPr>
          <p:spPr>
            <a:xfrm>
              <a:off x="7292384" y="3823837"/>
              <a:ext cx="2227696" cy="2300904"/>
            </a:xfrm>
            <a:prstGeom prst="roundRect">
              <a:avLst>
                <a:gd name="adj" fmla="val 4730"/>
              </a:avLst>
            </a:prstGeom>
            <a:solidFill>
              <a:schemeClr val="bg1">
                <a:alpha val="0"/>
              </a:schemeClr>
            </a:solidFill>
            <a:ln>
              <a:gradFill>
                <a:gsLst>
                  <a:gs pos="0">
                    <a:schemeClr val="bg1">
                      <a:lumMod val="85000"/>
                      <a:alpha val="0"/>
                    </a:schemeClr>
                  </a:gs>
                  <a:gs pos="100000">
                    <a:schemeClr val="bg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Freeform: Shape 270">
              <a:extLst>
                <a:ext uri="{FF2B5EF4-FFF2-40B4-BE49-F238E27FC236}">
                  <a16:creationId xmlns:a16="http://schemas.microsoft.com/office/drawing/2014/main" id="{1CA2C1B7-3282-498D-8AFC-7BDD12C172D2}"/>
                </a:ext>
              </a:extLst>
            </p:cNvPr>
            <p:cNvSpPr/>
            <p:nvPr/>
          </p:nvSpPr>
          <p:spPr>
            <a:xfrm>
              <a:off x="8337390" y="3272270"/>
              <a:ext cx="114601" cy="114601"/>
            </a:xfrm>
            <a:custGeom>
              <a:avLst/>
              <a:gdLst>
                <a:gd name="connsiteX0" fmla="*/ 112920 w 114601"/>
                <a:gd name="connsiteY0" fmla="*/ 58316 h 114601"/>
                <a:gd name="connsiteX1" fmla="*/ 58316 w 114601"/>
                <a:gd name="connsiteY1" fmla="*/ 3578 h 114601"/>
                <a:gd name="connsiteX2" fmla="*/ 3578 w 114601"/>
                <a:gd name="connsiteY2" fmla="*/ 58181 h 114601"/>
                <a:gd name="connsiteX3" fmla="*/ 58181 w 114601"/>
                <a:gd name="connsiteY3" fmla="*/ 112920 h 114601"/>
                <a:gd name="connsiteX4" fmla="*/ 58249 w 114601"/>
                <a:gd name="connsiteY4" fmla="*/ 112920 h 114601"/>
                <a:gd name="connsiteX5" fmla="*/ 112920 w 114601"/>
                <a:gd name="connsiteY5" fmla="*/ 58316 h 11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601" h="114601">
                  <a:moveTo>
                    <a:pt x="112920" y="58316"/>
                  </a:moveTo>
                  <a:cubicBezTo>
                    <a:pt x="112957" y="28122"/>
                    <a:pt x="88510" y="3615"/>
                    <a:pt x="58316" y="3578"/>
                  </a:cubicBezTo>
                  <a:cubicBezTo>
                    <a:pt x="28122" y="3541"/>
                    <a:pt x="3615" y="27987"/>
                    <a:pt x="3578" y="58181"/>
                  </a:cubicBezTo>
                  <a:cubicBezTo>
                    <a:pt x="3541" y="88376"/>
                    <a:pt x="27987" y="112883"/>
                    <a:pt x="58181" y="112920"/>
                  </a:cubicBezTo>
                  <a:cubicBezTo>
                    <a:pt x="58204" y="112920"/>
                    <a:pt x="58227" y="112920"/>
                    <a:pt x="58249" y="112920"/>
                  </a:cubicBezTo>
                  <a:cubicBezTo>
                    <a:pt x="88417" y="112920"/>
                    <a:pt x="112883" y="88484"/>
                    <a:pt x="112920" y="58316"/>
                  </a:cubicBezTo>
                  <a:close/>
                </a:path>
              </a:pathLst>
            </a:custGeom>
            <a:solidFill>
              <a:srgbClr val="ADADAD"/>
            </a:solidFill>
            <a:ln w="6740"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FB3FDA7-9FF2-47A5-964F-CEC9C497CCF7}"/>
                </a:ext>
              </a:extLst>
            </p:cNvPr>
            <p:cNvSpPr/>
            <p:nvPr/>
          </p:nvSpPr>
          <p:spPr>
            <a:xfrm>
              <a:off x="8312654" y="3247126"/>
              <a:ext cx="161790" cy="161790"/>
            </a:xfrm>
            <a:custGeom>
              <a:avLst/>
              <a:gdLst>
                <a:gd name="connsiteX0" fmla="*/ 160914 w 161789"/>
                <a:gd name="connsiteY0" fmla="*/ 83124 h 161789"/>
                <a:gd name="connsiteX1" fmla="*/ 83125 w 161789"/>
                <a:gd name="connsiteY1" fmla="*/ 3583 h 161789"/>
                <a:gd name="connsiteX2" fmla="*/ 3583 w 161789"/>
                <a:gd name="connsiteY2" fmla="*/ 81372 h 161789"/>
                <a:gd name="connsiteX3" fmla="*/ 81372 w 161789"/>
                <a:gd name="connsiteY3" fmla="*/ 160913 h 161789"/>
                <a:gd name="connsiteX4" fmla="*/ 82311 w 161789"/>
                <a:gd name="connsiteY4" fmla="*/ 160918 h 161789"/>
                <a:gd name="connsiteX5" fmla="*/ 160914 w 161789"/>
                <a:gd name="connsiteY5" fmla="*/ 83127 h 161789"/>
                <a:gd name="connsiteX6" fmla="*/ 160914 w 161789"/>
                <a:gd name="connsiteY6" fmla="*/ 83125 h 161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89" h="161789">
                  <a:moveTo>
                    <a:pt x="160914" y="83124"/>
                  </a:moveTo>
                  <a:cubicBezTo>
                    <a:pt x="161398" y="39678"/>
                    <a:pt x="126571" y="4066"/>
                    <a:pt x="83125" y="3583"/>
                  </a:cubicBezTo>
                  <a:cubicBezTo>
                    <a:pt x="39679" y="3099"/>
                    <a:pt x="4067" y="37926"/>
                    <a:pt x="3583" y="81372"/>
                  </a:cubicBezTo>
                  <a:cubicBezTo>
                    <a:pt x="3099" y="124818"/>
                    <a:pt x="37926" y="160430"/>
                    <a:pt x="81372" y="160913"/>
                  </a:cubicBezTo>
                  <a:cubicBezTo>
                    <a:pt x="81684" y="160917"/>
                    <a:pt x="81998" y="160918"/>
                    <a:pt x="82311" y="160918"/>
                  </a:cubicBezTo>
                  <a:cubicBezTo>
                    <a:pt x="125498" y="161142"/>
                    <a:pt x="160690" y="126314"/>
                    <a:pt x="160914" y="83127"/>
                  </a:cubicBezTo>
                  <a:cubicBezTo>
                    <a:pt x="160914" y="83126"/>
                    <a:pt x="160914" y="83125"/>
                    <a:pt x="160914" y="83125"/>
                  </a:cubicBezTo>
                  <a:close/>
                </a:path>
              </a:pathLst>
            </a:custGeom>
            <a:solidFill>
              <a:srgbClr val="FFFFFF"/>
            </a:solidFill>
            <a:ln w="6740"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BCBFDBCD-1817-4A41-B875-10FE096C960C}"/>
                </a:ext>
              </a:extLst>
            </p:cNvPr>
            <p:cNvSpPr/>
            <p:nvPr/>
          </p:nvSpPr>
          <p:spPr>
            <a:xfrm>
              <a:off x="7661639" y="1484492"/>
              <a:ext cx="1462849" cy="1462850"/>
            </a:xfrm>
            <a:custGeom>
              <a:avLst/>
              <a:gdLst>
                <a:gd name="connsiteX0" fmla="*/ 734943 w 1462848"/>
                <a:gd name="connsiteY0" fmla="*/ 86294 h 1462849"/>
                <a:gd name="connsiteX1" fmla="*/ 87160 w 1462848"/>
                <a:gd name="connsiteY1" fmla="*/ 732828 h 1462849"/>
                <a:gd name="connsiteX2" fmla="*/ 733693 w 1462848"/>
                <a:gd name="connsiteY2" fmla="*/ 1380612 h 1462849"/>
                <a:gd name="connsiteX3" fmla="*/ 1381476 w 1462848"/>
                <a:gd name="connsiteY3" fmla="*/ 734078 h 1462849"/>
                <a:gd name="connsiteX4" fmla="*/ 1057646 w 1462848"/>
                <a:gd name="connsiteY4" fmla="*/ 172851 h 1462849"/>
                <a:gd name="connsiteX5" fmla="*/ 734943 w 1462848"/>
                <a:gd name="connsiteY5" fmla="*/ 86294 h 1462849"/>
                <a:gd name="connsiteX6" fmla="*/ 417431 w 1462848"/>
                <a:gd name="connsiteY6" fmla="*/ 1281786 h 1462849"/>
                <a:gd name="connsiteX7" fmla="*/ 424779 w 1462848"/>
                <a:gd name="connsiteY7" fmla="*/ 1269112 h 1462849"/>
                <a:gd name="connsiteX8" fmla="*/ 198494 w 1462848"/>
                <a:gd name="connsiteY8" fmla="*/ 424580 h 1462849"/>
                <a:gd name="connsiteX9" fmla="*/ 1043025 w 1462848"/>
                <a:gd name="connsiteY9" fmla="*/ 198295 h 1462849"/>
                <a:gd name="connsiteX10" fmla="*/ 1269321 w 1462848"/>
                <a:gd name="connsiteY10" fmla="*/ 1042809 h 1462849"/>
                <a:gd name="connsiteX11" fmla="*/ 424779 w 1462848"/>
                <a:gd name="connsiteY11" fmla="*/ 1269112 h 1462849"/>
                <a:gd name="connsiteX12" fmla="*/ 735078 w 1462848"/>
                <a:gd name="connsiteY12" fmla="*/ 3579 h 1462849"/>
                <a:gd name="connsiteX13" fmla="*/ 3579 w 1462848"/>
                <a:gd name="connsiteY13" fmla="*/ 732500 h 1462849"/>
                <a:gd name="connsiteX14" fmla="*/ 732499 w 1462848"/>
                <a:gd name="connsiteY14" fmla="*/ 1463999 h 1462849"/>
                <a:gd name="connsiteX15" fmla="*/ 1463998 w 1462848"/>
                <a:gd name="connsiteY15" fmla="*/ 735078 h 1462849"/>
                <a:gd name="connsiteX16" fmla="*/ 1099105 w 1462848"/>
                <a:gd name="connsiteY16" fmla="*/ 101529 h 1462849"/>
                <a:gd name="connsiteX17" fmla="*/ 735078 w 1462848"/>
                <a:gd name="connsiteY17" fmla="*/ 3579 h 1462849"/>
                <a:gd name="connsiteX18" fmla="*/ 732719 w 1462848"/>
                <a:gd name="connsiteY18" fmla="*/ 1435014 h 1462849"/>
                <a:gd name="connsiteX19" fmla="*/ 32474 w 1462848"/>
                <a:gd name="connsiteY19" fmla="*/ 734160 h 1462849"/>
                <a:gd name="connsiteX20" fmla="*/ 733328 w 1462848"/>
                <a:gd name="connsiteY20" fmla="*/ 33915 h 1462849"/>
                <a:gd name="connsiteX21" fmla="*/ 1433573 w 1462848"/>
                <a:gd name="connsiteY21" fmla="*/ 734769 h 1462849"/>
                <a:gd name="connsiteX22" fmla="*/ 1339094 w 1462848"/>
                <a:gd name="connsiteY22" fmla="*/ 1085818 h 1462849"/>
                <a:gd name="connsiteX23" fmla="*/ 732989 w 1462848"/>
                <a:gd name="connsiteY23" fmla="*/ 1435284 h 1462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62848" h="1462849">
                  <a:moveTo>
                    <a:pt x="734943" y="86294"/>
                  </a:moveTo>
                  <a:cubicBezTo>
                    <a:pt x="377527" y="85948"/>
                    <a:pt x="87504" y="375412"/>
                    <a:pt x="87160" y="732828"/>
                  </a:cubicBezTo>
                  <a:cubicBezTo>
                    <a:pt x="86815" y="1090244"/>
                    <a:pt x="376277" y="1380267"/>
                    <a:pt x="733693" y="1380612"/>
                  </a:cubicBezTo>
                  <a:cubicBezTo>
                    <a:pt x="1091109" y="1380957"/>
                    <a:pt x="1381132" y="1091494"/>
                    <a:pt x="1381476" y="734078"/>
                  </a:cubicBezTo>
                  <a:cubicBezTo>
                    <a:pt x="1381700" y="502543"/>
                    <a:pt x="1258213" y="288529"/>
                    <a:pt x="1057646" y="172851"/>
                  </a:cubicBezTo>
                  <a:cubicBezTo>
                    <a:pt x="959496" y="116283"/>
                    <a:pt x="848228" y="86438"/>
                    <a:pt x="734943" y="86294"/>
                  </a:cubicBezTo>
                  <a:close/>
                  <a:moveTo>
                    <a:pt x="417431" y="1281786"/>
                  </a:moveTo>
                  <a:lnTo>
                    <a:pt x="424779" y="1269112"/>
                  </a:lnTo>
                  <a:cubicBezTo>
                    <a:pt x="129081" y="1098388"/>
                    <a:pt x="27770" y="720278"/>
                    <a:pt x="198494" y="424580"/>
                  </a:cubicBezTo>
                  <a:cubicBezTo>
                    <a:pt x="369218" y="128882"/>
                    <a:pt x="747328" y="27571"/>
                    <a:pt x="1043025" y="198295"/>
                  </a:cubicBezTo>
                  <a:cubicBezTo>
                    <a:pt x="1338716" y="369015"/>
                    <a:pt x="1440031" y="747112"/>
                    <a:pt x="1269321" y="1042809"/>
                  </a:cubicBezTo>
                  <a:cubicBezTo>
                    <a:pt x="1098578" y="1338488"/>
                    <a:pt x="720489" y="1439801"/>
                    <a:pt x="424779" y="1269112"/>
                  </a:cubicBezTo>
                  <a:close/>
                  <a:moveTo>
                    <a:pt x="735078" y="3579"/>
                  </a:moveTo>
                  <a:cubicBezTo>
                    <a:pt x="331794" y="2867"/>
                    <a:pt x="4291" y="329216"/>
                    <a:pt x="3579" y="732500"/>
                  </a:cubicBezTo>
                  <a:cubicBezTo>
                    <a:pt x="2867" y="1135784"/>
                    <a:pt x="329215" y="1463287"/>
                    <a:pt x="732499" y="1463999"/>
                  </a:cubicBezTo>
                  <a:cubicBezTo>
                    <a:pt x="1135783" y="1464711"/>
                    <a:pt x="1463286" y="1138362"/>
                    <a:pt x="1463998" y="735078"/>
                  </a:cubicBezTo>
                  <a:cubicBezTo>
                    <a:pt x="1464459" y="473825"/>
                    <a:pt x="1325312" y="232231"/>
                    <a:pt x="1099105" y="101529"/>
                  </a:cubicBezTo>
                  <a:cubicBezTo>
                    <a:pt x="988415" y="37609"/>
                    <a:pt x="862897" y="3836"/>
                    <a:pt x="735078" y="3579"/>
                  </a:cubicBezTo>
                  <a:close/>
                  <a:moveTo>
                    <a:pt x="732719" y="1435014"/>
                  </a:moveTo>
                  <a:cubicBezTo>
                    <a:pt x="345816" y="1434846"/>
                    <a:pt x="32306" y="1121063"/>
                    <a:pt x="32474" y="734160"/>
                  </a:cubicBezTo>
                  <a:cubicBezTo>
                    <a:pt x="32643" y="347257"/>
                    <a:pt x="346426" y="33746"/>
                    <a:pt x="733328" y="33915"/>
                  </a:cubicBezTo>
                  <a:cubicBezTo>
                    <a:pt x="1120231" y="34083"/>
                    <a:pt x="1433742" y="347866"/>
                    <a:pt x="1433573" y="734769"/>
                  </a:cubicBezTo>
                  <a:cubicBezTo>
                    <a:pt x="1433519" y="858060"/>
                    <a:pt x="1400928" y="979154"/>
                    <a:pt x="1339094" y="1085818"/>
                  </a:cubicBezTo>
                  <a:cubicBezTo>
                    <a:pt x="1214445" y="1302668"/>
                    <a:pt x="983110" y="1436051"/>
                    <a:pt x="732989" y="1435284"/>
                  </a:cubicBezTo>
                  <a:close/>
                </a:path>
              </a:pathLst>
            </a:custGeom>
            <a:solidFill>
              <a:srgbClr val="D9D9D9"/>
            </a:solidFill>
            <a:ln w="6740"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6393FF66-CA46-44B0-A908-A78BB272E7C5}"/>
                </a:ext>
              </a:extLst>
            </p:cNvPr>
            <p:cNvSpPr/>
            <p:nvPr/>
          </p:nvSpPr>
          <p:spPr>
            <a:xfrm>
              <a:off x="7921793" y="1744975"/>
              <a:ext cx="943773" cy="943774"/>
            </a:xfrm>
            <a:custGeom>
              <a:avLst/>
              <a:gdLst>
                <a:gd name="connsiteX0" fmla="*/ 944114 w 943773"/>
                <a:gd name="connsiteY0" fmla="*/ 472970 h 943773"/>
                <a:gd name="connsiteX1" fmla="*/ 472970 w 943773"/>
                <a:gd name="connsiteY1" fmla="*/ 3578 h 943773"/>
                <a:gd name="connsiteX2" fmla="*/ 3578 w 943773"/>
                <a:gd name="connsiteY2" fmla="*/ 474723 h 943773"/>
                <a:gd name="connsiteX3" fmla="*/ 473846 w 943773"/>
                <a:gd name="connsiteY3" fmla="*/ 944116 h 943773"/>
                <a:gd name="connsiteX4" fmla="*/ 944114 w 943773"/>
                <a:gd name="connsiteY4" fmla="*/ 473038 h 943773"/>
                <a:gd name="connsiteX5" fmla="*/ 944114 w 943773"/>
                <a:gd name="connsiteY5" fmla="*/ 472970 h 94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3773" h="943773">
                  <a:moveTo>
                    <a:pt x="944114" y="472970"/>
                  </a:moveTo>
                  <a:cubicBezTo>
                    <a:pt x="943631" y="213248"/>
                    <a:pt x="732692" y="3094"/>
                    <a:pt x="472970" y="3578"/>
                  </a:cubicBezTo>
                  <a:cubicBezTo>
                    <a:pt x="213248" y="4062"/>
                    <a:pt x="3095" y="215001"/>
                    <a:pt x="3578" y="474723"/>
                  </a:cubicBezTo>
                  <a:cubicBezTo>
                    <a:pt x="4061" y="734103"/>
                    <a:pt x="214466" y="944115"/>
                    <a:pt x="473846" y="944116"/>
                  </a:cubicBezTo>
                  <a:cubicBezTo>
                    <a:pt x="733791" y="943892"/>
                    <a:pt x="944337" y="732984"/>
                    <a:pt x="944114" y="473038"/>
                  </a:cubicBezTo>
                  <a:cubicBezTo>
                    <a:pt x="944114" y="473016"/>
                    <a:pt x="944114" y="472993"/>
                    <a:pt x="944114" y="472970"/>
                  </a:cubicBezTo>
                  <a:close/>
                </a:path>
              </a:pathLst>
            </a:custGeom>
            <a:solidFill>
              <a:srgbClr val="ED174F"/>
            </a:solidFill>
            <a:ln w="6740" cap="flat">
              <a:noFill/>
              <a:prstDash val="solid"/>
              <a:miter/>
            </a:ln>
          </p:spPr>
          <p:txBody>
            <a:bodyPr rtlCol="0" anchor="ctr"/>
            <a:lstStyle/>
            <a:p>
              <a:endParaRPr lang="en-US"/>
            </a:p>
          </p:txBody>
        </p:sp>
        <p:sp>
          <p:nvSpPr>
            <p:cNvPr id="284" name="Rectangle 283">
              <a:extLst>
                <a:ext uri="{FF2B5EF4-FFF2-40B4-BE49-F238E27FC236}">
                  <a16:creationId xmlns:a16="http://schemas.microsoft.com/office/drawing/2014/main" id="{FBD8D8D2-88F3-4A6D-B2FD-C0620F0E1C62}"/>
                </a:ext>
              </a:extLst>
            </p:cNvPr>
            <p:cNvSpPr/>
            <p:nvPr/>
          </p:nvSpPr>
          <p:spPr>
            <a:xfrm>
              <a:off x="7304149" y="3760894"/>
              <a:ext cx="2183802" cy="2223686"/>
            </a:xfrm>
            <a:prstGeom prst="rect">
              <a:avLst/>
            </a:prstGeom>
          </p:spPr>
          <p:txBody>
            <a:bodyPr wrap="square">
              <a:spAutoFit/>
            </a:bodyPr>
            <a:lstStyle/>
            <a:p>
              <a:pPr algn="ctr"/>
              <a:r>
                <a:rPr lang="en-US" sz="1200" b="1" dirty="0">
                  <a:latin typeface="Poppins Medium" panose="00000600000000000000" pitchFamily="2" charset="0"/>
                  <a:cs typeface="Poppins Medium" panose="00000600000000000000" pitchFamily="2" charset="0"/>
                </a:rPr>
                <a:t>SHIPPING: </a:t>
              </a:r>
            </a:p>
            <a:p>
              <a:pPr algn="ctr"/>
              <a:endParaRPr lang="en-US" sz="1100" dirty="0">
                <a:latin typeface="Poppins Light" panose="00000400000000000000" pitchFamily="2" charset="0"/>
                <a:cs typeface="Poppins Light" panose="00000400000000000000" pitchFamily="2" charset="0"/>
              </a:endParaRPr>
            </a:p>
            <a:p>
              <a:r>
                <a:rPr lang="en-US" sz="1050" dirty="0">
                  <a:latin typeface="Poppins Light" panose="00000400000000000000" pitchFamily="2" charset="0"/>
                  <a:cs typeface="Poppins Light" panose="00000400000000000000" pitchFamily="2" charset="0"/>
                </a:rPr>
                <a:t>The first script written for a patient is always sent overnight. Refills are filled on the 28th day to prevent delays or running out of medication. For special cases, such as surgical patients, include a note in the EMR script transfer, and the pharmacy can expedite shipping.</a:t>
              </a:r>
            </a:p>
          </p:txBody>
        </p:sp>
        <p:pic>
          <p:nvPicPr>
            <p:cNvPr id="289" name="Picture 288">
              <a:extLst>
                <a:ext uri="{FF2B5EF4-FFF2-40B4-BE49-F238E27FC236}">
                  <a16:creationId xmlns:a16="http://schemas.microsoft.com/office/drawing/2014/main" id="{83283581-512C-44CC-A69E-AEB81181A95F}"/>
                </a:ext>
              </a:extLst>
            </p:cNvPr>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187676" y="1999178"/>
              <a:ext cx="428400" cy="428400"/>
            </a:xfrm>
            <a:prstGeom prst="rect">
              <a:avLst/>
            </a:prstGeom>
          </p:spPr>
        </p:pic>
      </p:grpSp>
      <p:grpSp>
        <p:nvGrpSpPr>
          <p:cNvPr id="428" name="Group 427">
            <a:extLst>
              <a:ext uri="{FF2B5EF4-FFF2-40B4-BE49-F238E27FC236}">
                <a16:creationId xmlns:a16="http://schemas.microsoft.com/office/drawing/2014/main" id="{65301EE2-29CE-480C-9C60-FCF2CF1D638E}"/>
              </a:ext>
            </a:extLst>
          </p:cNvPr>
          <p:cNvGrpSpPr/>
          <p:nvPr/>
        </p:nvGrpSpPr>
        <p:grpSpPr>
          <a:xfrm>
            <a:off x="9589918" y="1484492"/>
            <a:ext cx="2227696" cy="4640249"/>
            <a:chOff x="9589918" y="1484492"/>
            <a:chExt cx="2227696" cy="4640249"/>
          </a:xfrm>
        </p:grpSpPr>
        <p:sp>
          <p:nvSpPr>
            <p:cNvPr id="258" name="Rectangle: Rounded Corners 257">
              <a:extLst>
                <a:ext uri="{FF2B5EF4-FFF2-40B4-BE49-F238E27FC236}">
                  <a16:creationId xmlns:a16="http://schemas.microsoft.com/office/drawing/2014/main" id="{98E2BAAD-DFE2-472F-972E-896E20F89555}"/>
                </a:ext>
              </a:extLst>
            </p:cNvPr>
            <p:cNvSpPr/>
            <p:nvPr/>
          </p:nvSpPr>
          <p:spPr>
            <a:xfrm>
              <a:off x="9589918" y="3823837"/>
              <a:ext cx="2227696" cy="2300904"/>
            </a:xfrm>
            <a:prstGeom prst="roundRect">
              <a:avLst>
                <a:gd name="adj" fmla="val 4730"/>
              </a:avLst>
            </a:prstGeom>
            <a:solidFill>
              <a:schemeClr val="bg1">
                <a:alpha val="0"/>
              </a:schemeClr>
            </a:solidFill>
            <a:ln>
              <a:gradFill>
                <a:gsLst>
                  <a:gs pos="0">
                    <a:schemeClr val="bg1">
                      <a:lumMod val="85000"/>
                      <a:alpha val="0"/>
                    </a:schemeClr>
                  </a:gs>
                  <a:gs pos="100000">
                    <a:schemeClr val="bg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Freeform: Shape 276">
              <a:extLst>
                <a:ext uri="{FF2B5EF4-FFF2-40B4-BE49-F238E27FC236}">
                  <a16:creationId xmlns:a16="http://schemas.microsoft.com/office/drawing/2014/main" id="{0C996474-0128-4DDC-BF61-BC04691A8510}"/>
                </a:ext>
              </a:extLst>
            </p:cNvPr>
            <p:cNvSpPr/>
            <p:nvPr/>
          </p:nvSpPr>
          <p:spPr>
            <a:xfrm>
              <a:off x="10611614" y="3249081"/>
              <a:ext cx="161790" cy="161790"/>
            </a:xfrm>
            <a:custGeom>
              <a:avLst/>
              <a:gdLst>
                <a:gd name="connsiteX0" fmla="*/ 159164 w 161789"/>
                <a:gd name="connsiteY0" fmla="*/ 81169 h 161789"/>
                <a:gd name="connsiteX1" fmla="*/ 81169 w 161789"/>
                <a:gd name="connsiteY1" fmla="*/ 3578 h 161789"/>
                <a:gd name="connsiteX2" fmla="*/ 3578 w 161789"/>
                <a:gd name="connsiteY2" fmla="*/ 81574 h 161789"/>
                <a:gd name="connsiteX3" fmla="*/ 81169 w 161789"/>
                <a:gd name="connsiteY3" fmla="*/ 159165 h 161789"/>
                <a:gd name="connsiteX4" fmla="*/ 159164 w 161789"/>
                <a:gd name="connsiteY4" fmla="*/ 81574 h 161789"/>
                <a:gd name="connsiteX5" fmla="*/ 159164 w 161789"/>
                <a:gd name="connsiteY5" fmla="*/ 81169 h 161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789" h="161789">
                  <a:moveTo>
                    <a:pt x="159164" y="81169"/>
                  </a:moveTo>
                  <a:cubicBezTo>
                    <a:pt x="159053" y="38205"/>
                    <a:pt x="124133" y="3466"/>
                    <a:pt x="81169" y="3578"/>
                  </a:cubicBezTo>
                  <a:cubicBezTo>
                    <a:pt x="38205" y="3690"/>
                    <a:pt x="3466" y="38610"/>
                    <a:pt x="3578" y="81574"/>
                  </a:cubicBezTo>
                  <a:cubicBezTo>
                    <a:pt x="3689" y="124380"/>
                    <a:pt x="38363" y="159054"/>
                    <a:pt x="81169" y="159165"/>
                  </a:cubicBezTo>
                  <a:cubicBezTo>
                    <a:pt x="124133" y="159277"/>
                    <a:pt x="159053" y="124538"/>
                    <a:pt x="159164" y="81574"/>
                  </a:cubicBezTo>
                  <a:cubicBezTo>
                    <a:pt x="159164" y="81439"/>
                    <a:pt x="159164" y="81304"/>
                    <a:pt x="159164" y="81169"/>
                  </a:cubicBezTo>
                  <a:close/>
                </a:path>
              </a:pathLst>
            </a:custGeom>
            <a:solidFill>
              <a:srgbClr val="FFFFFF"/>
            </a:solidFill>
            <a:ln w="6740"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A42C00DE-949B-4633-9A48-D67157109897}"/>
                </a:ext>
              </a:extLst>
            </p:cNvPr>
            <p:cNvSpPr/>
            <p:nvPr/>
          </p:nvSpPr>
          <p:spPr>
            <a:xfrm>
              <a:off x="9958766" y="1484492"/>
              <a:ext cx="1462849" cy="1462850"/>
            </a:xfrm>
            <a:custGeom>
              <a:avLst/>
              <a:gdLst>
                <a:gd name="connsiteX0" fmla="*/ 735029 w 1462848"/>
                <a:gd name="connsiteY0" fmla="*/ 86294 h 1462849"/>
                <a:gd name="connsiteX1" fmla="*/ 86643 w 1462848"/>
                <a:gd name="connsiteY1" fmla="*/ 732223 h 1462849"/>
                <a:gd name="connsiteX2" fmla="*/ 732572 w 1462848"/>
                <a:gd name="connsiteY2" fmla="*/ 1380610 h 1462849"/>
                <a:gd name="connsiteX3" fmla="*/ 1380958 w 1462848"/>
                <a:gd name="connsiteY3" fmla="*/ 734680 h 1462849"/>
                <a:gd name="connsiteX4" fmla="*/ 1057597 w 1462848"/>
                <a:gd name="connsiteY4" fmla="*/ 173121 h 1462849"/>
                <a:gd name="connsiteX5" fmla="*/ 735029 w 1462848"/>
                <a:gd name="connsiteY5" fmla="*/ 86294 h 1462849"/>
                <a:gd name="connsiteX6" fmla="*/ 417516 w 1462848"/>
                <a:gd name="connsiteY6" fmla="*/ 1281786 h 1462849"/>
                <a:gd name="connsiteX7" fmla="*/ 424797 w 1462848"/>
                <a:gd name="connsiteY7" fmla="*/ 1269112 h 1462849"/>
                <a:gd name="connsiteX8" fmla="*/ 198592 w 1462848"/>
                <a:gd name="connsiteY8" fmla="*/ 424559 h 1462849"/>
                <a:gd name="connsiteX9" fmla="*/ 1043145 w 1462848"/>
                <a:gd name="connsiteY9" fmla="*/ 198353 h 1462849"/>
                <a:gd name="connsiteX10" fmla="*/ 1269407 w 1462848"/>
                <a:gd name="connsiteY10" fmla="*/ 1042809 h 1462849"/>
                <a:gd name="connsiteX11" fmla="*/ 424797 w 1462848"/>
                <a:gd name="connsiteY11" fmla="*/ 1269112 h 1462849"/>
                <a:gd name="connsiteX12" fmla="*/ 735164 w 1462848"/>
                <a:gd name="connsiteY12" fmla="*/ 3579 h 1462849"/>
                <a:gd name="connsiteX13" fmla="*/ 3579 w 1462848"/>
                <a:gd name="connsiteY13" fmla="*/ 732549 h 1462849"/>
                <a:gd name="connsiteX14" fmla="*/ 732548 w 1462848"/>
                <a:gd name="connsiteY14" fmla="*/ 1464134 h 1462849"/>
                <a:gd name="connsiteX15" fmla="*/ 1464133 w 1462848"/>
                <a:gd name="connsiteY15" fmla="*/ 735164 h 1462849"/>
                <a:gd name="connsiteX16" fmla="*/ 1099190 w 1462848"/>
                <a:gd name="connsiteY16" fmla="*/ 101529 h 1462849"/>
                <a:gd name="connsiteX17" fmla="*/ 735164 w 1462848"/>
                <a:gd name="connsiteY17" fmla="*/ 3579 h 1462849"/>
                <a:gd name="connsiteX18" fmla="*/ 732803 w 1462848"/>
                <a:gd name="connsiteY18" fmla="*/ 1435014 h 1462849"/>
                <a:gd name="connsiteX19" fmla="*/ 32065 w 1462848"/>
                <a:gd name="connsiteY19" fmla="*/ 734653 h 1462849"/>
                <a:gd name="connsiteX20" fmla="*/ 732426 w 1462848"/>
                <a:gd name="connsiteY20" fmla="*/ 33914 h 1462849"/>
                <a:gd name="connsiteX21" fmla="*/ 1433164 w 1462848"/>
                <a:gd name="connsiteY21" fmla="*/ 734276 h 1462849"/>
                <a:gd name="connsiteX22" fmla="*/ 1338840 w 1462848"/>
                <a:gd name="connsiteY22" fmla="*/ 1085548 h 1462849"/>
                <a:gd name="connsiteX23" fmla="*/ 732803 w 1462848"/>
                <a:gd name="connsiteY23" fmla="*/ 1435014 h 1462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62848" h="1462849">
                  <a:moveTo>
                    <a:pt x="735029" y="86294"/>
                  </a:moveTo>
                  <a:cubicBezTo>
                    <a:pt x="377613" y="85615"/>
                    <a:pt x="87321" y="374808"/>
                    <a:pt x="86643" y="732223"/>
                  </a:cubicBezTo>
                  <a:cubicBezTo>
                    <a:pt x="85965" y="1089639"/>
                    <a:pt x="375157" y="1379931"/>
                    <a:pt x="732572" y="1380610"/>
                  </a:cubicBezTo>
                  <a:cubicBezTo>
                    <a:pt x="1089988" y="1381288"/>
                    <a:pt x="1380280" y="1092096"/>
                    <a:pt x="1380958" y="734680"/>
                  </a:cubicBezTo>
                  <a:cubicBezTo>
                    <a:pt x="1381397" y="503124"/>
                    <a:pt x="1258086" y="288977"/>
                    <a:pt x="1057597" y="173121"/>
                  </a:cubicBezTo>
                  <a:cubicBezTo>
                    <a:pt x="959511" y="116481"/>
                    <a:pt x="848292" y="86543"/>
                    <a:pt x="735029" y="86294"/>
                  </a:cubicBezTo>
                  <a:close/>
                  <a:moveTo>
                    <a:pt x="417516" y="1281786"/>
                  </a:moveTo>
                  <a:lnTo>
                    <a:pt x="424797" y="1269112"/>
                  </a:lnTo>
                  <a:cubicBezTo>
                    <a:pt x="129115" y="1098360"/>
                    <a:pt x="27840" y="720241"/>
                    <a:pt x="198592" y="424559"/>
                  </a:cubicBezTo>
                  <a:cubicBezTo>
                    <a:pt x="369344" y="128877"/>
                    <a:pt x="747463" y="27601"/>
                    <a:pt x="1043145" y="198353"/>
                  </a:cubicBezTo>
                  <a:cubicBezTo>
                    <a:pt x="1338788" y="369083"/>
                    <a:pt x="1440082" y="747134"/>
                    <a:pt x="1269407" y="1042809"/>
                  </a:cubicBezTo>
                  <a:cubicBezTo>
                    <a:pt x="1098662" y="1338528"/>
                    <a:pt x="720522" y="1439847"/>
                    <a:pt x="424797" y="1269112"/>
                  </a:cubicBezTo>
                  <a:close/>
                  <a:moveTo>
                    <a:pt x="735164" y="3579"/>
                  </a:moveTo>
                  <a:cubicBezTo>
                    <a:pt x="331843" y="2857"/>
                    <a:pt x="4301" y="329228"/>
                    <a:pt x="3579" y="732549"/>
                  </a:cubicBezTo>
                  <a:cubicBezTo>
                    <a:pt x="2857" y="1135870"/>
                    <a:pt x="329228" y="1463412"/>
                    <a:pt x="732548" y="1464134"/>
                  </a:cubicBezTo>
                  <a:cubicBezTo>
                    <a:pt x="1135869" y="1464856"/>
                    <a:pt x="1463411" y="1138485"/>
                    <a:pt x="1464133" y="735164"/>
                  </a:cubicBezTo>
                  <a:cubicBezTo>
                    <a:pt x="1464601" y="473874"/>
                    <a:pt x="1325433" y="232244"/>
                    <a:pt x="1099190" y="101529"/>
                  </a:cubicBezTo>
                  <a:cubicBezTo>
                    <a:pt x="988499" y="37612"/>
                    <a:pt x="862983" y="3839"/>
                    <a:pt x="735164" y="3579"/>
                  </a:cubicBezTo>
                  <a:close/>
                  <a:moveTo>
                    <a:pt x="732803" y="1435014"/>
                  </a:moveTo>
                  <a:cubicBezTo>
                    <a:pt x="345901" y="1435118"/>
                    <a:pt x="32170" y="1121556"/>
                    <a:pt x="32065" y="734653"/>
                  </a:cubicBezTo>
                  <a:cubicBezTo>
                    <a:pt x="31961" y="347750"/>
                    <a:pt x="345523" y="34018"/>
                    <a:pt x="732426" y="33914"/>
                  </a:cubicBezTo>
                  <a:cubicBezTo>
                    <a:pt x="1119329" y="33810"/>
                    <a:pt x="1433059" y="347373"/>
                    <a:pt x="1433164" y="734276"/>
                  </a:cubicBezTo>
                  <a:cubicBezTo>
                    <a:pt x="1433197" y="857629"/>
                    <a:pt x="1400659" y="978804"/>
                    <a:pt x="1338840" y="1085548"/>
                  </a:cubicBezTo>
                  <a:cubicBezTo>
                    <a:pt x="1214172" y="1302347"/>
                    <a:pt x="982888" y="1435714"/>
                    <a:pt x="732803" y="1435014"/>
                  </a:cubicBezTo>
                  <a:close/>
                </a:path>
              </a:pathLst>
            </a:custGeom>
            <a:solidFill>
              <a:srgbClr val="D9D9D9"/>
            </a:solidFill>
            <a:ln w="6740"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41AC41BD-83C4-49D0-A019-9328A3ED8790}"/>
                </a:ext>
              </a:extLst>
            </p:cNvPr>
            <p:cNvSpPr/>
            <p:nvPr/>
          </p:nvSpPr>
          <p:spPr>
            <a:xfrm>
              <a:off x="10218801" y="1743222"/>
              <a:ext cx="943773" cy="943774"/>
            </a:xfrm>
            <a:custGeom>
              <a:avLst/>
              <a:gdLst>
                <a:gd name="connsiteX0" fmla="*/ 945868 w 943773"/>
                <a:gd name="connsiteY0" fmla="*/ 474723 h 943773"/>
                <a:gd name="connsiteX1" fmla="*/ 474723 w 943773"/>
                <a:gd name="connsiteY1" fmla="*/ 3578 h 943773"/>
                <a:gd name="connsiteX2" fmla="*/ 3578 w 943773"/>
                <a:gd name="connsiteY2" fmla="*/ 474723 h 943773"/>
                <a:gd name="connsiteX3" fmla="*/ 474723 w 943773"/>
                <a:gd name="connsiteY3" fmla="*/ 945869 h 943773"/>
                <a:gd name="connsiteX4" fmla="*/ 945868 w 943773"/>
                <a:gd name="connsiteY4" fmla="*/ 474723 h 943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773" h="943773">
                  <a:moveTo>
                    <a:pt x="945868" y="474723"/>
                  </a:moveTo>
                  <a:cubicBezTo>
                    <a:pt x="945868" y="214517"/>
                    <a:pt x="734929" y="3578"/>
                    <a:pt x="474723" y="3578"/>
                  </a:cubicBezTo>
                  <a:cubicBezTo>
                    <a:pt x="214517" y="3578"/>
                    <a:pt x="3578" y="214517"/>
                    <a:pt x="3578" y="474723"/>
                  </a:cubicBezTo>
                  <a:cubicBezTo>
                    <a:pt x="3578" y="734930"/>
                    <a:pt x="214516" y="945869"/>
                    <a:pt x="474723" y="945869"/>
                  </a:cubicBezTo>
                  <a:cubicBezTo>
                    <a:pt x="734929" y="945869"/>
                    <a:pt x="945868" y="734930"/>
                    <a:pt x="945868" y="474723"/>
                  </a:cubicBezTo>
                  <a:close/>
                </a:path>
              </a:pathLst>
            </a:custGeom>
            <a:gradFill>
              <a:gsLst>
                <a:gs pos="98000">
                  <a:srgbClr val="0A2C69"/>
                </a:gs>
                <a:gs pos="0">
                  <a:srgbClr val="3795AF"/>
                </a:gs>
              </a:gsLst>
              <a:path path="circle">
                <a:fillToRect t="100000" r="100000"/>
              </a:path>
            </a:gradFill>
            <a:ln w="6740" cap="flat">
              <a:noFill/>
              <a:prstDash val="solid"/>
              <a:miter/>
            </a:ln>
          </p:spPr>
          <p:txBody>
            <a:bodyPr rtlCol="0" anchor="ctr"/>
            <a:lstStyle/>
            <a:p>
              <a:endParaRPr lang="en-US"/>
            </a:p>
          </p:txBody>
        </p:sp>
        <p:sp>
          <p:nvSpPr>
            <p:cNvPr id="285" name="Rectangle 284">
              <a:extLst>
                <a:ext uri="{FF2B5EF4-FFF2-40B4-BE49-F238E27FC236}">
                  <a16:creationId xmlns:a16="http://schemas.microsoft.com/office/drawing/2014/main" id="{13DE9D03-8C04-4997-832A-5C8F3320765B}"/>
                </a:ext>
              </a:extLst>
            </p:cNvPr>
            <p:cNvSpPr/>
            <p:nvPr/>
          </p:nvSpPr>
          <p:spPr>
            <a:xfrm>
              <a:off x="9598288" y="3760894"/>
              <a:ext cx="2183802" cy="1415772"/>
            </a:xfrm>
            <a:prstGeom prst="rect">
              <a:avLst/>
            </a:prstGeom>
          </p:spPr>
          <p:txBody>
            <a:bodyPr wrap="square">
              <a:spAutoFit/>
            </a:bodyPr>
            <a:lstStyle/>
            <a:p>
              <a:pPr algn="ctr"/>
              <a:r>
                <a:rPr lang="en-US" sz="1200" b="1" dirty="0">
                  <a:latin typeface="Poppins Medium" panose="00000600000000000000" pitchFamily="2" charset="0"/>
                  <a:cs typeface="Poppins Medium" panose="00000600000000000000" pitchFamily="2" charset="0"/>
                </a:rPr>
                <a:t>COMMUNICATION: </a:t>
              </a:r>
            </a:p>
            <a:p>
              <a:pPr algn="ctr"/>
              <a:endParaRPr lang="en-US" sz="1100" dirty="0">
                <a:latin typeface="Poppins Light" panose="00000400000000000000" pitchFamily="2" charset="0"/>
                <a:cs typeface="Poppins Light" panose="00000400000000000000" pitchFamily="2" charset="0"/>
              </a:endParaRPr>
            </a:p>
            <a:p>
              <a:pPr algn="ctr"/>
              <a:r>
                <a:rPr lang="en-US" sz="1050" dirty="0">
                  <a:latin typeface="Poppins Light" panose="00000400000000000000" pitchFamily="2" charset="0"/>
                  <a:cs typeface="Poppins Light" panose="00000400000000000000" pitchFamily="2" charset="0"/>
                </a:rPr>
                <a:t>Email is the preferred method of communication; however, we do have staff at the pharmacy from</a:t>
              </a:r>
              <a:br>
                <a:rPr lang="en-US" sz="1050" dirty="0">
                  <a:latin typeface="Poppins Light" panose="00000400000000000000" pitchFamily="2" charset="0"/>
                  <a:cs typeface="Poppins Light" panose="00000400000000000000" pitchFamily="2" charset="0"/>
                </a:rPr>
              </a:br>
              <a:r>
                <a:rPr lang="en-US" sz="1050" dirty="0">
                  <a:latin typeface="Poppins Light" panose="00000400000000000000" pitchFamily="2" charset="0"/>
                  <a:cs typeface="Poppins Light" panose="00000400000000000000" pitchFamily="2" charset="0"/>
                </a:rPr>
                <a:t>8:00 AM-5:00 PM EST</a:t>
              </a:r>
              <a:br>
                <a:rPr lang="en-US" sz="1050" dirty="0">
                  <a:latin typeface="Poppins Light" panose="00000400000000000000" pitchFamily="2" charset="0"/>
                  <a:cs typeface="Poppins Light" panose="00000400000000000000" pitchFamily="2" charset="0"/>
                </a:rPr>
              </a:br>
              <a:r>
                <a:rPr lang="en-US" sz="1050" dirty="0">
                  <a:latin typeface="Poppins Light" panose="00000400000000000000" pitchFamily="2" charset="0"/>
                  <a:cs typeface="Poppins Light" panose="00000400000000000000" pitchFamily="2" charset="0"/>
                </a:rPr>
                <a:t>Monday-Friday.</a:t>
              </a:r>
            </a:p>
          </p:txBody>
        </p:sp>
        <p:pic>
          <p:nvPicPr>
            <p:cNvPr id="290" name="Picture 289">
              <a:extLst>
                <a:ext uri="{FF2B5EF4-FFF2-40B4-BE49-F238E27FC236}">
                  <a16:creationId xmlns:a16="http://schemas.microsoft.com/office/drawing/2014/main" id="{33E52DEB-9022-4202-A139-14572CE615BD}"/>
                </a:ext>
              </a:extLst>
            </p:cNvPr>
            <p:cNvPicPr>
              <a:picLocks noChangeAspect="1"/>
            </p:cNvPicPr>
            <p:nvPr/>
          </p:nvPicPr>
          <p:blipFill>
            <a:blip r:embed="rId11">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486931" y="1999178"/>
              <a:ext cx="428400" cy="428400"/>
            </a:xfrm>
            <a:prstGeom prst="rect">
              <a:avLst/>
            </a:prstGeom>
          </p:spPr>
        </p:pic>
      </p:grpSp>
      <p:pic>
        <p:nvPicPr>
          <p:cNvPr id="6" name="Picture 5" descr="A white and red logo with a black background&#10;&#10;AI-generated content may be incorrect.">
            <a:extLst>
              <a:ext uri="{FF2B5EF4-FFF2-40B4-BE49-F238E27FC236}">
                <a16:creationId xmlns:a16="http://schemas.microsoft.com/office/drawing/2014/main" id="{D5D16EF6-1861-678F-D63A-670D192ECF2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954407" y="241442"/>
            <a:ext cx="1135401" cy="778829"/>
          </a:xfrm>
          <a:prstGeom prst="rect">
            <a:avLst/>
          </a:prstGeom>
        </p:spPr>
      </p:pic>
      <p:grpSp>
        <p:nvGrpSpPr>
          <p:cNvPr id="3" name="Group 2">
            <a:extLst>
              <a:ext uri="{FF2B5EF4-FFF2-40B4-BE49-F238E27FC236}">
                <a16:creationId xmlns:a16="http://schemas.microsoft.com/office/drawing/2014/main" id="{5D27C09B-4CAA-5A14-3296-802480E27A21}"/>
              </a:ext>
            </a:extLst>
          </p:cNvPr>
          <p:cNvGrpSpPr/>
          <p:nvPr/>
        </p:nvGrpSpPr>
        <p:grpSpPr>
          <a:xfrm>
            <a:off x="18038457" y="1295662"/>
            <a:ext cx="7555412" cy="1827121"/>
            <a:chOff x="4254399" y="1295662"/>
            <a:chExt cx="7555412" cy="1827121"/>
          </a:xfrm>
        </p:grpSpPr>
        <p:sp>
          <p:nvSpPr>
            <p:cNvPr id="5" name="Rectangle: Rounded Corners 4">
              <a:extLst>
                <a:ext uri="{FF2B5EF4-FFF2-40B4-BE49-F238E27FC236}">
                  <a16:creationId xmlns:a16="http://schemas.microsoft.com/office/drawing/2014/main" id="{A2E5EB22-DB7A-45C4-C296-D5DAF25EB595}"/>
                </a:ext>
              </a:extLst>
            </p:cNvPr>
            <p:cNvSpPr/>
            <p:nvPr/>
          </p:nvSpPr>
          <p:spPr>
            <a:xfrm>
              <a:off x="4254399" y="1295662"/>
              <a:ext cx="7555412" cy="1827121"/>
            </a:xfrm>
            <a:prstGeom prst="roundRect">
              <a:avLst>
                <a:gd name="adj" fmla="val 3923"/>
              </a:avLst>
            </a:prstGeom>
            <a:solidFill>
              <a:schemeClr val="bg1">
                <a:alpha val="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DAC6451-7EC2-C349-43CC-47907224EB99}"/>
                </a:ext>
              </a:extLst>
            </p:cNvPr>
            <p:cNvSpPr/>
            <p:nvPr/>
          </p:nvSpPr>
          <p:spPr>
            <a:xfrm>
              <a:off x="4477651" y="1496436"/>
              <a:ext cx="7180887" cy="1569660"/>
            </a:xfrm>
            <a:prstGeom prst="rect">
              <a:avLst/>
            </a:prstGeom>
          </p:spPr>
          <p:txBody>
            <a:bodyPr wrap="square" anchor="ctr">
              <a:spAutoFit/>
            </a:bodyPr>
            <a:lstStyle/>
            <a:p>
              <a:r>
                <a:rPr lang="en-US" sz="1600" b="1" dirty="0">
                  <a:solidFill>
                    <a:schemeClr val="bg1"/>
                  </a:solidFill>
                  <a:latin typeface="Poppins Medium" panose="00000600000000000000" pitchFamily="2" charset="0"/>
                  <a:cs typeface="Poppins Medium" panose="00000600000000000000" pitchFamily="2" charset="0"/>
                </a:rPr>
                <a:t>CLAIMS PURCHASE FEE STRUCTURE</a:t>
              </a:r>
            </a:p>
            <a:p>
              <a:endParaRPr lang="en-US" sz="1600" dirty="0">
                <a:solidFill>
                  <a:schemeClr val="bg1"/>
                </a:solidFill>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US" sz="1600" dirty="0">
                  <a:solidFill>
                    <a:schemeClr val="bg1"/>
                  </a:solidFill>
                  <a:latin typeface="Poppins Light" panose="00000400000000000000" pitchFamily="2" charset="0"/>
                  <a:cs typeface="Poppins Light" panose="00000400000000000000" pitchFamily="2" charset="0"/>
                </a:rPr>
                <a:t>Actual cost of medication Wholesale </a:t>
              </a:r>
            </a:p>
            <a:p>
              <a:pPr marL="285750" indent="-285750">
                <a:buFont typeface="Arial" panose="020B0604020202020204" pitchFamily="34" charset="0"/>
                <a:buChar char="•"/>
              </a:pPr>
              <a:r>
                <a:rPr lang="en-US" sz="1600" dirty="0">
                  <a:solidFill>
                    <a:schemeClr val="bg1"/>
                  </a:solidFill>
                  <a:latin typeface="Poppins Light" panose="00000400000000000000" pitchFamily="2" charset="0"/>
                  <a:cs typeface="Poppins Light" panose="00000400000000000000" pitchFamily="2" charset="0"/>
                </a:rPr>
                <a:t>$5.00 Pharmacy Dispense Fee </a:t>
              </a:r>
            </a:p>
            <a:p>
              <a:pPr marL="285750" indent="-285750">
                <a:buFont typeface="Arial" panose="020B0604020202020204" pitchFamily="34" charset="0"/>
                <a:buChar char="•"/>
              </a:pPr>
              <a:r>
                <a:rPr lang="en-US" sz="1600" dirty="0">
                  <a:solidFill>
                    <a:schemeClr val="bg1"/>
                  </a:solidFill>
                  <a:latin typeface="Poppins Light" panose="00000400000000000000" pitchFamily="2" charset="0"/>
                  <a:cs typeface="Poppins Light" panose="00000400000000000000" pitchFamily="2" charset="0"/>
                </a:rPr>
                <a:t>Actual cost of shipping - $7.00-$10.00 Avg </a:t>
              </a:r>
            </a:p>
            <a:p>
              <a:pPr marL="285750" indent="-285750">
                <a:buFont typeface="Arial" panose="020B0604020202020204" pitchFamily="34" charset="0"/>
                <a:buChar char="•"/>
              </a:pPr>
              <a:r>
                <a:rPr lang="en-US" sz="1600" dirty="0">
                  <a:solidFill>
                    <a:schemeClr val="bg1"/>
                  </a:solidFill>
                  <a:latin typeface="Poppins Light" panose="00000400000000000000" pitchFamily="2" charset="0"/>
                  <a:cs typeface="Poppins Light" panose="00000400000000000000" pitchFamily="2" charset="0"/>
                </a:rPr>
                <a:t>Deducted from Collections Avg 60 days</a:t>
              </a:r>
            </a:p>
          </p:txBody>
        </p:sp>
      </p:grpSp>
      <p:grpSp>
        <p:nvGrpSpPr>
          <p:cNvPr id="8" name="Group 7">
            <a:extLst>
              <a:ext uri="{FF2B5EF4-FFF2-40B4-BE49-F238E27FC236}">
                <a16:creationId xmlns:a16="http://schemas.microsoft.com/office/drawing/2014/main" id="{944E0957-12D3-7125-3B94-C3DEC90273F8}"/>
              </a:ext>
            </a:extLst>
          </p:cNvPr>
          <p:cNvGrpSpPr/>
          <p:nvPr/>
        </p:nvGrpSpPr>
        <p:grpSpPr>
          <a:xfrm>
            <a:off x="28423405" y="3250153"/>
            <a:ext cx="7555412" cy="3373888"/>
            <a:chOff x="4254399" y="3250153"/>
            <a:chExt cx="7555412" cy="3373888"/>
          </a:xfrm>
        </p:grpSpPr>
        <p:sp>
          <p:nvSpPr>
            <p:cNvPr id="9" name="Rectangle: Rounded Corners 8">
              <a:extLst>
                <a:ext uri="{FF2B5EF4-FFF2-40B4-BE49-F238E27FC236}">
                  <a16:creationId xmlns:a16="http://schemas.microsoft.com/office/drawing/2014/main" id="{E08E1DD7-B210-9F41-5F9F-B119678CAEF4}"/>
                </a:ext>
              </a:extLst>
            </p:cNvPr>
            <p:cNvSpPr/>
            <p:nvPr/>
          </p:nvSpPr>
          <p:spPr>
            <a:xfrm>
              <a:off x="4254399" y="3250153"/>
              <a:ext cx="7555412" cy="3373888"/>
            </a:xfrm>
            <a:prstGeom prst="roundRect">
              <a:avLst>
                <a:gd name="adj" fmla="val 3923"/>
              </a:avLst>
            </a:prstGeom>
            <a:solidFill>
              <a:schemeClr val="bg1">
                <a:alpha val="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7752F7E-C2DA-7D9E-5679-6713057C8912}"/>
                </a:ext>
              </a:extLst>
            </p:cNvPr>
            <p:cNvSpPr/>
            <p:nvPr/>
          </p:nvSpPr>
          <p:spPr>
            <a:xfrm>
              <a:off x="4477651" y="4275379"/>
              <a:ext cx="7180887" cy="1323439"/>
            </a:xfrm>
            <a:prstGeom prst="rect">
              <a:avLst/>
            </a:prstGeom>
          </p:spPr>
          <p:txBody>
            <a:bodyPr wrap="square" anchor="ctr">
              <a:spAutoFit/>
            </a:bodyPr>
            <a:lstStyle/>
            <a:p>
              <a:r>
                <a:rPr lang="en-US" sz="1600" b="1" dirty="0">
                  <a:solidFill>
                    <a:schemeClr val="bg1"/>
                  </a:solidFill>
                  <a:latin typeface="Poppins Medium" panose="00000600000000000000" pitchFamily="2" charset="0"/>
                  <a:cs typeface="Poppins Medium" panose="00000600000000000000" pitchFamily="2" charset="0"/>
                </a:rPr>
                <a:t>MANAGEMENT FEE STRUCTURE</a:t>
              </a:r>
            </a:p>
            <a:p>
              <a:endParaRPr lang="en-US" sz="1600" dirty="0">
                <a:solidFill>
                  <a:schemeClr val="bg1"/>
                </a:solidFill>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US" sz="1600" dirty="0">
                  <a:solidFill>
                    <a:schemeClr val="bg1"/>
                  </a:solidFill>
                  <a:latin typeface="Poppins Light" panose="00000400000000000000" pitchFamily="2" charset="0"/>
                  <a:cs typeface="Poppins Light" panose="00000400000000000000" pitchFamily="2" charset="0"/>
                </a:rPr>
                <a:t>50% of net income</a:t>
              </a:r>
            </a:p>
            <a:p>
              <a:pPr marL="285750" indent="-285750">
                <a:buFont typeface="Arial" panose="020B0604020202020204" pitchFamily="34" charset="0"/>
                <a:buChar char="•"/>
              </a:pPr>
              <a:r>
                <a:rPr lang="en-US" sz="1600" dirty="0">
                  <a:solidFill>
                    <a:schemeClr val="bg1"/>
                  </a:solidFill>
                  <a:latin typeface="Poppins Light" panose="00000400000000000000" pitchFamily="2" charset="0"/>
                  <a:cs typeface="Poppins Light" panose="00000400000000000000" pitchFamily="2" charset="0"/>
                </a:rPr>
                <a:t>Net income is calculated as Gross collections less claim purchase fees</a:t>
              </a:r>
            </a:p>
          </p:txBody>
        </p:sp>
      </p:grpSp>
      <p:grpSp>
        <p:nvGrpSpPr>
          <p:cNvPr id="11" name="Group 10">
            <a:extLst>
              <a:ext uri="{FF2B5EF4-FFF2-40B4-BE49-F238E27FC236}">
                <a16:creationId xmlns:a16="http://schemas.microsoft.com/office/drawing/2014/main" id="{5020ADA6-8FDF-DEC8-91F7-E9BA459AAFF3}"/>
              </a:ext>
            </a:extLst>
          </p:cNvPr>
          <p:cNvGrpSpPr/>
          <p:nvPr/>
        </p:nvGrpSpPr>
        <p:grpSpPr>
          <a:xfrm>
            <a:off x="-20316582" y="1257302"/>
            <a:ext cx="3790009" cy="5366739"/>
            <a:chOff x="382189" y="1257302"/>
            <a:chExt cx="3790009" cy="5366739"/>
          </a:xfrm>
        </p:grpSpPr>
        <p:sp>
          <p:nvSpPr>
            <p:cNvPr id="12" name="Rectangle: Rounded Corners 11">
              <a:extLst>
                <a:ext uri="{FF2B5EF4-FFF2-40B4-BE49-F238E27FC236}">
                  <a16:creationId xmlns:a16="http://schemas.microsoft.com/office/drawing/2014/main" id="{47F6F161-865B-35EA-4AA1-7357F2179209}"/>
                </a:ext>
              </a:extLst>
            </p:cNvPr>
            <p:cNvSpPr/>
            <p:nvPr/>
          </p:nvSpPr>
          <p:spPr>
            <a:xfrm>
              <a:off x="382189" y="1257302"/>
              <a:ext cx="3790009" cy="5366739"/>
            </a:xfrm>
            <a:prstGeom prst="roundRect">
              <a:avLst>
                <a:gd name="adj" fmla="val 324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8C5AFF-1A7A-9301-ECCB-3A79EB7FDC44}"/>
                </a:ext>
              </a:extLst>
            </p:cNvPr>
            <p:cNvSpPr/>
            <p:nvPr/>
          </p:nvSpPr>
          <p:spPr>
            <a:xfrm>
              <a:off x="774856" y="6218838"/>
              <a:ext cx="2873099" cy="366601"/>
            </a:xfrm>
            <a:prstGeom prst="rect">
              <a:avLst/>
            </a:prstGeom>
          </p:spPr>
          <p:txBody>
            <a:bodyPr wrap="none" anchor="ctr">
              <a:spAutoFit/>
            </a:bodyPr>
            <a:lstStyle/>
            <a:p>
              <a:pPr algn="ctr"/>
              <a:r>
                <a:rPr lang="en-US" sz="1600" dirty="0">
                  <a:gradFill>
                    <a:gsLst>
                      <a:gs pos="100000">
                        <a:srgbClr val="0A2C69"/>
                      </a:gs>
                      <a:gs pos="0">
                        <a:srgbClr val="3795AF"/>
                      </a:gs>
                    </a:gsLst>
                    <a:path path="circle">
                      <a:fillToRect l="100000" t="100000"/>
                    </a:path>
                  </a:gradFill>
                  <a:latin typeface="Poppins Black" panose="00000A00000000000000" pitchFamily="2" charset="0"/>
                  <a:cs typeface="Poppins Black" panose="00000A00000000000000" pitchFamily="2" charset="0"/>
                </a:rPr>
                <a:t>REQUIRED AGREEMENTS</a:t>
              </a:r>
            </a:p>
          </p:txBody>
        </p:sp>
        <p:sp>
          <p:nvSpPr>
            <p:cNvPr id="14" name="Rectangle: Rounded Corners 13">
              <a:extLst>
                <a:ext uri="{FF2B5EF4-FFF2-40B4-BE49-F238E27FC236}">
                  <a16:creationId xmlns:a16="http://schemas.microsoft.com/office/drawing/2014/main" id="{93539A0F-A7CA-B06A-0A72-174701406C4F}"/>
                </a:ext>
              </a:extLst>
            </p:cNvPr>
            <p:cNvSpPr/>
            <p:nvPr/>
          </p:nvSpPr>
          <p:spPr>
            <a:xfrm>
              <a:off x="602300" y="1461701"/>
              <a:ext cx="3366698" cy="308934"/>
            </a:xfrm>
            <a:prstGeom prst="roundRect">
              <a:avLst>
                <a:gd name="adj" fmla="val 3242"/>
              </a:avLst>
            </a:prstGeom>
            <a:gradFill>
              <a:gsLst>
                <a:gs pos="100000">
                  <a:srgbClr val="0A2C69"/>
                </a:gs>
                <a:gs pos="0">
                  <a:srgbClr val="3795A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483CF425-985D-2BFE-ECCE-BBEAE33B1CD2}"/>
                </a:ext>
              </a:extLst>
            </p:cNvPr>
            <p:cNvSpPr/>
            <p:nvPr/>
          </p:nvSpPr>
          <p:spPr>
            <a:xfrm>
              <a:off x="602300" y="1835419"/>
              <a:ext cx="3366698" cy="1285730"/>
            </a:xfrm>
            <a:prstGeom prst="roundRect">
              <a:avLst>
                <a:gd name="adj" fmla="val 3242"/>
              </a:avLst>
            </a:prstGeom>
            <a:solidFill>
              <a:srgbClr val="3795AF">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180C9CB4-8CDE-9901-6A92-9CBA65532E5C}"/>
                </a:ext>
              </a:extLst>
            </p:cNvPr>
            <p:cNvSpPr/>
            <p:nvPr/>
          </p:nvSpPr>
          <p:spPr>
            <a:xfrm>
              <a:off x="602300" y="3236361"/>
              <a:ext cx="3366698" cy="308934"/>
            </a:xfrm>
            <a:prstGeom prst="roundRect">
              <a:avLst>
                <a:gd name="adj" fmla="val 3242"/>
              </a:avLst>
            </a:prstGeom>
            <a:gradFill>
              <a:gsLst>
                <a:gs pos="100000">
                  <a:srgbClr val="0A2C69"/>
                </a:gs>
                <a:gs pos="0">
                  <a:srgbClr val="3795A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B569211B-2094-EF77-1E26-5B3AB257B7C4}"/>
                </a:ext>
              </a:extLst>
            </p:cNvPr>
            <p:cNvSpPr/>
            <p:nvPr/>
          </p:nvSpPr>
          <p:spPr>
            <a:xfrm>
              <a:off x="602300" y="3642175"/>
              <a:ext cx="3366698" cy="2521174"/>
            </a:xfrm>
            <a:prstGeom prst="roundRect">
              <a:avLst>
                <a:gd name="adj" fmla="val 3242"/>
              </a:avLst>
            </a:prstGeom>
            <a:solidFill>
              <a:srgbClr val="3795AF">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F8C9D4A-FD97-031B-D32E-085040C8E7E5}"/>
                </a:ext>
              </a:extLst>
            </p:cNvPr>
            <p:cNvSpPr/>
            <p:nvPr/>
          </p:nvSpPr>
          <p:spPr>
            <a:xfrm>
              <a:off x="817452" y="1463295"/>
              <a:ext cx="2929008" cy="307777"/>
            </a:xfrm>
            <a:prstGeom prst="rect">
              <a:avLst/>
            </a:prstGeom>
          </p:spPr>
          <p:txBody>
            <a:bodyPr wrap="none">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CLAIMS PURCHASE AGREEMENT</a:t>
              </a:r>
            </a:p>
          </p:txBody>
        </p:sp>
        <p:sp>
          <p:nvSpPr>
            <p:cNvPr id="20" name="Rectangle 19">
              <a:extLst>
                <a:ext uri="{FF2B5EF4-FFF2-40B4-BE49-F238E27FC236}">
                  <a16:creationId xmlns:a16="http://schemas.microsoft.com/office/drawing/2014/main" id="{24717F01-3882-5FE1-A848-4100CB4A279F}"/>
                </a:ext>
              </a:extLst>
            </p:cNvPr>
            <p:cNvSpPr/>
            <p:nvPr/>
          </p:nvSpPr>
          <p:spPr>
            <a:xfrm>
              <a:off x="617614" y="2527014"/>
              <a:ext cx="3328683" cy="430887"/>
            </a:xfrm>
            <a:prstGeom prst="rect">
              <a:avLst/>
            </a:prstGeom>
          </p:spPr>
          <p:txBody>
            <a:bodyPr wrap="square">
              <a:spAutoFit/>
            </a:bodyPr>
            <a:lstStyle/>
            <a:p>
              <a:pPr algn="ctr"/>
              <a:r>
                <a:rPr lang="en-US" sz="1100" dirty="0">
                  <a:latin typeface="Poppins Light" panose="00000400000000000000" pitchFamily="2" charset="0"/>
                  <a:cs typeface="Poppins Light" panose="00000400000000000000" pitchFamily="2" charset="0"/>
                </a:rPr>
                <a:t>Claims Purchase: Medical Clinic agrees to purchase claims from Pharmacy</a:t>
              </a:r>
            </a:p>
          </p:txBody>
        </p:sp>
        <p:sp>
          <p:nvSpPr>
            <p:cNvPr id="21" name="Oval 20">
              <a:extLst>
                <a:ext uri="{FF2B5EF4-FFF2-40B4-BE49-F238E27FC236}">
                  <a16:creationId xmlns:a16="http://schemas.microsoft.com/office/drawing/2014/main" id="{16597C97-5B2B-B17E-5D98-C38808D5952A}"/>
                </a:ext>
              </a:extLst>
            </p:cNvPr>
            <p:cNvSpPr/>
            <p:nvPr/>
          </p:nvSpPr>
          <p:spPr>
            <a:xfrm>
              <a:off x="1974771" y="1950631"/>
              <a:ext cx="473268" cy="473268"/>
            </a:xfrm>
            <a:prstGeom prst="ellipse">
              <a:avLst/>
            </a:prstGeom>
            <a:gradFill>
              <a:gsLst>
                <a:gs pos="100000">
                  <a:srgbClr val="0A2C69"/>
                </a:gs>
                <a:gs pos="0">
                  <a:srgbClr val="3795AF"/>
                </a:gs>
              </a:gsLst>
              <a:path path="circle">
                <a:fillToRect l="100000" t="100000"/>
              </a:path>
            </a:gra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8384E6B-0A94-3989-D943-C5DA9BA0FF08}"/>
                </a:ext>
              </a:extLst>
            </p:cNvPr>
            <p:cNvSpPr/>
            <p:nvPr/>
          </p:nvSpPr>
          <p:spPr>
            <a:xfrm>
              <a:off x="520095" y="3247335"/>
              <a:ext cx="3523722" cy="307777"/>
            </a:xfrm>
            <a:prstGeom prst="rect">
              <a:avLst/>
            </a:prstGeom>
          </p:spPr>
          <p:txBody>
            <a:bodyPr wrap="none">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ELITE CARE MANAGEMENT AGREEMENT</a:t>
              </a:r>
            </a:p>
          </p:txBody>
        </p:sp>
        <p:sp>
          <p:nvSpPr>
            <p:cNvPr id="23" name="Rectangle 22">
              <a:extLst>
                <a:ext uri="{FF2B5EF4-FFF2-40B4-BE49-F238E27FC236}">
                  <a16:creationId xmlns:a16="http://schemas.microsoft.com/office/drawing/2014/main" id="{544B2B0C-2412-69EF-7123-FB710AC95133}"/>
                </a:ext>
              </a:extLst>
            </p:cNvPr>
            <p:cNvSpPr/>
            <p:nvPr/>
          </p:nvSpPr>
          <p:spPr>
            <a:xfrm>
              <a:off x="666562" y="4374336"/>
              <a:ext cx="3230787" cy="1615827"/>
            </a:xfrm>
            <a:prstGeom prst="rect">
              <a:avLst/>
            </a:prstGeom>
          </p:spPr>
          <p:txBody>
            <a:bodyPr wrap="square">
              <a:spAutoFit/>
            </a:bodyPr>
            <a:lstStyle/>
            <a:p>
              <a:pPr algn="ctr"/>
              <a:r>
                <a:rPr lang="en-US" sz="1100" dirty="0">
                  <a:latin typeface="Poppins Light" panose="00000400000000000000" pitchFamily="2" charset="0"/>
                  <a:cs typeface="Poppins Light" panose="00000400000000000000" pitchFamily="2" charset="0"/>
                </a:rPr>
                <a:t>Elite Care Rx manages claims and provides full suite revenue cycle management</a:t>
              </a:r>
            </a:p>
            <a:p>
              <a:pPr marL="171450" indent="-171450">
                <a:buFont typeface="Courier New" panose="02070309020205020404" pitchFamily="49" charset="0"/>
                <a:buChar char="o"/>
              </a:pPr>
              <a:endParaRPr lang="en-US" sz="1100" dirty="0">
                <a:latin typeface="Poppins Light" panose="00000400000000000000" pitchFamily="2" charset="0"/>
                <a:cs typeface="Poppins Light" panose="00000400000000000000" pitchFamily="2" charset="0"/>
              </a:endParaRPr>
            </a:p>
            <a:p>
              <a:pPr marL="171450" indent="-171450">
                <a:buFont typeface="Courier New" panose="02070309020205020404" pitchFamily="49" charset="0"/>
                <a:buChar char="o"/>
              </a:pPr>
              <a:r>
                <a:rPr lang="en-US" sz="1100" dirty="0">
                  <a:latin typeface="Poppins Light" panose="00000400000000000000" pitchFamily="2" charset="0"/>
                  <a:cs typeface="Poppins Light" panose="00000400000000000000" pitchFamily="2" charset="0"/>
                </a:rPr>
                <a:t>Billing</a:t>
              </a:r>
            </a:p>
            <a:p>
              <a:pPr marL="171450" indent="-171450">
                <a:buFont typeface="Courier New" panose="02070309020205020404" pitchFamily="49" charset="0"/>
                <a:buChar char="o"/>
              </a:pPr>
              <a:r>
                <a:rPr lang="en-US" sz="1100" dirty="0">
                  <a:latin typeface="Poppins Light" panose="00000400000000000000" pitchFamily="2" charset="0"/>
                  <a:cs typeface="Poppins Light" panose="00000400000000000000" pitchFamily="2" charset="0"/>
                </a:rPr>
                <a:t>Collection</a:t>
              </a:r>
            </a:p>
            <a:p>
              <a:pPr marL="171450" indent="-171450">
                <a:buFont typeface="Courier New" panose="02070309020205020404" pitchFamily="49" charset="0"/>
                <a:buChar char="o"/>
              </a:pPr>
              <a:r>
                <a:rPr lang="en-US" sz="1100" dirty="0">
                  <a:latin typeface="Poppins Light" panose="00000400000000000000" pitchFamily="2" charset="0"/>
                  <a:cs typeface="Poppins Light" panose="00000400000000000000" pitchFamily="2" charset="0"/>
                </a:rPr>
                <a:t>Claims follow-up</a:t>
              </a:r>
            </a:p>
            <a:p>
              <a:pPr marL="171450" indent="-171450">
                <a:buFont typeface="Courier New" panose="02070309020205020404" pitchFamily="49" charset="0"/>
                <a:buChar char="o"/>
              </a:pPr>
              <a:r>
                <a:rPr lang="en-US" sz="1100" dirty="0">
                  <a:latin typeface="Poppins Light" panose="00000400000000000000" pitchFamily="2" charset="0"/>
                  <a:cs typeface="Poppins Light" panose="00000400000000000000" pitchFamily="2" charset="0"/>
                </a:rPr>
                <a:t>Legal support</a:t>
              </a:r>
            </a:p>
            <a:p>
              <a:pPr marL="171450" indent="-171450">
                <a:buFont typeface="Courier New" panose="02070309020205020404" pitchFamily="49" charset="0"/>
                <a:buChar char="o"/>
              </a:pPr>
              <a:r>
                <a:rPr lang="en-US" sz="1100" dirty="0">
                  <a:latin typeface="Poppins Light" panose="00000400000000000000" pitchFamily="2" charset="0"/>
                  <a:cs typeface="Poppins Light" panose="00000400000000000000" pitchFamily="2" charset="0"/>
                </a:rPr>
                <a:t>A/R management</a:t>
              </a:r>
            </a:p>
            <a:p>
              <a:pPr marL="171450" indent="-171450">
                <a:buFont typeface="Courier New" panose="02070309020205020404" pitchFamily="49" charset="0"/>
                <a:buChar char="o"/>
              </a:pPr>
              <a:r>
                <a:rPr lang="en-US" sz="1100" dirty="0">
                  <a:latin typeface="Poppins Light" panose="00000400000000000000" pitchFamily="2" charset="0"/>
                  <a:cs typeface="Poppins Light" panose="00000400000000000000" pitchFamily="2" charset="0"/>
                </a:rPr>
                <a:t>Robust contract management</a:t>
              </a:r>
            </a:p>
          </p:txBody>
        </p:sp>
        <p:sp>
          <p:nvSpPr>
            <p:cNvPr id="24" name="Oval 23">
              <a:extLst>
                <a:ext uri="{FF2B5EF4-FFF2-40B4-BE49-F238E27FC236}">
                  <a16:creationId xmlns:a16="http://schemas.microsoft.com/office/drawing/2014/main" id="{38140E3F-60F0-223C-8340-37CEFD442CE6}"/>
                </a:ext>
              </a:extLst>
            </p:cNvPr>
            <p:cNvSpPr/>
            <p:nvPr/>
          </p:nvSpPr>
          <p:spPr>
            <a:xfrm>
              <a:off x="1974771" y="3776622"/>
              <a:ext cx="473268" cy="473268"/>
            </a:xfrm>
            <a:prstGeom prst="ellipse">
              <a:avLst/>
            </a:prstGeom>
            <a:gradFill>
              <a:gsLst>
                <a:gs pos="100000">
                  <a:srgbClr val="0A2C69"/>
                </a:gs>
                <a:gs pos="0">
                  <a:srgbClr val="3795AF"/>
                </a:gs>
              </a:gsLst>
              <a:path path="circle">
                <a:fillToRect l="100000" t="100000"/>
              </a:path>
            </a:gra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6D3750C9-67F6-C557-0528-9253DE7D7D64}"/>
                </a:ext>
              </a:extLst>
            </p:cNvPr>
            <p:cNvGrpSpPr/>
            <p:nvPr/>
          </p:nvGrpSpPr>
          <p:grpSpPr>
            <a:xfrm>
              <a:off x="2101486" y="2071298"/>
              <a:ext cx="219838" cy="2060131"/>
              <a:chOff x="2101486" y="2071298"/>
              <a:chExt cx="219838" cy="2060131"/>
            </a:xfrm>
          </p:grpSpPr>
          <p:pic>
            <p:nvPicPr>
              <p:cNvPr id="26" name="Picture 25">
                <a:extLst>
                  <a:ext uri="{FF2B5EF4-FFF2-40B4-BE49-F238E27FC236}">
                    <a16:creationId xmlns:a16="http://schemas.microsoft.com/office/drawing/2014/main" id="{ABE5E5B8-6887-6F8F-153D-A5F5103A2778}"/>
                  </a:ext>
                </a:extLst>
              </p:cNvPr>
              <p:cNvPicPr>
                <a:picLocks noChangeAspect="1"/>
              </p:cNvPicPr>
              <p:nvPr/>
            </p:nvPicPr>
            <p:blipFill>
              <a:blip r:embed="rId14">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101486" y="2071298"/>
                <a:ext cx="219838" cy="219838"/>
              </a:xfrm>
              <a:prstGeom prst="rect">
                <a:avLst/>
              </a:prstGeom>
            </p:spPr>
          </p:pic>
          <p:pic>
            <p:nvPicPr>
              <p:cNvPr id="27" name="Picture 26">
                <a:extLst>
                  <a:ext uri="{FF2B5EF4-FFF2-40B4-BE49-F238E27FC236}">
                    <a16:creationId xmlns:a16="http://schemas.microsoft.com/office/drawing/2014/main" id="{66CD141B-2F95-8720-882C-9B09CA62E970}"/>
                  </a:ext>
                </a:extLst>
              </p:cNvPr>
              <p:cNvPicPr>
                <a:picLocks noChangeAspect="1"/>
              </p:cNvPicPr>
              <p:nvPr/>
            </p:nvPicPr>
            <p:blipFill>
              <a:blip r:embed="rId16">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101486" y="3911591"/>
                <a:ext cx="219838" cy="219838"/>
              </a:xfrm>
              <a:prstGeom prst="rect">
                <a:avLst/>
              </a:prstGeom>
            </p:spPr>
          </p:pic>
        </p:grpSp>
      </p:grpSp>
    </p:spTree>
    <p:extLst>
      <p:ext uri="{BB962C8B-B14F-4D97-AF65-F5344CB8AC3E}">
        <p14:creationId xmlns:p14="http://schemas.microsoft.com/office/powerpoint/2010/main" val="97303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A2C69"/>
            </a:gs>
            <a:gs pos="0">
              <a:srgbClr val="3795AF"/>
            </a:gs>
          </a:gsLst>
          <a:path path="circle">
            <a:fillToRect l="100000" t="100000"/>
          </a:path>
          <a:tileRect r="-100000" b="-100000"/>
        </a:gradFill>
        <a:effectLst/>
      </p:bgPr>
    </p:bg>
    <p:spTree>
      <p:nvGrpSpPr>
        <p:cNvPr id="1" name=""/>
        <p:cNvGrpSpPr/>
        <p:nvPr/>
      </p:nvGrpSpPr>
      <p:grpSpPr>
        <a:xfrm>
          <a:off x="0" y="0"/>
          <a:ext cx="0" cy="0"/>
          <a:chOff x="0" y="0"/>
          <a:chExt cx="0" cy="0"/>
        </a:xfrm>
      </p:grpSpPr>
      <p:pic>
        <p:nvPicPr>
          <p:cNvPr id="153" name="Graphic 152">
            <a:extLst>
              <a:ext uri="{FF2B5EF4-FFF2-40B4-BE49-F238E27FC236}">
                <a16:creationId xmlns:a16="http://schemas.microsoft.com/office/drawing/2014/main" id="{D27D3BB8-6BB6-45D1-B2C6-B37C00F5A37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6447" y="2018239"/>
            <a:ext cx="11259107" cy="3749601"/>
          </a:xfrm>
          <a:prstGeom prst="rect">
            <a:avLst/>
          </a:prstGeom>
        </p:spPr>
      </p:pic>
      <p:sp>
        <p:nvSpPr>
          <p:cNvPr id="2" name="Rectangle 1">
            <a:extLst>
              <a:ext uri="{FF2B5EF4-FFF2-40B4-BE49-F238E27FC236}">
                <a16:creationId xmlns:a16="http://schemas.microsoft.com/office/drawing/2014/main" id="{D1F5D632-C815-404A-AEE4-83209A0656DB}"/>
              </a:ext>
            </a:extLst>
          </p:cNvPr>
          <p:cNvSpPr/>
          <p:nvPr/>
        </p:nvSpPr>
        <p:spPr>
          <a:xfrm>
            <a:off x="1" y="221323"/>
            <a:ext cx="12192000" cy="641472"/>
          </a:xfrm>
          <a:prstGeom prst="rect">
            <a:avLst/>
          </a:prstGeom>
          <a:solidFill>
            <a:schemeClr val="bg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0B723D77-3A82-4F5A-ADCE-FC084D18A00C}"/>
              </a:ext>
            </a:extLst>
          </p:cNvPr>
          <p:cNvGrpSpPr/>
          <p:nvPr/>
        </p:nvGrpSpPr>
        <p:grpSpPr>
          <a:xfrm>
            <a:off x="11046546" y="269723"/>
            <a:ext cx="942696" cy="503396"/>
            <a:chOff x="10971702" y="243966"/>
            <a:chExt cx="990783" cy="523835"/>
          </a:xfrm>
        </p:grpSpPr>
        <p:sp>
          <p:nvSpPr>
            <p:cNvPr id="120" name="Freeform: Shape 119">
              <a:extLst>
                <a:ext uri="{FF2B5EF4-FFF2-40B4-BE49-F238E27FC236}">
                  <a16:creationId xmlns:a16="http://schemas.microsoft.com/office/drawing/2014/main" id="{5A1EB76F-80D1-47F3-AED0-A4C15DC4FB4B}"/>
                </a:ext>
              </a:extLst>
            </p:cNvPr>
            <p:cNvSpPr/>
            <p:nvPr/>
          </p:nvSpPr>
          <p:spPr>
            <a:xfrm>
              <a:off x="10971702" y="243966"/>
              <a:ext cx="379328" cy="523835"/>
            </a:xfrm>
            <a:custGeom>
              <a:avLst/>
              <a:gdLst>
                <a:gd name="connsiteX0" fmla="*/ 177742 w 200025"/>
                <a:gd name="connsiteY0" fmla="*/ 93536 h 276225"/>
                <a:gd name="connsiteX1" fmla="*/ 165265 w 200025"/>
                <a:gd name="connsiteY1" fmla="*/ 93536 h 276225"/>
                <a:gd name="connsiteX2" fmla="*/ 179171 w 200025"/>
                <a:gd name="connsiteY2" fmla="*/ 52674 h 276225"/>
                <a:gd name="connsiteX3" fmla="*/ 196602 w 200025"/>
                <a:gd name="connsiteY3" fmla="*/ 30290 h 276225"/>
                <a:gd name="connsiteX4" fmla="*/ 173457 w 200025"/>
                <a:gd name="connsiteY4" fmla="*/ 7144 h 276225"/>
                <a:gd name="connsiteX5" fmla="*/ 173266 w 200025"/>
                <a:gd name="connsiteY5" fmla="*/ 7145 h 276225"/>
                <a:gd name="connsiteX6" fmla="*/ 150120 w 200025"/>
                <a:gd name="connsiteY6" fmla="*/ 30290 h 276225"/>
                <a:gd name="connsiteX7" fmla="*/ 154216 w 200025"/>
                <a:gd name="connsiteY7" fmla="*/ 42768 h 276225"/>
                <a:gd name="connsiteX8" fmla="*/ 136975 w 200025"/>
                <a:gd name="connsiteY8" fmla="*/ 93536 h 276225"/>
                <a:gd name="connsiteX9" fmla="*/ 19913 w 200025"/>
                <a:gd name="connsiteY9" fmla="*/ 93536 h 276225"/>
                <a:gd name="connsiteX10" fmla="*/ 7150 w 200025"/>
                <a:gd name="connsiteY10" fmla="*/ 106395 h 276225"/>
                <a:gd name="connsiteX11" fmla="*/ 7150 w 200025"/>
                <a:gd name="connsiteY11" fmla="*/ 107824 h 276225"/>
                <a:gd name="connsiteX12" fmla="*/ 19913 w 200025"/>
                <a:gd name="connsiteY12" fmla="*/ 120587 h 276225"/>
                <a:gd name="connsiteX13" fmla="*/ 25723 w 200025"/>
                <a:gd name="connsiteY13" fmla="*/ 120587 h 276225"/>
                <a:gd name="connsiteX14" fmla="*/ 25723 w 200025"/>
                <a:gd name="connsiteY14" fmla="*/ 121254 h 276225"/>
                <a:gd name="connsiteX15" fmla="*/ 41154 w 200025"/>
                <a:gd name="connsiteY15" fmla="*/ 184595 h 276225"/>
                <a:gd name="connsiteX16" fmla="*/ 25723 w 200025"/>
                <a:gd name="connsiteY16" fmla="*/ 247841 h 276225"/>
                <a:gd name="connsiteX17" fmla="*/ 25723 w 200025"/>
                <a:gd name="connsiteY17" fmla="*/ 248508 h 276225"/>
                <a:gd name="connsiteX18" fmla="*/ 19913 w 200025"/>
                <a:gd name="connsiteY18" fmla="*/ 248508 h 276225"/>
                <a:gd name="connsiteX19" fmla="*/ 7150 w 200025"/>
                <a:gd name="connsiteY19" fmla="*/ 261272 h 276225"/>
                <a:gd name="connsiteX20" fmla="*/ 7150 w 200025"/>
                <a:gd name="connsiteY20" fmla="*/ 262796 h 276225"/>
                <a:gd name="connsiteX21" fmla="*/ 19526 w 200025"/>
                <a:gd name="connsiteY21" fmla="*/ 275934 h 276225"/>
                <a:gd name="connsiteX22" fmla="*/ 19913 w 200025"/>
                <a:gd name="connsiteY22" fmla="*/ 275940 h 276225"/>
                <a:gd name="connsiteX23" fmla="*/ 177742 w 200025"/>
                <a:gd name="connsiteY23" fmla="*/ 275940 h 276225"/>
                <a:gd name="connsiteX24" fmla="*/ 190506 w 200025"/>
                <a:gd name="connsiteY24" fmla="*/ 263177 h 276225"/>
                <a:gd name="connsiteX25" fmla="*/ 190506 w 200025"/>
                <a:gd name="connsiteY25" fmla="*/ 261653 h 276225"/>
                <a:gd name="connsiteX26" fmla="*/ 177742 w 200025"/>
                <a:gd name="connsiteY26" fmla="*/ 248889 h 276225"/>
                <a:gd name="connsiteX27" fmla="*/ 172027 w 200025"/>
                <a:gd name="connsiteY27" fmla="*/ 248889 h 276225"/>
                <a:gd name="connsiteX28" fmla="*/ 172027 w 200025"/>
                <a:gd name="connsiteY28" fmla="*/ 248222 h 276225"/>
                <a:gd name="connsiteX29" fmla="*/ 156597 w 200025"/>
                <a:gd name="connsiteY29" fmla="*/ 184976 h 276225"/>
                <a:gd name="connsiteX30" fmla="*/ 172027 w 200025"/>
                <a:gd name="connsiteY30" fmla="*/ 121635 h 276225"/>
                <a:gd name="connsiteX31" fmla="*/ 172027 w 200025"/>
                <a:gd name="connsiteY31" fmla="*/ 120968 h 276225"/>
                <a:gd name="connsiteX32" fmla="*/ 177742 w 200025"/>
                <a:gd name="connsiteY32" fmla="*/ 120968 h 276225"/>
                <a:gd name="connsiteX33" fmla="*/ 190506 w 200025"/>
                <a:gd name="connsiteY33" fmla="*/ 108205 h 276225"/>
                <a:gd name="connsiteX34" fmla="*/ 190506 w 200025"/>
                <a:gd name="connsiteY34" fmla="*/ 106776 h 276225"/>
                <a:gd name="connsiteX35" fmla="*/ 178034 w 200025"/>
                <a:gd name="connsiteY35" fmla="*/ 93542 h 276225"/>
                <a:gd name="connsiteX36" fmla="*/ 177742 w 200025"/>
                <a:gd name="connsiteY36" fmla="*/ 93536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0025" h="276225">
                  <a:moveTo>
                    <a:pt x="177742" y="93536"/>
                  </a:moveTo>
                  <a:lnTo>
                    <a:pt x="165265" y="93536"/>
                  </a:lnTo>
                  <a:lnTo>
                    <a:pt x="179171" y="52674"/>
                  </a:lnTo>
                  <a:cubicBezTo>
                    <a:pt x="189429" y="50095"/>
                    <a:pt x="196615" y="40867"/>
                    <a:pt x="196602" y="30290"/>
                  </a:cubicBezTo>
                  <a:cubicBezTo>
                    <a:pt x="196602" y="17507"/>
                    <a:pt x="186240" y="7144"/>
                    <a:pt x="173457" y="7144"/>
                  </a:cubicBezTo>
                  <a:cubicBezTo>
                    <a:pt x="173393" y="7144"/>
                    <a:pt x="173329" y="7144"/>
                    <a:pt x="173266" y="7145"/>
                  </a:cubicBezTo>
                  <a:cubicBezTo>
                    <a:pt x="160483" y="7145"/>
                    <a:pt x="150120" y="17507"/>
                    <a:pt x="150120" y="30290"/>
                  </a:cubicBezTo>
                  <a:cubicBezTo>
                    <a:pt x="150262" y="34756"/>
                    <a:pt x="151684" y="39087"/>
                    <a:pt x="154216" y="42768"/>
                  </a:cubicBezTo>
                  <a:lnTo>
                    <a:pt x="136975" y="93536"/>
                  </a:lnTo>
                  <a:lnTo>
                    <a:pt x="19913" y="93536"/>
                  </a:lnTo>
                  <a:cubicBezTo>
                    <a:pt x="12849" y="93589"/>
                    <a:pt x="7149" y="99330"/>
                    <a:pt x="7150" y="106395"/>
                  </a:cubicBezTo>
                  <a:lnTo>
                    <a:pt x="7150" y="107824"/>
                  </a:lnTo>
                  <a:cubicBezTo>
                    <a:pt x="7150" y="114873"/>
                    <a:pt x="12864" y="120587"/>
                    <a:pt x="19913" y="120587"/>
                  </a:cubicBezTo>
                  <a:lnTo>
                    <a:pt x="25723" y="120587"/>
                  </a:lnTo>
                  <a:lnTo>
                    <a:pt x="25723" y="121254"/>
                  </a:lnTo>
                  <a:cubicBezTo>
                    <a:pt x="36402" y="140622"/>
                    <a:pt x="41728" y="162486"/>
                    <a:pt x="41154" y="184595"/>
                  </a:cubicBezTo>
                  <a:cubicBezTo>
                    <a:pt x="41744" y="206676"/>
                    <a:pt x="36416" y="228513"/>
                    <a:pt x="25723" y="247841"/>
                  </a:cubicBezTo>
                  <a:lnTo>
                    <a:pt x="25723" y="248508"/>
                  </a:lnTo>
                  <a:lnTo>
                    <a:pt x="19913" y="248508"/>
                  </a:lnTo>
                  <a:cubicBezTo>
                    <a:pt x="12886" y="248560"/>
                    <a:pt x="7201" y="254244"/>
                    <a:pt x="7150" y="261272"/>
                  </a:cubicBezTo>
                  <a:lnTo>
                    <a:pt x="7150" y="262796"/>
                  </a:lnTo>
                  <a:cubicBezTo>
                    <a:pt x="6939" y="269841"/>
                    <a:pt x="12480" y="275724"/>
                    <a:pt x="19526" y="275934"/>
                  </a:cubicBezTo>
                  <a:cubicBezTo>
                    <a:pt x="19655" y="275938"/>
                    <a:pt x="19784" y="275940"/>
                    <a:pt x="19913" y="275940"/>
                  </a:cubicBezTo>
                  <a:lnTo>
                    <a:pt x="177742" y="275940"/>
                  </a:lnTo>
                  <a:cubicBezTo>
                    <a:pt x="184791" y="275940"/>
                    <a:pt x="190506" y="270226"/>
                    <a:pt x="190506" y="263177"/>
                  </a:cubicBezTo>
                  <a:lnTo>
                    <a:pt x="190506" y="261653"/>
                  </a:lnTo>
                  <a:cubicBezTo>
                    <a:pt x="190454" y="254625"/>
                    <a:pt x="184770" y="248941"/>
                    <a:pt x="177742" y="248889"/>
                  </a:cubicBezTo>
                  <a:lnTo>
                    <a:pt x="172027" y="248889"/>
                  </a:lnTo>
                  <a:lnTo>
                    <a:pt x="172027" y="248222"/>
                  </a:lnTo>
                  <a:cubicBezTo>
                    <a:pt x="161335" y="228894"/>
                    <a:pt x="156007" y="207057"/>
                    <a:pt x="156597" y="184976"/>
                  </a:cubicBezTo>
                  <a:cubicBezTo>
                    <a:pt x="156022" y="162867"/>
                    <a:pt x="161349" y="141003"/>
                    <a:pt x="172027" y="121635"/>
                  </a:cubicBezTo>
                  <a:lnTo>
                    <a:pt x="172027" y="120968"/>
                  </a:lnTo>
                  <a:lnTo>
                    <a:pt x="177742" y="120968"/>
                  </a:lnTo>
                  <a:cubicBezTo>
                    <a:pt x="184791" y="120968"/>
                    <a:pt x="190506" y="115254"/>
                    <a:pt x="190506" y="108205"/>
                  </a:cubicBezTo>
                  <a:lnTo>
                    <a:pt x="190506" y="106776"/>
                  </a:lnTo>
                  <a:cubicBezTo>
                    <a:pt x="190716" y="99677"/>
                    <a:pt x="185133" y="93752"/>
                    <a:pt x="178034" y="93542"/>
                  </a:cubicBezTo>
                  <a:cubicBezTo>
                    <a:pt x="177937" y="93539"/>
                    <a:pt x="177840" y="93537"/>
                    <a:pt x="177742" y="93536"/>
                  </a:cubicBezTo>
                  <a:close/>
                </a:path>
              </a:pathLst>
            </a:custGeom>
            <a:solidFill>
              <a:srgbClr val="FFFFFF"/>
            </a:solid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07062DF7-4D09-4289-B519-26824946FB45}"/>
                </a:ext>
              </a:extLst>
            </p:cNvPr>
            <p:cNvSpPr/>
            <p:nvPr/>
          </p:nvSpPr>
          <p:spPr>
            <a:xfrm>
              <a:off x="11051914" y="594576"/>
              <a:ext cx="90316" cy="108380"/>
            </a:xfrm>
            <a:custGeom>
              <a:avLst/>
              <a:gdLst>
                <a:gd name="connsiteX0" fmla="*/ 42767 w 47625"/>
                <a:gd name="connsiteY0" fmla="*/ 43434 h 57150"/>
                <a:gd name="connsiteX1" fmla="*/ 16669 w 47625"/>
                <a:gd name="connsiteY1" fmla="*/ 14859 h 57150"/>
                <a:gd name="connsiteX2" fmla="*/ 42958 w 47625"/>
                <a:gd name="connsiteY2" fmla="*/ 14859 h 57150"/>
                <a:gd name="connsiteX3" fmla="*/ 42958 w 47625"/>
                <a:gd name="connsiteY3" fmla="*/ 7144 h 57150"/>
                <a:gd name="connsiteX4" fmla="*/ 7144 w 47625"/>
                <a:gd name="connsiteY4" fmla="*/ 7144 h 57150"/>
                <a:gd name="connsiteX5" fmla="*/ 43244 w 47625"/>
                <a:gd name="connsiteY5" fmla="*/ 52578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25" h="57150">
                  <a:moveTo>
                    <a:pt x="42767" y="43434"/>
                  </a:moveTo>
                  <a:cubicBezTo>
                    <a:pt x="29871" y="38821"/>
                    <a:pt x="20097" y="28119"/>
                    <a:pt x="16669" y="14859"/>
                  </a:cubicBezTo>
                  <a:lnTo>
                    <a:pt x="42958" y="14859"/>
                  </a:lnTo>
                  <a:lnTo>
                    <a:pt x="42958" y="7144"/>
                  </a:lnTo>
                  <a:lnTo>
                    <a:pt x="7144" y="7144"/>
                  </a:lnTo>
                  <a:cubicBezTo>
                    <a:pt x="8232" y="28447"/>
                    <a:pt x="22738" y="46703"/>
                    <a:pt x="43244" y="52578"/>
                  </a:cubicBezTo>
                  <a:close/>
                </a:path>
              </a:pathLst>
            </a:custGeom>
            <a:solidFill>
              <a:srgbClr val="0055A5"/>
            </a:solid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AA81E50F-AAD3-45B7-A10A-65F49E9FD6C2}"/>
                </a:ext>
              </a:extLst>
            </p:cNvPr>
            <p:cNvSpPr/>
            <p:nvPr/>
          </p:nvSpPr>
          <p:spPr>
            <a:xfrm>
              <a:off x="11124168" y="593313"/>
              <a:ext cx="36127" cy="108380"/>
            </a:xfrm>
            <a:custGeom>
              <a:avLst/>
              <a:gdLst>
                <a:gd name="connsiteX0" fmla="*/ 7144 w 19050"/>
                <a:gd name="connsiteY0" fmla="*/ 7620 h 57150"/>
                <a:gd name="connsiteX1" fmla="*/ 7144 w 19050"/>
                <a:gd name="connsiteY1" fmla="*/ 53626 h 57150"/>
                <a:gd name="connsiteX2" fmla="*/ 15335 w 19050"/>
                <a:gd name="connsiteY2" fmla="*/ 54769 h 57150"/>
                <a:gd name="connsiteX3" fmla="*/ 15335 w 19050"/>
                <a:gd name="connsiteY3" fmla="*/ 7144 h 57150"/>
              </a:gdLst>
              <a:ahLst/>
              <a:cxnLst>
                <a:cxn ang="0">
                  <a:pos x="connsiteX0" y="connsiteY0"/>
                </a:cxn>
                <a:cxn ang="0">
                  <a:pos x="connsiteX1" y="connsiteY1"/>
                </a:cxn>
                <a:cxn ang="0">
                  <a:pos x="connsiteX2" y="connsiteY2"/>
                </a:cxn>
                <a:cxn ang="0">
                  <a:pos x="connsiteX3" y="connsiteY3"/>
                </a:cxn>
              </a:cxnLst>
              <a:rect l="l" t="t" r="r" b="b"/>
              <a:pathLst>
                <a:path w="19050" h="57150">
                  <a:moveTo>
                    <a:pt x="7144" y="7620"/>
                  </a:moveTo>
                  <a:lnTo>
                    <a:pt x="7144" y="53626"/>
                  </a:lnTo>
                  <a:cubicBezTo>
                    <a:pt x="9827" y="54293"/>
                    <a:pt x="12572" y="54676"/>
                    <a:pt x="15335" y="54769"/>
                  </a:cubicBezTo>
                  <a:lnTo>
                    <a:pt x="15335" y="7144"/>
                  </a:lnTo>
                  <a:close/>
                </a:path>
              </a:pathLst>
            </a:custGeom>
            <a:solidFill>
              <a:srgbClr val="ED174F"/>
            </a:solid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25BD4E3B-95A6-47D9-8CC0-A2564798CEE3}"/>
                </a:ext>
              </a:extLst>
            </p:cNvPr>
            <p:cNvSpPr/>
            <p:nvPr/>
          </p:nvSpPr>
          <p:spPr>
            <a:xfrm>
              <a:off x="11152166" y="495228"/>
              <a:ext cx="108380" cy="198696"/>
            </a:xfrm>
            <a:custGeom>
              <a:avLst/>
              <a:gdLst>
                <a:gd name="connsiteX0" fmla="*/ 14954 w 57150"/>
                <a:gd name="connsiteY0" fmla="*/ 8192 h 104775"/>
                <a:gd name="connsiteX1" fmla="*/ 14954 w 57150"/>
                <a:gd name="connsiteY1" fmla="*/ 8192 h 104775"/>
                <a:gd name="connsiteX2" fmla="*/ 7144 w 57150"/>
                <a:gd name="connsiteY2" fmla="*/ 7144 h 104775"/>
                <a:gd name="connsiteX3" fmla="*/ 7144 w 57150"/>
                <a:gd name="connsiteY3" fmla="*/ 8192 h 104775"/>
                <a:gd name="connsiteX4" fmla="*/ 7144 w 57150"/>
                <a:gd name="connsiteY4" fmla="*/ 8192 h 104775"/>
                <a:gd name="connsiteX5" fmla="*/ 7144 w 57150"/>
                <a:gd name="connsiteY5" fmla="*/ 103442 h 104775"/>
                <a:gd name="connsiteX6" fmla="*/ 7144 w 57150"/>
                <a:gd name="connsiteY6" fmla="*/ 103442 h 104775"/>
                <a:gd name="connsiteX7" fmla="*/ 7144 w 57150"/>
                <a:gd name="connsiteY7" fmla="*/ 106775 h 104775"/>
                <a:gd name="connsiteX8" fmla="*/ 53912 w 57150"/>
                <a:gd name="connsiteY8" fmla="*/ 56960 h 104775"/>
                <a:gd name="connsiteX9" fmla="*/ 14954 w 57150"/>
                <a:gd name="connsiteY9" fmla="*/ 8192 h 104775"/>
                <a:gd name="connsiteX10" fmla="*/ 14954 w 57150"/>
                <a:gd name="connsiteY10" fmla="*/ 96584 h 104775"/>
                <a:gd name="connsiteX11" fmla="*/ 14954 w 57150"/>
                <a:gd name="connsiteY11" fmla="*/ 17050 h 104775"/>
                <a:gd name="connsiteX12" fmla="*/ 45053 w 57150"/>
                <a:gd name="connsiteY12" fmla="*/ 56769 h 104775"/>
                <a:gd name="connsiteX13" fmla="*/ 14954 w 57150"/>
                <a:gd name="connsiteY13" fmla="*/ 96584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150" h="104775">
                  <a:moveTo>
                    <a:pt x="14954" y="8192"/>
                  </a:moveTo>
                  <a:lnTo>
                    <a:pt x="14954" y="8192"/>
                  </a:lnTo>
                  <a:cubicBezTo>
                    <a:pt x="12389" y="7603"/>
                    <a:pt x="9774" y="7252"/>
                    <a:pt x="7144" y="7144"/>
                  </a:cubicBezTo>
                  <a:lnTo>
                    <a:pt x="7144" y="8192"/>
                  </a:lnTo>
                  <a:lnTo>
                    <a:pt x="7144" y="8192"/>
                  </a:lnTo>
                  <a:lnTo>
                    <a:pt x="7144" y="103442"/>
                  </a:lnTo>
                  <a:lnTo>
                    <a:pt x="7144" y="103442"/>
                  </a:lnTo>
                  <a:lnTo>
                    <a:pt x="7144" y="106775"/>
                  </a:lnTo>
                  <a:cubicBezTo>
                    <a:pt x="33438" y="105116"/>
                    <a:pt x="53914" y="83306"/>
                    <a:pt x="53912" y="56960"/>
                  </a:cubicBezTo>
                  <a:cubicBezTo>
                    <a:pt x="53946" y="33587"/>
                    <a:pt x="37757" y="13321"/>
                    <a:pt x="14954" y="8192"/>
                  </a:cubicBezTo>
                  <a:close/>
                  <a:moveTo>
                    <a:pt x="14954" y="96584"/>
                  </a:moveTo>
                  <a:lnTo>
                    <a:pt x="14954" y="17050"/>
                  </a:lnTo>
                  <a:cubicBezTo>
                    <a:pt x="32737" y="22074"/>
                    <a:pt x="45026" y="38290"/>
                    <a:pt x="45053" y="56769"/>
                  </a:cubicBezTo>
                  <a:cubicBezTo>
                    <a:pt x="45036" y="75273"/>
                    <a:pt x="32752" y="91522"/>
                    <a:pt x="14954" y="96584"/>
                  </a:cubicBezTo>
                  <a:close/>
                </a:path>
              </a:pathLst>
            </a:custGeom>
            <a:solidFill>
              <a:srgbClr val="ED174F"/>
            </a:solid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E530307-34A9-48FA-A5F7-17F35DA8E410}"/>
                </a:ext>
              </a:extLst>
            </p:cNvPr>
            <p:cNvSpPr/>
            <p:nvPr/>
          </p:nvSpPr>
          <p:spPr>
            <a:xfrm>
              <a:off x="11051914" y="495589"/>
              <a:ext cx="108380" cy="108380"/>
            </a:xfrm>
            <a:custGeom>
              <a:avLst/>
              <a:gdLst>
                <a:gd name="connsiteX0" fmla="*/ 53816 w 57150"/>
                <a:gd name="connsiteY0" fmla="*/ 53531 h 57150"/>
                <a:gd name="connsiteX1" fmla="*/ 53816 w 57150"/>
                <a:gd name="connsiteY1" fmla="*/ 45244 h 57150"/>
                <a:gd name="connsiteX2" fmla="*/ 53816 w 57150"/>
                <a:gd name="connsiteY2" fmla="*/ 45244 h 57150"/>
                <a:gd name="connsiteX3" fmla="*/ 53816 w 57150"/>
                <a:gd name="connsiteY3" fmla="*/ 7144 h 57150"/>
                <a:gd name="connsiteX4" fmla="*/ 7144 w 57150"/>
                <a:gd name="connsiteY4" fmla="*/ 53531 h 57150"/>
                <a:gd name="connsiteX5" fmla="*/ 53816 w 57150"/>
                <a:gd name="connsiteY5" fmla="*/ 53531 h 57150"/>
                <a:gd name="connsiteX6" fmla="*/ 45244 w 57150"/>
                <a:gd name="connsiteY6" fmla="*/ 16669 h 57150"/>
                <a:gd name="connsiteX7" fmla="*/ 45244 w 57150"/>
                <a:gd name="connsiteY7" fmla="*/ 45244 h 57150"/>
                <a:gd name="connsiteX8" fmla="*/ 16669 w 57150"/>
                <a:gd name="connsiteY8" fmla="*/ 45244 h 57150"/>
                <a:gd name="connsiteX9" fmla="*/ 45244 w 57150"/>
                <a:gd name="connsiteY9" fmla="*/ 166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50" h="57150">
                  <a:moveTo>
                    <a:pt x="53816" y="53531"/>
                  </a:moveTo>
                  <a:lnTo>
                    <a:pt x="53816" y="45244"/>
                  </a:lnTo>
                  <a:lnTo>
                    <a:pt x="53816" y="45244"/>
                  </a:lnTo>
                  <a:lnTo>
                    <a:pt x="53816" y="7144"/>
                  </a:lnTo>
                  <a:cubicBezTo>
                    <a:pt x="28825" y="8709"/>
                    <a:pt x="8863" y="28550"/>
                    <a:pt x="7144" y="53531"/>
                  </a:cubicBezTo>
                  <a:lnTo>
                    <a:pt x="53816" y="53531"/>
                  </a:lnTo>
                  <a:close/>
                  <a:moveTo>
                    <a:pt x="45244" y="16669"/>
                  </a:moveTo>
                  <a:lnTo>
                    <a:pt x="45244" y="45244"/>
                  </a:lnTo>
                  <a:lnTo>
                    <a:pt x="16669" y="45244"/>
                  </a:lnTo>
                  <a:cubicBezTo>
                    <a:pt x="20605" y="31414"/>
                    <a:pt x="31414" y="20605"/>
                    <a:pt x="45244" y="16669"/>
                  </a:cubicBezTo>
                  <a:close/>
                </a:path>
              </a:pathLst>
            </a:custGeom>
            <a:solidFill>
              <a:srgbClr val="ED174F"/>
            </a:solid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501022F3-7047-4695-9B19-DFD52928A5AF}"/>
                </a:ext>
              </a:extLst>
            </p:cNvPr>
            <p:cNvSpPr/>
            <p:nvPr/>
          </p:nvSpPr>
          <p:spPr>
            <a:xfrm>
              <a:off x="11357545" y="416827"/>
              <a:ext cx="108380" cy="234823"/>
            </a:xfrm>
            <a:custGeom>
              <a:avLst/>
              <a:gdLst>
                <a:gd name="connsiteX0" fmla="*/ 7144 w 57150"/>
                <a:gd name="connsiteY0" fmla="*/ 120209 h 123825"/>
                <a:gd name="connsiteX1" fmla="*/ 7144 w 57150"/>
                <a:gd name="connsiteY1" fmla="*/ 7147 h 123825"/>
                <a:gd name="connsiteX2" fmla="*/ 14573 w 57150"/>
                <a:gd name="connsiteY2" fmla="*/ 7147 h 123825"/>
                <a:gd name="connsiteX3" fmla="*/ 46006 w 57150"/>
                <a:gd name="connsiteY3" fmla="*/ 20387 h 123825"/>
                <a:gd name="connsiteX4" fmla="*/ 59055 w 57150"/>
                <a:gd name="connsiteY4" fmla="*/ 52772 h 123825"/>
                <a:gd name="connsiteX5" fmla="*/ 53435 w 57150"/>
                <a:gd name="connsiteY5" fmla="*/ 74584 h 123825"/>
                <a:gd name="connsiteX6" fmla="*/ 38481 w 57150"/>
                <a:gd name="connsiteY6" fmla="*/ 91158 h 123825"/>
                <a:gd name="connsiteX7" fmla="*/ 15145 w 57150"/>
                <a:gd name="connsiteY7" fmla="*/ 98873 h 123825"/>
                <a:gd name="connsiteX8" fmla="*/ 15145 w 57150"/>
                <a:gd name="connsiteY8" fmla="*/ 120209 h 123825"/>
                <a:gd name="connsiteX9" fmla="*/ 15431 w 57150"/>
                <a:gd name="connsiteY9" fmla="*/ 15434 h 123825"/>
                <a:gd name="connsiteX10" fmla="*/ 15431 w 57150"/>
                <a:gd name="connsiteY10" fmla="*/ 90777 h 123825"/>
                <a:gd name="connsiteX11" fmla="*/ 40958 w 57150"/>
                <a:gd name="connsiteY11" fmla="*/ 78870 h 123825"/>
                <a:gd name="connsiteX12" fmla="*/ 51054 w 57150"/>
                <a:gd name="connsiteY12" fmla="*/ 52962 h 123825"/>
                <a:gd name="connsiteX13" fmla="*/ 36481 w 57150"/>
                <a:gd name="connsiteY13" fmla="*/ 22863 h 123825"/>
                <a:gd name="connsiteX14" fmla="*/ 15431 w 57150"/>
                <a:gd name="connsiteY14" fmla="*/ 15053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50" h="123825">
                  <a:moveTo>
                    <a:pt x="7144" y="120209"/>
                  </a:moveTo>
                  <a:lnTo>
                    <a:pt x="7144" y="7147"/>
                  </a:lnTo>
                  <a:lnTo>
                    <a:pt x="14573" y="7147"/>
                  </a:lnTo>
                  <a:cubicBezTo>
                    <a:pt x="26436" y="6999"/>
                    <a:pt x="37824" y="11796"/>
                    <a:pt x="46006" y="20387"/>
                  </a:cubicBezTo>
                  <a:cubicBezTo>
                    <a:pt x="54587" y="28952"/>
                    <a:pt x="59301" y="40649"/>
                    <a:pt x="59055" y="52772"/>
                  </a:cubicBezTo>
                  <a:cubicBezTo>
                    <a:pt x="59093" y="60405"/>
                    <a:pt x="57157" y="67919"/>
                    <a:pt x="53435" y="74584"/>
                  </a:cubicBezTo>
                  <a:cubicBezTo>
                    <a:pt x="49951" y="81297"/>
                    <a:pt x="44802" y="87004"/>
                    <a:pt x="38481" y="91158"/>
                  </a:cubicBezTo>
                  <a:cubicBezTo>
                    <a:pt x="31410" y="95514"/>
                    <a:pt x="23419" y="98156"/>
                    <a:pt x="15145" y="98873"/>
                  </a:cubicBezTo>
                  <a:lnTo>
                    <a:pt x="15145" y="120209"/>
                  </a:lnTo>
                  <a:close/>
                  <a:moveTo>
                    <a:pt x="15431" y="15434"/>
                  </a:moveTo>
                  <a:lnTo>
                    <a:pt x="15431" y="90777"/>
                  </a:lnTo>
                  <a:cubicBezTo>
                    <a:pt x="25148" y="90214"/>
                    <a:pt x="34282" y="85954"/>
                    <a:pt x="40958" y="78870"/>
                  </a:cubicBezTo>
                  <a:cubicBezTo>
                    <a:pt x="47638" y="71923"/>
                    <a:pt x="51272" y="62598"/>
                    <a:pt x="51054" y="52962"/>
                  </a:cubicBezTo>
                  <a:cubicBezTo>
                    <a:pt x="51517" y="41127"/>
                    <a:pt x="46052" y="29840"/>
                    <a:pt x="36481" y="22863"/>
                  </a:cubicBezTo>
                  <a:cubicBezTo>
                    <a:pt x="30324" y="18359"/>
                    <a:pt x="23036" y="15655"/>
                    <a:pt x="15431" y="15053"/>
                  </a:cubicBezTo>
                  <a:close/>
                </a:path>
              </a:pathLst>
            </a:custGeom>
            <a:solidFill>
              <a:srgbClr val="FFFFFF"/>
            </a:solid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40D87325-00F3-4FDF-A0CE-B3A5DBEC3AA8}"/>
                </a:ext>
              </a:extLst>
            </p:cNvPr>
            <p:cNvSpPr/>
            <p:nvPr/>
          </p:nvSpPr>
          <p:spPr>
            <a:xfrm>
              <a:off x="11356240" y="413040"/>
              <a:ext cx="126443" cy="234823"/>
            </a:xfrm>
            <a:custGeom>
              <a:avLst/>
              <a:gdLst>
                <a:gd name="connsiteX0" fmla="*/ 7832 w 66675"/>
                <a:gd name="connsiteY0" fmla="*/ 122206 h 123825"/>
                <a:gd name="connsiteX1" fmla="*/ 7355 w 66675"/>
                <a:gd name="connsiteY1" fmla="*/ 93631 h 123825"/>
                <a:gd name="connsiteX2" fmla="*/ 7355 w 66675"/>
                <a:gd name="connsiteY2" fmla="*/ 65056 h 123825"/>
                <a:gd name="connsiteX3" fmla="*/ 7355 w 66675"/>
                <a:gd name="connsiteY3" fmla="*/ 36481 h 123825"/>
                <a:gd name="connsiteX4" fmla="*/ 7355 w 66675"/>
                <a:gd name="connsiteY4" fmla="*/ 7144 h 123825"/>
                <a:gd name="connsiteX5" fmla="*/ 8498 w 66675"/>
                <a:gd name="connsiteY5" fmla="*/ 7144 h 123825"/>
                <a:gd name="connsiteX6" fmla="*/ 18023 w 66675"/>
                <a:gd name="connsiteY6" fmla="*/ 7144 h 123825"/>
                <a:gd name="connsiteX7" fmla="*/ 27548 w 66675"/>
                <a:gd name="connsiteY7" fmla="*/ 8382 h 123825"/>
                <a:gd name="connsiteX8" fmla="*/ 44503 w 66675"/>
                <a:gd name="connsiteY8" fmla="*/ 16859 h 123825"/>
                <a:gd name="connsiteX9" fmla="*/ 51361 w 66675"/>
                <a:gd name="connsiteY9" fmla="*/ 23527 h 123825"/>
                <a:gd name="connsiteX10" fmla="*/ 56695 w 66675"/>
                <a:gd name="connsiteY10" fmla="*/ 31337 h 123825"/>
                <a:gd name="connsiteX11" fmla="*/ 61934 w 66675"/>
                <a:gd name="connsiteY11" fmla="*/ 49530 h 123825"/>
                <a:gd name="connsiteX12" fmla="*/ 61934 w 66675"/>
                <a:gd name="connsiteY12" fmla="*/ 59055 h 123825"/>
                <a:gd name="connsiteX13" fmla="*/ 59838 w 66675"/>
                <a:gd name="connsiteY13" fmla="*/ 68580 h 123825"/>
                <a:gd name="connsiteX14" fmla="*/ 55933 w 66675"/>
                <a:gd name="connsiteY14" fmla="*/ 77248 h 123825"/>
                <a:gd name="connsiteX15" fmla="*/ 50504 w 66675"/>
                <a:gd name="connsiteY15" fmla="*/ 84963 h 123825"/>
                <a:gd name="connsiteX16" fmla="*/ 43550 w 66675"/>
                <a:gd name="connsiteY16" fmla="*/ 91440 h 123825"/>
                <a:gd name="connsiteX17" fmla="*/ 39550 w 66675"/>
                <a:gd name="connsiteY17" fmla="*/ 94012 h 123825"/>
                <a:gd name="connsiteX18" fmla="*/ 35359 w 66675"/>
                <a:gd name="connsiteY18" fmla="*/ 96203 h 123825"/>
                <a:gd name="connsiteX19" fmla="*/ 26501 w 66675"/>
                <a:gd name="connsiteY19" fmla="*/ 99251 h 123825"/>
                <a:gd name="connsiteX20" fmla="*/ 16976 w 66675"/>
                <a:gd name="connsiteY20" fmla="*/ 100775 h 123825"/>
                <a:gd name="connsiteX21" fmla="*/ 16976 w 66675"/>
                <a:gd name="connsiteY21" fmla="*/ 100775 h 123825"/>
                <a:gd name="connsiteX22" fmla="*/ 16976 w 66675"/>
                <a:gd name="connsiteY22" fmla="*/ 122111 h 123825"/>
                <a:gd name="connsiteX23" fmla="*/ 16976 w 66675"/>
                <a:gd name="connsiteY23" fmla="*/ 122111 h 123825"/>
                <a:gd name="connsiteX24" fmla="*/ 16976 w 66675"/>
                <a:gd name="connsiteY24" fmla="*/ 122111 h 123825"/>
                <a:gd name="connsiteX25" fmla="*/ 7832 w 66675"/>
                <a:gd name="connsiteY25" fmla="*/ 122206 h 123825"/>
                <a:gd name="connsiteX26" fmla="*/ 16118 w 66675"/>
                <a:gd name="connsiteY26" fmla="*/ 122206 h 123825"/>
                <a:gd name="connsiteX27" fmla="*/ 16118 w 66675"/>
                <a:gd name="connsiteY27" fmla="*/ 122206 h 123825"/>
                <a:gd name="connsiteX28" fmla="*/ 16118 w 66675"/>
                <a:gd name="connsiteY28" fmla="*/ 100870 h 123825"/>
                <a:gd name="connsiteX29" fmla="*/ 16118 w 66675"/>
                <a:gd name="connsiteY29" fmla="*/ 100394 h 123825"/>
                <a:gd name="connsiteX30" fmla="*/ 16118 w 66675"/>
                <a:gd name="connsiteY30" fmla="*/ 100394 h 123825"/>
                <a:gd name="connsiteX31" fmla="*/ 33835 w 66675"/>
                <a:gd name="connsiteY31" fmla="*/ 95441 h 123825"/>
                <a:gd name="connsiteX32" fmla="*/ 37835 w 66675"/>
                <a:gd name="connsiteY32" fmla="*/ 93345 h 123825"/>
                <a:gd name="connsiteX33" fmla="*/ 41550 w 66675"/>
                <a:gd name="connsiteY33" fmla="*/ 90678 h 123825"/>
                <a:gd name="connsiteX34" fmla="*/ 48122 w 66675"/>
                <a:gd name="connsiteY34" fmla="*/ 84392 h 123825"/>
                <a:gd name="connsiteX35" fmla="*/ 56885 w 66675"/>
                <a:gd name="connsiteY35" fmla="*/ 68485 h 123825"/>
                <a:gd name="connsiteX36" fmla="*/ 58790 w 66675"/>
                <a:gd name="connsiteY36" fmla="*/ 59627 h 123825"/>
                <a:gd name="connsiteX37" fmla="*/ 58790 w 66675"/>
                <a:gd name="connsiteY37" fmla="*/ 50578 h 123825"/>
                <a:gd name="connsiteX38" fmla="*/ 53647 w 66675"/>
                <a:gd name="connsiteY38" fmla="*/ 33338 h 123825"/>
                <a:gd name="connsiteX39" fmla="*/ 42026 w 66675"/>
                <a:gd name="connsiteY39" fmla="*/ 19621 h 123825"/>
                <a:gd name="connsiteX40" fmla="*/ 26024 w 66675"/>
                <a:gd name="connsiteY40" fmla="*/ 11525 h 123825"/>
                <a:gd name="connsiteX41" fmla="*/ 17071 w 66675"/>
                <a:gd name="connsiteY41" fmla="*/ 10287 h 123825"/>
                <a:gd name="connsiteX42" fmla="*/ 7546 w 66675"/>
                <a:gd name="connsiteY42" fmla="*/ 10287 h 123825"/>
                <a:gd name="connsiteX43" fmla="*/ 8689 w 66675"/>
                <a:gd name="connsiteY43" fmla="*/ 9144 h 123825"/>
                <a:gd name="connsiteX44" fmla="*/ 8689 w 66675"/>
                <a:gd name="connsiteY44" fmla="*/ 37719 h 123825"/>
                <a:gd name="connsiteX45" fmla="*/ 8689 w 66675"/>
                <a:gd name="connsiteY45" fmla="*/ 66294 h 123825"/>
                <a:gd name="connsiteX46" fmla="*/ 8689 w 66675"/>
                <a:gd name="connsiteY46" fmla="*/ 94869 h 123825"/>
                <a:gd name="connsiteX47" fmla="*/ 7832 w 66675"/>
                <a:gd name="connsiteY47" fmla="*/ 122206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675" h="123825">
                  <a:moveTo>
                    <a:pt x="7832" y="122206"/>
                  </a:moveTo>
                  <a:cubicBezTo>
                    <a:pt x="7832" y="112681"/>
                    <a:pt x="7832" y="103156"/>
                    <a:pt x="7355" y="93631"/>
                  </a:cubicBezTo>
                  <a:cubicBezTo>
                    <a:pt x="6879" y="84106"/>
                    <a:pt x="7355" y="74581"/>
                    <a:pt x="7355" y="65056"/>
                  </a:cubicBezTo>
                  <a:lnTo>
                    <a:pt x="7355" y="36481"/>
                  </a:lnTo>
                  <a:lnTo>
                    <a:pt x="7355" y="7144"/>
                  </a:lnTo>
                  <a:lnTo>
                    <a:pt x="8498" y="7144"/>
                  </a:lnTo>
                  <a:cubicBezTo>
                    <a:pt x="11546" y="7144"/>
                    <a:pt x="14690" y="7144"/>
                    <a:pt x="18023" y="7144"/>
                  </a:cubicBezTo>
                  <a:cubicBezTo>
                    <a:pt x="21233" y="7221"/>
                    <a:pt x="24426" y="7636"/>
                    <a:pt x="27548" y="8382"/>
                  </a:cubicBezTo>
                  <a:cubicBezTo>
                    <a:pt x="33788" y="9836"/>
                    <a:pt x="39596" y="12741"/>
                    <a:pt x="44503" y="16859"/>
                  </a:cubicBezTo>
                  <a:cubicBezTo>
                    <a:pt x="46995" y="18859"/>
                    <a:pt x="49292" y="21092"/>
                    <a:pt x="51361" y="23527"/>
                  </a:cubicBezTo>
                  <a:cubicBezTo>
                    <a:pt x="53386" y="25953"/>
                    <a:pt x="55172" y="28568"/>
                    <a:pt x="56695" y="31337"/>
                  </a:cubicBezTo>
                  <a:cubicBezTo>
                    <a:pt x="59697" y="36967"/>
                    <a:pt x="61481" y="43166"/>
                    <a:pt x="61934" y="49530"/>
                  </a:cubicBezTo>
                  <a:cubicBezTo>
                    <a:pt x="62267" y="52696"/>
                    <a:pt x="62267" y="55889"/>
                    <a:pt x="61934" y="59055"/>
                  </a:cubicBezTo>
                  <a:cubicBezTo>
                    <a:pt x="61596" y="62299"/>
                    <a:pt x="60893" y="65494"/>
                    <a:pt x="59838" y="68580"/>
                  </a:cubicBezTo>
                  <a:cubicBezTo>
                    <a:pt x="58871" y="71609"/>
                    <a:pt x="57561" y="74517"/>
                    <a:pt x="55933" y="77248"/>
                  </a:cubicBezTo>
                  <a:cubicBezTo>
                    <a:pt x="54376" y="79989"/>
                    <a:pt x="52558" y="82572"/>
                    <a:pt x="50504" y="84963"/>
                  </a:cubicBezTo>
                  <a:cubicBezTo>
                    <a:pt x="48398" y="87339"/>
                    <a:pt x="46070" y="89508"/>
                    <a:pt x="43550" y="91440"/>
                  </a:cubicBezTo>
                  <a:lnTo>
                    <a:pt x="39550" y="94012"/>
                  </a:lnTo>
                  <a:cubicBezTo>
                    <a:pt x="38204" y="94836"/>
                    <a:pt x="36804" y="95567"/>
                    <a:pt x="35359" y="96203"/>
                  </a:cubicBezTo>
                  <a:cubicBezTo>
                    <a:pt x="32511" y="97501"/>
                    <a:pt x="29545" y="98522"/>
                    <a:pt x="26501" y="99251"/>
                  </a:cubicBezTo>
                  <a:cubicBezTo>
                    <a:pt x="23370" y="100004"/>
                    <a:pt x="20185" y="100513"/>
                    <a:pt x="16976" y="100775"/>
                  </a:cubicBezTo>
                  <a:lnTo>
                    <a:pt x="16976" y="100775"/>
                  </a:lnTo>
                  <a:lnTo>
                    <a:pt x="16976" y="122111"/>
                  </a:lnTo>
                  <a:lnTo>
                    <a:pt x="16976" y="122111"/>
                  </a:lnTo>
                  <a:lnTo>
                    <a:pt x="16976" y="122111"/>
                  </a:lnTo>
                  <a:close/>
                  <a:moveTo>
                    <a:pt x="7832" y="122206"/>
                  </a:moveTo>
                  <a:lnTo>
                    <a:pt x="16118" y="122206"/>
                  </a:lnTo>
                  <a:lnTo>
                    <a:pt x="16118" y="122206"/>
                  </a:lnTo>
                  <a:lnTo>
                    <a:pt x="16118" y="100870"/>
                  </a:lnTo>
                  <a:lnTo>
                    <a:pt x="16118" y="100394"/>
                  </a:lnTo>
                  <a:lnTo>
                    <a:pt x="16118" y="100394"/>
                  </a:lnTo>
                  <a:cubicBezTo>
                    <a:pt x="22246" y="99678"/>
                    <a:pt x="28224" y="98007"/>
                    <a:pt x="33835" y="95441"/>
                  </a:cubicBezTo>
                  <a:cubicBezTo>
                    <a:pt x="35168" y="94774"/>
                    <a:pt x="36597" y="94107"/>
                    <a:pt x="37835" y="93345"/>
                  </a:cubicBezTo>
                  <a:cubicBezTo>
                    <a:pt x="39127" y="92533"/>
                    <a:pt x="40368" y="91643"/>
                    <a:pt x="41550" y="90678"/>
                  </a:cubicBezTo>
                  <a:cubicBezTo>
                    <a:pt x="43988" y="88857"/>
                    <a:pt x="46195" y="86746"/>
                    <a:pt x="48122" y="84392"/>
                  </a:cubicBezTo>
                  <a:cubicBezTo>
                    <a:pt x="52025" y="79692"/>
                    <a:pt x="54999" y="74294"/>
                    <a:pt x="56885" y="68485"/>
                  </a:cubicBezTo>
                  <a:cubicBezTo>
                    <a:pt x="57856" y="65614"/>
                    <a:pt x="58495" y="62642"/>
                    <a:pt x="58790" y="59627"/>
                  </a:cubicBezTo>
                  <a:cubicBezTo>
                    <a:pt x="59030" y="56615"/>
                    <a:pt x="59030" y="53589"/>
                    <a:pt x="58790" y="50578"/>
                  </a:cubicBezTo>
                  <a:cubicBezTo>
                    <a:pt x="58338" y="44528"/>
                    <a:pt x="56584" y="38646"/>
                    <a:pt x="53647" y="33338"/>
                  </a:cubicBezTo>
                  <a:cubicBezTo>
                    <a:pt x="50679" y="28069"/>
                    <a:pt x="46735" y="23414"/>
                    <a:pt x="42026" y="19621"/>
                  </a:cubicBezTo>
                  <a:cubicBezTo>
                    <a:pt x="37365" y="15760"/>
                    <a:pt x="31897" y="12994"/>
                    <a:pt x="26024" y="11525"/>
                  </a:cubicBezTo>
                  <a:cubicBezTo>
                    <a:pt x="23078" y="10873"/>
                    <a:pt x="20084" y="10459"/>
                    <a:pt x="17071" y="10287"/>
                  </a:cubicBezTo>
                  <a:lnTo>
                    <a:pt x="7546" y="10287"/>
                  </a:lnTo>
                  <a:lnTo>
                    <a:pt x="8689" y="9144"/>
                  </a:lnTo>
                  <a:lnTo>
                    <a:pt x="8689" y="37719"/>
                  </a:lnTo>
                  <a:lnTo>
                    <a:pt x="8689" y="66294"/>
                  </a:lnTo>
                  <a:cubicBezTo>
                    <a:pt x="8689" y="75819"/>
                    <a:pt x="8689" y="85344"/>
                    <a:pt x="8689" y="94869"/>
                  </a:cubicBezTo>
                  <a:cubicBezTo>
                    <a:pt x="8689" y="104394"/>
                    <a:pt x="8022" y="112776"/>
                    <a:pt x="7832" y="122206"/>
                  </a:cubicBezTo>
                  <a:close/>
                </a:path>
              </a:pathLst>
            </a:custGeom>
            <a:solidFill>
              <a:srgbClr val="FFFFFF"/>
            </a:solid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FF9832E4-CBD3-4A9D-8F32-D7CB4F0C2910}"/>
                </a:ext>
              </a:extLst>
            </p:cNvPr>
            <p:cNvSpPr/>
            <p:nvPr/>
          </p:nvSpPr>
          <p:spPr>
            <a:xfrm>
              <a:off x="11371092" y="431826"/>
              <a:ext cx="90316" cy="162570"/>
            </a:xfrm>
            <a:custGeom>
              <a:avLst/>
              <a:gdLst>
                <a:gd name="connsiteX0" fmla="*/ 8287 w 47625"/>
                <a:gd name="connsiteY0" fmla="*/ 7144 h 85725"/>
                <a:gd name="connsiteX1" fmla="*/ 8763 w 47625"/>
                <a:gd name="connsiteY1" fmla="*/ 26194 h 85725"/>
                <a:gd name="connsiteX2" fmla="*/ 8763 w 47625"/>
                <a:gd name="connsiteY2" fmla="*/ 45244 h 85725"/>
                <a:gd name="connsiteX3" fmla="*/ 8763 w 47625"/>
                <a:gd name="connsiteY3" fmla="*/ 64294 h 85725"/>
                <a:gd name="connsiteX4" fmla="*/ 8763 w 47625"/>
                <a:gd name="connsiteY4" fmla="*/ 83344 h 85725"/>
                <a:gd name="connsiteX5" fmla="*/ 8192 w 47625"/>
                <a:gd name="connsiteY5" fmla="*/ 81629 h 85725"/>
                <a:gd name="connsiteX6" fmla="*/ 21622 w 47625"/>
                <a:gd name="connsiteY6" fmla="*/ 78200 h 85725"/>
                <a:gd name="connsiteX7" fmla="*/ 32766 w 47625"/>
                <a:gd name="connsiteY7" fmla="*/ 70199 h 85725"/>
                <a:gd name="connsiteX8" fmla="*/ 37147 w 47625"/>
                <a:gd name="connsiteY8" fmla="*/ 64770 h 85725"/>
                <a:gd name="connsiteX9" fmla="*/ 40291 w 47625"/>
                <a:gd name="connsiteY9" fmla="*/ 58674 h 85725"/>
                <a:gd name="connsiteX10" fmla="*/ 42863 w 47625"/>
                <a:gd name="connsiteY10" fmla="*/ 45149 h 85725"/>
                <a:gd name="connsiteX11" fmla="*/ 42386 w 47625"/>
                <a:gd name="connsiteY11" fmla="*/ 38195 h 85725"/>
                <a:gd name="connsiteX12" fmla="*/ 40672 w 47625"/>
                <a:gd name="connsiteY12" fmla="*/ 31433 h 85725"/>
                <a:gd name="connsiteX13" fmla="*/ 37528 w 47625"/>
                <a:gd name="connsiteY13" fmla="*/ 25146 h 85725"/>
                <a:gd name="connsiteX14" fmla="*/ 33242 w 47625"/>
                <a:gd name="connsiteY14" fmla="*/ 19717 h 85725"/>
                <a:gd name="connsiteX15" fmla="*/ 27908 w 47625"/>
                <a:gd name="connsiteY15" fmla="*/ 15050 h 85725"/>
                <a:gd name="connsiteX16" fmla="*/ 21907 w 47625"/>
                <a:gd name="connsiteY16" fmla="*/ 11430 h 85725"/>
                <a:gd name="connsiteX17" fmla="*/ 8287 w 47625"/>
                <a:gd name="connsiteY17" fmla="*/ 7144 h 85725"/>
                <a:gd name="connsiteX18" fmla="*/ 8287 w 47625"/>
                <a:gd name="connsiteY18" fmla="*/ 7144 h 85725"/>
                <a:gd name="connsiteX19" fmla="*/ 22193 w 47625"/>
                <a:gd name="connsiteY19" fmla="*/ 10382 h 85725"/>
                <a:gd name="connsiteX20" fmla="*/ 28575 w 47625"/>
                <a:gd name="connsiteY20" fmla="*/ 13811 h 85725"/>
                <a:gd name="connsiteX21" fmla="*/ 34195 w 47625"/>
                <a:gd name="connsiteY21" fmla="*/ 18479 h 85725"/>
                <a:gd name="connsiteX22" fmla="*/ 38862 w 47625"/>
                <a:gd name="connsiteY22" fmla="*/ 24479 h 85725"/>
                <a:gd name="connsiteX23" fmla="*/ 42291 w 47625"/>
                <a:gd name="connsiteY23" fmla="*/ 30956 h 85725"/>
                <a:gd name="connsiteX24" fmla="*/ 44291 w 47625"/>
                <a:gd name="connsiteY24" fmla="*/ 38005 h 85725"/>
                <a:gd name="connsiteX25" fmla="*/ 44958 w 47625"/>
                <a:gd name="connsiteY25" fmla="*/ 45339 h 85725"/>
                <a:gd name="connsiteX26" fmla="*/ 42386 w 47625"/>
                <a:gd name="connsiteY26" fmla="*/ 59722 h 85725"/>
                <a:gd name="connsiteX27" fmla="*/ 39053 w 47625"/>
                <a:gd name="connsiteY27" fmla="*/ 66294 h 85725"/>
                <a:gd name="connsiteX28" fmla="*/ 34576 w 47625"/>
                <a:gd name="connsiteY28" fmla="*/ 72104 h 85725"/>
                <a:gd name="connsiteX29" fmla="*/ 28956 w 47625"/>
                <a:gd name="connsiteY29" fmla="*/ 76962 h 85725"/>
                <a:gd name="connsiteX30" fmla="*/ 22574 w 47625"/>
                <a:gd name="connsiteY30" fmla="*/ 80582 h 85725"/>
                <a:gd name="connsiteX31" fmla="*/ 8382 w 47625"/>
                <a:gd name="connsiteY31" fmla="*/ 84106 h 85725"/>
                <a:gd name="connsiteX32" fmla="*/ 7144 w 47625"/>
                <a:gd name="connsiteY32" fmla="*/ 84106 h 85725"/>
                <a:gd name="connsiteX33" fmla="*/ 7144 w 47625"/>
                <a:gd name="connsiteY33" fmla="*/ 64008 h 85725"/>
                <a:gd name="connsiteX34" fmla="*/ 7144 w 47625"/>
                <a:gd name="connsiteY34" fmla="*/ 44958 h 85725"/>
                <a:gd name="connsiteX35" fmla="*/ 7144 w 47625"/>
                <a:gd name="connsiteY35" fmla="*/ 25908 h 85725"/>
                <a:gd name="connsiteX36" fmla="*/ 8287 w 47625"/>
                <a:gd name="connsiteY36"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7625" h="85725">
                  <a:moveTo>
                    <a:pt x="8287" y="7144"/>
                  </a:moveTo>
                  <a:cubicBezTo>
                    <a:pt x="8287" y="13430"/>
                    <a:pt x="8287" y="19717"/>
                    <a:pt x="8763" y="26194"/>
                  </a:cubicBezTo>
                  <a:cubicBezTo>
                    <a:pt x="9239" y="32671"/>
                    <a:pt x="8763" y="38767"/>
                    <a:pt x="8763" y="45244"/>
                  </a:cubicBezTo>
                  <a:cubicBezTo>
                    <a:pt x="8763" y="51721"/>
                    <a:pt x="8763" y="57721"/>
                    <a:pt x="8763" y="64294"/>
                  </a:cubicBezTo>
                  <a:lnTo>
                    <a:pt x="8763" y="83344"/>
                  </a:lnTo>
                  <a:lnTo>
                    <a:pt x="8192" y="81629"/>
                  </a:lnTo>
                  <a:cubicBezTo>
                    <a:pt x="12832" y="81267"/>
                    <a:pt x="17375" y="80107"/>
                    <a:pt x="21622" y="78200"/>
                  </a:cubicBezTo>
                  <a:cubicBezTo>
                    <a:pt x="25819" y="76278"/>
                    <a:pt x="29603" y="73561"/>
                    <a:pt x="32766" y="70199"/>
                  </a:cubicBezTo>
                  <a:cubicBezTo>
                    <a:pt x="34380" y="68519"/>
                    <a:pt x="35846" y="66702"/>
                    <a:pt x="37147" y="64770"/>
                  </a:cubicBezTo>
                  <a:cubicBezTo>
                    <a:pt x="38401" y="62851"/>
                    <a:pt x="39455" y="60808"/>
                    <a:pt x="40291" y="58674"/>
                  </a:cubicBezTo>
                  <a:cubicBezTo>
                    <a:pt x="41948" y="54355"/>
                    <a:pt x="42819" y="49774"/>
                    <a:pt x="42863" y="45149"/>
                  </a:cubicBezTo>
                  <a:cubicBezTo>
                    <a:pt x="42849" y="42823"/>
                    <a:pt x="42690" y="40501"/>
                    <a:pt x="42386" y="38195"/>
                  </a:cubicBezTo>
                  <a:cubicBezTo>
                    <a:pt x="42018" y="35894"/>
                    <a:pt x="41444" y="33631"/>
                    <a:pt x="40672" y="31433"/>
                  </a:cubicBezTo>
                  <a:cubicBezTo>
                    <a:pt x="39856" y="29229"/>
                    <a:pt x="38802" y="27121"/>
                    <a:pt x="37528" y="25146"/>
                  </a:cubicBezTo>
                  <a:cubicBezTo>
                    <a:pt x="36267" y="23210"/>
                    <a:pt x="34833" y="21393"/>
                    <a:pt x="33242" y="19717"/>
                  </a:cubicBezTo>
                  <a:cubicBezTo>
                    <a:pt x="31600" y="18012"/>
                    <a:pt x="29816" y="16451"/>
                    <a:pt x="27908" y="15050"/>
                  </a:cubicBezTo>
                  <a:cubicBezTo>
                    <a:pt x="26058" y="13610"/>
                    <a:pt x="24044" y="12395"/>
                    <a:pt x="21907" y="11430"/>
                  </a:cubicBezTo>
                  <a:cubicBezTo>
                    <a:pt x="17608" y="9325"/>
                    <a:pt x="13017" y="7880"/>
                    <a:pt x="8287" y="7144"/>
                  </a:cubicBezTo>
                  <a:close/>
                  <a:moveTo>
                    <a:pt x="8287" y="7144"/>
                  </a:moveTo>
                  <a:cubicBezTo>
                    <a:pt x="13069" y="7450"/>
                    <a:pt x="17768" y="8545"/>
                    <a:pt x="22193" y="10382"/>
                  </a:cubicBezTo>
                  <a:cubicBezTo>
                    <a:pt x="24427" y="11315"/>
                    <a:pt x="26564" y="12464"/>
                    <a:pt x="28575" y="13811"/>
                  </a:cubicBezTo>
                  <a:cubicBezTo>
                    <a:pt x="30574" y="15210"/>
                    <a:pt x="32453" y="16771"/>
                    <a:pt x="34195" y="18479"/>
                  </a:cubicBezTo>
                  <a:cubicBezTo>
                    <a:pt x="35954" y="20312"/>
                    <a:pt x="37518" y="22323"/>
                    <a:pt x="38862" y="24479"/>
                  </a:cubicBezTo>
                  <a:cubicBezTo>
                    <a:pt x="40246" y="26502"/>
                    <a:pt x="41397" y="28674"/>
                    <a:pt x="42291" y="30956"/>
                  </a:cubicBezTo>
                  <a:cubicBezTo>
                    <a:pt x="43233" y="33219"/>
                    <a:pt x="43904" y="35585"/>
                    <a:pt x="44291" y="38005"/>
                  </a:cubicBezTo>
                  <a:cubicBezTo>
                    <a:pt x="44753" y="40422"/>
                    <a:pt x="44977" y="42878"/>
                    <a:pt x="44958" y="45339"/>
                  </a:cubicBezTo>
                  <a:cubicBezTo>
                    <a:pt x="45011" y="50252"/>
                    <a:pt x="44139" y="55131"/>
                    <a:pt x="42386" y="59722"/>
                  </a:cubicBezTo>
                  <a:cubicBezTo>
                    <a:pt x="41506" y="62022"/>
                    <a:pt x="40389" y="64225"/>
                    <a:pt x="39053" y="66294"/>
                  </a:cubicBezTo>
                  <a:cubicBezTo>
                    <a:pt x="37698" y="68333"/>
                    <a:pt x="36202" y="70274"/>
                    <a:pt x="34576" y="72104"/>
                  </a:cubicBezTo>
                  <a:cubicBezTo>
                    <a:pt x="32837" y="73873"/>
                    <a:pt x="30958" y="75498"/>
                    <a:pt x="28956" y="76962"/>
                  </a:cubicBezTo>
                  <a:cubicBezTo>
                    <a:pt x="26985" y="78426"/>
                    <a:pt x="24842" y="79641"/>
                    <a:pt x="22574" y="80582"/>
                  </a:cubicBezTo>
                  <a:cubicBezTo>
                    <a:pt x="18093" y="82598"/>
                    <a:pt x="13286" y="83792"/>
                    <a:pt x="8382" y="84106"/>
                  </a:cubicBezTo>
                  <a:lnTo>
                    <a:pt x="7144" y="84106"/>
                  </a:lnTo>
                  <a:lnTo>
                    <a:pt x="7144" y="64008"/>
                  </a:lnTo>
                  <a:cubicBezTo>
                    <a:pt x="7144" y="57721"/>
                    <a:pt x="7144" y="51435"/>
                    <a:pt x="7144" y="44958"/>
                  </a:cubicBezTo>
                  <a:cubicBezTo>
                    <a:pt x="7144" y="38481"/>
                    <a:pt x="7144" y="32385"/>
                    <a:pt x="7144" y="25908"/>
                  </a:cubicBezTo>
                  <a:cubicBezTo>
                    <a:pt x="7144" y="19431"/>
                    <a:pt x="8096" y="13430"/>
                    <a:pt x="8287" y="7144"/>
                  </a:cubicBezTo>
                  <a:close/>
                </a:path>
              </a:pathLst>
            </a:custGeom>
            <a:solidFill>
              <a:srgbClr val="FFFFFF"/>
            </a:soli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0734B978-4A65-42A5-95FF-84B4DBCBCA46}"/>
                </a:ext>
              </a:extLst>
            </p:cNvPr>
            <p:cNvSpPr/>
            <p:nvPr/>
          </p:nvSpPr>
          <p:spPr>
            <a:xfrm>
              <a:off x="11517044" y="416822"/>
              <a:ext cx="144506" cy="234823"/>
            </a:xfrm>
            <a:custGeom>
              <a:avLst/>
              <a:gdLst>
                <a:gd name="connsiteX0" fmla="*/ 7144 w 76200"/>
                <a:gd name="connsiteY0" fmla="*/ 120212 h 123825"/>
                <a:gd name="connsiteX1" fmla="*/ 7144 w 76200"/>
                <a:gd name="connsiteY1" fmla="*/ 7150 h 123825"/>
                <a:gd name="connsiteX2" fmla="*/ 14764 w 76200"/>
                <a:gd name="connsiteY2" fmla="*/ 7150 h 123825"/>
                <a:gd name="connsiteX3" fmla="*/ 46863 w 76200"/>
                <a:gd name="connsiteY3" fmla="*/ 16675 h 123825"/>
                <a:gd name="connsiteX4" fmla="*/ 71628 w 76200"/>
                <a:gd name="connsiteY4" fmla="*/ 63157 h 123825"/>
                <a:gd name="connsiteX5" fmla="*/ 54673 w 76200"/>
                <a:gd name="connsiteY5" fmla="*/ 103638 h 123825"/>
                <a:gd name="connsiteX6" fmla="*/ 14097 w 76200"/>
                <a:gd name="connsiteY6" fmla="*/ 120307 h 123825"/>
                <a:gd name="connsiteX7" fmla="*/ 15430 w 76200"/>
                <a:gd name="connsiteY7" fmla="*/ 14865 h 123825"/>
                <a:gd name="connsiteX8" fmla="*/ 15430 w 76200"/>
                <a:gd name="connsiteY8" fmla="*/ 111735 h 123825"/>
                <a:gd name="connsiteX9" fmla="*/ 44005 w 76200"/>
                <a:gd name="connsiteY9" fmla="*/ 102210 h 123825"/>
                <a:gd name="connsiteX10" fmla="*/ 63055 w 76200"/>
                <a:gd name="connsiteY10" fmla="*/ 62967 h 123825"/>
                <a:gd name="connsiteX11" fmla="*/ 44005 w 76200"/>
                <a:gd name="connsiteY11" fmla="*/ 24867 h 123825"/>
                <a:gd name="connsiteX12" fmla="*/ 30480 w 76200"/>
                <a:gd name="connsiteY12" fmla="*/ 17151 h 123825"/>
                <a:gd name="connsiteX13" fmla="*/ 15430 w 76200"/>
                <a:gd name="connsiteY13" fmla="*/ 1486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200" h="123825">
                  <a:moveTo>
                    <a:pt x="7144" y="120212"/>
                  </a:moveTo>
                  <a:lnTo>
                    <a:pt x="7144" y="7150"/>
                  </a:lnTo>
                  <a:lnTo>
                    <a:pt x="14764" y="7150"/>
                  </a:lnTo>
                  <a:cubicBezTo>
                    <a:pt x="26184" y="6978"/>
                    <a:pt x="37385" y="10301"/>
                    <a:pt x="46863" y="16675"/>
                  </a:cubicBezTo>
                  <a:cubicBezTo>
                    <a:pt x="62682" y="26769"/>
                    <a:pt x="72074" y="44397"/>
                    <a:pt x="71628" y="63157"/>
                  </a:cubicBezTo>
                  <a:cubicBezTo>
                    <a:pt x="71878" y="78427"/>
                    <a:pt x="65731" y="93105"/>
                    <a:pt x="54673" y="103638"/>
                  </a:cubicBezTo>
                  <a:cubicBezTo>
                    <a:pt x="44009" y="114528"/>
                    <a:pt x="29337" y="120555"/>
                    <a:pt x="14097" y="120307"/>
                  </a:cubicBezTo>
                  <a:close/>
                  <a:moveTo>
                    <a:pt x="15430" y="14865"/>
                  </a:moveTo>
                  <a:lnTo>
                    <a:pt x="15430" y="111735"/>
                  </a:lnTo>
                  <a:cubicBezTo>
                    <a:pt x="25735" y="111735"/>
                    <a:pt x="35762" y="108392"/>
                    <a:pt x="44005" y="102210"/>
                  </a:cubicBezTo>
                  <a:cubicBezTo>
                    <a:pt x="56325" y="92977"/>
                    <a:pt x="63422" y="78358"/>
                    <a:pt x="63055" y="62967"/>
                  </a:cubicBezTo>
                  <a:cubicBezTo>
                    <a:pt x="63489" y="47877"/>
                    <a:pt x="56337" y="33573"/>
                    <a:pt x="44005" y="24867"/>
                  </a:cubicBezTo>
                  <a:cubicBezTo>
                    <a:pt x="39913" y="21626"/>
                    <a:pt x="35353" y="19025"/>
                    <a:pt x="30480" y="17151"/>
                  </a:cubicBezTo>
                  <a:cubicBezTo>
                    <a:pt x="25628" y="15548"/>
                    <a:pt x="20540" y="14776"/>
                    <a:pt x="15430" y="14865"/>
                  </a:cubicBezTo>
                  <a:close/>
                </a:path>
              </a:pathLst>
            </a:custGeom>
            <a:solidFill>
              <a:srgbClr val="FFFFFF"/>
            </a:solid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CA637DE0-ADE8-4927-B168-5935E6CCCC14}"/>
                </a:ext>
              </a:extLst>
            </p:cNvPr>
            <p:cNvSpPr/>
            <p:nvPr/>
          </p:nvSpPr>
          <p:spPr>
            <a:xfrm>
              <a:off x="11516864" y="413583"/>
              <a:ext cx="144506" cy="234823"/>
            </a:xfrm>
            <a:custGeom>
              <a:avLst/>
              <a:gdLst>
                <a:gd name="connsiteX0" fmla="*/ 7239 w 76200"/>
                <a:gd name="connsiteY0" fmla="*/ 121920 h 123825"/>
                <a:gd name="connsiteX1" fmla="*/ 7239 w 76200"/>
                <a:gd name="connsiteY1" fmla="*/ 93345 h 123825"/>
                <a:gd name="connsiteX2" fmla="*/ 7239 w 76200"/>
                <a:gd name="connsiteY2" fmla="*/ 79248 h 123825"/>
                <a:gd name="connsiteX3" fmla="*/ 7239 w 76200"/>
                <a:gd name="connsiteY3" fmla="*/ 65056 h 123825"/>
                <a:gd name="connsiteX4" fmla="*/ 7239 w 76200"/>
                <a:gd name="connsiteY4" fmla="*/ 36481 h 123825"/>
                <a:gd name="connsiteX5" fmla="*/ 7239 w 76200"/>
                <a:gd name="connsiteY5" fmla="*/ 7144 h 123825"/>
                <a:gd name="connsiteX6" fmla="*/ 8382 w 76200"/>
                <a:gd name="connsiteY6" fmla="*/ 7144 h 123825"/>
                <a:gd name="connsiteX7" fmla="*/ 20574 w 76200"/>
                <a:gd name="connsiteY7" fmla="*/ 7144 h 123825"/>
                <a:gd name="connsiteX8" fmla="*/ 32766 w 76200"/>
                <a:gd name="connsiteY8" fmla="*/ 9144 h 123825"/>
                <a:gd name="connsiteX9" fmla="*/ 44196 w 76200"/>
                <a:gd name="connsiteY9" fmla="*/ 13811 h 123825"/>
                <a:gd name="connsiteX10" fmla="*/ 49435 w 76200"/>
                <a:gd name="connsiteY10" fmla="*/ 17145 h 123825"/>
                <a:gd name="connsiteX11" fmla="*/ 51911 w 76200"/>
                <a:gd name="connsiteY11" fmla="*/ 18859 h 123825"/>
                <a:gd name="connsiteX12" fmla="*/ 54292 w 76200"/>
                <a:gd name="connsiteY12" fmla="*/ 20860 h 123825"/>
                <a:gd name="connsiteX13" fmla="*/ 69151 w 76200"/>
                <a:gd name="connsiteY13" fmla="*/ 40386 h 123825"/>
                <a:gd name="connsiteX14" fmla="*/ 71723 w 76200"/>
                <a:gd name="connsiteY14" fmla="*/ 53150 h 123825"/>
                <a:gd name="connsiteX15" fmla="*/ 72771 w 76200"/>
                <a:gd name="connsiteY15" fmla="*/ 65342 h 123825"/>
                <a:gd name="connsiteX16" fmla="*/ 72771 w 76200"/>
                <a:gd name="connsiteY16" fmla="*/ 68390 h 123825"/>
                <a:gd name="connsiteX17" fmla="*/ 72771 w 76200"/>
                <a:gd name="connsiteY17" fmla="*/ 71533 h 123825"/>
                <a:gd name="connsiteX18" fmla="*/ 71818 w 76200"/>
                <a:gd name="connsiteY18" fmla="*/ 77629 h 123825"/>
                <a:gd name="connsiteX19" fmla="*/ 67913 w 76200"/>
                <a:gd name="connsiteY19" fmla="*/ 89249 h 123825"/>
                <a:gd name="connsiteX20" fmla="*/ 61436 w 76200"/>
                <a:gd name="connsiteY20" fmla="*/ 99632 h 123825"/>
                <a:gd name="connsiteX21" fmla="*/ 52959 w 76200"/>
                <a:gd name="connsiteY21" fmla="*/ 108490 h 123825"/>
                <a:gd name="connsiteX22" fmla="*/ 43434 w 76200"/>
                <a:gd name="connsiteY22" fmla="*/ 115538 h 123825"/>
                <a:gd name="connsiteX23" fmla="*/ 32194 w 76200"/>
                <a:gd name="connsiteY23" fmla="*/ 120206 h 123825"/>
                <a:gd name="connsiteX24" fmla="*/ 20193 w 76200"/>
                <a:gd name="connsiteY24" fmla="*/ 122206 h 123825"/>
                <a:gd name="connsiteX25" fmla="*/ 7239 w 76200"/>
                <a:gd name="connsiteY25" fmla="*/ 121920 h 123825"/>
                <a:gd name="connsiteX26" fmla="*/ 7239 w 76200"/>
                <a:gd name="connsiteY26" fmla="*/ 121920 h 123825"/>
                <a:gd name="connsiteX27" fmla="*/ 19336 w 76200"/>
                <a:gd name="connsiteY27" fmla="*/ 121920 h 123825"/>
                <a:gd name="connsiteX28" fmla="*/ 31147 w 76200"/>
                <a:gd name="connsiteY28" fmla="*/ 119539 h 123825"/>
                <a:gd name="connsiteX29" fmla="*/ 51626 w 76200"/>
                <a:gd name="connsiteY29" fmla="*/ 107537 h 123825"/>
                <a:gd name="connsiteX30" fmla="*/ 59722 w 76200"/>
                <a:gd name="connsiteY30" fmla="*/ 98774 h 123825"/>
                <a:gd name="connsiteX31" fmla="*/ 65818 w 76200"/>
                <a:gd name="connsiteY31" fmla="*/ 88583 h 123825"/>
                <a:gd name="connsiteX32" fmla="*/ 69437 w 76200"/>
                <a:gd name="connsiteY32" fmla="*/ 77248 h 123825"/>
                <a:gd name="connsiteX33" fmla="*/ 70294 w 76200"/>
                <a:gd name="connsiteY33" fmla="*/ 71342 h 123825"/>
                <a:gd name="connsiteX34" fmla="*/ 70295 w 76200"/>
                <a:gd name="connsiteY34" fmla="*/ 68485 h 123825"/>
                <a:gd name="connsiteX35" fmla="*/ 70295 w 76200"/>
                <a:gd name="connsiteY35" fmla="*/ 65437 h 123825"/>
                <a:gd name="connsiteX36" fmla="*/ 69532 w 76200"/>
                <a:gd name="connsiteY36" fmla="*/ 53150 h 123825"/>
                <a:gd name="connsiteX37" fmla="*/ 65913 w 76200"/>
                <a:gd name="connsiteY37" fmla="*/ 41910 h 123825"/>
                <a:gd name="connsiteX38" fmla="*/ 51625 w 76200"/>
                <a:gd name="connsiteY38" fmla="*/ 23336 h 123825"/>
                <a:gd name="connsiteX39" fmla="*/ 49244 w 76200"/>
                <a:gd name="connsiteY39" fmla="*/ 21431 h 123825"/>
                <a:gd name="connsiteX40" fmla="*/ 46863 w 76200"/>
                <a:gd name="connsiteY40" fmla="*/ 19717 h 123825"/>
                <a:gd name="connsiteX41" fmla="*/ 41815 w 76200"/>
                <a:gd name="connsiteY41" fmla="*/ 16573 h 123825"/>
                <a:gd name="connsiteX42" fmla="*/ 30956 w 76200"/>
                <a:gd name="connsiteY42" fmla="*/ 12097 h 123825"/>
                <a:gd name="connsiteX43" fmla="*/ 19145 w 76200"/>
                <a:gd name="connsiteY43" fmla="*/ 10097 h 123825"/>
                <a:gd name="connsiteX44" fmla="*/ 7144 w 76200"/>
                <a:gd name="connsiteY44" fmla="*/ 10096 h 123825"/>
                <a:gd name="connsiteX45" fmla="*/ 8287 w 76200"/>
                <a:gd name="connsiteY45" fmla="*/ 9049 h 123825"/>
                <a:gd name="connsiteX46" fmla="*/ 8287 w 76200"/>
                <a:gd name="connsiteY46" fmla="*/ 37624 h 123825"/>
                <a:gd name="connsiteX47" fmla="*/ 8287 w 76200"/>
                <a:gd name="connsiteY47" fmla="*/ 66199 h 123825"/>
                <a:gd name="connsiteX48" fmla="*/ 8287 w 76200"/>
                <a:gd name="connsiteY48" fmla="*/ 80391 h 123825"/>
                <a:gd name="connsiteX49" fmla="*/ 8287 w 76200"/>
                <a:gd name="connsiteY49" fmla="*/ 94488 h 123825"/>
                <a:gd name="connsiteX50" fmla="*/ 7239 w 76200"/>
                <a:gd name="connsiteY50" fmla="*/ 12192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6200" h="123825">
                  <a:moveTo>
                    <a:pt x="7239" y="121920"/>
                  </a:moveTo>
                  <a:cubicBezTo>
                    <a:pt x="7239" y="112395"/>
                    <a:pt x="7239" y="102870"/>
                    <a:pt x="7239" y="93345"/>
                  </a:cubicBezTo>
                  <a:lnTo>
                    <a:pt x="7239" y="79248"/>
                  </a:lnTo>
                  <a:lnTo>
                    <a:pt x="7239" y="65056"/>
                  </a:lnTo>
                  <a:lnTo>
                    <a:pt x="7239" y="36481"/>
                  </a:lnTo>
                  <a:lnTo>
                    <a:pt x="7239" y="7144"/>
                  </a:lnTo>
                  <a:lnTo>
                    <a:pt x="8382" y="7144"/>
                  </a:lnTo>
                  <a:cubicBezTo>
                    <a:pt x="12382" y="7144"/>
                    <a:pt x="16383" y="7144"/>
                    <a:pt x="20574" y="7144"/>
                  </a:cubicBezTo>
                  <a:cubicBezTo>
                    <a:pt x="24691" y="7432"/>
                    <a:pt x="28773" y="8101"/>
                    <a:pt x="32766" y="9144"/>
                  </a:cubicBezTo>
                  <a:cubicBezTo>
                    <a:pt x="36735" y="10277"/>
                    <a:pt x="40568" y="11843"/>
                    <a:pt x="44196" y="13811"/>
                  </a:cubicBezTo>
                  <a:cubicBezTo>
                    <a:pt x="46019" y="14798"/>
                    <a:pt x="47769" y="15912"/>
                    <a:pt x="49435" y="17145"/>
                  </a:cubicBezTo>
                  <a:lnTo>
                    <a:pt x="51911" y="18859"/>
                  </a:lnTo>
                  <a:lnTo>
                    <a:pt x="54292" y="20860"/>
                  </a:lnTo>
                  <a:cubicBezTo>
                    <a:pt x="60666" y="26154"/>
                    <a:pt x="65748" y="32832"/>
                    <a:pt x="69151" y="40386"/>
                  </a:cubicBezTo>
                  <a:cubicBezTo>
                    <a:pt x="70560" y="44511"/>
                    <a:pt x="71425" y="48801"/>
                    <a:pt x="71723" y="53150"/>
                  </a:cubicBezTo>
                  <a:cubicBezTo>
                    <a:pt x="72454" y="57172"/>
                    <a:pt x="72805" y="61254"/>
                    <a:pt x="72771" y="65342"/>
                  </a:cubicBezTo>
                  <a:cubicBezTo>
                    <a:pt x="72771" y="66389"/>
                    <a:pt x="72771" y="67342"/>
                    <a:pt x="72771" y="68390"/>
                  </a:cubicBezTo>
                  <a:cubicBezTo>
                    <a:pt x="72771" y="69437"/>
                    <a:pt x="72771" y="70485"/>
                    <a:pt x="72771" y="71533"/>
                  </a:cubicBezTo>
                  <a:cubicBezTo>
                    <a:pt x="72586" y="73583"/>
                    <a:pt x="72267" y="75619"/>
                    <a:pt x="71818" y="77629"/>
                  </a:cubicBezTo>
                  <a:cubicBezTo>
                    <a:pt x="70949" y="81634"/>
                    <a:pt x="69639" y="85531"/>
                    <a:pt x="67913" y="89249"/>
                  </a:cubicBezTo>
                  <a:cubicBezTo>
                    <a:pt x="66164" y="92949"/>
                    <a:pt x="63991" y="96434"/>
                    <a:pt x="61436" y="99632"/>
                  </a:cubicBezTo>
                  <a:cubicBezTo>
                    <a:pt x="58936" y="102880"/>
                    <a:pt x="56094" y="105850"/>
                    <a:pt x="52959" y="108490"/>
                  </a:cubicBezTo>
                  <a:cubicBezTo>
                    <a:pt x="50083" y="111218"/>
                    <a:pt x="46884" y="113585"/>
                    <a:pt x="43434" y="115538"/>
                  </a:cubicBezTo>
                  <a:cubicBezTo>
                    <a:pt x="39880" y="117522"/>
                    <a:pt x="36108" y="119088"/>
                    <a:pt x="32194" y="120206"/>
                  </a:cubicBezTo>
                  <a:cubicBezTo>
                    <a:pt x="28288" y="121348"/>
                    <a:pt x="24259" y="122020"/>
                    <a:pt x="20193" y="122206"/>
                  </a:cubicBezTo>
                  <a:cubicBezTo>
                    <a:pt x="15335" y="122206"/>
                    <a:pt x="11239" y="122015"/>
                    <a:pt x="7239" y="121920"/>
                  </a:cubicBezTo>
                  <a:close/>
                  <a:moveTo>
                    <a:pt x="7239" y="121920"/>
                  </a:moveTo>
                  <a:cubicBezTo>
                    <a:pt x="11239" y="121920"/>
                    <a:pt x="15335" y="121920"/>
                    <a:pt x="19336" y="121920"/>
                  </a:cubicBezTo>
                  <a:cubicBezTo>
                    <a:pt x="23346" y="121550"/>
                    <a:pt x="27306" y="120751"/>
                    <a:pt x="31147" y="119539"/>
                  </a:cubicBezTo>
                  <a:cubicBezTo>
                    <a:pt x="38757" y="117058"/>
                    <a:pt x="45742" y="112965"/>
                    <a:pt x="51626" y="107537"/>
                  </a:cubicBezTo>
                  <a:cubicBezTo>
                    <a:pt x="54639" y="104923"/>
                    <a:pt x="57354" y="101984"/>
                    <a:pt x="59722" y="98774"/>
                  </a:cubicBezTo>
                  <a:cubicBezTo>
                    <a:pt x="62167" y="95642"/>
                    <a:pt x="64215" y="92219"/>
                    <a:pt x="65818" y="88583"/>
                  </a:cubicBezTo>
                  <a:cubicBezTo>
                    <a:pt x="67451" y="84954"/>
                    <a:pt x="68665" y="81151"/>
                    <a:pt x="69437" y="77248"/>
                  </a:cubicBezTo>
                  <a:cubicBezTo>
                    <a:pt x="69823" y="75295"/>
                    <a:pt x="70109" y="73324"/>
                    <a:pt x="70294" y="71342"/>
                  </a:cubicBezTo>
                  <a:cubicBezTo>
                    <a:pt x="70295" y="70390"/>
                    <a:pt x="70295" y="69437"/>
                    <a:pt x="70295" y="68485"/>
                  </a:cubicBezTo>
                  <a:cubicBezTo>
                    <a:pt x="70295" y="67532"/>
                    <a:pt x="70295" y="66389"/>
                    <a:pt x="70295" y="65437"/>
                  </a:cubicBezTo>
                  <a:cubicBezTo>
                    <a:pt x="70398" y="61327"/>
                    <a:pt x="70143" y="57215"/>
                    <a:pt x="69532" y="53150"/>
                  </a:cubicBezTo>
                  <a:cubicBezTo>
                    <a:pt x="68774" y="49273"/>
                    <a:pt x="67559" y="45500"/>
                    <a:pt x="65913" y="41910"/>
                  </a:cubicBezTo>
                  <a:cubicBezTo>
                    <a:pt x="62608" y="34723"/>
                    <a:pt x="57725" y="28374"/>
                    <a:pt x="51625" y="23336"/>
                  </a:cubicBezTo>
                  <a:lnTo>
                    <a:pt x="49244" y="21431"/>
                  </a:lnTo>
                  <a:lnTo>
                    <a:pt x="46863" y="19717"/>
                  </a:lnTo>
                  <a:cubicBezTo>
                    <a:pt x="45238" y="18580"/>
                    <a:pt x="43552" y="17530"/>
                    <a:pt x="41815" y="16573"/>
                  </a:cubicBezTo>
                  <a:cubicBezTo>
                    <a:pt x="38387" y="14653"/>
                    <a:pt x="34741" y="13150"/>
                    <a:pt x="30956" y="12097"/>
                  </a:cubicBezTo>
                  <a:cubicBezTo>
                    <a:pt x="27106" y="10994"/>
                    <a:pt x="23144" y="10323"/>
                    <a:pt x="19145" y="10097"/>
                  </a:cubicBezTo>
                  <a:cubicBezTo>
                    <a:pt x="15240" y="10096"/>
                    <a:pt x="11144" y="10096"/>
                    <a:pt x="7144" y="10096"/>
                  </a:cubicBezTo>
                  <a:lnTo>
                    <a:pt x="8287" y="9049"/>
                  </a:lnTo>
                  <a:lnTo>
                    <a:pt x="8287" y="37624"/>
                  </a:lnTo>
                  <a:lnTo>
                    <a:pt x="8287" y="66199"/>
                  </a:lnTo>
                  <a:lnTo>
                    <a:pt x="8287" y="80391"/>
                  </a:lnTo>
                  <a:lnTo>
                    <a:pt x="8287" y="94488"/>
                  </a:lnTo>
                  <a:cubicBezTo>
                    <a:pt x="7525" y="103061"/>
                    <a:pt x="7429" y="112490"/>
                    <a:pt x="7239" y="121920"/>
                  </a:cubicBezTo>
                  <a:close/>
                </a:path>
              </a:pathLst>
            </a:custGeom>
            <a:solidFill>
              <a:srgbClr val="FFFFFF"/>
            </a:solid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94FBD9A-8993-4D36-9D8D-60844A268D7D}"/>
                </a:ext>
              </a:extLst>
            </p:cNvPr>
            <p:cNvSpPr/>
            <p:nvPr/>
          </p:nvSpPr>
          <p:spPr>
            <a:xfrm>
              <a:off x="11530592" y="431363"/>
              <a:ext cx="108380" cy="198696"/>
            </a:xfrm>
            <a:custGeom>
              <a:avLst/>
              <a:gdLst>
                <a:gd name="connsiteX0" fmla="*/ 8287 w 57150"/>
                <a:gd name="connsiteY0" fmla="*/ 7197 h 104775"/>
                <a:gd name="connsiteX1" fmla="*/ 8763 w 57150"/>
                <a:gd name="connsiteY1" fmla="*/ 31486 h 104775"/>
                <a:gd name="connsiteX2" fmla="*/ 8763 w 57150"/>
                <a:gd name="connsiteY2" fmla="*/ 55680 h 104775"/>
                <a:gd name="connsiteX3" fmla="*/ 8763 w 57150"/>
                <a:gd name="connsiteY3" fmla="*/ 79873 h 104775"/>
                <a:gd name="connsiteX4" fmla="*/ 8763 w 57150"/>
                <a:gd name="connsiteY4" fmla="*/ 104067 h 104775"/>
                <a:gd name="connsiteX5" fmla="*/ 7620 w 57150"/>
                <a:gd name="connsiteY5" fmla="*/ 102924 h 104775"/>
                <a:gd name="connsiteX6" fmla="*/ 17145 w 57150"/>
                <a:gd name="connsiteY6" fmla="*/ 101876 h 104775"/>
                <a:gd name="connsiteX7" fmla="*/ 25908 w 57150"/>
                <a:gd name="connsiteY7" fmla="*/ 99114 h 104775"/>
                <a:gd name="connsiteX8" fmla="*/ 34004 w 57150"/>
                <a:gd name="connsiteY8" fmla="*/ 94637 h 104775"/>
                <a:gd name="connsiteX9" fmla="*/ 35814 w 57150"/>
                <a:gd name="connsiteY9" fmla="*/ 93303 h 104775"/>
                <a:gd name="connsiteX10" fmla="*/ 37624 w 57150"/>
                <a:gd name="connsiteY10" fmla="*/ 91779 h 104775"/>
                <a:gd name="connsiteX11" fmla="*/ 41053 w 57150"/>
                <a:gd name="connsiteY11" fmla="*/ 88731 h 104775"/>
                <a:gd name="connsiteX12" fmla="*/ 46958 w 57150"/>
                <a:gd name="connsiteY12" fmla="*/ 81683 h 104775"/>
                <a:gd name="connsiteX13" fmla="*/ 51340 w 57150"/>
                <a:gd name="connsiteY13" fmla="*/ 73587 h 104775"/>
                <a:gd name="connsiteX14" fmla="*/ 53912 w 57150"/>
                <a:gd name="connsiteY14" fmla="*/ 64728 h 104775"/>
                <a:gd name="connsiteX15" fmla="*/ 54769 w 57150"/>
                <a:gd name="connsiteY15" fmla="*/ 55203 h 104775"/>
                <a:gd name="connsiteX16" fmla="*/ 54102 w 57150"/>
                <a:gd name="connsiteY16" fmla="*/ 45678 h 104775"/>
                <a:gd name="connsiteX17" fmla="*/ 51626 w 57150"/>
                <a:gd name="connsiteY17" fmla="*/ 36725 h 104775"/>
                <a:gd name="connsiteX18" fmla="*/ 47339 w 57150"/>
                <a:gd name="connsiteY18" fmla="*/ 28533 h 104775"/>
                <a:gd name="connsiteX19" fmla="*/ 41339 w 57150"/>
                <a:gd name="connsiteY19" fmla="*/ 21390 h 104775"/>
                <a:gd name="connsiteX20" fmla="*/ 34195 w 57150"/>
                <a:gd name="connsiteY20" fmla="*/ 15389 h 104775"/>
                <a:gd name="connsiteX21" fmla="*/ 26289 w 57150"/>
                <a:gd name="connsiteY21" fmla="*/ 10531 h 104775"/>
                <a:gd name="connsiteX22" fmla="*/ 17431 w 57150"/>
                <a:gd name="connsiteY22" fmla="*/ 7483 h 104775"/>
                <a:gd name="connsiteX23" fmla="*/ 8287 w 57150"/>
                <a:gd name="connsiteY23" fmla="*/ 7197 h 104775"/>
                <a:gd name="connsiteX24" fmla="*/ 8287 w 57150"/>
                <a:gd name="connsiteY24" fmla="*/ 7197 h 104775"/>
                <a:gd name="connsiteX25" fmla="*/ 17812 w 57150"/>
                <a:gd name="connsiteY25" fmla="*/ 7769 h 104775"/>
                <a:gd name="connsiteX26" fmla="*/ 27337 w 57150"/>
                <a:gd name="connsiteY26" fmla="*/ 10436 h 104775"/>
                <a:gd name="connsiteX27" fmla="*/ 35623 w 57150"/>
                <a:gd name="connsiteY27" fmla="*/ 15198 h 104775"/>
                <a:gd name="connsiteX28" fmla="*/ 43053 w 57150"/>
                <a:gd name="connsiteY28" fmla="*/ 21104 h 104775"/>
                <a:gd name="connsiteX29" fmla="*/ 49435 w 57150"/>
                <a:gd name="connsiteY29" fmla="*/ 28343 h 104775"/>
                <a:gd name="connsiteX30" fmla="*/ 54102 w 57150"/>
                <a:gd name="connsiteY30" fmla="*/ 36725 h 104775"/>
                <a:gd name="connsiteX31" fmla="*/ 56864 w 57150"/>
                <a:gd name="connsiteY31" fmla="*/ 46250 h 104775"/>
                <a:gd name="connsiteX32" fmla="*/ 57721 w 57150"/>
                <a:gd name="connsiteY32" fmla="*/ 55775 h 104775"/>
                <a:gd name="connsiteX33" fmla="*/ 56864 w 57150"/>
                <a:gd name="connsiteY33" fmla="*/ 65300 h 104775"/>
                <a:gd name="connsiteX34" fmla="*/ 54197 w 57150"/>
                <a:gd name="connsiteY34" fmla="*/ 74825 h 104775"/>
                <a:gd name="connsiteX35" fmla="*/ 49720 w 57150"/>
                <a:gd name="connsiteY35" fmla="*/ 83397 h 104775"/>
                <a:gd name="connsiteX36" fmla="*/ 43529 w 57150"/>
                <a:gd name="connsiteY36" fmla="*/ 90827 h 104775"/>
                <a:gd name="connsiteX37" fmla="*/ 39910 w 57150"/>
                <a:gd name="connsiteY37" fmla="*/ 94065 h 104775"/>
                <a:gd name="connsiteX38" fmla="*/ 38100 w 57150"/>
                <a:gd name="connsiteY38" fmla="*/ 95589 h 104775"/>
                <a:gd name="connsiteX39" fmla="*/ 36100 w 57150"/>
                <a:gd name="connsiteY39" fmla="*/ 97018 h 104775"/>
                <a:gd name="connsiteX40" fmla="*/ 27623 w 57150"/>
                <a:gd name="connsiteY40" fmla="*/ 101685 h 104775"/>
                <a:gd name="connsiteX41" fmla="*/ 18098 w 57150"/>
                <a:gd name="connsiteY41" fmla="*/ 104543 h 104775"/>
                <a:gd name="connsiteX42" fmla="*/ 8573 w 57150"/>
                <a:gd name="connsiteY42" fmla="*/ 105591 h 104775"/>
                <a:gd name="connsiteX43" fmla="*/ 7144 w 57150"/>
                <a:gd name="connsiteY43" fmla="*/ 105591 h 104775"/>
                <a:gd name="connsiteX44" fmla="*/ 7144 w 57150"/>
                <a:gd name="connsiteY44" fmla="*/ 80159 h 104775"/>
                <a:gd name="connsiteX45" fmla="*/ 7144 w 57150"/>
                <a:gd name="connsiteY45" fmla="*/ 55965 h 104775"/>
                <a:gd name="connsiteX46" fmla="*/ 7144 w 57150"/>
                <a:gd name="connsiteY46" fmla="*/ 31772 h 104775"/>
                <a:gd name="connsiteX47" fmla="*/ 8287 w 57150"/>
                <a:gd name="connsiteY47" fmla="*/ 7197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7150" h="104775">
                  <a:moveTo>
                    <a:pt x="8287" y="7197"/>
                  </a:moveTo>
                  <a:cubicBezTo>
                    <a:pt x="8287" y="15294"/>
                    <a:pt x="8287" y="23390"/>
                    <a:pt x="8763" y="31486"/>
                  </a:cubicBezTo>
                  <a:cubicBezTo>
                    <a:pt x="9239" y="39582"/>
                    <a:pt x="8763" y="47583"/>
                    <a:pt x="8763" y="55680"/>
                  </a:cubicBezTo>
                  <a:lnTo>
                    <a:pt x="8763" y="79873"/>
                  </a:lnTo>
                  <a:lnTo>
                    <a:pt x="8763" y="104067"/>
                  </a:lnTo>
                  <a:lnTo>
                    <a:pt x="7620" y="102924"/>
                  </a:lnTo>
                  <a:cubicBezTo>
                    <a:pt x="10818" y="102836"/>
                    <a:pt x="14004" y="102485"/>
                    <a:pt x="17145" y="101876"/>
                  </a:cubicBezTo>
                  <a:cubicBezTo>
                    <a:pt x="20142" y="101214"/>
                    <a:pt x="23074" y="100290"/>
                    <a:pt x="25908" y="99114"/>
                  </a:cubicBezTo>
                  <a:cubicBezTo>
                    <a:pt x="28735" y="97867"/>
                    <a:pt x="31445" y="96369"/>
                    <a:pt x="34004" y="94637"/>
                  </a:cubicBezTo>
                  <a:lnTo>
                    <a:pt x="35814" y="93303"/>
                  </a:lnTo>
                  <a:lnTo>
                    <a:pt x="37624" y="91779"/>
                  </a:lnTo>
                  <a:cubicBezTo>
                    <a:pt x="38767" y="90827"/>
                    <a:pt x="40005" y="89779"/>
                    <a:pt x="41053" y="88731"/>
                  </a:cubicBezTo>
                  <a:cubicBezTo>
                    <a:pt x="43250" y="86583"/>
                    <a:pt x="45228" y="84222"/>
                    <a:pt x="46958" y="81683"/>
                  </a:cubicBezTo>
                  <a:cubicBezTo>
                    <a:pt x="48695" y="79143"/>
                    <a:pt x="50164" y="76430"/>
                    <a:pt x="51340" y="73587"/>
                  </a:cubicBezTo>
                  <a:cubicBezTo>
                    <a:pt x="52482" y="70724"/>
                    <a:pt x="53343" y="67757"/>
                    <a:pt x="53912" y="64728"/>
                  </a:cubicBezTo>
                  <a:cubicBezTo>
                    <a:pt x="54502" y="61588"/>
                    <a:pt x="54789" y="58398"/>
                    <a:pt x="54769" y="55203"/>
                  </a:cubicBezTo>
                  <a:cubicBezTo>
                    <a:pt x="54804" y="52015"/>
                    <a:pt x="54581" y="48830"/>
                    <a:pt x="54102" y="45678"/>
                  </a:cubicBezTo>
                  <a:cubicBezTo>
                    <a:pt x="53613" y="42611"/>
                    <a:pt x="52782" y="39608"/>
                    <a:pt x="51626" y="36725"/>
                  </a:cubicBezTo>
                  <a:cubicBezTo>
                    <a:pt x="50484" y="33853"/>
                    <a:pt x="49047" y="31108"/>
                    <a:pt x="47339" y="28533"/>
                  </a:cubicBezTo>
                  <a:cubicBezTo>
                    <a:pt x="45606" y="25940"/>
                    <a:pt x="43594" y="23544"/>
                    <a:pt x="41339" y="21390"/>
                  </a:cubicBezTo>
                  <a:cubicBezTo>
                    <a:pt x="39085" y="19242"/>
                    <a:pt x="36699" y="17237"/>
                    <a:pt x="34195" y="15389"/>
                  </a:cubicBezTo>
                  <a:cubicBezTo>
                    <a:pt x="31710" y="13536"/>
                    <a:pt x="29064" y="11911"/>
                    <a:pt x="26289" y="10531"/>
                  </a:cubicBezTo>
                  <a:cubicBezTo>
                    <a:pt x="23492" y="9108"/>
                    <a:pt x="20511" y="8082"/>
                    <a:pt x="17431" y="7483"/>
                  </a:cubicBezTo>
                  <a:cubicBezTo>
                    <a:pt x="14394" y="7167"/>
                    <a:pt x="11338" y="7072"/>
                    <a:pt x="8287" y="7197"/>
                  </a:cubicBezTo>
                  <a:close/>
                  <a:moveTo>
                    <a:pt x="8287" y="7197"/>
                  </a:moveTo>
                  <a:cubicBezTo>
                    <a:pt x="11472" y="7142"/>
                    <a:pt x="14656" y="7334"/>
                    <a:pt x="17812" y="7769"/>
                  </a:cubicBezTo>
                  <a:cubicBezTo>
                    <a:pt x="21101" y="8183"/>
                    <a:pt x="24311" y="9082"/>
                    <a:pt x="27337" y="10436"/>
                  </a:cubicBezTo>
                  <a:cubicBezTo>
                    <a:pt x="30232" y="11780"/>
                    <a:pt x="33005" y="13373"/>
                    <a:pt x="35623" y="15198"/>
                  </a:cubicBezTo>
                  <a:cubicBezTo>
                    <a:pt x="38266" y="16948"/>
                    <a:pt x="40752" y="18924"/>
                    <a:pt x="43053" y="21104"/>
                  </a:cubicBezTo>
                  <a:cubicBezTo>
                    <a:pt x="45427" y="23288"/>
                    <a:pt x="47565" y="25714"/>
                    <a:pt x="49435" y="28343"/>
                  </a:cubicBezTo>
                  <a:cubicBezTo>
                    <a:pt x="51285" y="30962"/>
                    <a:pt x="52850" y="33772"/>
                    <a:pt x="54102" y="36725"/>
                  </a:cubicBezTo>
                  <a:cubicBezTo>
                    <a:pt x="55372" y="39788"/>
                    <a:pt x="56298" y="42982"/>
                    <a:pt x="56864" y="46250"/>
                  </a:cubicBezTo>
                  <a:cubicBezTo>
                    <a:pt x="57385" y="49399"/>
                    <a:pt x="57672" y="52583"/>
                    <a:pt x="57721" y="55775"/>
                  </a:cubicBezTo>
                  <a:cubicBezTo>
                    <a:pt x="57720" y="58969"/>
                    <a:pt x="57433" y="62157"/>
                    <a:pt x="56864" y="65300"/>
                  </a:cubicBezTo>
                  <a:cubicBezTo>
                    <a:pt x="56325" y="68562"/>
                    <a:pt x="55430" y="71756"/>
                    <a:pt x="54197" y="74825"/>
                  </a:cubicBezTo>
                  <a:cubicBezTo>
                    <a:pt x="52934" y="77796"/>
                    <a:pt x="51437" y="80662"/>
                    <a:pt x="49720" y="83397"/>
                  </a:cubicBezTo>
                  <a:cubicBezTo>
                    <a:pt x="47896" y="86063"/>
                    <a:pt x="45823" y="88551"/>
                    <a:pt x="43529" y="90827"/>
                  </a:cubicBezTo>
                  <a:cubicBezTo>
                    <a:pt x="42386" y="91970"/>
                    <a:pt x="41148" y="93018"/>
                    <a:pt x="39910" y="94065"/>
                  </a:cubicBezTo>
                  <a:lnTo>
                    <a:pt x="38100" y="95589"/>
                  </a:lnTo>
                  <a:lnTo>
                    <a:pt x="36100" y="97018"/>
                  </a:lnTo>
                  <a:cubicBezTo>
                    <a:pt x="33447" y="98869"/>
                    <a:pt x="30605" y="100434"/>
                    <a:pt x="27623" y="101685"/>
                  </a:cubicBezTo>
                  <a:cubicBezTo>
                    <a:pt x="24546" y="102940"/>
                    <a:pt x="21357" y="103897"/>
                    <a:pt x="18098" y="104543"/>
                  </a:cubicBezTo>
                  <a:cubicBezTo>
                    <a:pt x="14960" y="105174"/>
                    <a:pt x="11772" y="105524"/>
                    <a:pt x="8573" y="105591"/>
                  </a:cubicBezTo>
                  <a:lnTo>
                    <a:pt x="7144" y="105591"/>
                  </a:lnTo>
                  <a:lnTo>
                    <a:pt x="7144" y="80159"/>
                  </a:lnTo>
                  <a:lnTo>
                    <a:pt x="7144" y="55965"/>
                  </a:lnTo>
                  <a:cubicBezTo>
                    <a:pt x="7144" y="47869"/>
                    <a:pt x="7144" y="39773"/>
                    <a:pt x="7144" y="31772"/>
                  </a:cubicBezTo>
                  <a:cubicBezTo>
                    <a:pt x="7144" y="23771"/>
                    <a:pt x="8096" y="15198"/>
                    <a:pt x="8287" y="7197"/>
                  </a:cubicBezTo>
                  <a:close/>
                </a:path>
              </a:pathLst>
            </a:custGeom>
            <a:solidFill>
              <a:srgbClr val="FFFFFF"/>
            </a:solid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894AD02E-586A-4A48-9451-9B950D88171E}"/>
                </a:ext>
              </a:extLst>
            </p:cNvPr>
            <p:cNvSpPr/>
            <p:nvPr/>
          </p:nvSpPr>
          <p:spPr>
            <a:xfrm>
              <a:off x="11702192" y="416827"/>
              <a:ext cx="108380" cy="234823"/>
            </a:xfrm>
            <a:custGeom>
              <a:avLst/>
              <a:gdLst>
                <a:gd name="connsiteX0" fmla="*/ 57436 w 57150"/>
                <a:gd name="connsiteY0" fmla="*/ 120209 h 123825"/>
                <a:gd name="connsiteX1" fmla="*/ 44387 w 57150"/>
                <a:gd name="connsiteY1" fmla="*/ 120209 h 123825"/>
                <a:gd name="connsiteX2" fmla="*/ 15145 w 57150"/>
                <a:gd name="connsiteY2" fmla="*/ 95825 h 123825"/>
                <a:gd name="connsiteX3" fmla="*/ 15145 w 57150"/>
                <a:gd name="connsiteY3" fmla="*/ 120209 h 123825"/>
                <a:gd name="connsiteX4" fmla="*/ 7144 w 57150"/>
                <a:gd name="connsiteY4" fmla="*/ 120209 h 123825"/>
                <a:gd name="connsiteX5" fmla="*/ 7144 w 57150"/>
                <a:gd name="connsiteY5" fmla="*/ 7147 h 123825"/>
                <a:gd name="connsiteX6" fmla="*/ 13240 w 57150"/>
                <a:gd name="connsiteY6" fmla="*/ 7147 h 123825"/>
                <a:gd name="connsiteX7" fmla="*/ 45244 w 57150"/>
                <a:gd name="connsiteY7" fmla="*/ 20197 h 123825"/>
                <a:gd name="connsiteX8" fmla="*/ 58579 w 57150"/>
                <a:gd name="connsiteY8" fmla="*/ 51915 h 123825"/>
                <a:gd name="connsiteX9" fmla="*/ 44482 w 57150"/>
                <a:gd name="connsiteY9" fmla="*/ 84776 h 123825"/>
                <a:gd name="connsiteX10" fmla="*/ 27146 w 57150"/>
                <a:gd name="connsiteY10" fmla="*/ 95158 h 123825"/>
                <a:gd name="connsiteX11" fmla="*/ 15145 w 57150"/>
                <a:gd name="connsiteY11" fmla="*/ 14863 h 123825"/>
                <a:gd name="connsiteX12" fmla="*/ 15145 w 57150"/>
                <a:gd name="connsiteY12" fmla="*/ 89539 h 123825"/>
                <a:gd name="connsiteX13" fmla="*/ 36195 w 57150"/>
                <a:gd name="connsiteY13" fmla="*/ 81633 h 123825"/>
                <a:gd name="connsiteX14" fmla="*/ 50482 w 57150"/>
                <a:gd name="connsiteY14" fmla="*/ 53058 h 123825"/>
                <a:gd name="connsiteX15" fmla="*/ 35719 w 57150"/>
                <a:gd name="connsiteY15" fmla="*/ 22864 h 123825"/>
                <a:gd name="connsiteX16" fmla="*/ 15145 w 57150"/>
                <a:gd name="connsiteY16" fmla="*/ 14863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7150" h="123825">
                  <a:moveTo>
                    <a:pt x="57436" y="120209"/>
                  </a:moveTo>
                  <a:lnTo>
                    <a:pt x="44387" y="120209"/>
                  </a:lnTo>
                  <a:lnTo>
                    <a:pt x="15145" y="95825"/>
                  </a:lnTo>
                  <a:lnTo>
                    <a:pt x="15145" y="120209"/>
                  </a:lnTo>
                  <a:lnTo>
                    <a:pt x="7144" y="120209"/>
                  </a:lnTo>
                  <a:lnTo>
                    <a:pt x="7144" y="7147"/>
                  </a:lnTo>
                  <a:lnTo>
                    <a:pt x="13240" y="7147"/>
                  </a:lnTo>
                  <a:cubicBezTo>
                    <a:pt x="25233" y="6994"/>
                    <a:pt x="36777" y="11702"/>
                    <a:pt x="45244" y="20197"/>
                  </a:cubicBezTo>
                  <a:cubicBezTo>
                    <a:pt x="53933" y="28436"/>
                    <a:pt x="58770" y="39941"/>
                    <a:pt x="58579" y="51915"/>
                  </a:cubicBezTo>
                  <a:cubicBezTo>
                    <a:pt x="58730" y="64368"/>
                    <a:pt x="53610" y="76304"/>
                    <a:pt x="44482" y="84776"/>
                  </a:cubicBezTo>
                  <a:cubicBezTo>
                    <a:pt x="39468" y="89378"/>
                    <a:pt x="33570" y="92911"/>
                    <a:pt x="27146" y="95158"/>
                  </a:cubicBezTo>
                  <a:close/>
                  <a:moveTo>
                    <a:pt x="15145" y="14863"/>
                  </a:moveTo>
                  <a:lnTo>
                    <a:pt x="15145" y="89539"/>
                  </a:lnTo>
                  <a:cubicBezTo>
                    <a:pt x="22771" y="88960"/>
                    <a:pt x="30073" y="86217"/>
                    <a:pt x="36195" y="81633"/>
                  </a:cubicBezTo>
                  <a:cubicBezTo>
                    <a:pt x="45286" y="74969"/>
                    <a:pt x="50606" y="64329"/>
                    <a:pt x="50482" y="53058"/>
                  </a:cubicBezTo>
                  <a:cubicBezTo>
                    <a:pt x="50735" y="41198"/>
                    <a:pt x="45234" y="29948"/>
                    <a:pt x="35719" y="22864"/>
                  </a:cubicBezTo>
                  <a:cubicBezTo>
                    <a:pt x="29744" y="18324"/>
                    <a:pt x="22616" y="15552"/>
                    <a:pt x="15145" y="14863"/>
                  </a:cubicBezTo>
                  <a:close/>
                </a:path>
              </a:pathLst>
            </a:custGeom>
            <a:solidFill>
              <a:srgbClr val="FFFFFF"/>
            </a:solid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059E67C1-B155-4D57-A708-6D1F3A72B656}"/>
                </a:ext>
              </a:extLst>
            </p:cNvPr>
            <p:cNvSpPr/>
            <p:nvPr/>
          </p:nvSpPr>
          <p:spPr>
            <a:xfrm>
              <a:off x="11700024" y="414305"/>
              <a:ext cx="126443" cy="234823"/>
            </a:xfrm>
            <a:custGeom>
              <a:avLst/>
              <a:gdLst>
                <a:gd name="connsiteX0" fmla="*/ 58579 w 66675"/>
                <a:gd name="connsiteY0" fmla="*/ 121539 h 123825"/>
                <a:gd name="connsiteX1" fmla="*/ 45530 w 66675"/>
                <a:gd name="connsiteY1" fmla="*/ 121539 h 123825"/>
                <a:gd name="connsiteX2" fmla="*/ 45530 w 66675"/>
                <a:gd name="connsiteY2" fmla="*/ 121539 h 123825"/>
                <a:gd name="connsiteX3" fmla="*/ 15907 w 66675"/>
                <a:gd name="connsiteY3" fmla="*/ 97631 h 123825"/>
                <a:gd name="connsiteX4" fmla="*/ 16955 w 66675"/>
                <a:gd name="connsiteY4" fmla="*/ 97155 h 123825"/>
                <a:gd name="connsiteX5" fmla="*/ 16955 w 66675"/>
                <a:gd name="connsiteY5" fmla="*/ 121539 h 123825"/>
                <a:gd name="connsiteX6" fmla="*/ 16955 w 66675"/>
                <a:gd name="connsiteY6" fmla="*/ 122396 h 123825"/>
                <a:gd name="connsiteX7" fmla="*/ 7144 w 66675"/>
                <a:gd name="connsiteY7" fmla="*/ 122396 h 123825"/>
                <a:gd name="connsiteX8" fmla="*/ 7144 w 66675"/>
                <a:gd name="connsiteY8" fmla="*/ 121444 h 123825"/>
                <a:gd name="connsiteX9" fmla="*/ 7144 w 66675"/>
                <a:gd name="connsiteY9" fmla="*/ 92869 h 123825"/>
                <a:gd name="connsiteX10" fmla="*/ 7144 w 66675"/>
                <a:gd name="connsiteY10" fmla="*/ 7144 h 123825"/>
                <a:gd name="connsiteX11" fmla="*/ 16669 w 66675"/>
                <a:gd name="connsiteY11" fmla="*/ 7144 h 123825"/>
                <a:gd name="connsiteX12" fmla="*/ 25146 w 66675"/>
                <a:gd name="connsiteY12" fmla="*/ 8192 h 123825"/>
                <a:gd name="connsiteX13" fmla="*/ 40958 w 66675"/>
                <a:gd name="connsiteY13" fmla="*/ 15049 h 123825"/>
                <a:gd name="connsiteX14" fmla="*/ 47530 w 66675"/>
                <a:gd name="connsiteY14" fmla="*/ 20479 h 123825"/>
                <a:gd name="connsiteX15" fmla="*/ 53150 w 66675"/>
                <a:gd name="connsiteY15" fmla="*/ 27051 h 123825"/>
                <a:gd name="connsiteX16" fmla="*/ 59817 w 66675"/>
                <a:gd name="connsiteY16" fmla="*/ 43244 h 123825"/>
                <a:gd name="connsiteX17" fmla="*/ 60865 w 66675"/>
                <a:gd name="connsiteY17" fmla="*/ 51816 h 123825"/>
                <a:gd name="connsiteX18" fmla="*/ 60865 w 66675"/>
                <a:gd name="connsiteY18" fmla="*/ 58198 h 123825"/>
                <a:gd name="connsiteX19" fmla="*/ 60865 w 66675"/>
                <a:gd name="connsiteY19" fmla="*/ 60389 h 123825"/>
                <a:gd name="connsiteX20" fmla="*/ 55245 w 66675"/>
                <a:gd name="connsiteY20" fmla="*/ 76486 h 123825"/>
                <a:gd name="connsiteX21" fmla="*/ 50197 w 66675"/>
                <a:gd name="connsiteY21" fmla="*/ 83344 h 123825"/>
                <a:gd name="connsiteX22" fmla="*/ 44101 w 66675"/>
                <a:gd name="connsiteY22" fmla="*/ 89345 h 123825"/>
                <a:gd name="connsiteX23" fmla="*/ 29147 w 66675"/>
                <a:gd name="connsiteY23" fmla="*/ 97346 h 123825"/>
                <a:gd name="connsiteX24" fmla="*/ 29147 w 66675"/>
                <a:gd name="connsiteY24" fmla="*/ 96393 h 123825"/>
                <a:gd name="connsiteX25" fmla="*/ 58579 w 66675"/>
                <a:gd name="connsiteY25" fmla="*/ 121539 h 123825"/>
                <a:gd name="connsiteX26" fmla="*/ 28194 w 66675"/>
                <a:gd name="connsiteY26" fmla="*/ 96869 h 123825"/>
                <a:gd name="connsiteX27" fmla="*/ 27337 w 66675"/>
                <a:gd name="connsiteY27" fmla="*/ 96298 h 123825"/>
                <a:gd name="connsiteX28" fmla="*/ 28099 w 66675"/>
                <a:gd name="connsiteY28" fmla="*/ 96298 h 123825"/>
                <a:gd name="connsiteX29" fmla="*/ 42577 w 66675"/>
                <a:gd name="connsiteY29" fmla="*/ 88202 h 123825"/>
                <a:gd name="connsiteX30" fmla="*/ 48387 w 66675"/>
                <a:gd name="connsiteY30" fmla="*/ 82296 h 123825"/>
                <a:gd name="connsiteX31" fmla="*/ 53150 w 66675"/>
                <a:gd name="connsiteY31" fmla="*/ 75533 h 123825"/>
                <a:gd name="connsiteX32" fmla="*/ 58293 w 66675"/>
                <a:gd name="connsiteY32" fmla="*/ 60008 h 123825"/>
                <a:gd name="connsiteX33" fmla="*/ 58293 w 66675"/>
                <a:gd name="connsiteY33" fmla="*/ 57912 h 123825"/>
                <a:gd name="connsiteX34" fmla="*/ 58293 w 66675"/>
                <a:gd name="connsiteY34" fmla="*/ 53816 h 123825"/>
                <a:gd name="connsiteX35" fmla="*/ 58293 w 66675"/>
                <a:gd name="connsiteY35" fmla="*/ 51816 h 123825"/>
                <a:gd name="connsiteX36" fmla="*/ 57817 w 66675"/>
                <a:gd name="connsiteY36" fmla="*/ 43244 h 123825"/>
                <a:gd name="connsiteX37" fmla="*/ 51149 w 66675"/>
                <a:gd name="connsiteY37" fmla="*/ 28385 h 123825"/>
                <a:gd name="connsiteX38" fmla="*/ 45815 w 66675"/>
                <a:gd name="connsiteY38" fmla="*/ 22193 h 123825"/>
                <a:gd name="connsiteX39" fmla="*/ 39434 w 66675"/>
                <a:gd name="connsiteY39" fmla="*/ 16955 h 123825"/>
                <a:gd name="connsiteX40" fmla="*/ 24479 w 66675"/>
                <a:gd name="connsiteY40" fmla="*/ 10573 h 123825"/>
                <a:gd name="connsiteX41" fmla="*/ 16383 w 66675"/>
                <a:gd name="connsiteY41" fmla="*/ 9620 h 123825"/>
                <a:gd name="connsiteX42" fmla="*/ 8287 w 66675"/>
                <a:gd name="connsiteY42" fmla="*/ 9620 h 123825"/>
                <a:gd name="connsiteX43" fmla="*/ 9525 w 66675"/>
                <a:gd name="connsiteY43" fmla="*/ 8477 h 123825"/>
                <a:gd name="connsiteX44" fmla="*/ 9525 w 66675"/>
                <a:gd name="connsiteY44" fmla="*/ 93250 h 123825"/>
                <a:gd name="connsiteX45" fmla="*/ 9525 w 66675"/>
                <a:gd name="connsiteY45" fmla="*/ 121825 h 123825"/>
                <a:gd name="connsiteX46" fmla="*/ 8287 w 66675"/>
                <a:gd name="connsiteY46" fmla="*/ 120682 h 123825"/>
                <a:gd name="connsiteX47" fmla="*/ 16574 w 66675"/>
                <a:gd name="connsiteY47" fmla="*/ 120682 h 123825"/>
                <a:gd name="connsiteX48" fmla="*/ 15812 w 66675"/>
                <a:gd name="connsiteY48" fmla="*/ 121444 h 123825"/>
                <a:gd name="connsiteX49" fmla="*/ 15812 w 66675"/>
                <a:gd name="connsiteY49" fmla="*/ 95631 h 123825"/>
                <a:gd name="connsiteX50" fmla="*/ 16859 w 66675"/>
                <a:gd name="connsiteY50" fmla="*/ 96584 h 123825"/>
                <a:gd name="connsiteX51" fmla="*/ 45434 w 66675"/>
                <a:gd name="connsiteY51" fmla="*/ 121349 h 123825"/>
                <a:gd name="connsiteX52" fmla="*/ 45434 w 66675"/>
                <a:gd name="connsiteY52" fmla="*/ 121349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6675" h="123825">
                  <a:moveTo>
                    <a:pt x="58579" y="121539"/>
                  </a:moveTo>
                  <a:lnTo>
                    <a:pt x="45530" y="121539"/>
                  </a:lnTo>
                  <a:lnTo>
                    <a:pt x="45530" y="121539"/>
                  </a:lnTo>
                  <a:lnTo>
                    <a:pt x="15907" y="97631"/>
                  </a:lnTo>
                  <a:lnTo>
                    <a:pt x="16955" y="97155"/>
                  </a:lnTo>
                  <a:lnTo>
                    <a:pt x="16955" y="121539"/>
                  </a:lnTo>
                  <a:lnTo>
                    <a:pt x="16955" y="122396"/>
                  </a:lnTo>
                  <a:lnTo>
                    <a:pt x="7144" y="122396"/>
                  </a:lnTo>
                  <a:lnTo>
                    <a:pt x="7144" y="121444"/>
                  </a:lnTo>
                  <a:lnTo>
                    <a:pt x="7144" y="92869"/>
                  </a:lnTo>
                  <a:lnTo>
                    <a:pt x="7144" y="7144"/>
                  </a:lnTo>
                  <a:lnTo>
                    <a:pt x="16669" y="7144"/>
                  </a:lnTo>
                  <a:cubicBezTo>
                    <a:pt x="19519" y="7252"/>
                    <a:pt x="22355" y="7602"/>
                    <a:pt x="25146" y="8192"/>
                  </a:cubicBezTo>
                  <a:cubicBezTo>
                    <a:pt x="30815" y="9418"/>
                    <a:pt x="36188" y="11748"/>
                    <a:pt x="40958" y="15049"/>
                  </a:cubicBezTo>
                  <a:cubicBezTo>
                    <a:pt x="43314" y="16648"/>
                    <a:pt x="45515" y="18466"/>
                    <a:pt x="47530" y="20479"/>
                  </a:cubicBezTo>
                  <a:cubicBezTo>
                    <a:pt x="49577" y="22515"/>
                    <a:pt x="51456" y="24713"/>
                    <a:pt x="53150" y="27051"/>
                  </a:cubicBezTo>
                  <a:cubicBezTo>
                    <a:pt x="56511" y="31906"/>
                    <a:pt x="58785" y="37429"/>
                    <a:pt x="59817" y="43244"/>
                  </a:cubicBezTo>
                  <a:cubicBezTo>
                    <a:pt x="60447" y="46060"/>
                    <a:pt x="60798" y="48931"/>
                    <a:pt x="60865" y="51816"/>
                  </a:cubicBezTo>
                  <a:lnTo>
                    <a:pt x="60865" y="58198"/>
                  </a:lnTo>
                  <a:lnTo>
                    <a:pt x="60865" y="60389"/>
                  </a:lnTo>
                  <a:cubicBezTo>
                    <a:pt x="60002" y="66055"/>
                    <a:pt x="58097" y="71513"/>
                    <a:pt x="55245" y="76486"/>
                  </a:cubicBezTo>
                  <a:cubicBezTo>
                    <a:pt x="53789" y="78930"/>
                    <a:pt x="52098" y="81227"/>
                    <a:pt x="50197" y="83344"/>
                  </a:cubicBezTo>
                  <a:cubicBezTo>
                    <a:pt x="48383" y="85554"/>
                    <a:pt x="46339" y="87566"/>
                    <a:pt x="44101" y="89345"/>
                  </a:cubicBezTo>
                  <a:cubicBezTo>
                    <a:pt x="39558" y="92767"/>
                    <a:pt x="34514" y="95466"/>
                    <a:pt x="29147" y="97346"/>
                  </a:cubicBezTo>
                  <a:lnTo>
                    <a:pt x="29147" y="96393"/>
                  </a:lnTo>
                  <a:close/>
                  <a:moveTo>
                    <a:pt x="58579" y="121539"/>
                  </a:moveTo>
                  <a:lnTo>
                    <a:pt x="28194" y="96869"/>
                  </a:lnTo>
                  <a:lnTo>
                    <a:pt x="27337" y="96298"/>
                  </a:lnTo>
                  <a:lnTo>
                    <a:pt x="28099" y="96298"/>
                  </a:lnTo>
                  <a:cubicBezTo>
                    <a:pt x="33296" y="94325"/>
                    <a:pt x="38175" y="91597"/>
                    <a:pt x="42577" y="88202"/>
                  </a:cubicBezTo>
                  <a:cubicBezTo>
                    <a:pt x="44701" y="86427"/>
                    <a:pt x="46647" y="84449"/>
                    <a:pt x="48387" y="82296"/>
                  </a:cubicBezTo>
                  <a:cubicBezTo>
                    <a:pt x="50197" y="80207"/>
                    <a:pt x="51793" y="77941"/>
                    <a:pt x="53150" y="75533"/>
                  </a:cubicBezTo>
                  <a:cubicBezTo>
                    <a:pt x="55890" y="70756"/>
                    <a:pt x="57640" y="65476"/>
                    <a:pt x="58293" y="60008"/>
                  </a:cubicBezTo>
                  <a:lnTo>
                    <a:pt x="58293" y="57912"/>
                  </a:lnTo>
                  <a:lnTo>
                    <a:pt x="58293" y="53816"/>
                  </a:lnTo>
                  <a:cubicBezTo>
                    <a:pt x="58341" y="53150"/>
                    <a:pt x="58341" y="52482"/>
                    <a:pt x="58293" y="51816"/>
                  </a:cubicBezTo>
                  <a:cubicBezTo>
                    <a:pt x="58396" y="48950"/>
                    <a:pt x="58236" y="46081"/>
                    <a:pt x="57817" y="43244"/>
                  </a:cubicBezTo>
                  <a:cubicBezTo>
                    <a:pt x="56569" y="37908"/>
                    <a:pt x="54305" y="32864"/>
                    <a:pt x="51149" y="28385"/>
                  </a:cubicBezTo>
                  <a:cubicBezTo>
                    <a:pt x="49555" y="26170"/>
                    <a:pt x="47770" y="24098"/>
                    <a:pt x="45815" y="22193"/>
                  </a:cubicBezTo>
                  <a:cubicBezTo>
                    <a:pt x="43818" y="20294"/>
                    <a:pt x="41686" y="18543"/>
                    <a:pt x="39434" y="16955"/>
                  </a:cubicBezTo>
                  <a:cubicBezTo>
                    <a:pt x="34905" y="13886"/>
                    <a:pt x="29828" y="11720"/>
                    <a:pt x="24479" y="10573"/>
                  </a:cubicBezTo>
                  <a:cubicBezTo>
                    <a:pt x="21813" y="10021"/>
                    <a:pt x="19104" y="9702"/>
                    <a:pt x="16383" y="9620"/>
                  </a:cubicBezTo>
                  <a:lnTo>
                    <a:pt x="8287" y="9620"/>
                  </a:lnTo>
                  <a:lnTo>
                    <a:pt x="9525" y="8477"/>
                  </a:lnTo>
                  <a:lnTo>
                    <a:pt x="9525" y="93250"/>
                  </a:lnTo>
                  <a:lnTo>
                    <a:pt x="9525" y="121825"/>
                  </a:lnTo>
                  <a:lnTo>
                    <a:pt x="8287" y="120682"/>
                  </a:lnTo>
                  <a:lnTo>
                    <a:pt x="16574" y="120682"/>
                  </a:lnTo>
                  <a:lnTo>
                    <a:pt x="15812" y="121444"/>
                  </a:lnTo>
                  <a:lnTo>
                    <a:pt x="15812" y="95631"/>
                  </a:lnTo>
                  <a:lnTo>
                    <a:pt x="16859" y="96584"/>
                  </a:lnTo>
                  <a:lnTo>
                    <a:pt x="45434" y="121349"/>
                  </a:lnTo>
                  <a:lnTo>
                    <a:pt x="45434" y="121349"/>
                  </a:lnTo>
                  <a:close/>
                </a:path>
              </a:pathLst>
            </a:custGeom>
            <a:solidFill>
              <a:srgbClr val="FFFFFF"/>
            </a:solid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1C7B8A83-1DA7-4920-B9F9-AEA61B29D1D9}"/>
                </a:ext>
              </a:extLst>
            </p:cNvPr>
            <p:cNvSpPr/>
            <p:nvPr/>
          </p:nvSpPr>
          <p:spPr>
            <a:xfrm>
              <a:off x="11714837" y="431466"/>
              <a:ext cx="90316" cy="162570"/>
            </a:xfrm>
            <a:custGeom>
              <a:avLst/>
              <a:gdLst>
                <a:gd name="connsiteX0" fmla="*/ 8477 w 47625"/>
                <a:gd name="connsiteY0" fmla="*/ 7144 h 85725"/>
                <a:gd name="connsiteX1" fmla="*/ 8477 w 47625"/>
                <a:gd name="connsiteY1" fmla="*/ 25718 h 85725"/>
                <a:gd name="connsiteX2" fmla="*/ 8477 w 47625"/>
                <a:gd name="connsiteY2" fmla="*/ 44291 h 85725"/>
                <a:gd name="connsiteX3" fmla="*/ 8477 w 47625"/>
                <a:gd name="connsiteY3" fmla="*/ 63341 h 85725"/>
                <a:gd name="connsiteX4" fmla="*/ 8477 w 47625"/>
                <a:gd name="connsiteY4" fmla="*/ 81820 h 85725"/>
                <a:gd name="connsiteX5" fmla="*/ 7239 w 47625"/>
                <a:gd name="connsiteY5" fmla="*/ 80677 h 85725"/>
                <a:gd name="connsiteX6" fmla="*/ 20479 w 47625"/>
                <a:gd name="connsiteY6" fmla="*/ 77248 h 85725"/>
                <a:gd name="connsiteX7" fmla="*/ 26384 w 47625"/>
                <a:gd name="connsiteY7" fmla="*/ 73819 h 85725"/>
                <a:gd name="connsiteX8" fmla="*/ 29051 w 47625"/>
                <a:gd name="connsiteY8" fmla="*/ 72295 h 85725"/>
                <a:gd name="connsiteX9" fmla="*/ 30385 w 47625"/>
                <a:gd name="connsiteY9" fmla="*/ 71152 h 85725"/>
                <a:gd name="connsiteX10" fmla="*/ 32957 w 47625"/>
                <a:gd name="connsiteY10" fmla="*/ 68866 h 85725"/>
                <a:gd name="connsiteX11" fmla="*/ 40481 w 47625"/>
                <a:gd name="connsiteY11" fmla="*/ 57531 h 85725"/>
                <a:gd name="connsiteX12" fmla="*/ 42863 w 47625"/>
                <a:gd name="connsiteY12" fmla="*/ 44196 h 85725"/>
                <a:gd name="connsiteX13" fmla="*/ 42863 w 47625"/>
                <a:gd name="connsiteY13" fmla="*/ 40767 h 85725"/>
                <a:gd name="connsiteX14" fmla="*/ 42863 w 47625"/>
                <a:gd name="connsiteY14" fmla="*/ 37338 h 85725"/>
                <a:gd name="connsiteX15" fmla="*/ 41148 w 47625"/>
                <a:gd name="connsiteY15" fmla="*/ 30670 h 85725"/>
                <a:gd name="connsiteX16" fmla="*/ 38005 w 47625"/>
                <a:gd name="connsiteY16" fmla="*/ 24575 h 85725"/>
                <a:gd name="connsiteX17" fmla="*/ 33814 w 47625"/>
                <a:gd name="connsiteY17" fmla="*/ 19050 h 85725"/>
                <a:gd name="connsiteX18" fmla="*/ 28670 w 47625"/>
                <a:gd name="connsiteY18" fmla="*/ 14383 h 85725"/>
                <a:gd name="connsiteX19" fmla="*/ 22765 w 47625"/>
                <a:gd name="connsiteY19" fmla="*/ 10858 h 85725"/>
                <a:gd name="connsiteX20" fmla="*/ 8477 w 47625"/>
                <a:gd name="connsiteY20" fmla="*/ 7144 h 85725"/>
                <a:gd name="connsiteX21" fmla="*/ 8477 w 47625"/>
                <a:gd name="connsiteY21" fmla="*/ 7144 h 85725"/>
                <a:gd name="connsiteX22" fmla="*/ 22288 w 47625"/>
                <a:gd name="connsiteY22" fmla="*/ 10287 h 85725"/>
                <a:gd name="connsiteX23" fmla="*/ 28575 w 47625"/>
                <a:gd name="connsiteY23" fmla="*/ 13716 h 85725"/>
                <a:gd name="connsiteX24" fmla="*/ 34004 w 47625"/>
                <a:gd name="connsiteY24" fmla="*/ 18288 h 85725"/>
                <a:gd name="connsiteX25" fmla="*/ 38576 w 47625"/>
                <a:gd name="connsiteY25" fmla="*/ 23908 h 85725"/>
                <a:gd name="connsiteX26" fmla="*/ 42005 w 47625"/>
                <a:gd name="connsiteY26" fmla="*/ 30194 h 85725"/>
                <a:gd name="connsiteX27" fmla="*/ 44101 w 47625"/>
                <a:gd name="connsiteY27" fmla="*/ 37147 h 85725"/>
                <a:gd name="connsiteX28" fmla="*/ 44672 w 47625"/>
                <a:gd name="connsiteY28" fmla="*/ 40767 h 85725"/>
                <a:gd name="connsiteX29" fmla="*/ 44672 w 47625"/>
                <a:gd name="connsiteY29" fmla="*/ 44387 h 85725"/>
                <a:gd name="connsiteX30" fmla="*/ 44101 w 47625"/>
                <a:gd name="connsiteY30" fmla="*/ 51626 h 85725"/>
                <a:gd name="connsiteX31" fmla="*/ 42196 w 47625"/>
                <a:gd name="connsiteY31" fmla="*/ 58579 h 85725"/>
                <a:gd name="connsiteX32" fmla="*/ 38862 w 47625"/>
                <a:gd name="connsiteY32" fmla="*/ 65056 h 85725"/>
                <a:gd name="connsiteX33" fmla="*/ 34290 w 47625"/>
                <a:gd name="connsiteY33" fmla="*/ 70676 h 85725"/>
                <a:gd name="connsiteX34" fmla="*/ 31623 w 47625"/>
                <a:gd name="connsiteY34" fmla="*/ 73247 h 85725"/>
                <a:gd name="connsiteX35" fmla="*/ 30290 w 47625"/>
                <a:gd name="connsiteY35" fmla="*/ 74390 h 85725"/>
                <a:gd name="connsiteX36" fmla="*/ 28766 w 47625"/>
                <a:gd name="connsiteY36" fmla="*/ 75438 h 85725"/>
                <a:gd name="connsiteX37" fmla="*/ 22384 w 47625"/>
                <a:gd name="connsiteY37" fmla="*/ 79058 h 85725"/>
                <a:gd name="connsiteX38" fmla="*/ 8477 w 47625"/>
                <a:gd name="connsiteY38" fmla="*/ 82582 h 85725"/>
                <a:gd name="connsiteX39" fmla="*/ 7144 w 47625"/>
                <a:gd name="connsiteY39" fmla="*/ 82582 h 85725"/>
                <a:gd name="connsiteX40" fmla="*/ 7144 w 47625"/>
                <a:gd name="connsiteY40" fmla="*/ 62770 h 85725"/>
                <a:gd name="connsiteX41" fmla="*/ 7144 w 47625"/>
                <a:gd name="connsiteY41" fmla="*/ 43720 h 85725"/>
                <a:gd name="connsiteX42" fmla="*/ 7144 w 47625"/>
                <a:gd name="connsiteY42" fmla="*/ 25146 h 85725"/>
                <a:gd name="connsiteX43" fmla="*/ 8477 w 47625"/>
                <a:gd name="connsiteY43"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7625" h="85725">
                  <a:moveTo>
                    <a:pt x="8477" y="7144"/>
                  </a:moveTo>
                  <a:cubicBezTo>
                    <a:pt x="8477" y="13335"/>
                    <a:pt x="8477" y="19526"/>
                    <a:pt x="8477" y="25718"/>
                  </a:cubicBezTo>
                  <a:cubicBezTo>
                    <a:pt x="8477" y="31909"/>
                    <a:pt x="8477" y="38100"/>
                    <a:pt x="8477" y="44291"/>
                  </a:cubicBezTo>
                  <a:cubicBezTo>
                    <a:pt x="8477" y="50482"/>
                    <a:pt x="8477" y="56674"/>
                    <a:pt x="8477" y="63341"/>
                  </a:cubicBezTo>
                  <a:lnTo>
                    <a:pt x="8477" y="81820"/>
                  </a:lnTo>
                  <a:lnTo>
                    <a:pt x="7239" y="80677"/>
                  </a:lnTo>
                  <a:cubicBezTo>
                    <a:pt x="11801" y="80211"/>
                    <a:pt x="16265" y="79055"/>
                    <a:pt x="20479" y="77248"/>
                  </a:cubicBezTo>
                  <a:cubicBezTo>
                    <a:pt x="22550" y="76291"/>
                    <a:pt x="24527" y="75143"/>
                    <a:pt x="26384" y="73819"/>
                  </a:cubicBezTo>
                  <a:lnTo>
                    <a:pt x="29051" y="72295"/>
                  </a:lnTo>
                  <a:lnTo>
                    <a:pt x="30385" y="71152"/>
                  </a:lnTo>
                  <a:lnTo>
                    <a:pt x="32957" y="68866"/>
                  </a:lnTo>
                  <a:cubicBezTo>
                    <a:pt x="36209" y="65638"/>
                    <a:pt x="38769" y="61781"/>
                    <a:pt x="40481" y="57531"/>
                  </a:cubicBezTo>
                  <a:cubicBezTo>
                    <a:pt x="42132" y="53282"/>
                    <a:pt x="42941" y="48753"/>
                    <a:pt x="42863" y="44196"/>
                  </a:cubicBezTo>
                  <a:lnTo>
                    <a:pt x="42863" y="40767"/>
                  </a:lnTo>
                  <a:cubicBezTo>
                    <a:pt x="42955" y="39626"/>
                    <a:pt x="42955" y="38479"/>
                    <a:pt x="42863" y="37338"/>
                  </a:cubicBezTo>
                  <a:cubicBezTo>
                    <a:pt x="42482" y="35071"/>
                    <a:pt x="41909" y="32840"/>
                    <a:pt x="41148" y="30670"/>
                  </a:cubicBezTo>
                  <a:cubicBezTo>
                    <a:pt x="40292" y="28545"/>
                    <a:pt x="39240" y="26504"/>
                    <a:pt x="38005" y="24575"/>
                  </a:cubicBezTo>
                  <a:cubicBezTo>
                    <a:pt x="36801" y="22594"/>
                    <a:pt x="35397" y="20743"/>
                    <a:pt x="33814" y="19050"/>
                  </a:cubicBezTo>
                  <a:cubicBezTo>
                    <a:pt x="32191" y="17396"/>
                    <a:pt x="30474" y="15838"/>
                    <a:pt x="28670" y="14383"/>
                  </a:cubicBezTo>
                  <a:cubicBezTo>
                    <a:pt x="26828" y="13008"/>
                    <a:pt x="24849" y="11827"/>
                    <a:pt x="22765" y="10858"/>
                  </a:cubicBezTo>
                  <a:cubicBezTo>
                    <a:pt x="18206" y="8937"/>
                    <a:pt x="13394" y="7686"/>
                    <a:pt x="8477" y="7144"/>
                  </a:cubicBezTo>
                  <a:close/>
                  <a:moveTo>
                    <a:pt x="8477" y="7144"/>
                  </a:moveTo>
                  <a:cubicBezTo>
                    <a:pt x="13215" y="7475"/>
                    <a:pt x="17874" y="8535"/>
                    <a:pt x="22288" y="10287"/>
                  </a:cubicBezTo>
                  <a:cubicBezTo>
                    <a:pt x="24482" y="11241"/>
                    <a:pt x="26586" y="12388"/>
                    <a:pt x="28575" y="13716"/>
                  </a:cubicBezTo>
                  <a:cubicBezTo>
                    <a:pt x="30530" y="15059"/>
                    <a:pt x="32348" y="16590"/>
                    <a:pt x="34004" y="18288"/>
                  </a:cubicBezTo>
                  <a:cubicBezTo>
                    <a:pt x="35709" y="20007"/>
                    <a:pt x="37240" y="21889"/>
                    <a:pt x="38576" y="23908"/>
                  </a:cubicBezTo>
                  <a:cubicBezTo>
                    <a:pt x="39904" y="25897"/>
                    <a:pt x="41052" y="28001"/>
                    <a:pt x="42005" y="30194"/>
                  </a:cubicBezTo>
                  <a:cubicBezTo>
                    <a:pt x="42933" y="32437"/>
                    <a:pt x="43635" y="34766"/>
                    <a:pt x="44101" y="37147"/>
                  </a:cubicBezTo>
                  <a:cubicBezTo>
                    <a:pt x="44101" y="38386"/>
                    <a:pt x="44101" y="39529"/>
                    <a:pt x="44672" y="40767"/>
                  </a:cubicBezTo>
                  <a:lnTo>
                    <a:pt x="44672" y="44387"/>
                  </a:lnTo>
                  <a:cubicBezTo>
                    <a:pt x="44666" y="46811"/>
                    <a:pt x="44475" y="49231"/>
                    <a:pt x="44101" y="51626"/>
                  </a:cubicBezTo>
                  <a:cubicBezTo>
                    <a:pt x="43701" y="54001"/>
                    <a:pt x="43063" y="56331"/>
                    <a:pt x="42196" y="58579"/>
                  </a:cubicBezTo>
                  <a:cubicBezTo>
                    <a:pt x="41335" y="60858"/>
                    <a:pt x="40216" y="63031"/>
                    <a:pt x="38862" y="65056"/>
                  </a:cubicBezTo>
                  <a:cubicBezTo>
                    <a:pt x="37520" y="67070"/>
                    <a:pt x="35989" y="68952"/>
                    <a:pt x="34290" y="70676"/>
                  </a:cubicBezTo>
                  <a:cubicBezTo>
                    <a:pt x="33433" y="71628"/>
                    <a:pt x="32480" y="72390"/>
                    <a:pt x="31623" y="73247"/>
                  </a:cubicBezTo>
                  <a:lnTo>
                    <a:pt x="30290" y="74390"/>
                  </a:lnTo>
                  <a:lnTo>
                    <a:pt x="28766" y="75438"/>
                  </a:lnTo>
                  <a:cubicBezTo>
                    <a:pt x="26782" y="76882"/>
                    <a:pt x="24641" y="78097"/>
                    <a:pt x="22384" y="79058"/>
                  </a:cubicBezTo>
                  <a:cubicBezTo>
                    <a:pt x="17972" y="80985"/>
                    <a:pt x="13274" y="82176"/>
                    <a:pt x="8477" y="82582"/>
                  </a:cubicBezTo>
                  <a:lnTo>
                    <a:pt x="7144" y="82582"/>
                  </a:lnTo>
                  <a:lnTo>
                    <a:pt x="7144" y="62770"/>
                  </a:lnTo>
                  <a:lnTo>
                    <a:pt x="7144" y="43720"/>
                  </a:lnTo>
                  <a:cubicBezTo>
                    <a:pt x="7144" y="37529"/>
                    <a:pt x="7144" y="31337"/>
                    <a:pt x="7144" y="25146"/>
                  </a:cubicBezTo>
                  <a:cubicBezTo>
                    <a:pt x="7144" y="18955"/>
                    <a:pt x="8287" y="13335"/>
                    <a:pt x="8477" y="7144"/>
                  </a:cubicBezTo>
                  <a:close/>
                </a:path>
              </a:pathLst>
            </a:custGeom>
            <a:solidFill>
              <a:srgbClr val="FFFFFF"/>
            </a:solid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178FDDF-9A56-414E-A2CD-3827F5112BD9}"/>
                </a:ext>
              </a:extLst>
            </p:cNvPr>
            <p:cNvSpPr/>
            <p:nvPr/>
          </p:nvSpPr>
          <p:spPr>
            <a:xfrm>
              <a:off x="11853383" y="416835"/>
              <a:ext cx="108380" cy="234823"/>
            </a:xfrm>
            <a:custGeom>
              <a:avLst/>
              <a:gdLst>
                <a:gd name="connsiteX0" fmla="*/ 58198 w 57150"/>
                <a:gd name="connsiteY0" fmla="*/ 120206 h 123825"/>
                <a:gd name="connsiteX1" fmla="*/ 49340 w 57150"/>
                <a:gd name="connsiteY1" fmla="*/ 120206 h 123825"/>
                <a:gd name="connsiteX2" fmla="*/ 33433 w 57150"/>
                <a:gd name="connsiteY2" fmla="*/ 59341 h 123825"/>
                <a:gd name="connsiteX3" fmla="*/ 16669 w 57150"/>
                <a:gd name="connsiteY3" fmla="*/ 120206 h 123825"/>
                <a:gd name="connsiteX4" fmla="*/ 7144 w 57150"/>
                <a:gd name="connsiteY4" fmla="*/ 120206 h 123825"/>
                <a:gd name="connsiteX5" fmla="*/ 28003 w 57150"/>
                <a:gd name="connsiteY5" fmla="*/ 49816 h 123825"/>
                <a:gd name="connsiteX6" fmla="*/ 15145 w 57150"/>
                <a:gd name="connsiteY6" fmla="*/ 7144 h 123825"/>
                <a:gd name="connsiteX7" fmla="*/ 24003 w 57150"/>
                <a:gd name="connsiteY7" fmla="*/ 7144 h 123825"/>
                <a:gd name="connsiteX8" fmla="*/ 32575 w 57150"/>
                <a:gd name="connsiteY8" fmla="*/ 38671 h 123825"/>
                <a:gd name="connsiteX9" fmla="*/ 40576 w 57150"/>
                <a:gd name="connsiteY9" fmla="*/ 7144 h 123825"/>
                <a:gd name="connsiteX10" fmla="*/ 49435 w 57150"/>
                <a:gd name="connsiteY10" fmla="*/ 7144 h 123825"/>
                <a:gd name="connsiteX11" fmla="*/ 37814 w 57150"/>
                <a:gd name="connsiteY11" fmla="*/ 4762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150" h="123825">
                  <a:moveTo>
                    <a:pt x="58198" y="120206"/>
                  </a:moveTo>
                  <a:lnTo>
                    <a:pt x="49340" y="120206"/>
                  </a:lnTo>
                  <a:lnTo>
                    <a:pt x="33433" y="59341"/>
                  </a:lnTo>
                  <a:lnTo>
                    <a:pt x="16669" y="120206"/>
                  </a:lnTo>
                  <a:lnTo>
                    <a:pt x="7144" y="120206"/>
                  </a:lnTo>
                  <a:lnTo>
                    <a:pt x="28003" y="49816"/>
                  </a:lnTo>
                  <a:lnTo>
                    <a:pt x="15145" y="7144"/>
                  </a:lnTo>
                  <a:lnTo>
                    <a:pt x="24003" y="7144"/>
                  </a:lnTo>
                  <a:lnTo>
                    <a:pt x="32575" y="38671"/>
                  </a:lnTo>
                  <a:lnTo>
                    <a:pt x="40576" y="7144"/>
                  </a:lnTo>
                  <a:lnTo>
                    <a:pt x="49435" y="7144"/>
                  </a:lnTo>
                  <a:lnTo>
                    <a:pt x="37814" y="47625"/>
                  </a:lnTo>
                  <a:close/>
                </a:path>
              </a:pathLst>
            </a:custGeom>
            <a:solidFill>
              <a:srgbClr val="FFFFFF"/>
            </a:solid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ACF31FFB-6507-4E29-98BA-071C81FB725B}"/>
                </a:ext>
              </a:extLst>
            </p:cNvPr>
            <p:cNvSpPr/>
            <p:nvPr/>
          </p:nvSpPr>
          <p:spPr>
            <a:xfrm>
              <a:off x="11851576" y="413583"/>
              <a:ext cx="108380" cy="234823"/>
            </a:xfrm>
            <a:custGeom>
              <a:avLst/>
              <a:gdLst>
                <a:gd name="connsiteX0" fmla="*/ 59150 w 57150"/>
                <a:gd name="connsiteY0" fmla="*/ 121920 h 123825"/>
                <a:gd name="connsiteX1" fmla="*/ 50197 w 57150"/>
                <a:gd name="connsiteY1" fmla="*/ 121920 h 123825"/>
                <a:gd name="connsiteX2" fmla="*/ 41910 w 57150"/>
                <a:gd name="connsiteY2" fmla="*/ 91250 h 123825"/>
                <a:gd name="connsiteX3" fmla="*/ 33719 w 57150"/>
                <a:gd name="connsiteY3" fmla="*/ 60865 h 123825"/>
                <a:gd name="connsiteX4" fmla="*/ 35052 w 57150"/>
                <a:gd name="connsiteY4" fmla="*/ 60865 h 123825"/>
                <a:gd name="connsiteX5" fmla="*/ 18574 w 57150"/>
                <a:gd name="connsiteY5" fmla="*/ 121825 h 123825"/>
                <a:gd name="connsiteX6" fmla="*/ 18574 w 57150"/>
                <a:gd name="connsiteY6" fmla="*/ 122587 h 123825"/>
                <a:gd name="connsiteX7" fmla="*/ 7144 w 57150"/>
                <a:gd name="connsiteY7" fmla="*/ 122587 h 123825"/>
                <a:gd name="connsiteX8" fmla="*/ 7144 w 57150"/>
                <a:gd name="connsiteY8" fmla="*/ 121158 h 123825"/>
                <a:gd name="connsiteX9" fmla="*/ 27908 w 57150"/>
                <a:gd name="connsiteY9" fmla="*/ 50768 h 123825"/>
                <a:gd name="connsiteX10" fmla="*/ 27908 w 57150"/>
                <a:gd name="connsiteY10" fmla="*/ 51435 h 123825"/>
                <a:gd name="connsiteX11" fmla="*/ 21431 w 57150"/>
                <a:gd name="connsiteY11" fmla="*/ 30099 h 123825"/>
                <a:gd name="connsiteX12" fmla="*/ 15050 w 57150"/>
                <a:gd name="connsiteY12" fmla="*/ 8668 h 123825"/>
                <a:gd name="connsiteX13" fmla="*/ 15050 w 57150"/>
                <a:gd name="connsiteY13" fmla="*/ 7144 h 123825"/>
                <a:gd name="connsiteX14" fmla="*/ 26384 w 57150"/>
                <a:gd name="connsiteY14" fmla="*/ 7144 h 123825"/>
                <a:gd name="connsiteX15" fmla="*/ 26384 w 57150"/>
                <a:gd name="connsiteY15" fmla="*/ 8001 h 123825"/>
                <a:gd name="connsiteX16" fmla="*/ 35052 w 57150"/>
                <a:gd name="connsiteY16" fmla="*/ 39624 h 123825"/>
                <a:gd name="connsiteX17" fmla="*/ 33147 w 57150"/>
                <a:gd name="connsiteY17" fmla="*/ 39624 h 123825"/>
                <a:gd name="connsiteX18" fmla="*/ 41243 w 57150"/>
                <a:gd name="connsiteY18" fmla="*/ 8096 h 123825"/>
                <a:gd name="connsiteX19" fmla="*/ 41243 w 57150"/>
                <a:gd name="connsiteY19" fmla="*/ 7334 h 123825"/>
                <a:gd name="connsiteX20" fmla="*/ 52197 w 57150"/>
                <a:gd name="connsiteY20" fmla="*/ 7334 h 123825"/>
                <a:gd name="connsiteX21" fmla="*/ 52197 w 57150"/>
                <a:gd name="connsiteY21" fmla="*/ 8572 h 123825"/>
                <a:gd name="connsiteX22" fmla="*/ 39910 w 57150"/>
                <a:gd name="connsiteY22" fmla="*/ 49054 h 123825"/>
                <a:gd name="connsiteX23" fmla="*/ 39910 w 57150"/>
                <a:gd name="connsiteY23" fmla="*/ 49054 h 123825"/>
                <a:gd name="connsiteX24" fmla="*/ 49435 w 57150"/>
                <a:gd name="connsiteY24" fmla="*/ 85439 h 123825"/>
                <a:gd name="connsiteX25" fmla="*/ 59150 w 57150"/>
                <a:gd name="connsiteY25" fmla="*/ 121920 h 123825"/>
                <a:gd name="connsiteX26" fmla="*/ 48578 w 57150"/>
                <a:gd name="connsiteY26" fmla="*/ 85725 h 123825"/>
                <a:gd name="connsiteX27" fmla="*/ 38100 w 57150"/>
                <a:gd name="connsiteY27" fmla="*/ 49530 h 123825"/>
                <a:gd name="connsiteX28" fmla="*/ 38100 w 57150"/>
                <a:gd name="connsiteY28" fmla="*/ 49530 h 123825"/>
                <a:gd name="connsiteX29" fmla="*/ 49911 w 57150"/>
                <a:gd name="connsiteY29" fmla="*/ 8954 h 123825"/>
                <a:gd name="connsiteX30" fmla="*/ 50864 w 57150"/>
                <a:gd name="connsiteY30" fmla="*/ 10192 h 123825"/>
                <a:gd name="connsiteX31" fmla="*/ 42005 w 57150"/>
                <a:gd name="connsiteY31" fmla="*/ 10192 h 123825"/>
                <a:gd name="connsiteX32" fmla="*/ 42958 w 57150"/>
                <a:gd name="connsiteY32" fmla="*/ 9430 h 123825"/>
                <a:gd name="connsiteX33" fmla="*/ 35147 w 57150"/>
                <a:gd name="connsiteY33" fmla="*/ 41053 h 123825"/>
                <a:gd name="connsiteX34" fmla="*/ 34100 w 57150"/>
                <a:gd name="connsiteY34" fmla="*/ 45053 h 123825"/>
                <a:gd name="connsiteX35" fmla="*/ 33147 w 57150"/>
                <a:gd name="connsiteY35" fmla="*/ 40672 h 123825"/>
                <a:gd name="connsiteX36" fmla="*/ 24479 w 57150"/>
                <a:gd name="connsiteY36" fmla="*/ 9144 h 123825"/>
                <a:gd name="connsiteX37" fmla="*/ 25622 w 57150"/>
                <a:gd name="connsiteY37" fmla="*/ 10001 h 123825"/>
                <a:gd name="connsiteX38" fmla="*/ 16764 w 57150"/>
                <a:gd name="connsiteY38" fmla="*/ 10001 h 123825"/>
                <a:gd name="connsiteX39" fmla="*/ 17907 w 57150"/>
                <a:gd name="connsiteY39" fmla="*/ 8477 h 123825"/>
                <a:gd name="connsiteX40" fmla="*/ 24384 w 57150"/>
                <a:gd name="connsiteY40" fmla="*/ 29813 h 123825"/>
                <a:gd name="connsiteX41" fmla="*/ 30766 w 57150"/>
                <a:gd name="connsiteY41" fmla="*/ 51244 h 123825"/>
                <a:gd name="connsiteX42" fmla="*/ 30766 w 57150"/>
                <a:gd name="connsiteY42" fmla="*/ 51244 h 123825"/>
                <a:gd name="connsiteX43" fmla="*/ 30766 w 57150"/>
                <a:gd name="connsiteY43" fmla="*/ 51244 h 123825"/>
                <a:gd name="connsiteX44" fmla="*/ 9716 w 57150"/>
                <a:gd name="connsiteY44" fmla="*/ 121539 h 123825"/>
                <a:gd name="connsiteX45" fmla="*/ 8668 w 57150"/>
                <a:gd name="connsiteY45" fmla="*/ 120206 h 123825"/>
                <a:gd name="connsiteX46" fmla="*/ 18193 w 57150"/>
                <a:gd name="connsiteY46" fmla="*/ 120206 h 123825"/>
                <a:gd name="connsiteX47" fmla="*/ 17145 w 57150"/>
                <a:gd name="connsiteY47" fmla="*/ 120968 h 123825"/>
                <a:gd name="connsiteX48" fmla="*/ 34290 w 57150"/>
                <a:gd name="connsiteY48" fmla="*/ 60198 h 123825"/>
                <a:gd name="connsiteX49" fmla="*/ 34957 w 57150"/>
                <a:gd name="connsiteY49" fmla="*/ 57721 h 123825"/>
                <a:gd name="connsiteX50" fmla="*/ 35624 w 57150"/>
                <a:gd name="connsiteY50" fmla="*/ 60198 h 123825"/>
                <a:gd name="connsiteX51" fmla="*/ 42672 w 57150"/>
                <a:gd name="connsiteY51" fmla="*/ 91250 h 123825"/>
                <a:gd name="connsiteX52" fmla="*/ 50292 w 57150"/>
                <a:gd name="connsiteY52" fmla="*/ 121825 h 123825"/>
                <a:gd name="connsiteX53" fmla="*/ 59055 w 57150"/>
                <a:gd name="connsiteY53" fmla="*/ 12182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7150" h="123825">
                  <a:moveTo>
                    <a:pt x="59150" y="121920"/>
                  </a:moveTo>
                  <a:lnTo>
                    <a:pt x="50197" y="121920"/>
                  </a:lnTo>
                  <a:lnTo>
                    <a:pt x="41910" y="91250"/>
                  </a:lnTo>
                  <a:lnTo>
                    <a:pt x="33719" y="60865"/>
                  </a:lnTo>
                  <a:lnTo>
                    <a:pt x="35052" y="60865"/>
                  </a:lnTo>
                  <a:lnTo>
                    <a:pt x="18574" y="121825"/>
                  </a:lnTo>
                  <a:lnTo>
                    <a:pt x="18574" y="122587"/>
                  </a:lnTo>
                  <a:lnTo>
                    <a:pt x="7144" y="122587"/>
                  </a:lnTo>
                  <a:lnTo>
                    <a:pt x="7144" y="121158"/>
                  </a:lnTo>
                  <a:lnTo>
                    <a:pt x="27908" y="50768"/>
                  </a:lnTo>
                  <a:lnTo>
                    <a:pt x="27908" y="51435"/>
                  </a:lnTo>
                  <a:lnTo>
                    <a:pt x="21431" y="30099"/>
                  </a:lnTo>
                  <a:lnTo>
                    <a:pt x="15050" y="8668"/>
                  </a:lnTo>
                  <a:lnTo>
                    <a:pt x="15050" y="7144"/>
                  </a:lnTo>
                  <a:lnTo>
                    <a:pt x="26384" y="7144"/>
                  </a:lnTo>
                  <a:lnTo>
                    <a:pt x="26384" y="8001"/>
                  </a:lnTo>
                  <a:lnTo>
                    <a:pt x="35052" y="39624"/>
                  </a:lnTo>
                  <a:lnTo>
                    <a:pt x="33147" y="39624"/>
                  </a:lnTo>
                  <a:lnTo>
                    <a:pt x="41243" y="8096"/>
                  </a:lnTo>
                  <a:lnTo>
                    <a:pt x="41243" y="7334"/>
                  </a:lnTo>
                  <a:lnTo>
                    <a:pt x="52197" y="7334"/>
                  </a:lnTo>
                  <a:lnTo>
                    <a:pt x="52197" y="8572"/>
                  </a:lnTo>
                  <a:lnTo>
                    <a:pt x="39910" y="49054"/>
                  </a:lnTo>
                  <a:lnTo>
                    <a:pt x="39910" y="49054"/>
                  </a:lnTo>
                  <a:lnTo>
                    <a:pt x="49435" y="85439"/>
                  </a:lnTo>
                  <a:close/>
                  <a:moveTo>
                    <a:pt x="59150" y="121920"/>
                  </a:moveTo>
                  <a:lnTo>
                    <a:pt x="48578" y="85725"/>
                  </a:lnTo>
                  <a:lnTo>
                    <a:pt x="38100" y="49530"/>
                  </a:lnTo>
                  <a:lnTo>
                    <a:pt x="38100" y="49530"/>
                  </a:lnTo>
                  <a:lnTo>
                    <a:pt x="49911" y="8954"/>
                  </a:lnTo>
                  <a:lnTo>
                    <a:pt x="50864" y="10192"/>
                  </a:lnTo>
                  <a:lnTo>
                    <a:pt x="42005" y="10192"/>
                  </a:lnTo>
                  <a:lnTo>
                    <a:pt x="42958" y="9430"/>
                  </a:lnTo>
                  <a:lnTo>
                    <a:pt x="35147" y="41053"/>
                  </a:lnTo>
                  <a:lnTo>
                    <a:pt x="34100" y="45053"/>
                  </a:lnTo>
                  <a:lnTo>
                    <a:pt x="33147" y="40672"/>
                  </a:lnTo>
                  <a:lnTo>
                    <a:pt x="24479" y="9144"/>
                  </a:lnTo>
                  <a:lnTo>
                    <a:pt x="25622" y="10001"/>
                  </a:lnTo>
                  <a:lnTo>
                    <a:pt x="16764" y="10001"/>
                  </a:lnTo>
                  <a:lnTo>
                    <a:pt x="17907" y="8477"/>
                  </a:lnTo>
                  <a:lnTo>
                    <a:pt x="24384" y="29813"/>
                  </a:lnTo>
                  <a:lnTo>
                    <a:pt x="30766" y="51244"/>
                  </a:lnTo>
                  <a:lnTo>
                    <a:pt x="30766" y="51244"/>
                  </a:lnTo>
                  <a:lnTo>
                    <a:pt x="30766" y="51244"/>
                  </a:lnTo>
                  <a:lnTo>
                    <a:pt x="9716" y="121539"/>
                  </a:lnTo>
                  <a:lnTo>
                    <a:pt x="8668" y="120206"/>
                  </a:lnTo>
                  <a:lnTo>
                    <a:pt x="18193" y="120206"/>
                  </a:lnTo>
                  <a:lnTo>
                    <a:pt x="17145" y="120968"/>
                  </a:lnTo>
                  <a:lnTo>
                    <a:pt x="34290" y="60198"/>
                  </a:lnTo>
                  <a:lnTo>
                    <a:pt x="34957" y="57721"/>
                  </a:lnTo>
                  <a:lnTo>
                    <a:pt x="35624" y="60198"/>
                  </a:lnTo>
                  <a:lnTo>
                    <a:pt x="42672" y="91250"/>
                  </a:lnTo>
                  <a:lnTo>
                    <a:pt x="50292" y="121825"/>
                  </a:lnTo>
                  <a:lnTo>
                    <a:pt x="59055" y="121825"/>
                  </a:lnTo>
                  <a:close/>
                </a:path>
              </a:pathLst>
            </a:custGeom>
            <a:solidFill>
              <a:srgbClr val="FFFFFF"/>
            </a:solidFill>
            <a:ln w="9525" cap="flat">
              <a:noFill/>
              <a:prstDash val="solid"/>
              <a:miter/>
            </a:ln>
          </p:spPr>
          <p:txBody>
            <a:bodyPr rtlCol="0" anchor="ctr"/>
            <a:lstStyle/>
            <a:p>
              <a:endParaRPr lang="en-US"/>
            </a:p>
          </p:txBody>
        </p:sp>
        <p:grpSp>
          <p:nvGrpSpPr>
            <p:cNvPr id="151" name="Group 150">
              <a:extLst>
                <a:ext uri="{FF2B5EF4-FFF2-40B4-BE49-F238E27FC236}">
                  <a16:creationId xmlns:a16="http://schemas.microsoft.com/office/drawing/2014/main" id="{14BB88F4-62FF-4DEA-B1CB-2868B8ACD466}"/>
                </a:ext>
              </a:extLst>
            </p:cNvPr>
            <p:cNvGrpSpPr/>
            <p:nvPr/>
          </p:nvGrpSpPr>
          <p:grpSpPr>
            <a:xfrm>
              <a:off x="11358990" y="670489"/>
              <a:ext cx="603495" cy="91337"/>
              <a:chOff x="6704534" y="4252264"/>
              <a:chExt cx="1397944" cy="211573"/>
            </a:xfrm>
            <a:solidFill>
              <a:schemeClr val="bg1"/>
            </a:solidFill>
          </p:grpSpPr>
          <p:sp>
            <p:nvSpPr>
              <p:cNvPr id="136" name="Freeform: Shape 135">
                <a:extLst>
                  <a:ext uri="{FF2B5EF4-FFF2-40B4-BE49-F238E27FC236}">
                    <a16:creationId xmlns:a16="http://schemas.microsoft.com/office/drawing/2014/main" id="{0A112D70-9F46-48B8-9568-614582DD384B}"/>
                  </a:ext>
                </a:extLst>
              </p:cNvPr>
              <p:cNvSpPr/>
              <p:nvPr/>
            </p:nvSpPr>
            <p:spPr>
              <a:xfrm>
                <a:off x="6704534" y="4252576"/>
                <a:ext cx="125526" cy="167368"/>
              </a:xfrm>
              <a:custGeom>
                <a:avLst/>
                <a:gdLst>
                  <a:gd name="connsiteX0" fmla="*/ 17526 w 28575"/>
                  <a:gd name="connsiteY0" fmla="*/ 7144 h 38100"/>
                  <a:gd name="connsiteX1" fmla="*/ 28956 w 28575"/>
                  <a:gd name="connsiteY1" fmla="*/ 15812 h 38100"/>
                  <a:gd name="connsiteX2" fmla="*/ 19525 w 28575"/>
                  <a:gd name="connsiteY2" fmla="*/ 25430 h 38100"/>
                  <a:gd name="connsiteX3" fmla="*/ 18098 w 28575"/>
                  <a:gd name="connsiteY3" fmla="*/ 25337 h 38100"/>
                  <a:gd name="connsiteX4" fmla="*/ 10192 w 28575"/>
                  <a:gd name="connsiteY4" fmla="*/ 25337 h 38100"/>
                  <a:gd name="connsiteX5" fmla="*/ 10192 w 28575"/>
                  <a:gd name="connsiteY5" fmla="*/ 40291 h 38100"/>
                  <a:gd name="connsiteX6" fmla="*/ 7144 w 28575"/>
                  <a:gd name="connsiteY6" fmla="*/ 40291 h 38100"/>
                  <a:gd name="connsiteX7" fmla="*/ 7144 w 28575"/>
                  <a:gd name="connsiteY7" fmla="*/ 7144 h 38100"/>
                  <a:gd name="connsiteX8" fmla="*/ 10192 w 28575"/>
                  <a:gd name="connsiteY8" fmla="*/ 10097 h 38100"/>
                  <a:gd name="connsiteX9" fmla="*/ 10192 w 28575"/>
                  <a:gd name="connsiteY9" fmla="*/ 22384 h 38100"/>
                  <a:gd name="connsiteX10" fmla="*/ 17717 w 28575"/>
                  <a:gd name="connsiteY10" fmla="*/ 22384 h 38100"/>
                  <a:gd name="connsiteX11" fmla="*/ 25193 w 28575"/>
                  <a:gd name="connsiteY11" fmla="*/ 16638 h 38100"/>
                  <a:gd name="connsiteX12" fmla="*/ 25241 w 28575"/>
                  <a:gd name="connsiteY12" fmla="*/ 16097 h 38100"/>
                  <a:gd name="connsiteX13" fmla="*/ 17431 w 28575"/>
                  <a:gd name="connsiteY13" fmla="*/ 1009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38100">
                    <a:moveTo>
                      <a:pt x="17526" y="7144"/>
                    </a:moveTo>
                    <a:cubicBezTo>
                      <a:pt x="22289" y="7144"/>
                      <a:pt x="28956" y="8477"/>
                      <a:pt x="28956" y="15812"/>
                    </a:cubicBezTo>
                    <a:cubicBezTo>
                      <a:pt x="29008" y="21072"/>
                      <a:pt x="24786" y="25378"/>
                      <a:pt x="19525" y="25430"/>
                    </a:cubicBezTo>
                    <a:cubicBezTo>
                      <a:pt x="19048" y="25435"/>
                      <a:pt x="18570" y="25403"/>
                      <a:pt x="18098" y="25337"/>
                    </a:cubicBezTo>
                    <a:lnTo>
                      <a:pt x="10192" y="25337"/>
                    </a:lnTo>
                    <a:lnTo>
                      <a:pt x="10192" y="40291"/>
                    </a:lnTo>
                    <a:lnTo>
                      <a:pt x="7144" y="40291"/>
                    </a:lnTo>
                    <a:lnTo>
                      <a:pt x="7144" y="7144"/>
                    </a:lnTo>
                    <a:close/>
                    <a:moveTo>
                      <a:pt x="10192" y="10097"/>
                    </a:moveTo>
                    <a:lnTo>
                      <a:pt x="10192" y="22384"/>
                    </a:lnTo>
                    <a:lnTo>
                      <a:pt x="17717" y="22384"/>
                    </a:lnTo>
                    <a:cubicBezTo>
                      <a:pt x="21368" y="22862"/>
                      <a:pt x="24715" y="20289"/>
                      <a:pt x="25193" y="16638"/>
                    </a:cubicBezTo>
                    <a:cubicBezTo>
                      <a:pt x="25216" y="16458"/>
                      <a:pt x="25232" y="16278"/>
                      <a:pt x="25241" y="16097"/>
                    </a:cubicBezTo>
                    <a:cubicBezTo>
                      <a:pt x="25241" y="10954"/>
                      <a:pt x="20288" y="10097"/>
                      <a:pt x="17431" y="10097"/>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531FBDB-A4DD-4AF4-B452-003ECCA61C01}"/>
                  </a:ext>
                </a:extLst>
              </p:cNvPr>
              <p:cNvSpPr/>
              <p:nvPr/>
            </p:nvSpPr>
            <p:spPr>
              <a:xfrm>
                <a:off x="6799099" y="4297278"/>
                <a:ext cx="125526" cy="125526"/>
              </a:xfrm>
              <a:custGeom>
                <a:avLst/>
                <a:gdLst>
                  <a:gd name="connsiteX0" fmla="*/ 25241 w 28575"/>
                  <a:gd name="connsiteY0" fmla="*/ 26210 h 28575"/>
                  <a:gd name="connsiteX1" fmla="*/ 26765 w 28575"/>
                  <a:gd name="connsiteY1" fmla="*/ 27924 h 28575"/>
                  <a:gd name="connsiteX2" fmla="*/ 28194 w 28575"/>
                  <a:gd name="connsiteY2" fmla="*/ 27924 h 28575"/>
                  <a:gd name="connsiteX3" fmla="*/ 28194 w 28575"/>
                  <a:gd name="connsiteY3" fmla="*/ 30305 h 28575"/>
                  <a:gd name="connsiteX4" fmla="*/ 25527 w 28575"/>
                  <a:gd name="connsiteY4" fmla="*/ 30305 h 28575"/>
                  <a:gd name="connsiteX5" fmla="*/ 22193 w 28575"/>
                  <a:gd name="connsiteY5" fmla="*/ 26114 h 28575"/>
                  <a:gd name="connsiteX6" fmla="*/ 22193 w 28575"/>
                  <a:gd name="connsiteY6" fmla="*/ 26114 h 28575"/>
                  <a:gd name="connsiteX7" fmla="*/ 14954 w 28575"/>
                  <a:gd name="connsiteY7" fmla="*/ 30591 h 28575"/>
                  <a:gd name="connsiteX8" fmla="*/ 7153 w 28575"/>
                  <a:gd name="connsiteY8" fmla="*/ 23961 h 28575"/>
                  <a:gd name="connsiteX9" fmla="*/ 7144 w 28575"/>
                  <a:gd name="connsiteY9" fmla="*/ 23828 h 28575"/>
                  <a:gd name="connsiteX10" fmla="*/ 20288 w 28575"/>
                  <a:gd name="connsiteY10" fmla="*/ 16208 h 28575"/>
                  <a:gd name="connsiteX11" fmla="*/ 22288 w 28575"/>
                  <a:gd name="connsiteY11" fmla="*/ 16208 h 28575"/>
                  <a:gd name="connsiteX12" fmla="*/ 16978 w 28575"/>
                  <a:gd name="connsiteY12" fmla="*/ 9938 h 28575"/>
                  <a:gd name="connsiteX13" fmla="*/ 16288 w 28575"/>
                  <a:gd name="connsiteY13" fmla="*/ 9922 h 28575"/>
                  <a:gd name="connsiteX14" fmla="*/ 9049 w 28575"/>
                  <a:gd name="connsiteY14" fmla="*/ 13065 h 28575"/>
                  <a:gd name="connsiteX15" fmla="*/ 9049 w 28575"/>
                  <a:gd name="connsiteY15" fmla="*/ 9636 h 28575"/>
                  <a:gd name="connsiteX16" fmla="*/ 16859 w 28575"/>
                  <a:gd name="connsiteY16" fmla="*/ 7160 h 28575"/>
                  <a:gd name="connsiteX17" fmla="*/ 25343 w 28575"/>
                  <a:gd name="connsiteY17" fmla="*/ 14647 h 28575"/>
                  <a:gd name="connsiteX18" fmla="*/ 25336 w 28575"/>
                  <a:gd name="connsiteY18" fmla="*/ 15732 h 28575"/>
                  <a:gd name="connsiteX19" fmla="*/ 22193 w 28575"/>
                  <a:gd name="connsiteY19" fmla="*/ 18590 h 28575"/>
                  <a:gd name="connsiteX20" fmla="*/ 20764 w 28575"/>
                  <a:gd name="connsiteY20" fmla="*/ 18590 h 28575"/>
                  <a:gd name="connsiteX21" fmla="*/ 10382 w 28575"/>
                  <a:gd name="connsiteY21" fmla="*/ 23828 h 28575"/>
                  <a:gd name="connsiteX22" fmla="*/ 15007 w 28575"/>
                  <a:gd name="connsiteY22" fmla="*/ 27747 h 28575"/>
                  <a:gd name="connsiteX23" fmla="*/ 15145 w 28575"/>
                  <a:gd name="connsiteY23" fmla="*/ 27734 h 28575"/>
                  <a:gd name="connsiteX24" fmla="*/ 22193 w 28575"/>
                  <a:gd name="connsiteY24" fmla="*/ 19733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575" h="28575">
                    <a:moveTo>
                      <a:pt x="25241" y="26210"/>
                    </a:moveTo>
                    <a:cubicBezTo>
                      <a:pt x="25241" y="26972"/>
                      <a:pt x="25241" y="27924"/>
                      <a:pt x="26765" y="27924"/>
                    </a:cubicBezTo>
                    <a:cubicBezTo>
                      <a:pt x="27236" y="28022"/>
                      <a:pt x="27723" y="28022"/>
                      <a:pt x="28194" y="27924"/>
                    </a:cubicBezTo>
                    <a:lnTo>
                      <a:pt x="28194" y="30305"/>
                    </a:lnTo>
                    <a:cubicBezTo>
                      <a:pt x="27310" y="30443"/>
                      <a:pt x="26411" y="30443"/>
                      <a:pt x="25527" y="30305"/>
                    </a:cubicBezTo>
                    <a:cubicBezTo>
                      <a:pt x="22479" y="30305"/>
                      <a:pt x="22193" y="28781"/>
                      <a:pt x="22193" y="26114"/>
                    </a:cubicBezTo>
                    <a:lnTo>
                      <a:pt x="22193" y="26114"/>
                    </a:lnTo>
                    <a:cubicBezTo>
                      <a:pt x="20858" y="28889"/>
                      <a:pt x="18033" y="30636"/>
                      <a:pt x="14954" y="30591"/>
                    </a:cubicBezTo>
                    <a:cubicBezTo>
                      <a:pt x="10969" y="30914"/>
                      <a:pt x="7477" y="27946"/>
                      <a:pt x="7153" y="23961"/>
                    </a:cubicBezTo>
                    <a:cubicBezTo>
                      <a:pt x="7150" y="23917"/>
                      <a:pt x="7147" y="23873"/>
                      <a:pt x="7144" y="23828"/>
                    </a:cubicBezTo>
                    <a:cubicBezTo>
                      <a:pt x="7144" y="18304"/>
                      <a:pt x="13049" y="17066"/>
                      <a:pt x="20288" y="16208"/>
                    </a:cubicBezTo>
                    <a:lnTo>
                      <a:pt x="22288" y="16208"/>
                    </a:lnTo>
                    <a:cubicBezTo>
                      <a:pt x="22554" y="13010"/>
                      <a:pt x="20176" y="10203"/>
                      <a:pt x="16978" y="9938"/>
                    </a:cubicBezTo>
                    <a:cubicBezTo>
                      <a:pt x="16749" y="9919"/>
                      <a:pt x="16518" y="9913"/>
                      <a:pt x="16288" y="9922"/>
                    </a:cubicBezTo>
                    <a:cubicBezTo>
                      <a:pt x="13598" y="10159"/>
                      <a:pt x="11058" y="11262"/>
                      <a:pt x="9049" y="13065"/>
                    </a:cubicBezTo>
                    <a:lnTo>
                      <a:pt x="9049" y="9636"/>
                    </a:lnTo>
                    <a:cubicBezTo>
                      <a:pt x="11362" y="8081"/>
                      <a:pt x="14072" y="7221"/>
                      <a:pt x="16859" y="7160"/>
                    </a:cubicBezTo>
                    <a:cubicBezTo>
                      <a:pt x="21269" y="6885"/>
                      <a:pt x="25068" y="10237"/>
                      <a:pt x="25343" y="14647"/>
                    </a:cubicBezTo>
                    <a:cubicBezTo>
                      <a:pt x="25365" y="15009"/>
                      <a:pt x="25363" y="15371"/>
                      <a:pt x="25336" y="15732"/>
                    </a:cubicBezTo>
                    <a:close/>
                    <a:moveTo>
                      <a:pt x="22193" y="18590"/>
                    </a:moveTo>
                    <a:lnTo>
                      <a:pt x="20764" y="18590"/>
                    </a:lnTo>
                    <a:cubicBezTo>
                      <a:pt x="14764" y="19256"/>
                      <a:pt x="10382" y="20209"/>
                      <a:pt x="10382" y="23828"/>
                    </a:cubicBezTo>
                    <a:cubicBezTo>
                      <a:pt x="10577" y="26187"/>
                      <a:pt x="12648" y="27942"/>
                      <a:pt x="15007" y="27747"/>
                    </a:cubicBezTo>
                    <a:cubicBezTo>
                      <a:pt x="15053" y="27743"/>
                      <a:pt x="15099" y="27739"/>
                      <a:pt x="15145" y="27734"/>
                    </a:cubicBezTo>
                    <a:cubicBezTo>
                      <a:pt x="19280" y="27428"/>
                      <a:pt x="22412" y="23873"/>
                      <a:pt x="22193" y="19733"/>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18A472D5-0730-424F-8CE6-5BF6905E3ACE}"/>
                  </a:ext>
                </a:extLst>
              </p:cNvPr>
              <p:cNvSpPr/>
              <p:nvPr/>
            </p:nvSpPr>
            <p:spPr>
              <a:xfrm>
                <a:off x="6894077" y="4269730"/>
                <a:ext cx="83684" cy="167368"/>
              </a:xfrm>
              <a:custGeom>
                <a:avLst/>
                <a:gdLst>
                  <a:gd name="connsiteX0" fmla="*/ 14097 w 19050"/>
                  <a:gd name="connsiteY0" fmla="*/ 7144 h 38100"/>
                  <a:gd name="connsiteX1" fmla="*/ 14097 w 19050"/>
                  <a:gd name="connsiteY1" fmla="*/ 13716 h 38100"/>
                  <a:gd name="connsiteX2" fmla="*/ 20003 w 19050"/>
                  <a:gd name="connsiteY2" fmla="*/ 13716 h 38100"/>
                  <a:gd name="connsiteX3" fmla="*/ 20003 w 19050"/>
                  <a:gd name="connsiteY3" fmla="*/ 16478 h 38100"/>
                  <a:gd name="connsiteX4" fmla="*/ 14097 w 19050"/>
                  <a:gd name="connsiteY4" fmla="*/ 16478 h 38100"/>
                  <a:gd name="connsiteX5" fmla="*/ 14097 w 19050"/>
                  <a:gd name="connsiteY5" fmla="*/ 30861 h 38100"/>
                  <a:gd name="connsiteX6" fmla="*/ 16955 w 19050"/>
                  <a:gd name="connsiteY6" fmla="*/ 34195 h 38100"/>
                  <a:gd name="connsiteX7" fmla="*/ 20003 w 19050"/>
                  <a:gd name="connsiteY7" fmla="*/ 33433 h 38100"/>
                  <a:gd name="connsiteX8" fmla="*/ 20003 w 19050"/>
                  <a:gd name="connsiteY8" fmla="*/ 36195 h 38100"/>
                  <a:gd name="connsiteX9" fmla="*/ 16478 w 19050"/>
                  <a:gd name="connsiteY9" fmla="*/ 36766 h 38100"/>
                  <a:gd name="connsiteX10" fmla="*/ 10954 w 19050"/>
                  <a:gd name="connsiteY10" fmla="*/ 31813 h 38100"/>
                  <a:gd name="connsiteX11" fmla="*/ 10954 w 19050"/>
                  <a:gd name="connsiteY11" fmla="*/ 16478 h 38100"/>
                  <a:gd name="connsiteX12" fmla="*/ 7144 w 19050"/>
                  <a:gd name="connsiteY12" fmla="*/ 16478 h 38100"/>
                  <a:gd name="connsiteX13" fmla="*/ 7144 w 19050"/>
                  <a:gd name="connsiteY13" fmla="*/ 13716 h 38100"/>
                  <a:gd name="connsiteX14" fmla="*/ 10954 w 19050"/>
                  <a:gd name="connsiteY14" fmla="*/ 13716 h 38100"/>
                  <a:gd name="connsiteX15" fmla="*/ 10954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03" y="13716"/>
                    </a:lnTo>
                    <a:lnTo>
                      <a:pt x="20003" y="16478"/>
                    </a:lnTo>
                    <a:lnTo>
                      <a:pt x="14097" y="16478"/>
                    </a:lnTo>
                    <a:lnTo>
                      <a:pt x="14097" y="30861"/>
                    </a:lnTo>
                    <a:cubicBezTo>
                      <a:pt x="14097" y="33052"/>
                      <a:pt x="14764" y="34195"/>
                      <a:pt x="16955" y="34195"/>
                    </a:cubicBezTo>
                    <a:cubicBezTo>
                      <a:pt x="18015" y="34173"/>
                      <a:pt x="19057" y="33913"/>
                      <a:pt x="20003" y="33433"/>
                    </a:cubicBezTo>
                    <a:lnTo>
                      <a:pt x="20003" y="36195"/>
                    </a:lnTo>
                    <a:cubicBezTo>
                      <a:pt x="18858" y="36541"/>
                      <a:pt x="17673" y="36734"/>
                      <a:pt x="16478" y="36766"/>
                    </a:cubicBezTo>
                    <a:cubicBezTo>
                      <a:pt x="13335" y="36766"/>
                      <a:pt x="10954" y="35338"/>
                      <a:pt x="10954" y="31813"/>
                    </a:cubicBezTo>
                    <a:lnTo>
                      <a:pt x="10954" y="16478"/>
                    </a:lnTo>
                    <a:lnTo>
                      <a:pt x="7144" y="16478"/>
                    </a:lnTo>
                    <a:lnTo>
                      <a:pt x="7144" y="13716"/>
                    </a:lnTo>
                    <a:lnTo>
                      <a:pt x="10954" y="13716"/>
                    </a:lnTo>
                    <a:lnTo>
                      <a:pt x="10954" y="7144"/>
                    </a:ln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AA347975-1620-475C-A714-B00941ED1E9F}"/>
                  </a:ext>
                </a:extLst>
              </p:cNvPr>
              <p:cNvSpPr/>
              <p:nvPr/>
            </p:nvSpPr>
            <p:spPr>
              <a:xfrm>
                <a:off x="6964793" y="4255084"/>
                <a:ext cx="41842" cy="167368"/>
              </a:xfrm>
              <a:custGeom>
                <a:avLst/>
                <a:gdLst>
                  <a:gd name="connsiteX0" fmla="*/ 10668 w 9525"/>
                  <a:gd name="connsiteY0" fmla="*/ 9906 h 38100"/>
                  <a:gd name="connsiteX1" fmla="*/ 8858 w 9525"/>
                  <a:gd name="connsiteY1" fmla="*/ 12668 h 38100"/>
                  <a:gd name="connsiteX2" fmla="*/ 7144 w 9525"/>
                  <a:gd name="connsiteY2" fmla="*/ 10001 h 38100"/>
                  <a:gd name="connsiteX3" fmla="*/ 8858 w 9525"/>
                  <a:gd name="connsiteY3" fmla="*/ 7144 h 38100"/>
                  <a:gd name="connsiteX4" fmla="*/ 10668 w 9525"/>
                  <a:gd name="connsiteY4" fmla="*/ 9906 h 38100"/>
                  <a:gd name="connsiteX5" fmla="*/ 10668 w 9525"/>
                  <a:gd name="connsiteY5" fmla="*/ 17145 h 38100"/>
                  <a:gd name="connsiteX6" fmla="*/ 10668 w 9525"/>
                  <a:gd name="connsiteY6" fmla="*/ 39719 h 38100"/>
                  <a:gd name="connsiteX7" fmla="*/ 7620 w 9525"/>
                  <a:gd name="connsiteY7" fmla="*/ 39719 h 38100"/>
                  <a:gd name="connsiteX8" fmla="*/ 7620 w 9525"/>
                  <a:gd name="connsiteY8" fmla="*/ 1714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38100">
                    <a:moveTo>
                      <a:pt x="10668" y="9906"/>
                    </a:moveTo>
                    <a:cubicBezTo>
                      <a:pt x="10668" y="11049"/>
                      <a:pt x="10192" y="12668"/>
                      <a:pt x="8858" y="12668"/>
                    </a:cubicBezTo>
                    <a:cubicBezTo>
                      <a:pt x="7525" y="12668"/>
                      <a:pt x="7144" y="10954"/>
                      <a:pt x="7144" y="10001"/>
                    </a:cubicBezTo>
                    <a:cubicBezTo>
                      <a:pt x="7144" y="9049"/>
                      <a:pt x="7144" y="7144"/>
                      <a:pt x="8858" y="7144"/>
                    </a:cubicBezTo>
                    <a:cubicBezTo>
                      <a:pt x="10573" y="7144"/>
                      <a:pt x="10668" y="8572"/>
                      <a:pt x="10668" y="9906"/>
                    </a:cubicBezTo>
                    <a:close/>
                    <a:moveTo>
                      <a:pt x="10668" y="17145"/>
                    </a:moveTo>
                    <a:lnTo>
                      <a:pt x="10668" y="39719"/>
                    </a:lnTo>
                    <a:lnTo>
                      <a:pt x="7620" y="39719"/>
                    </a:lnTo>
                    <a:lnTo>
                      <a:pt x="7620" y="17145"/>
                    </a:ln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9E692673-3BB6-4876-9D65-598C62C68195}"/>
                  </a:ext>
                </a:extLst>
              </p:cNvPr>
              <p:cNvSpPr/>
              <p:nvPr/>
            </p:nvSpPr>
            <p:spPr>
              <a:xfrm>
                <a:off x="6997340" y="4296509"/>
                <a:ext cx="125526" cy="125526"/>
              </a:xfrm>
              <a:custGeom>
                <a:avLst/>
                <a:gdLst>
                  <a:gd name="connsiteX0" fmla="*/ 10117 w 28575"/>
                  <a:gd name="connsiteY0" fmla="*/ 18098 h 28575"/>
                  <a:gd name="connsiteX1" fmla="*/ 18308 w 28575"/>
                  <a:gd name="connsiteY1" fmla="*/ 28099 h 28575"/>
                  <a:gd name="connsiteX2" fmla="*/ 26976 w 28575"/>
                  <a:gd name="connsiteY2" fmla="*/ 23527 h 28575"/>
                  <a:gd name="connsiteX3" fmla="*/ 26976 w 28575"/>
                  <a:gd name="connsiteY3" fmla="*/ 27242 h 28575"/>
                  <a:gd name="connsiteX4" fmla="*/ 18118 w 28575"/>
                  <a:gd name="connsiteY4" fmla="*/ 30861 h 28575"/>
                  <a:gd name="connsiteX5" fmla="*/ 7153 w 28575"/>
                  <a:gd name="connsiteY5" fmla="*/ 19354 h 28575"/>
                  <a:gd name="connsiteX6" fmla="*/ 7164 w 28575"/>
                  <a:gd name="connsiteY6" fmla="*/ 19050 h 28575"/>
                  <a:gd name="connsiteX7" fmla="*/ 17714 w 28575"/>
                  <a:gd name="connsiteY7" fmla="*/ 7161 h 28575"/>
                  <a:gd name="connsiteX8" fmla="*/ 18118 w 28575"/>
                  <a:gd name="connsiteY8" fmla="*/ 7144 h 28575"/>
                  <a:gd name="connsiteX9" fmla="*/ 25833 w 28575"/>
                  <a:gd name="connsiteY9" fmla="*/ 11335 h 28575"/>
                  <a:gd name="connsiteX10" fmla="*/ 27643 w 28575"/>
                  <a:gd name="connsiteY10" fmla="*/ 18097 h 28575"/>
                  <a:gd name="connsiteX11" fmla="*/ 23833 w 28575"/>
                  <a:gd name="connsiteY11" fmla="*/ 15526 h 28575"/>
                  <a:gd name="connsiteX12" fmla="*/ 17642 w 28575"/>
                  <a:gd name="connsiteY12" fmla="*/ 9811 h 28575"/>
                  <a:gd name="connsiteX13" fmla="*/ 10498 w 28575"/>
                  <a:gd name="connsiteY13" fmla="*/ 15526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28575">
                    <a:moveTo>
                      <a:pt x="10117" y="18098"/>
                    </a:moveTo>
                    <a:cubicBezTo>
                      <a:pt x="10117" y="27623"/>
                      <a:pt x="17165" y="28099"/>
                      <a:pt x="18308" y="28099"/>
                    </a:cubicBezTo>
                    <a:cubicBezTo>
                      <a:pt x="21691" y="27789"/>
                      <a:pt x="24810" y="26143"/>
                      <a:pt x="26976" y="23527"/>
                    </a:cubicBezTo>
                    <a:lnTo>
                      <a:pt x="26976" y="27242"/>
                    </a:lnTo>
                    <a:cubicBezTo>
                      <a:pt x="24496" y="29380"/>
                      <a:pt x="21386" y="30650"/>
                      <a:pt x="18118" y="30861"/>
                    </a:cubicBezTo>
                    <a:cubicBezTo>
                      <a:pt x="11912" y="30711"/>
                      <a:pt x="7003" y="25559"/>
                      <a:pt x="7153" y="19354"/>
                    </a:cubicBezTo>
                    <a:cubicBezTo>
                      <a:pt x="7155" y="19252"/>
                      <a:pt x="7159" y="19151"/>
                      <a:pt x="7164" y="19050"/>
                    </a:cubicBezTo>
                    <a:cubicBezTo>
                      <a:pt x="6794" y="12854"/>
                      <a:pt x="11517" y="7531"/>
                      <a:pt x="17714" y="7161"/>
                    </a:cubicBezTo>
                    <a:cubicBezTo>
                      <a:pt x="17848" y="7153"/>
                      <a:pt x="17983" y="7147"/>
                      <a:pt x="18118" y="7144"/>
                    </a:cubicBezTo>
                    <a:cubicBezTo>
                      <a:pt x="21218" y="7201"/>
                      <a:pt x="24097" y="8765"/>
                      <a:pt x="25833" y="11335"/>
                    </a:cubicBezTo>
                    <a:cubicBezTo>
                      <a:pt x="27160" y="13330"/>
                      <a:pt x="27796" y="15706"/>
                      <a:pt x="27643" y="18097"/>
                    </a:cubicBezTo>
                    <a:close/>
                    <a:moveTo>
                      <a:pt x="23833" y="15526"/>
                    </a:moveTo>
                    <a:cubicBezTo>
                      <a:pt x="23583" y="12294"/>
                      <a:pt x="20883" y="9801"/>
                      <a:pt x="17642" y="9811"/>
                    </a:cubicBezTo>
                    <a:cubicBezTo>
                      <a:pt x="14254" y="9915"/>
                      <a:pt x="11343" y="12244"/>
                      <a:pt x="10498" y="15526"/>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B98287C-6A32-4EA1-ADE8-E55365C4DC32}"/>
                  </a:ext>
                </a:extLst>
              </p:cNvPr>
              <p:cNvSpPr/>
              <p:nvPr/>
            </p:nvSpPr>
            <p:spPr>
              <a:xfrm>
                <a:off x="7103287" y="4296456"/>
                <a:ext cx="125526" cy="125526"/>
              </a:xfrm>
              <a:custGeom>
                <a:avLst/>
                <a:gdLst>
                  <a:gd name="connsiteX0" fmla="*/ 25241 w 28575"/>
                  <a:gd name="connsiteY0" fmla="*/ 30301 h 28575"/>
                  <a:gd name="connsiteX1" fmla="*/ 22193 w 28575"/>
                  <a:gd name="connsiteY1" fmla="*/ 30301 h 28575"/>
                  <a:gd name="connsiteX2" fmla="*/ 22193 w 28575"/>
                  <a:gd name="connsiteY2" fmla="*/ 15442 h 28575"/>
                  <a:gd name="connsiteX3" fmla="*/ 17847 w 28575"/>
                  <a:gd name="connsiteY3" fmla="*/ 9949 h 28575"/>
                  <a:gd name="connsiteX4" fmla="*/ 17145 w 28575"/>
                  <a:gd name="connsiteY4" fmla="*/ 9918 h 28575"/>
                  <a:gd name="connsiteX5" fmla="*/ 10096 w 28575"/>
                  <a:gd name="connsiteY5" fmla="*/ 18681 h 28575"/>
                  <a:gd name="connsiteX6" fmla="*/ 10097 w 28575"/>
                  <a:gd name="connsiteY6" fmla="*/ 30301 h 28575"/>
                  <a:gd name="connsiteX7" fmla="*/ 7144 w 28575"/>
                  <a:gd name="connsiteY7" fmla="*/ 30301 h 28575"/>
                  <a:gd name="connsiteX8" fmla="*/ 7144 w 28575"/>
                  <a:gd name="connsiteY8" fmla="*/ 7727 h 28575"/>
                  <a:gd name="connsiteX9" fmla="*/ 9906 w 28575"/>
                  <a:gd name="connsiteY9" fmla="*/ 7727 h 28575"/>
                  <a:gd name="connsiteX10" fmla="*/ 9906 w 28575"/>
                  <a:gd name="connsiteY10" fmla="*/ 11918 h 28575"/>
                  <a:gd name="connsiteX11" fmla="*/ 9906 w 28575"/>
                  <a:gd name="connsiteY11" fmla="*/ 11918 h 28575"/>
                  <a:gd name="connsiteX12" fmla="*/ 17145 w 28575"/>
                  <a:gd name="connsiteY12" fmla="*/ 7155 h 28575"/>
                  <a:gd name="connsiteX13" fmla="*/ 24975 w 28575"/>
                  <a:gd name="connsiteY13" fmla="*/ 14161 h 28575"/>
                  <a:gd name="connsiteX14" fmla="*/ 24955 w 28575"/>
                  <a:gd name="connsiteY14" fmla="*/ 1525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575" h="28575">
                    <a:moveTo>
                      <a:pt x="25241" y="30301"/>
                    </a:moveTo>
                    <a:lnTo>
                      <a:pt x="22193" y="30301"/>
                    </a:lnTo>
                    <a:lnTo>
                      <a:pt x="22193" y="15442"/>
                    </a:lnTo>
                    <a:cubicBezTo>
                      <a:pt x="22510" y="12725"/>
                      <a:pt x="20564" y="10266"/>
                      <a:pt x="17847" y="9949"/>
                    </a:cubicBezTo>
                    <a:cubicBezTo>
                      <a:pt x="17614" y="9922"/>
                      <a:pt x="17379" y="9912"/>
                      <a:pt x="17145" y="9918"/>
                    </a:cubicBezTo>
                    <a:cubicBezTo>
                      <a:pt x="12793" y="10416"/>
                      <a:pt x="9651" y="14323"/>
                      <a:pt x="10096" y="18681"/>
                    </a:cubicBezTo>
                    <a:lnTo>
                      <a:pt x="10097" y="30301"/>
                    </a:lnTo>
                    <a:lnTo>
                      <a:pt x="7144" y="30301"/>
                    </a:lnTo>
                    <a:lnTo>
                      <a:pt x="7144" y="7727"/>
                    </a:lnTo>
                    <a:lnTo>
                      <a:pt x="9906" y="7727"/>
                    </a:lnTo>
                    <a:lnTo>
                      <a:pt x="9906" y="11918"/>
                    </a:lnTo>
                    <a:lnTo>
                      <a:pt x="9906" y="11918"/>
                    </a:lnTo>
                    <a:cubicBezTo>
                      <a:pt x="11115" y="8997"/>
                      <a:pt x="13984" y="7110"/>
                      <a:pt x="17145" y="7155"/>
                    </a:cubicBezTo>
                    <a:cubicBezTo>
                      <a:pt x="21242" y="6928"/>
                      <a:pt x="24748" y="10065"/>
                      <a:pt x="24975" y="14161"/>
                    </a:cubicBezTo>
                    <a:cubicBezTo>
                      <a:pt x="24995" y="14525"/>
                      <a:pt x="24989" y="14889"/>
                      <a:pt x="24955" y="15252"/>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F5A8BFBB-749A-4A29-8AA2-CF4D524F0450}"/>
                  </a:ext>
                </a:extLst>
              </p:cNvPr>
              <p:cNvSpPr/>
              <p:nvPr/>
            </p:nvSpPr>
            <p:spPr>
              <a:xfrm>
                <a:off x="7197435" y="4269730"/>
                <a:ext cx="83684" cy="167368"/>
              </a:xfrm>
              <a:custGeom>
                <a:avLst/>
                <a:gdLst>
                  <a:gd name="connsiteX0" fmla="*/ 14097 w 19050"/>
                  <a:gd name="connsiteY0" fmla="*/ 7144 h 38100"/>
                  <a:gd name="connsiteX1" fmla="*/ 14097 w 19050"/>
                  <a:gd name="connsiteY1" fmla="*/ 13716 h 38100"/>
                  <a:gd name="connsiteX2" fmla="*/ 20003 w 19050"/>
                  <a:gd name="connsiteY2" fmla="*/ 13716 h 38100"/>
                  <a:gd name="connsiteX3" fmla="*/ 20003 w 19050"/>
                  <a:gd name="connsiteY3" fmla="*/ 16478 h 38100"/>
                  <a:gd name="connsiteX4" fmla="*/ 14097 w 19050"/>
                  <a:gd name="connsiteY4" fmla="*/ 16478 h 38100"/>
                  <a:gd name="connsiteX5" fmla="*/ 14097 w 19050"/>
                  <a:gd name="connsiteY5" fmla="*/ 30861 h 38100"/>
                  <a:gd name="connsiteX6" fmla="*/ 16955 w 19050"/>
                  <a:gd name="connsiteY6" fmla="*/ 34195 h 38100"/>
                  <a:gd name="connsiteX7" fmla="*/ 20003 w 19050"/>
                  <a:gd name="connsiteY7" fmla="*/ 33433 h 38100"/>
                  <a:gd name="connsiteX8" fmla="*/ 20003 w 19050"/>
                  <a:gd name="connsiteY8" fmla="*/ 36195 h 38100"/>
                  <a:gd name="connsiteX9" fmla="*/ 16478 w 19050"/>
                  <a:gd name="connsiteY9" fmla="*/ 36766 h 38100"/>
                  <a:gd name="connsiteX10" fmla="*/ 11049 w 19050"/>
                  <a:gd name="connsiteY10" fmla="*/ 31813 h 38100"/>
                  <a:gd name="connsiteX11" fmla="*/ 11049 w 19050"/>
                  <a:gd name="connsiteY11" fmla="*/ 16478 h 38100"/>
                  <a:gd name="connsiteX12" fmla="*/ 7144 w 19050"/>
                  <a:gd name="connsiteY12" fmla="*/ 16478 h 38100"/>
                  <a:gd name="connsiteX13" fmla="*/ 7144 w 19050"/>
                  <a:gd name="connsiteY13" fmla="*/ 13716 h 38100"/>
                  <a:gd name="connsiteX14" fmla="*/ 11049 w 19050"/>
                  <a:gd name="connsiteY14" fmla="*/ 13716 h 38100"/>
                  <a:gd name="connsiteX15" fmla="*/ 11049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03" y="13716"/>
                    </a:lnTo>
                    <a:lnTo>
                      <a:pt x="20003" y="16478"/>
                    </a:lnTo>
                    <a:lnTo>
                      <a:pt x="14097" y="16478"/>
                    </a:lnTo>
                    <a:lnTo>
                      <a:pt x="14097" y="30861"/>
                    </a:lnTo>
                    <a:cubicBezTo>
                      <a:pt x="14097" y="33052"/>
                      <a:pt x="14764" y="34195"/>
                      <a:pt x="16955" y="34195"/>
                    </a:cubicBezTo>
                    <a:cubicBezTo>
                      <a:pt x="18015" y="34173"/>
                      <a:pt x="19057" y="33913"/>
                      <a:pt x="20003" y="33433"/>
                    </a:cubicBezTo>
                    <a:lnTo>
                      <a:pt x="20003" y="36195"/>
                    </a:lnTo>
                    <a:cubicBezTo>
                      <a:pt x="18858" y="36541"/>
                      <a:pt x="17673" y="36734"/>
                      <a:pt x="16478" y="36766"/>
                    </a:cubicBezTo>
                    <a:cubicBezTo>
                      <a:pt x="13335" y="36766"/>
                      <a:pt x="11049" y="35338"/>
                      <a:pt x="11049" y="31813"/>
                    </a:cubicBezTo>
                    <a:lnTo>
                      <a:pt x="11049" y="16478"/>
                    </a:lnTo>
                    <a:lnTo>
                      <a:pt x="7144" y="16478"/>
                    </a:lnTo>
                    <a:lnTo>
                      <a:pt x="7144" y="13716"/>
                    </a:lnTo>
                    <a:lnTo>
                      <a:pt x="11049" y="13716"/>
                    </a:lnTo>
                    <a:lnTo>
                      <a:pt x="11049" y="7144"/>
                    </a:ln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176CBE7-C80F-48C7-9738-8B5950CE507C}"/>
                  </a:ext>
                </a:extLst>
              </p:cNvPr>
              <p:cNvSpPr/>
              <p:nvPr/>
            </p:nvSpPr>
            <p:spPr>
              <a:xfrm>
                <a:off x="7332164" y="4252264"/>
                <a:ext cx="167368" cy="167368"/>
              </a:xfrm>
              <a:custGeom>
                <a:avLst/>
                <a:gdLst>
                  <a:gd name="connsiteX0" fmla="*/ 17621 w 38100"/>
                  <a:gd name="connsiteY0" fmla="*/ 7214 h 38100"/>
                  <a:gd name="connsiteX1" fmla="*/ 29432 w 38100"/>
                  <a:gd name="connsiteY1" fmla="*/ 11119 h 38100"/>
                  <a:gd name="connsiteX2" fmla="*/ 34195 w 38100"/>
                  <a:gd name="connsiteY2" fmla="*/ 23502 h 38100"/>
                  <a:gd name="connsiteX3" fmla="*/ 19938 w 38100"/>
                  <a:gd name="connsiteY3" fmla="*/ 40377 h 38100"/>
                  <a:gd name="connsiteX4" fmla="*/ 17145 w 38100"/>
                  <a:gd name="connsiteY4" fmla="*/ 40361 h 38100"/>
                  <a:gd name="connsiteX5" fmla="*/ 7144 w 38100"/>
                  <a:gd name="connsiteY5" fmla="*/ 40361 h 38100"/>
                  <a:gd name="connsiteX6" fmla="*/ 7144 w 38100"/>
                  <a:gd name="connsiteY6" fmla="*/ 7214 h 38100"/>
                  <a:gd name="connsiteX7" fmla="*/ 10096 w 38100"/>
                  <a:gd name="connsiteY7" fmla="*/ 10072 h 38100"/>
                  <a:gd name="connsiteX8" fmla="*/ 10096 w 38100"/>
                  <a:gd name="connsiteY8" fmla="*/ 37504 h 38100"/>
                  <a:gd name="connsiteX9" fmla="*/ 18479 w 38100"/>
                  <a:gd name="connsiteY9" fmla="*/ 37504 h 38100"/>
                  <a:gd name="connsiteX10" fmla="*/ 30584 w 38100"/>
                  <a:gd name="connsiteY10" fmla="*/ 24850 h 38100"/>
                  <a:gd name="connsiteX11" fmla="*/ 30480 w 38100"/>
                  <a:gd name="connsiteY11" fmla="*/ 23502 h 38100"/>
                  <a:gd name="connsiteX12" fmla="*/ 26194 w 38100"/>
                  <a:gd name="connsiteY12" fmla="*/ 12929 h 38100"/>
                  <a:gd name="connsiteX13" fmla="*/ 16669 w 38100"/>
                  <a:gd name="connsiteY13" fmla="*/ 1007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 h="38100">
                    <a:moveTo>
                      <a:pt x="17621" y="7214"/>
                    </a:moveTo>
                    <a:cubicBezTo>
                      <a:pt x="21932" y="6801"/>
                      <a:pt x="26218" y="8218"/>
                      <a:pt x="29432" y="11119"/>
                    </a:cubicBezTo>
                    <a:cubicBezTo>
                      <a:pt x="32590" y="14458"/>
                      <a:pt x="34301" y="18908"/>
                      <a:pt x="34195" y="23502"/>
                    </a:cubicBezTo>
                    <a:cubicBezTo>
                      <a:pt x="34918" y="32099"/>
                      <a:pt x="28534" y="39654"/>
                      <a:pt x="19938" y="40377"/>
                    </a:cubicBezTo>
                    <a:cubicBezTo>
                      <a:pt x="19008" y="40455"/>
                      <a:pt x="18073" y="40450"/>
                      <a:pt x="17145" y="40361"/>
                    </a:cubicBezTo>
                    <a:lnTo>
                      <a:pt x="7144" y="40361"/>
                    </a:lnTo>
                    <a:lnTo>
                      <a:pt x="7144" y="7214"/>
                    </a:lnTo>
                    <a:close/>
                    <a:moveTo>
                      <a:pt x="10096" y="10072"/>
                    </a:moveTo>
                    <a:lnTo>
                      <a:pt x="10096" y="37504"/>
                    </a:lnTo>
                    <a:lnTo>
                      <a:pt x="18479" y="37504"/>
                    </a:lnTo>
                    <a:cubicBezTo>
                      <a:pt x="25316" y="37352"/>
                      <a:pt x="30735" y="31687"/>
                      <a:pt x="30584" y="24850"/>
                    </a:cubicBezTo>
                    <a:cubicBezTo>
                      <a:pt x="30574" y="24399"/>
                      <a:pt x="30539" y="23949"/>
                      <a:pt x="30480" y="23502"/>
                    </a:cubicBezTo>
                    <a:cubicBezTo>
                      <a:pt x="30547" y="19542"/>
                      <a:pt x="29000" y="15725"/>
                      <a:pt x="26194" y="12929"/>
                    </a:cubicBezTo>
                    <a:cubicBezTo>
                      <a:pt x="23525" y="10747"/>
                      <a:pt x="20098" y="9719"/>
                      <a:pt x="16669" y="10072"/>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A2A73A7B-6CAE-4054-97D5-41FF410B2139}"/>
                  </a:ext>
                </a:extLst>
              </p:cNvPr>
              <p:cNvSpPr/>
              <p:nvPr/>
            </p:nvSpPr>
            <p:spPr>
              <a:xfrm>
                <a:off x="7465223" y="4255084"/>
                <a:ext cx="41842" cy="167368"/>
              </a:xfrm>
              <a:custGeom>
                <a:avLst/>
                <a:gdLst>
                  <a:gd name="connsiteX0" fmla="*/ 10763 w 9525"/>
                  <a:gd name="connsiteY0" fmla="*/ 9906 h 38100"/>
                  <a:gd name="connsiteX1" fmla="*/ 8954 w 9525"/>
                  <a:gd name="connsiteY1" fmla="*/ 12668 h 38100"/>
                  <a:gd name="connsiteX2" fmla="*/ 7144 w 9525"/>
                  <a:gd name="connsiteY2" fmla="*/ 10001 h 38100"/>
                  <a:gd name="connsiteX3" fmla="*/ 8954 w 9525"/>
                  <a:gd name="connsiteY3" fmla="*/ 7144 h 38100"/>
                  <a:gd name="connsiteX4" fmla="*/ 10763 w 9525"/>
                  <a:gd name="connsiteY4" fmla="*/ 9906 h 38100"/>
                  <a:gd name="connsiteX5" fmla="*/ 10763 w 9525"/>
                  <a:gd name="connsiteY5" fmla="*/ 17145 h 38100"/>
                  <a:gd name="connsiteX6" fmla="*/ 10763 w 9525"/>
                  <a:gd name="connsiteY6" fmla="*/ 39719 h 38100"/>
                  <a:gd name="connsiteX7" fmla="*/ 7715 w 9525"/>
                  <a:gd name="connsiteY7" fmla="*/ 39719 h 38100"/>
                  <a:gd name="connsiteX8" fmla="*/ 7715 w 9525"/>
                  <a:gd name="connsiteY8" fmla="*/ 1714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38100">
                    <a:moveTo>
                      <a:pt x="10763" y="9906"/>
                    </a:moveTo>
                    <a:cubicBezTo>
                      <a:pt x="10763" y="11049"/>
                      <a:pt x="10763" y="12668"/>
                      <a:pt x="8954" y="12668"/>
                    </a:cubicBezTo>
                    <a:cubicBezTo>
                      <a:pt x="7144" y="12668"/>
                      <a:pt x="7144" y="10954"/>
                      <a:pt x="7144" y="10001"/>
                    </a:cubicBezTo>
                    <a:cubicBezTo>
                      <a:pt x="7144" y="9049"/>
                      <a:pt x="7144" y="7144"/>
                      <a:pt x="8954" y="7144"/>
                    </a:cubicBezTo>
                    <a:cubicBezTo>
                      <a:pt x="10763" y="7144"/>
                      <a:pt x="10763" y="8572"/>
                      <a:pt x="10763" y="9906"/>
                    </a:cubicBezTo>
                    <a:close/>
                    <a:moveTo>
                      <a:pt x="10763" y="17145"/>
                    </a:moveTo>
                    <a:lnTo>
                      <a:pt x="10763" y="39719"/>
                    </a:lnTo>
                    <a:lnTo>
                      <a:pt x="7715" y="39719"/>
                    </a:lnTo>
                    <a:lnTo>
                      <a:pt x="7715" y="17145"/>
                    </a:ln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DF538F78-AF79-4D6D-BFFB-921A317A734E}"/>
                  </a:ext>
                </a:extLst>
              </p:cNvPr>
              <p:cNvSpPr/>
              <p:nvPr/>
            </p:nvSpPr>
            <p:spPr>
              <a:xfrm>
                <a:off x="7505391" y="4297436"/>
                <a:ext cx="83684" cy="125526"/>
              </a:xfrm>
              <a:custGeom>
                <a:avLst/>
                <a:gdLst>
                  <a:gd name="connsiteX0" fmla="*/ 19336 w 19050"/>
                  <a:gd name="connsiteY0" fmla="*/ 10552 h 28575"/>
                  <a:gd name="connsiteX1" fmla="*/ 17050 w 19050"/>
                  <a:gd name="connsiteY1" fmla="*/ 10076 h 28575"/>
                  <a:gd name="connsiteX2" fmla="*/ 10287 w 19050"/>
                  <a:gd name="connsiteY2" fmla="*/ 19601 h 28575"/>
                  <a:gd name="connsiteX3" fmla="*/ 10287 w 19050"/>
                  <a:gd name="connsiteY3" fmla="*/ 30459 h 28575"/>
                  <a:gd name="connsiteX4" fmla="*/ 7144 w 19050"/>
                  <a:gd name="connsiteY4" fmla="*/ 30459 h 28575"/>
                  <a:gd name="connsiteX5" fmla="*/ 7144 w 19050"/>
                  <a:gd name="connsiteY5" fmla="*/ 7504 h 28575"/>
                  <a:gd name="connsiteX6" fmla="*/ 10001 w 19050"/>
                  <a:gd name="connsiteY6" fmla="*/ 7504 h 28575"/>
                  <a:gd name="connsiteX7" fmla="*/ 10001 w 19050"/>
                  <a:gd name="connsiteY7" fmla="*/ 11409 h 28575"/>
                  <a:gd name="connsiteX8" fmla="*/ 10001 w 19050"/>
                  <a:gd name="connsiteY8" fmla="*/ 11409 h 28575"/>
                  <a:gd name="connsiteX9" fmla="*/ 16478 w 19050"/>
                  <a:gd name="connsiteY9" fmla="*/ 7218 h 28575"/>
                  <a:gd name="connsiteX10" fmla="*/ 19050 w 19050"/>
                  <a:gd name="connsiteY10" fmla="*/ 7218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50" h="28575">
                    <a:moveTo>
                      <a:pt x="19336" y="10552"/>
                    </a:moveTo>
                    <a:cubicBezTo>
                      <a:pt x="18608" y="10258"/>
                      <a:pt x="17834" y="10097"/>
                      <a:pt x="17050" y="10076"/>
                    </a:cubicBezTo>
                    <a:cubicBezTo>
                      <a:pt x="12478" y="10076"/>
                      <a:pt x="10287" y="14933"/>
                      <a:pt x="10287" y="19601"/>
                    </a:cubicBezTo>
                    <a:lnTo>
                      <a:pt x="10287" y="30459"/>
                    </a:lnTo>
                    <a:lnTo>
                      <a:pt x="7144" y="30459"/>
                    </a:lnTo>
                    <a:lnTo>
                      <a:pt x="7144" y="7504"/>
                    </a:lnTo>
                    <a:lnTo>
                      <a:pt x="10001" y="7504"/>
                    </a:lnTo>
                    <a:lnTo>
                      <a:pt x="10001" y="11409"/>
                    </a:lnTo>
                    <a:lnTo>
                      <a:pt x="10001" y="11409"/>
                    </a:lnTo>
                    <a:cubicBezTo>
                      <a:pt x="11095" y="8815"/>
                      <a:pt x="13664" y="7153"/>
                      <a:pt x="16478" y="7218"/>
                    </a:cubicBezTo>
                    <a:cubicBezTo>
                      <a:pt x="17333" y="7119"/>
                      <a:pt x="18196" y="7119"/>
                      <a:pt x="19050" y="721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686044A6-5302-458A-9BB4-410636EF213E}"/>
                  </a:ext>
                </a:extLst>
              </p:cNvPr>
              <p:cNvSpPr/>
              <p:nvPr/>
            </p:nvSpPr>
            <p:spPr>
              <a:xfrm>
                <a:off x="7559696" y="4296509"/>
                <a:ext cx="125526" cy="125526"/>
              </a:xfrm>
              <a:custGeom>
                <a:avLst/>
                <a:gdLst>
                  <a:gd name="connsiteX0" fmla="*/ 10403 w 28575"/>
                  <a:gd name="connsiteY0" fmla="*/ 18098 h 28575"/>
                  <a:gd name="connsiteX1" fmla="*/ 18594 w 28575"/>
                  <a:gd name="connsiteY1" fmla="*/ 28099 h 28575"/>
                  <a:gd name="connsiteX2" fmla="*/ 27262 w 28575"/>
                  <a:gd name="connsiteY2" fmla="*/ 23527 h 28575"/>
                  <a:gd name="connsiteX3" fmla="*/ 27262 w 28575"/>
                  <a:gd name="connsiteY3" fmla="*/ 27242 h 28575"/>
                  <a:gd name="connsiteX4" fmla="*/ 18404 w 28575"/>
                  <a:gd name="connsiteY4" fmla="*/ 30861 h 28575"/>
                  <a:gd name="connsiteX5" fmla="*/ 7150 w 28575"/>
                  <a:gd name="connsiteY5" fmla="*/ 19636 h 28575"/>
                  <a:gd name="connsiteX6" fmla="*/ 7164 w 28575"/>
                  <a:gd name="connsiteY6" fmla="*/ 19050 h 28575"/>
                  <a:gd name="connsiteX7" fmla="*/ 17714 w 28575"/>
                  <a:gd name="connsiteY7" fmla="*/ 7161 h 28575"/>
                  <a:gd name="connsiteX8" fmla="*/ 18118 w 28575"/>
                  <a:gd name="connsiteY8" fmla="*/ 7144 h 28575"/>
                  <a:gd name="connsiteX9" fmla="*/ 25833 w 28575"/>
                  <a:gd name="connsiteY9" fmla="*/ 11335 h 28575"/>
                  <a:gd name="connsiteX10" fmla="*/ 27643 w 28575"/>
                  <a:gd name="connsiteY10" fmla="*/ 18097 h 28575"/>
                  <a:gd name="connsiteX11" fmla="*/ 24119 w 28575"/>
                  <a:gd name="connsiteY11" fmla="*/ 15526 h 28575"/>
                  <a:gd name="connsiteX12" fmla="*/ 17832 w 28575"/>
                  <a:gd name="connsiteY12" fmla="*/ 9811 h 28575"/>
                  <a:gd name="connsiteX13" fmla="*/ 10784 w 28575"/>
                  <a:gd name="connsiteY13" fmla="*/ 15526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28575">
                    <a:moveTo>
                      <a:pt x="10403" y="18098"/>
                    </a:moveTo>
                    <a:cubicBezTo>
                      <a:pt x="10403" y="27623"/>
                      <a:pt x="17451" y="28099"/>
                      <a:pt x="18594" y="28099"/>
                    </a:cubicBezTo>
                    <a:cubicBezTo>
                      <a:pt x="21977" y="27789"/>
                      <a:pt x="25096" y="26143"/>
                      <a:pt x="27262" y="23527"/>
                    </a:cubicBezTo>
                    <a:lnTo>
                      <a:pt x="27262" y="27242"/>
                    </a:lnTo>
                    <a:cubicBezTo>
                      <a:pt x="24771" y="29362"/>
                      <a:pt x="21667" y="30630"/>
                      <a:pt x="18404" y="30861"/>
                    </a:cubicBezTo>
                    <a:cubicBezTo>
                      <a:pt x="12196" y="30869"/>
                      <a:pt x="7158" y="25843"/>
                      <a:pt x="7150" y="19636"/>
                    </a:cubicBezTo>
                    <a:cubicBezTo>
                      <a:pt x="7149" y="19441"/>
                      <a:pt x="7154" y="19245"/>
                      <a:pt x="7164" y="19050"/>
                    </a:cubicBezTo>
                    <a:cubicBezTo>
                      <a:pt x="6794" y="12854"/>
                      <a:pt x="11517" y="7531"/>
                      <a:pt x="17714" y="7161"/>
                    </a:cubicBezTo>
                    <a:cubicBezTo>
                      <a:pt x="17848" y="7153"/>
                      <a:pt x="17983" y="7147"/>
                      <a:pt x="18118" y="7144"/>
                    </a:cubicBezTo>
                    <a:cubicBezTo>
                      <a:pt x="21219" y="7201"/>
                      <a:pt x="24097" y="8765"/>
                      <a:pt x="25833" y="11335"/>
                    </a:cubicBezTo>
                    <a:cubicBezTo>
                      <a:pt x="27160" y="13330"/>
                      <a:pt x="27796" y="15706"/>
                      <a:pt x="27643" y="18097"/>
                    </a:cubicBezTo>
                    <a:close/>
                    <a:moveTo>
                      <a:pt x="24119" y="15526"/>
                    </a:moveTo>
                    <a:cubicBezTo>
                      <a:pt x="23867" y="12257"/>
                      <a:pt x="21110" y="9751"/>
                      <a:pt x="17832" y="9811"/>
                    </a:cubicBezTo>
                    <a:cubicBezTo>
                      <a:pt x="14481" y="9957"/>
                      <a:pt x="11619" y="12277"/>
                      <a:pt x="10784" y="15526"/>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7DACC77A-9136-45EE-B196-E1A7F63A8912}"/>
                  </a:ext>
                </a:extLst>
              </p:cNvPr>
              <p:cNvSpPr/>
              <p:nvPr/>
            </p:nvSpPr>
            <p:spPr>
              <a:xfrm>
                <a:off x="7656137" y="4296469"/>
                <a:ext cx="125526" cy="167368"/>
              </a:xfrm>
              <a:custGeom>
                <a:avLst/>
                <a:gdLst>
                  <a:gd name="connsiteX0" fmla="*/ 26358 w 28575"/>
                  <a:gd name="connsiteY0" fmla="*/ 13629 h 38100"/>
                  <a:gd name="connsiteX1" fmla="*/ 18452 w 28575"/>
                  <a:gd name="connsiteY1" fmla="*/ 9915 h 38100"/>
                  <a:gd name="connsiteX2" fmla="*/ 10476 w 28575"/>
                  <a:gd name="connsiteY2" fmla="*/ 18684 h 38100"/>
                  <a:gd name="connsiteX3" fmla="*/ 10546 w 28575"/>
                  <a:gd name="connsiteY3" fmla="*/ 19440 h 38100"/>
                  <a:gd name="connsiteX4" fmla="*/ 17904 w 28575"/>
                  <a:gd name="connsiteY4" fmla="*/ 28905 h 38100"/>
                  <a:gd name="connsiteX5" fmla="*/ 18642 w 28575"/>
                  <a:gd name="connsiteY5" fmla="*/ 28965 h 38100"/>
                  <a:gd name="connsiteX6" fmla="*/ 26358 w 28575"/>
                  <a:gd name="connsiteY6" fmla="*/ 25155 h 38100"/>
                  <a:gd name="connsiteX7" fmla="*/ 26358 w 28575"/>
                  <a:gd name="connsiteY7" fmla="*/ 29155 h 38100"/>
                  <a:gd name="connsiteX8" fmla="*/ 18642 w 28575"/>
                  <a:gd name="connsiteY8" fmla="*/ 31727 h 38100"/>
                  <a:gd name="connsiteX9" fmla="*/ 7209 w 28575"/>
                  <a:gd name="connsiteY9" fmla="*/ 20110 h 38100"/>
                  <a:gd name="connsiteX10" fmla="*/ 7212 w 28575"/>
                  <a:gd name="connsiteY10" fmla="*/ 19916 h 38100"/>
                  <a:gd name="connsiteX11" fmla="*/ 17423 w 28575"/>
                  <a:gd name="connsiteY11" fmla="*/ 7211 h 38100"/>
                  <a:gd name="connsiteX12" fmla="*/ 19119 w 28575"/>
                  <a:gd name="connsiteY12" fmla="*/ 7152 h 38100"/>
                  <a:gd name="connsiteX13" fmla="*/ 26834 w 28575"/>
                  <a:gd name="connsiteY13" fmla="*/ 972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38100">
                    <a:moveTo>
                      <a:pt x="26358" y="13629"/>
                    </a:moveTo>
                    <a:cubicBezTo>
                      <a:pt x="24338" y="11367"/>
                      <a:pt x="21483" y="10026"/>
                      <a:pt x="18452" y="9915"/>
                    </a:cubicBezTo>
                    <a:cubicBezTo>
                      <a:pt x="13828" y="10134"/>
                      <a:pt x="10257" y="14060"/>
                      <a:pt x="10476" y="18684"/>
                    </a:cubicBezTo>
                    <a:cubicBezTo>
                      <a:pt x="10488" y="18937"/>
                      <a:pt x="10511" y="19189"/>
                      <a:pt x="10546" y="19440"/>
                    </a:cubicBezTo>
                    <a:cubicBezTo>
                      <a:pt x="9964" y="24085"/>
                      <a:pt x="13258" y="28323"/>
                      <a:pt x="17904" y="28905"/>
                    </a:cubicBezTo>
                    <a:cubicBezTo>
                      <a:pt x="18149" y="28936"/>
                      <a:pt x="18395" y="28956"/>
                      <a:pt x="18642" y="28965"/>
                    </a:cubicBezTo>
                    <a:cubicBezTo>
                      <a:pt x="21632" y="28823"/>
                      <a:pt x="24427" y="27442"/>
                      <a:pt x="26358" y="25155"/>
                    </a:cubicBezTo>
                    <a:lnTo>
                      <a:pt x="26358" y="29155"/>
                    </a:lnTo>
                    <a:cubicBezTo>
                      <a:pt x="24108" y="30778"/>
                      <a:pt x="21416" y="31675"/>
                      <a:pt x="18642" y="31727"/>
                    </a:cubicBezTo>
                    <a:cubicBezTo>
                      <a:pt x="12277" y="31676"/>
                      <a:pt x="7159" y="26475"/>
                      <a:pt x="7209" y="20110"/>
                    </a:cubicBezTo>
                    <a:cubicBezTo>
                      <a:pt x="7210" y="20046"/>
                      <a:pt x="7211" y="19981"/>
                      <a:pt x="7212" y="19916"/>
                    </a:cubicBezTo>
                    <a:cubicBezTo>
                      <a:pt x="6524" y="13588"/>
                      <a:pt x="11095" y="7900"/>
                      <a:pt x="17423" y="7211"/>
                    </a:cubicBezTo>
                    <a:cubicBezTo>
                      <a:pt x="17986" y="7150"/>
                      <a:pt x="18553" y="7130"/>
                      <a:pt x="19119" y="7152"/>
                    </a:cubicBezTo>
                    <a:cubicBezTo>
                      <a:pt x="21899" y="7166"/>
                      <a:pt x="24602" y="8067"/>
                      <a:pt x="26834" y="9724"/>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6F08E53E-7AC9-41A2-9250-D57512B5F307}"/>
                  </a:ext>
                </a:extLst>
              </p:cNvPr>
              <p:cNvSpPr/>
              <p:nvPr/>
            </p:nvSpPr>
            <p:spPr>
              <a:xfrm>
                <a:off x="7743471" y="4269730"/>
                <a:ext cx="83684" cy="167368"/>
              </a:xfrm>
              <a:custGeom>
                <a:avLst/>
                <a:gdLst>
                  <a:gd name="connsiteX0" fmla="*/ 14097 w 19050"/>
                  <a:gd name="connsiteY0" fmla="*/ 7144 h 38100"/>
                  <a:gd name="connsiteX1" fmla="*/ 14097 w 19050"/>
                  <a:gd name="connsiteY1" fmla="*/ 13716 h 38100"/>
                  <a:gd name="connsiteX2" fmla="*/ 20098 w 19050"/>
                  <a:gd name="connsiteY2" fmla="*/ 13716 h 38100"/>
                  <a:gd name="connsiteX3" fmla="*/ 20098 w 19050"/>
                  <a:gd name="connsiteY3" fmla="*/ 16478 h 38100"/>
                  <a:gd name="connsiteX4" fmla="*/ 14097 w 19050"/>
                  <a:gd name="connsiteY4" fmla="*/ 16478 h 38100"/>
                  <a:gd name="connsiteX5" fmla="*/ 14097 w 19050"/>
                  <a:gd name="connsiteY5" fmla="*/ 30861 h 38100"/>
                  <a:gd name="connsiteX6" fmla="*/ 16954 w 19050"/>
                  <a:gd name="connsiteY6" fmla="*/ 34195 h 38100"/>
                  <a:gd name="connsiteX7" fmla="*/ 20098 w 19050"/>
                  <a:gd name="connsiteY7" fmla="*/ 33433 h 38100"/>
                  <a:gd name="connsiteX8" fmla="*/ 20098 w 19050"/>
                  <a:gd name="connsiteY8" fmla="*/ 36195 h 38100"/>
                  <a:gd name="connsiteX9" fmla="*/ 16478 w 19050"/>
                  <a:gd name="connsiteY9" fmla="*/ 36766 h 38100"/>
                  <a:gd name="connsiteX10" fmla="*/ 11049 w 19050"/>
                  <a:gd name="connsiteY10" fmla="*/ 31813 h 38100"/>
                  <a:gd name="connsiteX11" fmla="*/ 11049 w 19050"/>
                  <a:gd name="connsiteY11" fmla="*/ 16478 h 38100"/>
                  <a:gd name="connsiteX12" fmla="*/ 7144 w 19050"/>
                  <a:gd name="connsiteY12" fmla="*/ 16478 h 38100"/>
                  <a:gd name="connsiteX13" fmla="*/ 7144 w 19050"/>
                  <a:gd name="connsiteY13" fmla="*/ 13716 h 38100"/>
                  <a:gd name="connsiteX14" fmla="*/ 11049 w 19050"/>
                  <a:gd name="connsiteY14" fmla="*/ 13716 h 38100"/>
                  <a:gd name="connsiteX15" fmla="*/ 11049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98" y="13716"/>
                    </a:lnTo>
                    <a:lnTo>
                      <a:pt x="20098" y="16478"/>
                    </a:lnTo>
                    <a:lnTo>
                      <a:pt x="14097" y="16478"/>
                    </a:lnTo>
                    <a:lnTo>
                      <a:pt x="14097" y="30861"/>
                    </a:lnTo>
                    <a:cubicBezTo>
                      <a:pt x="14097" y="33052"/>
                      <a:pt x="14764" y="34195"/>
                      <a:pt x="16954" y="34195"/>
                    </a:cubicBezTo>
                    <a:cubicBezTo>
                      <a:pt x="18043" y="34157"/>
                      <a:pt x="19113" y="33898"/>
                      <a:pt x="20098" y="33433"/>
                    </a:cubicBezTo>
                    <a:lnTo>
                      <a:pt x="20098" y="36195"/>
                    </a:lnTo>
                    <a:cubicBezTo>
                      <a:pt x="18919" y="36531"/>
                      <a:pt x="17703" y="36723"/>
                      <a:pt x="16478" y="36766"/>
                    </a:cubicBezTo>
                    <a:cubicBezTo>
                      <a:pt x="13335" y="36766"/>
                      <a:pt x="11049" y="35338"/>
                      <a:pt x="11049" y="31813"/>
                    </a:cubicBezTo>
                    <a:lnTo>
                      <a:pt x="11049" y="16478"/>
                    </a:lnTo>
                    <a:lnTo>
                      <a:pt x="7144" y="16478"/>
                    </a:lnTo>
                    <a:lnTo>
                      <a:pt x="7144" y="13716"/>
                    </a:lnTo>
                    <a:lnTo>
                      <a:pt x="11049" y="13716"/>
                    </a:lnTo>
                    <a:lnTo>
                      <a:pt x="11049" y="7144"/>
                    </a:ln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DA7B28A-C97B-40D6-B53C-4ADC1FED13A8}"/>
                  </a:ext>
                </a:extLst>
              </p:cNvPr>
              <p:cNvSpPr/>
              <p:nvPr/>
            </p:nvSpPr>
            <p:spPr>
              <a:xfrm>
                <a:off x="7872762" y="4252576"/>
                <a:ext cx="125526" cy="167368"/>
              </a:xfrm>
              <a:custGeom>
                <a:avLst/>
                <a:gdLst>
                  <a:gd name="connsiteX0" fmla="*/ 18098 w 28575"/>
                  <a:gd name="connsiteY0" fmla="*/ 7144 h 38100"/>
                  <a:gd name="connsiteX1" fmla="*/ 28861 w 28575"/>
                  <a:gd name="connsiteY1" fmla="*/ 15335 h 38100"/>
                  <a:gd name="connsiteX2" fmla="*/ 21241 w 28575"/>
                  <a:gd name="connsiteY2" fmla="*/ 24003 h 38100"/>
                  <a:gd name="connsiteX3" fmla="*/ 21241 w 28575"/>
                  <a:gd name="connsiteY3" fmla="*/ 24003 h 38100"/>
                  <a:gd name="connsiteX4" fmla="*/ 25718 w 28575"/>
                  <a:gd name="connsiteY4" fmla="*/ 28766 h 38100"/>
                  <a:gd name="connsiteX5" fmla="*/ 30004 w 28575"/>
                  <a:gd name="connsiteY5" fmla="*/ 40196 h 38100"/>
                  <a:gd name="connsiteX6" fmla="*/ 26194 w 28575"/>
                  <a:gd name="connsiteY6" fmla="*/ 40196 h 38100"/>
                  <a:gd name="connsiteX7" fmla="*/ 24003 w 28575"/>
                  <a:gd name="connsiteY7" fmla="*/ 33242 h 38100"/>
                  <a:gd name="connsiteX8" fmla="*/ 15335 w 28575"/>
                  <a:gd name="connsiteY8" fmla="*/ 24956 h 38100"/>
                  <a:gd name="connsiteX9" fmla="*/ 10382 w 28575"/>
                  <a:gd name="connsiteY9" fmla="*/ 24956 h 38100"/>
                  <a:gd name="connsiteX10" fmla="*/ 10382 w 28575"/>
                  <a:gd name="connsiteY10" fmla="*/ 40196 h 38100"/>
                  <a:gd name="connsiteX11" fmla="*/ 7144 w 28575"/>
                  <a:gd name="connsiteY11" fmla="*/ 40196 h 38100"/>
                  <a:gd name="connsiteX12" fmla="*/ 7144 w 28575"/>
                  <a:gd name="connsiteY12" fmla="*/ 7144 h 38100"/>
                  <a:gd name="connsiteX13" fmla="*/ 10382 w 28575"/>
                  <a:gd name="connsiteY13" fmla="*/ 10097 h 38100"/>
                  <a:gd name="connsiteX14" fmla="*/ 10382 w 28575"/>
                  <a:gd name="connsiteY14" fmla="*/ 22384 h 38100"/>
                  <a:gd name="connsiteX15" fmla="*/ 15526 w 28575"/>
                  <a:gd name="connsiteY15" fmla="*/ 22384 h 38100"/>
                  <a:gd name="connsiteX16" fmla="*/ 23622 w 28575"/>
                  <a:gd name="connsiteY16" fmla="*/ 20003 h 38100"/>
                  <a:gd name="connsiteX17" fmla="*/ 25718 w 28575"/>
                  <a:gd name="connsiteY17" fmla="*/ 15526 h 38100"/>
                  <a:gd name="connsiteX18" fmla="*/ 18669 w 28575"/>
                  <a:gd name="connsiteY18" fmla="*/ 10001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575" h="38100">
                    <a:moveTo>
                      <a:pt x="18098" y="7144"/>
                    </a:moveTo>
                    <a:cubicBezTo>
                      <a:pt x="22384" y="7144"/>
                      <a:pt x="28861" y="8287"/>
                      <a:pt x="28861" y="15335"/>
                    </a:cubicBezTo>
                    <a:cubicBezTo>
                      <a:pt x="28770" y="19694"/>
                      <a:pt x="25552" y="23355"/>
                      <a:pt x="21241" y="24003"/>
                    </a:cubicBezTo>
                    <a:lnTo>
                      <a:pt x="21241" y="24003"/>
                    </a:lnTo>
                    <a:cubicBezTo>
                      <a:pt x="23483" y="24666"/>
                      <a:pt x="25194" y="26486"/>
                      <a:pt x="25718" y="28766"/>
                    </a:cubicBezTo>
                    <a:lnTo>
                      <a:pt x="30004" y="40196"/>
                    </a:lnTo>
                    <a:lnTo>
                      <a:pt x="26194" y="40196"/>
                    </a:lnTo>
                    <a:lnTo>
                      <a:pt x="24003" y="33242"/>
                    </a:lnTo>
                    <a:cubicBezTo>
                      <a:pt x="21717" y="26289"/>
                      <a:pt x="20098" y="24956"/>
                      <a:pt x="15335" y="24956"/>
                    </a:cubicBezTo>
                    <a:lnTo>
                      <a:pt x="10382" y="24956"/>
                    </a:lnTo>
                    <a:lnTo>
                      <a:pt x="10382" y="40196"/>
                    </a:lnTo>
                    <a:lnTo>
                      <a:pt x="7144" y="40196"/>
                    </a:lnTo>
                    <a:lnTo>
                      <a:pt x="7144" y="7144"/>
                    </a:lnTo>
                    <a:close/>
                    <a:moveTo>
                      <a:pt x="10382" y="10097"/>
                    </a:moveTo>
                    <a:lnTo>
                      <a:pt x="10382" y="22384"/>
                    </a:lnTo>
                    <a:lnTo>
                      <a:pt x="15526" y="22384"/>
                    </a:lnTo>
                    <a:cubicBezTo>
                      <a:pt x="18429" y="22652"/>
                      <a:pt x="21326" y="21800"/>
                      <a:pt x="23622" y="20003"/>
                    </a:cubicBezTo>
                    <a:cubicBezTo>
                      <a:pt x="24894" y="18852"/>
                      <a:pt x="25649" y="17239"/>
                      <a:pt x="25718" y="15526"/>
                    </a:cubicBezTo>
                    <a:cubicBezTo>
                      <a:pt x="25718" y="12668"/>
                      <a:pt x="23431" y="10001"/>
                      <a:pt x="18669" y="1000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09E34FF2-655A-47E4-9992-454AF74F4898}"/>
                  </a:ext>
                </a:extLst>
              </p:cNvPr>
              <p:cNvSpPr/>
              <p:nvPr/>
            </p:nvSpPr>
            <p:spPr>
              <a:xfrm>
                <a:off x="7976952" y="4299022"/>
                <a:ext cx="125526" cy="125526"/>
              </a:xfrm>
              <a:custGeom>
                <a:avLst/>
                <a:gdLst>
                  <a:gd name="connsiteX0" fmla="*/ 11906 w 28575"/>
                  <a:gd name="connsiteY0" fmla="*/ 7144 h 28575"/>
                  <a:gd name="connsiteX1" fmla="*/ 17335 w 28575"/>
                  <a:gd name="connsiteY1" fmla="*/ 15526 h 28575"/>
                  <a:gd name="connsiteX2" fmla="*/ 22860 w 28575"/>
                  <a:gd name="connsiteY2" fmla="*/ 7144 h 28575"/>
                  <a:gd name="connsiteX3" fmla="*/ 26479 w 28575"/>
                  <a:gd name="connsiteY3" fmla="*/ 7144 h 28575"/>
                  <a:gd name="connsiteX4" fmla="*/ 19050 w 28575"/>
                  <a:gd name="connsiteY4" fmla="*/ 17621 h 28575"/>
                  <a:gd name="connsiteX5" fmla="*/ 27432 w 28575"/>
                  <a:gd name="connsiteY5" fmla="*/ 29718 h 28575"/>
                  <a:gd name="connsiteX6" fmla="*/ 23527 w 28575"/>
                  <a:gd name="connsiteY6" fmla="*/ 29718 h 28575"/>
                  <a:gd name="connsiteX7" fmla="*/ 17145 w 28575"/>
                  <a:gd name="connsiteY7" fmla="*/ 20193 h 28575"/>
                  <a:gd name="connsiteX8" fmla="*/ 10763 w 28575"/>
                  <a:gd name="connsiteY8" fmla="*/ 29718 h 28575"/>
                  <a:gd name="connsiteX9" fmla="*/ 7144 w 28575"/>
                  <a:gd name="connsiteY9" fmla="*/ 29718 h 28575"/>
                  <a:gd name="connsiteX10" fmla="*/ 15430 w 28575"/>
                  <a:gd name="connsiteY10" fmla="*/ 17621 h 28575"/>
                  <a:gd name="connsiteX11" fmla="*/ 8096 w 28575"/>
                  <a:gd name="connsiteY11"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75" h="28575">
                    <a:moveTo>
                      <a:pt x="11906" y="7144"/>
                    </a:moveTo>
                    <a:lnTo>
                      <a:pt x="17335" y="15526"/>
                    </a:lnTo>
                    <a:lnTo>
                      <a:pt x="22860" y="7144"/>
                    </a:lnTo>
                    <a:lnTo>
                      <a:pt x="26479" y="7144"/>
                    </a:lnTo>
                    <a:lnTo>
                      <a:pt x="19050" y="17621"/>
                    </a:lnTo>
                    <a:lnTo>
                      <a:pt x="27432" y="29718"/>
                    </a:lnTo>
                    <a:lnTo>
                      <a:pt x="23527" y="29718"/>
                    </a:lnTo>
                    <a:lnTo>
                      <a:pt x="17145" y="20193"/>
                    </a:lnTo>
                    <a:lnTo>
                      <a:pt x="10763" y="29718"/>
                    </a:lnTo>
                    <a:lnTo>
                      <a:pt x="7144" y="29718"/>
                    </a:lnTo>
                    <a:lnTo>
                      <a:pt x="15430" y="17621"/>
                    </a:lnTo>
                    <a:lnTo>
                      <a:pt x="8096" y="7144"/>
                    </a:lnTo>
                    <a:close/>
                  </a:path>
                </a:pathLst>
              </a:custGeom>
              <a:grpFill/>
              <a:ln w="9525" cap="flat">
                <a:noFill/>
                <a:prstDash val="solid"/>
                <a:miter/>
              </a:ln>
            </p:spPr>
            <p:txBody>
              <a:bodyPr rtlCol="0" anchor="ctr"/>
              <a:lstStyle/>
              <a:p>
                <a:endParaRPr lang="en-US"/>
              </a:p>
            </p:txBody>
          </p:sp>
        </p:grpSp>
      </p:grpSp>
      <p:sp>
        <p:nvSpPr>
          <p:cNvPr id="4" name="Rectangle 3">
            <a:extLst>
              <a:ext uri="{FF2B5EF4-FFF2-40B4-BE49-F238E27FC236}">
                <a16:creationId xmlns:a16="http://schemas.microsoft.com/office/drawing/2014/main" id="{34924302-2AC4-430F-A01A-F6CC61B0D9B6}"/>
              </a:ext>
            </a:extLst>
          </p:cNvPr>
          <p:cNvSpPr/>
          <p:nvPr/>
        </p:nvSpPr>
        <p:spPr>
          <a:xfrm>
            <a:off x="127380" y="280449"/>
            <a:ext cx="4626588" cy="523220"/>
          </a:xfrm>
          <a:prstGeom prst="rect">
            <a:avLst/>
          </a:prstGeom>
        </p:spPr>
        <p:txBody>
          <a:bodyPr wrap="none" anchor="ctr">
            <a:spAutoFit/>
          </a:bodyPr>
          <a:lstStyle/>
          <a:p>
            <a:r>
              <a:rPr lang="en-US" sz="2800" dirty="0">
                <a:solidFill>
                  <a:schemeClr val="bg1"/>
                </a:solidFill>
                <a:latin typeface="Poppins Black" panose="00000A00000000000000" pitchFamily="2" charset="0"/>
                <a:cs typeface="Poppins Black" panose="00000A00000000000000" pitchFamily="2" charset="0"/>
              </a:rPr>
              <a:t>MAIL ORDER PHARMACY</a:t>
            </a:r>
          </a:p>
        </p:txBody>
      </p:sp>
      <p:grpSp>
        <p:nvGrpSpPr>
          <p:cNvPr id="9" name="Group 8">
            <a:extLst>
              <a:ext uri="{FF2B5EF4-FFF2-40B4-BE49-F238E27FC236}">
                <a16:creationId xmlns:a16="http://schemas.microsoft.com/office/drawing/2014/main" id="{5EAC4563-D359-4D5C-A978-9706188EE659}"/>
              </a:ext>
            </a:extLst>
          </p:cNvPr>
          <p:cNvGrpSpPr/>
          <p:nvPr/>
        </p:nvGrpSpPr>
        <p:grpSpPr>
          <a:xfrm>
            <a:off x="0" y="217508"/>
            <a:ext cx="12192000" cy="649102"/>
            <a:chOff x="0" y="574717"/>
            <a:chExt cx="10106025" cy="649102"/>
          </a:xfrm>
        </p:grpSpPr>
        <p:cxnSp>
          <p:nvCxnSpPr>
            <p:cNvPr id="6" name="Straight Connector 5">
              <a:extLst>
                <a:ext uri="{FF2B5EF4-FFF2-40B4-BE49-F238E27FC236}">
                  <a16:creationId xmlns:a16="http://schemas.microsoft.com/office/drawing/2014/main" id="{9CFE3402-FA8C-498B-9843-2DEEF83BA239}"/>
                </a:ext>
              </a:extLst>
            </p:cNvPr>
            <p:cNvCxnSpPr>
              <a:cxnSpLocks/>
            </p:cNvCxnSpPr>
            <p:nvPr/>
          </p:nvCxnSpPr>
          <p:spPr>
            <a:xfrm>
              <a:off x="0" y="1223819"/>
              <a:ext cx="1010602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4F0090B-73EF-4F10-8AFE-6EC66143C71E}"/>
                </a:ext>
              </a:extLst>
            </p:cNvPr>
            <p:cNvCxnSpPr>
              <a:cxnSpLocks/>
            </p:cNvCxnSpPr>
            <p:nvPr/>
          </p:nvCxnSpPr>
          <p:spPr>
            <a:xfrm>
              <a:off x="0" y="574717"/>
              <a:ext cx="1010602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65" name="Group 164">
            <a:extLst>
              <a:ext uri="{FF2B5EF4-FFF2-40B4-BE49-F238E27FC236}">
                <a16:creationId xmlns:a16="http://schemas.microsoft.com/office/drawing/2014/main" id="{B864AA67-4331-4E05-BB03-03932F09C5F6}"/>
              </a:ext>
            </a:extLst>
          </p:cNvPr>
          <p:cNvGrpSpPr/>
          <p:nvPr/>
        </p:nvGrpSpPr>
        <p:grpSpPr>
          <a:xfrm>
            <a:off x="7779228" y="3387364"/>
            <a:ext cx="7371987" cy="4117698"/>
            <a:chOff x="-3808" y="23009"/>
            <a:chExt cx="12196519" cy="6812489"/>
          </a:xfrm>
        </p:grpSpPr>
        <p:sp>
          <p:nvSpPr>
            <p:cNvPr id="166" name="Freeform: Shape 165">
              <a:extLst>
                <a:ext uri="{FF2B5EF4-FFF2-40B4-BE49-F238E27FC236}">
                  <a16:creationId xmlns:a16="http://schemas.microsoft.com/office/drawing/2014/main" id="{50D3C003-F4AE-41B5-ACBA-585A35BB79F6}"/>
                </a:ext>
              </a:extLst>
            </p:cNvPr>
            <p:cNvSpPr/>
            <p:nvPr/>
          </p:nvSpPr>
          <p:spPr>
            <a:xfrm>
              <a:off x="583957" y="4773877"/>
              <a:ext cx="2061621" cy="2061621"/>
            </a:xfrm>
            <a:custGeom>
              <a:avLst/>
              <a:gdLst>
                <a:gd name="connsiteX0" fmla="*/ 2059031 w 2061620"/>
                <a:gd name="connsiteY0" fmla="*/ 690085 h 2061621"/>
                <a:gd name="connsiteX1" fmla="*/ 1372755 w 2061620"/>
                <a:gd name="connsiteY1" fmla="*/ 690085 h 2061621"/>
                <a:gd name="connsiteX2" fmla="*/ 1372755 w 2061620"/>
                <a:gd name="connsiteY2" fmla="*/ 3808 h 2061621"/>
                <a:gd name="connsiteX3" fmla="*/ 690034 w 2061620"/>
                <a:gd name="connsiteY3" fmla="*/ 3808 h 2061621"/>
                <a:gd name="connsiteX4" fmla="*/ 690034 w 2061620"/>
                <a:gd name="connsiteY4" fmla="*/ 690085 h 2061621"/>
                <a:gd name="connsiteX5" fmla="*/ 3808 w 2061620"/>
                <a:gd name="connsiteY5" fmla="*/ 690085 h 2061621"/>
                <a:gd name="connsiteX6" fmla="*/ 3808 w 2061620"/>
                <a:gd name="connsiteY6" fmla="*/ 1372755 h 2061621"/>
                <a:gd name="connsiteX7" fmla="*/ 690034 w 2061620"/>
                <a:gd name="connsiteY7" fmla="*/ 1372755 h 2061621"/>
                <a:gd name="connsiteX8" fmla="*/ 690034 w 2061620"/>
                <a:gd name="connsiteY8" fmla="*/ 2059031 h 2061621"/>
                <a:gd name="connsiteX9" fmla="*/ 1372755 w 2061620"/>
                <a:gd name="connsiteY9" fmla="*/ 2059031 h 2061621"/>
                <a:gd name="connsiteX10" fmla="*/ 1372755 w 2061620"/>
                <a:gd name="connsiteY10" fmla="*/ 1372755 h 2061621"/>
                <a:gd name="connsiteX11" fmla="*/ 2059031 w 2061620"/>
                <a:gd name="connsiteY11" fmla="*/ 1372755 h 2061621"/>
                <a:gd name="connsiteX12" fmla="*/ 2059031 w 2061620"/>
                <a:gd name="connsiteY12" fmla="*/ 690085 h 206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61620" h="2061621">
                  <a:moveTo>
                    <a:pt x="2059031" y="690085"/>
                  </a:moveTo>
                  <a:lnTo>
                    <a:pt x="1372755" y="690085"/>
                  </a:lnTo>
                  <a:lnTo>
                    <a:pt x="1372755" y="3808"/>
                  </a:lnTo>
                  <a:lnTo>
                    <a:pt x="690034" y="3808"/>
                  </a:lnTo>
                  <a:lnTo>
                    <a:pt x="690034" y="690085"/>
                  </a:lnTo>
                  <a:lnTo>
                    <a:pt x="3808" y="690085"/>
                  </a:lnTo>
                  <a:lnTo>
                    <a:pt x="3808" y="1372755"/>
                  </a:lnTo>
                  <a:lnTo>
                    <a:pt x="690034" y="1372755"/>
                  </a:lnTo>
                  <a:lnTo>
                    <a:pt x="690034" y="2059031"/>
                  </a:lnTo>
                  <a:lnTo>
                    <a:pt x="1372755" y="2059031"/>
                  </a:lnTo>
                  <a:lnTo>
                    <a:pt x="1372755" y="1372755"/>
                  </a:lnTo>
                  <a:lnTo>
                    <a:pt x="2059031" y="1372755"/>
                  </a:lnTo>
                  <a:lnTo>
                    <a:pt x="2059031" y="690085"/>
                  </a:lnTo>
                  <a:close/>
                </a:path>
              </a:pathLst>
            </a:custGeom>
            <a:solidFill>
              <a:schemeClr val="bg1">
                <a:alpha val="6000"/>
              </a:schemeClr>
            </a:solid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E92382B3-A742-4A33-B3F3-F34EEFB4AFF4}"/>
                </a:ext>
              </a:extLst>
            </p:cNvPr>
            <p:cNvSpPr/>
            <p:nvPr/>
          </p:nvSpPr>
          <p:spPr>
            <a:xfrm>
              <a:off x="6255344" y="4709845"/>
              <a:ext cx="497633" cy="497633"/>
            </a:xfrm>
            <a:custGeom>
              <a:avLst/>
              <a:gdLst>
                <a:gd name="connsiteX0" fmla="*/ 494992 w 497632"/>
                <a:gd name="connsiteY0" fmla="*/ 167774 h 497632"/>
                <a:gd name="connsiteX1" fmla="*/ 330977 w 497632"/>
                <a:gd name="connsiteY1" fmla="*/ 167774 h 497632"/>
                <a:gd name="connsiteX2" fmla="*/ 330977 w 497632"/>
                <a:gd name="connsiteY2" fmla="*/ 3808 h 497632"/>
                <a:gd name="connsiteX3" fmla="*/ 167824 w 497632"/>
                <a:gd name="connsiteY3" fmla="*/ 3808 h 497632"/>
                <a:gd name="connsiteX4" fmla="*/ 167824 w 497632"/>
                <a:gd name="connsiteY4" fmla="*/ 167774 h 497632"/>
                <a:gd name="connsiteX5" fmla="*/ 3808 w 497632"/>
                <a:gd name="connsiteY5" fmla="*/ 167774 h 497632"/>
                <a:gd name="connsiteX6" fmla="*/ 3808 w 497632"/>
                <a:gd name="connsiteY6" fmla="*/ 330976 h 497632"/>
                <a:gd name="connsiteX7" fmla="*/ 167824 w 497632"/>
                <a:gd name="connsiteY7" fmla="*/ 330976 h 497632"/>
                <a:gd name="connsiteX8" fmla="*/ 167824 w 497632"/>
                <a:gd name="connsiteY8" fmla="*/ 494992 h 497632"/>
                <a:gd name="connsiteX9" fmla="*/ 330977 w 497632"/>
                <a:gd name="connsiteY9" fmla="*/ 494992 h 497632"/>
                <a:gd name="connsiteX10" fmla="*/ 330977 w 497632"/>
                <a:gd name="connsiteY10" fmla="*/ 330976 h 497632"/>
                <a:gd name="connsiteX11" fmla="*/ 494992 w 497632"/>
                <a:gd name="connsiteY11" fmla="*/ 330976 h 497632"/>
                <a:gd name="connsiteX12" fmla="*/ 494992 w 497632"/>
                <a:gd name="connsiteY12" fmla="*/ 167774 h 49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632" h="497632">
                  <a:moveTo>
                    <a:pt x="494992" y="167774"/>
                  </a:moveTo>
                  <a:lnTo>
                    <a:pt x="330977" y="167774"/>
                  </a:lnTo>
                  <a:lnTo>
                    <a:pt x="330977" y="3808"/>
                  </a:lnTo>
                  <a:lnTo>
                    <a:pt x="167824" y="3808"/>
                  </a:lnTo>
                  <a:lnTo>
                    <a:pt x="167824" y="167774"/>
                  </a:lnTo>
                  <a:lnTo>
                    <a:pt x="3808" y="167774"/>
                  </a:lnTo>
                  <a:lnTo>
                    <a:pt x="3808" y="330976"/>
                  </a:lnTo>
                  <a:lnTo>
                    <a:pt x="167824" y="330976"/>
                  </a:lnTo>
                  <a:lnTo>
                    <a:pt x="167824" y="494992"/>
                  </a:lnTo>
                  <a:lnTo>
                    <a:pt x="330977" y="494992"/>
                  </a:lnTo>
                  <a:lnTo>
                    <a:pt x="330977" y="330976"/>
                  </a:lnTo>
                  <a:lnTo>
                    <a:pt x="494992" y="330976"/>
                  </a:lnTo>
                  <a:lnTo>
                    <a:pt x="494992" y="167774"/>
                  </a:lnTo>
                  <a:close/>
                </a:path>
              </a:pathLst>
            </a:custGeom>
            <a:solidFill>
              <a:schemeClr val="bg1">
                <a:alpha val="6000"/>
              </a:schemeClr>
            </a:solid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3AB0B80F-322F-4041-8E34-14C51B42E4D9}"/>
                </a:ext>
              </a:extLst>
            </p:cNvPr>
            <p:cNvSpPr/>
            <p:nvPr/>
          </p:nvSpPr>
          <p:spPr>
            <a:xfrm>
              <a:off x="10683665" y="23009"/>
              <a:ext cx="396075" cy="396075"/>
            </a:xfrm>
            <a:custGeom>
              <a:avLst/>
              <a:gdLst>
                <a:gd name="connsiteX0" fmla="*/ 394551 w 396074"/>
                <a:gd name="connsiteY0" fmla="*/ 134259 h 396074"/>
                <a:gd name="connsiteX1" fmla="*/ 264101 w 396074"/>
                <a:gd name="connsiteY1" fmla="*/ 134259 h 396074"/>
                <a:gd name="connsiteX2" fmla="*/ 264101 w 396074"/>
                <a:gd name="connsiteY2" fmla="*/ 3808 h 396074"/>
                <a:gd name="connsiteX3" fmla="*/ 134310 w 396074"/>
                <a:gd name="connsiteY3" fmla="*/ 3808 h 396074"/>
                <a:gd name="connsiteX4" fmla="*/ 134310 w 396074"/>
                <a:gd name="connsiteY4" fmla="*/ 134259 h 396074"/>
                <a:gd name="connsiteX5" fmla="*/ 3808 w 396074"/>
                <a:gd name="connsiteY5" fmla="*/ 134259 h 396074"/>
                <a:gd name="connsiteX6" fmla="*/ 3808 w 396074"/>
                <a:gd name="connsiteY6" fmla="*/ 264050 h 396074"/>
                <a:gd name="connsiteX7" fmla="*/ 134310 w 396074"/>
                <a:gd name="connsiteY7" fmla="*/ 264050 h 396074"/>
                <a:gd name="connsiteX8" fmla="*/ 134310 w 396074"/>
                <a:gd name="connsiteY8" fmla="*/ 394501 h 396074"/>
                <a:gd name="connsiteX9" fmla="*/ 264101 w 396074"/>
                <a:gd name="connsiteY9" fmla="*/ 394501 h 396074"/>
                <a:gd name="connsiteX10" fmla="*/ 264101 w 396074"/>
                <a:gd name="connsiteY10" fmla="*/ 264050 h 396074"/>
                <a:gd name="connsiteX11" fmla="*/ 394551 w 396074"/>
                <a:gd name="connsiteY11" fmla="*/ 264050 h 396074"/>
                <a:gd name="connsiteX12" fmla="*/ 394551 w 396074"/>
                <a:gd name="connsiteY12" fmla="*/ 134259 h 39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6074" h="396074">
                  <a:moveTo>
                    <a:pt x="394551" y="134259"/>
                  </a:moveTo>
                  <a:lnTo>
                    <a:pt x="264101" y="134259"/>
                  </a:lnTo>
                  <a:lnTo>
                    <a:pt x="264101" y="3808"/>
                  </a:lnTo>
                  <a:lnTo>
                    <a:pt x="134310" y="3808"/>
                  </a:lnTo>
                  <a:lnTo>
                    <a:pt x="134310" y="134259"/>
                  </a:lnTo>
                  <a:lnTo>
                    <a:pt x="3808" y="134259"/>
                  </a:lnTo>
                  <a:lnTo>
                    <a:pt x="3808" y="264050"/>
                  </a:lnTo>
                  <a:lnTo>
                    <a:pt x="134310" y="264050"/>
                  </a:lnTo>
                  <a:lnTo>
                    <a:pt x="134310" y="394501"/>
                  </a:lnTo>
                  <a:lnTo>
                    <a:pt x="264101" y="394501"/>
                  </a:lnTo>
                  <a:lnTo>
                    <a:pt x="264101" y="264050"/>
                  </a:lnTo>
                  <a:lnTo>
                    <a:pt x="394551" y="264050"/>
                  </a:lnTo>
                  <a:lnTo>
                    <a:pt x="394551" y="134259"/>
                  </a:lnTo>
                  <a:close/>
                </a:path>
              </a:pathLst>
            </a:custGeom>
            <a:solidFill>
              <a:schemeClr val="bg1">
                <a:alpha val="6000"/>
              </a:schemeClr>
            </a:solid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877CEA3E-10EE-4327-9E14-9EC73DB940A3}"/>
                </a:ext>
              </a:extLst>
            </p:cNvPr>
            <p:cNvSpPr/>
            <p:nvPr/>
          </p:nvSpPr>
          <p:spPr>
            <a:xfrm>
              <a:off x="-3808" y="5743449"/>
              <a:ext cx="274206" cy="274206"/>
            </a:xfrm>
            <a:custGeom>
              <a:avLst/>
              <a:gdLst>
                <a:gd name="connsiteX0" fmla="*/ 274663 w 274205"/>
                <a:gd name="connsiteY0" fmla="*/ 94245 h 274205"/>
                <a:gd name="connsiteX1" fmla="*/ 184226 w 274205"/>
                <a:gd name="connsiteY1" fmla="*/ 94245 h 274205"/>
                <a:gd name="connsiteX2" fmla="*/ 184226 w 274205"/>
                <a:gd name="connsiteY2" fmla="*/ 3808 h 274205"/>
                <a:gd name="connsiteX3" fmla="*/ 94246 w 274205"/>
                <a:gd name="connsiteY3" fmla="*/ 3808 h 274205"/>
                <a:gd name="connsiteX4" fmla="*/ 94246 w 274205"/>
                <a:gd name="connsiteY4" fmla="*/ 94245 h 274205"/>
                <a:gd name="connsiteX5" fmla="*/ 3808 w 274205"/>
                <a:gd name="connsiteY5" fmla="*/ 94245 h 274205"/>
                <a:gd name="connsiteX6" fmla="*/ 3808 w 274205"/>
                <a:gd name="connsiteY6" fmla="*/ 184225 h 274205"/>
                <a:gd name="connsiteX7" fmla="*/ 94246 w 274205"/>
                <a:gd name="connsiteY7" fmla="*/ 184225 h 274205"/>
                <a:gd name="connsiteX8" fmla="*/ 94246 w 274205"/>
                <a:gd name="connsiteY8" fmla="*/ 274663 h 274205"/>
                <a:gd name="connsiteX9" fmla="*/ 184226 w 274205"/>
                <a:gd name="connsiteY9" fmla="*/ 274663 h 274205"/>
                <a:gd name="connsiteX10" fmla="*/ 184226 w 274205"/>
                <a:gd name="connsiteY10" fmla="*/ 184225 h 274205"/>
                <a:gd name="connsiteX11" fmla="*/ 274663 w 274205"/>
                <a:gd name="connsiteY11" fmla="*/ 184225 h 274205"/>
                <a:gd name="connsiteX12" fmla="*/ 274663 w 274205"/>
                <a:gd name="connsiteY12" fmla="*/ 94245 h 27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4205" h="274205">
                  <a:moveTo>
                    <a:pt x="274663" y="94245"/>
                  </a:moveTo>
                  <a:lnTo>
                    <a:pt x="184226" y="94245"/>
                  </a:lnTo>
                  <a:lnTo>
                    <a:pt x="184226" y="3808"/>
                  </a:lnTo>
                  <a:lnTo>
                    <a:pt x="94246" y="3808"/>
                  </a:lnTo>
                  <a:lnTo>
                    <a:pt x="94246" y="94245"/>
                  </a:lnTo>
                  <a:lnTo>
                    <a:pt x="3808" y="94245"/>
                  </a:lnTo>
                  <a:lnTo>
                    <a:pt x="3808" y="184225"/>
                  </a:lnTo>
                  <a:lnTo>
                    <a:pt x="94246" y="184225"/>
                  </a:lnTo>
                  <a:lnTo>
                    <a:pt x="94246" y="274663"/>
                  </a:lnTo>
                  <a:lnTo>
                    <a:pt x="184226" y="274663"/>
                  </a:lnTo>
                  <a:lnTo>
                    <a:pt x="184226" y="184225"/>
                  </a:lnTo>
                  <a:lnTo>
                    <a:pt x="274663" y="184225"/>
                  </a:lnTo>
                  <a:lnTo>
                    <a:pt x="274663" y="94245"/>
                  </a:lnTo>
                  <a:close/>
                </a:path>
              </a:pathLst>
            </a:custGeom>
            <a:solidFill>
              <a:schemeClr val="bg1">
                <a:alpha val="6000"/>
              </a:schemeClr>
            </a:solid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55D36052-4E2A-4A93-AFDD-C327D5067183}"/>
                </a:ext>
              </a:extLst>
            </p:cNvPr>
            <p:cNvSpPr/>
            <p:nvPr/>
          </p:nvSpPr>
          <p:spPr>
            <a:xfrm>
              <a:off x="4466507" y="2507973"/>
              <a:ext cx="1254237" cy="1254237"/>
            </a:xfrm>
            <a:custGeom>
              <a:avLst/>
              <a:gdLst>
                <a:gd name="connsiteX0" fmla="*/ 1252968 w 1254237"/>
                <a:gd name="connsiteY0" fmla="*/ 420906 h 1254237"/>
                <a:gd name="connsiteX1" fmla="*/ 835870 w 1254237"/>
                <a:gd name="connsiteY1" fmla="*/ 420906 h 1254237"/>
                <a:gd name="connsiteX2" fmla="*/ 835870 w 1254237"/>
                <a:gd name="connsiteY2" fmla="*/ 3808 h 1254237"/>
                <a:gd name="connsiteX3" fmla="*/ 420906 w 1254237"/>
                <a:gd name="connsiteY3" fmla="*/ 3808 h 1254237"/>
                <a:gd name="connsiteX4" fmla="*/ 420906 w 1254237"/>
                <a:gd name="connsiteY4" fmla="*/ 420906 h 1254237"/>
                <a:gd name="connsiteX5" fmla="*/ 3808 w 1254237"/>
                <a:gd name="connsiteY5" fmla="*/ 420906 h 1254237"/>
                <a:gd name="connsiteX6" fmla="*/ 3808 w 1254237"/>
                <a:gd name="connsiteY6" fmla="*/ 835870 h 1254237"/>
                <a:gd name="connsiteX7" fmla="*/ 420906 w 1254237"/>
                <a:gd name="connsiteY7" fmla="*/ 835870 h 1254237"/>
                <a:gd name="connsiteX8" fmla="*/ 420906 w 1254237"/>
                <a:gd name="connsiteY8" fmla="*/ 1252968 h 1254237"/>
                <a:gd name="connsiteX9" fmla="*/ 835870 w 1254237"/>
                <a:gd name="connsiteY9" fmla="*/ 1252968 h 1254237"/>
                <a:gd name="connsiteX10" fmla="*/ 835870 w 1254237"/>
                <a:gd name="connsiteY10" fmla="*/ 835870 h 1254237"/>
                <a:gd name="connsiteX11" fmla="*/ 1252968 w 1254237"/>
                <a:gd name="connsiteY11" fmla="*/ 835870 h 1254237"/>
                <a:gd name="connsiteX12" fmla="*/ 1252968 w 1254237"/>
                <a:gd name="connsiteY12" fmla="*/ 420906 h 125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37" h="1254237">
                  <a:moveTo>
                    <a:pt x="1252968" y="420906"/>
                  </a:moveTo>
                  <a:lnTo>
                    <a:pt x="835870" y="420906"/>
                  </a:lnTo>
                  <a:lnTo>
                    <a:pt x="835870" y="3808"/>
                  </a:lnTo>
                  <a:lnTo>
                    <a:pt x="420906" y="3808"/>
                  </a:lnTo>
                  <a:lnTo>
                    <a:pt x="420906" y="420906"/>
                  </a:lnTo>
                  <a:lnTo>
                    <a:pt x="3808" y="420906"/>
                  </a:lnTo>
                  <a:lnTo>
                    <a:pt x="3808" y="835870"/>
                  </a:lnTo>
                  <a:lnTo>
                    <a:pt x="420906" y="835870"/>
                  </a:lnTo>
                  <a:lnTo>
                    <a:pt x="420906" y="1252968"/>
                  </a:lnTo>
                  <a:lnTo>
                    <a:pt x="835870" y="1252968"/>
                  </a:lnTo>
                  <a:lnTo>
                    <a:pt x="835870" y="835870"/>
                  </a:lnTo>
                  <a:lnTo>
                    <a:pt x="1252968" y="835870"/>
                  </a:lnTo>
                  <a:lnTo>
                    <a:pt x="1252968" y="420906"/>
                  </a:lnTo>
                  <a:close/>
                </a:path>
              </a:pathLst>
            </a:custGeom>
            <a:solidFill>
              <a:schemeClr val="bg1">
                <a:alpha val="6000"/>
              </a:schemeClr>
            </a:solid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F2CC1E65-8C52-46FF-80EF-3D0219064EA7}"/>
                </a:ext>
              </a:extLst>
            </p:cNvPr>
            <p:cNvSpPr/>
            <p:nvPr/>
          </p:nvSpPr>
          <p:spPr>
            <a:xfrm>
              <a:off x="7675171" y="2252708"/>
              <a:ext cx="1061278" cy="1061278"/>
            </a:xfrm>
            <a:custGeom>
              <a:avLst/>
              <a:gdLst>
                <a:gd name="connsiteX0" fmla="*/ 1061684 w 1061277"/>
                <a:gd name="connsiteY0" fmla="*/ 357026 h 1061277"/>
                <a:gd name="connsiteX1" fmla="*/ 708467 w 1061277"/>
                <a:gd name="connsiteY1" fmla="*/ 357026 h 1061277"/>
                <a:gd name="connsiteX2" fmla="*/ 708467 w 1061277"/>
                <a:gd name="connsiteY2" fmla="*/ 3808 h 1061277"/>
                <a:gd name="connsiteX3" fmla="*/ 357026 w 1061277"/>
                <a:gd name="connsiteY3" fmla="*/ 3808 h 1061277"/>
                <a:gd name="connsiteX4" fmla="*/ 357026 w 1061277"/>
                <a:gd name="connsiteY4" fmla="*/ 357026 h 1061277"/>
                <a:gd name="connsiteX5" fmla="*/ 3808 w 1061277"/>
                <a:gd name="connsiteY5" fmla="*/ 357026 h 1061277"/>
                <a:gd name="connsiteX6" fmla="*/ 3808 w 1061277"/>
                <a:gd name="connsiteY6" fmla="*/ 708466 h 1061277"/>
                <a:gd name="connsiteX7" fmla="*/ 357026 w 1061277"/>
                <a:gd name="connsiteY7" fmla="*/ 708466 h 1061277"/>
                <a:gd name="connsiteX8" fmla="*/ 357026 w 1061277"/>
                <a:gd name="connsiteY8" fmla="*/ 1061684 h 1061277"/>
                <a:gd name="connsiteX9" fmla="*/ 708467 w 1061277"/>
                <a:gd name="connsiteY9" fmla="*/ 1061684 h 1061277"/>
                <a:gd name="connsiteX10" fmla="*/ 708467 w 1061277"/>
                <a:gd name="connsiteY10" fmla="*/ 708466 h 1061277"/>
                <a:gd name="connsiteX11" fmla="*/ 1061684 w 1061277"/>
                <a:gd name="connsiteY11" fmla="*/ 708466 h 1061277"/>
                <a:gd name="connsiteX12" fmla="*/ 1061684 w 1061277"/>
                <a:gd name="connsiteY12" fmla="*/ 357026 h 106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1277" h="1061277">
                  <a:moveTo>
                    <a:pt x="1061684" y="357026"/>
                  </a:moveTo>
                  <a:lnTo>
                    <a:pt x="708467" y="357026"/>
                  </a:lnTo>
                  <a:lnTo>
                    <a:pt x="708467" y="3808"/>
                  </a:lnTo>
                  <a:lnTo>
                    <a:pt x="357026" y="3808"/>
                  </a:lnTo>
                  <a:lnTo>
                    <a:pt x="357026" y="357026"/>
                  </a:lnTo>
                  <a:lnTo>
                    <a:pt x="3808" y="357026"/>
                  </a:lnTo>
                  <a:lnTo>
                    <a:pt x="3808" y="708466"/>
                  </a:lnTo>
                  <a:lnTo>
                    <a:pt x="357026" y="708466"/>
                  </a:lnTo>
                  <a:lnTo>
                    <a:pt x="357026" y="1061684"/>
                  </a:lnTo>
                  <a:lnTo>
                    <a:pt x="708467" y="1061684"/>
                  </a:lnTo>
                  <a:lnTo>
                    <a:pt x="708467" y="708466"/>
                  </a:lnTo>
                  <a:lnTo>
                    <a:pt x="1061684" y="708466"/>
                  </a:lnTo>
                  <a:lnTo>
                    <a:pt x="1061684" y="357026"/>
                  </a:lnTo>
                  <a:close/>
                </a:path>
              </a:pathLst>
            </a:custGeom>
            <a:solidFill>
              <a:schemeClr val="bg1">
                <a:alpha val="6000"/>
              </a:schemeClr>
            </a:solid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BF5EA38A-B2D7-475D-9C80-8D42B05777DF}"/>
                </a:ext>
              </a:extLst>
            </p:cNvPr>
            <p:cNvSpPr/>
            <p:nvPr/>
          </p:nvSpPr>
          <p:spPr>
            <a:xfrm>
              <a:off x="8745081" y="2898005"/>
              <a:ext cx="1970219" cy="1970219"/>
            </a:xfrm>
            <a:custGeom>
              <a:avLst/>
              <a:gdLst>
                <a:gd name="connsiteX0" fmla="*/ 1968138 w 1970219"/>
                <a:gd name="connsiteY0" fmla="*/ 659668 h 1970219"/>
                <a:gd name="connsiteX1" fmla="*/ 1312227 w 1970219"/>
                <a:gd name="connsiteY1" fmla="*/ 659668 h 1970219"/>
                <a:gd name="connsiteX2" fmla="*/ 1312227 w 1970219"/>
                <a:gd name="connsiteY2" fmla="*/ 3808 h 1970219"/>
                <a:gd name="connsiteX3" fmla="*/ 659719 w 1970219"/>
                <a:gd name="connsiteY3" fmla="*/ 3808 h 1970219"/>
                <a:gd name="connsiteX4" fmla="*/ 659719 w 1970219"/>
                <a:gd name="connsiteY4" fmla="*/ 659668 h 1970219"/>
                <a:gd name="connsiteX5" fmla="*/ 3808 w 1970219"/>
                <a:gd name="connsiteY5" fmla="*/ 659668 h 1970219"/>
                <a:gd name="connsiteX6" fmla="*/ 3808 w 1970219"/>
                <a:gd name="connsiteY6" fmla="*/ 1312176 h 1970219"/>
                <a:gd name="connsiteX7" fmla="*/ 659719 w 1970219"/>
                <a:gd name="connsiteY7" fmla="*/ 1312176 h 1970219"/>
                <a:gd name="connsiteX8" fmla="*/ 659719 w 1970219"/>
                <a:gd name="connsiteY8" fmla="*/ 1968087 h 1970219"/>
                <a:gd name="connsiteX9" fmla="*/ 1312227 w 1970219"/>
                <a:gd name="connsiteY9" fmla="*/ 1968087 h 1970219"/>
                <a:gd name="connsiteX10" fmla="*/ 1312227 w 1970219"/>
                <a:gd name="connsiteY10" fmla="*/ 1312176 h 1970219"/>
                <a:gd name="connsiteX11" fmla="*/ 1968138 w 1970219"/>
                <a:gd name="connsiteY11" fmla="*/ 1312176 h 1970219"/>
                <a:gd name="connsiteX12" fmla="*/ 1968138 w 1970219"/>
                <a:gd name="connsiteY12" fmla="*/ 659668 h 197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0219" h="1970219">
                  <a:moveTo>
                    <a:pt x="1968138" y="659668"/>
                  </a:moveTo>
                  <a:lnTo>
                    <a:pt x="1312227" y="659668"/>
                  </a:lnTo>
                  <a:lnTo>
                    <a:pt x="1312227" y="3808"/>
                  </a:lnTo>
                  <a:lnTo>
                    <a:pt x="659719" y="3808"/>
                  </a:lnTo>
                  <a:lnTo>
                    <a:pt x="659719" y="659668"/>
                  </a:lnTo>
                  <a:lnTo>
                    <a:pt x="3808" y="659668"/>
                  </a:lnTo>
                  <a:lnTo>
                    <a:pt x="3808" y="1312176"/>
                  </a:lnTo>
                  <a:lnTo>
                    <a:pt x="659719" y="1312176"/>
                  </a:lnTo>
                  <a:lnTo>
                    <a:pt x="659719" y="1968087"/>
                  </a:lnTo>
                  <a:lnTo>
                    <a:pt x="1312227" y="1968087"/>
                  </a:lnTo>
                  <a:lnTo>
                    <a:pt x="1312227" y="1312176"/>
                  </a:lnTo>
                  <a:lnTo>
                    <a:pt x="1968138" y="1312176"/>
                  </a:lnTo>
                  <a:lnTo>
                    <a:pt x="1968138" y="659668"/>
                  </a:lnTo>
                  <a:close/>
                </a:path>
              </a:pathLst>
            </a:custGeom>
            <a:solidFill>
              <a:schemeClr val="bg1">
                <a:alpha val="6000"/>
              </a:schemeClr>
            </a:solid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62ABB10C-B7B2-47DB-B75A-67F68BD6986C}"/>
                </a:ext>
              </a:extLst>
            </p:cNvPr>
            <p:cNvSpPr/>
            <p:nvPr/>
          </p:nvSpPr>
          <p:spPr>
            <a:xfrm>
              <a:off x="8260296" y="1163248"/>
              <a:ext cx="365608" cy="365608"/>
            </a:xfrm>
            <a:custGeom>
              <a:avLst/>
              <a:gdLst>
                <a:gd name="connsiteX0" fmla="*/ 362155 w 365607"/>
                <a:gd name="connsiteY0" fmla="*/ 123494 h 365607"/>
                <a:gd name="connsiteX1" fmla="*/ 242520 w 365607"/>
                <a:gd name="connsiteY1" fmla="*/ 123494 h 365607"/>
                <a:gd name="connsiteX2" fmla="*/ 242520 w 365607"/>
                <a:gd name="connsiteY2" fmla="*/ 3808 h 365607"/>
                <a:gd name="connsiteX3" fmla="*/ 123444 w 365607"/>
                <a:gd name="connsiteY3" fmla="*/ 3808 h 365607"/>
                <a:gd name="connsiteX4" fmla="*/ 123444 w 365607"/>
                <a:gd name="connsiteY4" fmla="*/ 123494 h 365607"/>
                <a:gd name="connsiteX5" fmla="*/ 3808 w 365607"/>
                <a:gd name="connsiteY5" fmla="*/ 123494 h 365607"/>
                <a:gd name="connsiteX6" fmla="*/ 3808 w 365607"/>
                <a:gd name="connsiteY6" fmla="*/ 242520 h 365607"/>
                <a:gd name="connsiteX7" fmla="*/ 123444 w 365607"/>
                <a:gd name="connsiteY7" fmla="*/ 242520 h 365607"/>
                <a:gd name="connsiteX8" fmla="*/ 123444 w 365607"/>
                <a:gd name="connsiteY8" fmla="*/ 362206 h 365607"/>
                <a:gd name="connsiteX9" fmla="*/ 242520 w 365607"/>
                <a:gd name="connsiteY9" fmla="*/ 362206 h 365607"/>
                <a:gd name="connsiteX10" fmla="*/ 242520 w 365607"/>
                <a:gd name="connsiteY10" fmla="*/ 242520 h 365607"/>
                <a:gd name="connsiteX11" fmla="*/ 362155 w 365607"/>
                <a:gd name="connsiteY11" fmla="*/ 242520 h 365607"/>
                <a:gd name="connsiteX12" fmla="*/ 362155 w 365607"/>
                <a:gd name="connsiteY12" fmla="*/ 123494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2155" y="123494"/>
                  </a:moveTo>
                  <a:lnTo>
                    <a:pt x="242520" y="123494"/>
                  </a:lnTo>
                  <a:lnTo>
                    <a:pt x="242520" y="3808"/>
                  </a:lnTo>
                  <a:lnTo>
                    <a:pt x="123444" y="3808"/>
                  </a:lnTo>
                  <a:lnTo>
                    <a:pt x="123444" y="123494"/>
                  </a:lnTo>
                  <a:lnTo>
                    <a:pt x="3808" y="123494"/>
                  </a:lnTo>
                  <a:lnTo>
                    <a:pt x="3808" y="242520"/>
                  </a:lnTo>
                  <a:lnTo>
                    <a:pt x="123444" y="242520"/>
                  </a:lnTo>
                  <a:lnTo>
                    <a:pt x="123444" y="362206"/>
                  </a:lnTo>
                  <a:lnTo>
                    <a:pt x="242520" y="362206"/>
                  </a:lnTo>
                  <a:lnTo>
                    <a:pt x="242520" y="242520"/>
                  </a:lnTo>
                  <a:lnTo>
                    <a:pt x="362155" y="242520"/>
                  </a:lnTo>
                  <a:lnTo>
                    <a:pt x="362155" y="123494"/>
                  </a:lnTo>
                  <a:close/>
                </a:path>
              </a:pathLst>
            </a:custGeom>
            <a:solidFill>
              <a:schemeClr val="bg1">
                <a:alpha val="6000"/>
              </a:schemeClr>
            </a:solid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BAC92E45-D91A-44AF-9E97-6D555BEDCEC8}"/>
                </a:ext>
              </a:extLst>
            </p:cNvPr>
            <p:cNvSpPr/>
            <p:nvPr/>
          </p:nvSpPr>
          <p:spPr>
            <a:xfrm>
              <a:off x="5518137" y="3771960"/>
              <a:ext cx="787072" cy="787072"/>
            </a:xfrm>
            <a:custGeom>
              <a:avLst/>
              <a:gdLst>
                <a:gd name="connsiteX0" fmla="*/ 787936 w 787072"/>
                <a:gd name="connsiteY0" fmla="*/ 265675 h 787072"/>
                <a:gd name="connsiteX1" fmla="*/ 526120 w 787072"/>
                <a:gd name="connsiteY1" fmla="*/ 265675 h 787072"/>
                <a:gd name="connsiteX2" fmla="*/ 526120 w 787072"/>
                <a:gd name="connsiteY2" fmla="*/ 3808 h 787072"/>
                <a:gd name="connsiteX3" fmla="*/ 265624 w 787072"/>
                <a:gd name="connsiteY3" fmla="*/ 3808 h 787072"/>
                <a:gd name="connsiteX4" fmla="*/ 265624 w 787072"/>
                <a:gd name="connsiteY4" fmla="*/ 265675 h 787072"/>
                <a:gd name="connsiteX5" fmla="*/ 3808 w 787072"/>
                <a:gd name="connsiteY5" fmla="*/ 265675 h 787072"/>
                <a:gd name="connsiteX6" fmla="*/ 3808 w 787072"/>
                <a:gd name="connsiteY6" fmla="*/ 526120 h 787072"/>
                <a:gd name="connsiteX7" fmla="*/ 265624 w 787072"/>
                <a:gd name="connsiteY7" fmla="*/ 526120 h 787072"/>
                <a:gd name="connsiteX8" fmla="*/ 265624 w 787072"/>
                <a:gd name="connsiteY8" fmla="*/ 787986 h 787072"/>
                <a:gd name="connsiteX9" fmla="*/ 526120 w 787072"/>
                <a:gd name="connsiteY9" fmla="*/ 787986 h 787072"/>
                <a:gd name="connsiteX10" fmla="*/ 526120 w 787072"/>
                <a:gd name="connsiteY10" fmla="*/ 526120 h 787072"/>
                <a:gd name="connsiteX11" fmla="*/ 787936 w 787072"/>
                <a:gd name="connsiteY11" fmla="*/ 526120 h 787072"/>
                <a:gd name="connsiteX12" fmla="*/ 787936 w 787072"/>
                <a:gd name="connsiteY12" fmla="*/ 265675 h 78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7072" h="787072">
                  <a:moveTo>
                    <a:pt x="787936" y="265675"/>
                  </a:moveTo>
                  <a:lnTo>
                    <a:pt x="526120" y="265675"/>
                  </a:lnTo>
                  <a:lnTo>
                    <a:pt x="526120" y="3808"/>
                  </a:lnTo>
                  <a:lnTo>
                    <a:pt x="265624" y="3808"/>
                  </a:lnTo>
                  <a:lnTo>
                    <a:pt x="265624" y="265675"/>
                  </a:lnTo>
                  <a:lnTo>
                    <a:pt x="3808" y="265675"/>
                  </a:lnTo>
                  <a:lnTo>
                    <a:pt x="3808" y="526120"/>
                  </a:lnTo>
                  <a:lnTo>
                    <a:pt x="265624" y="526120"/>
                  </a:lnTo>
                  <a:lnTo>
                    <a:pt x="265624" y="787986"/>
                  </a:lnTo>
                  <a:lnTo>
                    <a:pt x="526120" y="787986"/>
                  </a:lnTo>
                  <a:lnTo>
                    <a:pt x="526120" y="526120"/>
                  </a:lnTo>
                  <a:lnTo>
                    <a:pt x="787936" y="526120"/>
                  </a:lnTo>
                  <a:lnTo>
                    <a:pt x="787936" y="265675"/>
                  </a:lnTo>
                  <a:close/>
                </a:path>
              </a:pathLst>
            </a:custGeom>
            <a:solidFill>
              <a:schemeClr val="bg1">
                <a:alpha val="6000"/>
              </a:schemeClr>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E7673896-1B98-4F06-9083-A1DFCF7A6614}"/>
                </a:ext>
              </a:extLst>
            </p:cNvPr>
            <p:cNvSpPr/>
            <p:nvPr/>
          </p:nvSpPr>
          <p:spPr>
            <a:xfrm>
              <a:off x="583957" y="4827804"/>
              <a:ext cx="269128" cy="269128"/>
            </a:xfrm>
            <a:custGeom>
              <a:avLst/>
              <a:gdLst>
                <a:gd name="connsiteX0" fmla="*/ 269991 w 269127"/>
                <a:gd name="connsiteY0" fmla="*/ 92722 h 269127"/>
                <a:gd name="connsiteX1" fmla="*/ 181077 w 269127"/>
                <a:gd name="connsiteY1" fmla="*/ 92722 h 269127"/>
                <a:gd name="connsiteX2" fmla="*/ 181077 w 269127"/>
                <a:gd name="connsiteY2" fmla="*/ 3808 h 269127"/>
                <a:gd name="connsiteX3" fmla="*/ 92671 w 269127"/>
                <a:gd name="connsiteY3" fmla="*/ 3808 h 269127"/>
                <a:gd name="connsiteX4" fmla="*/ 92671 w 269127"/>
                <a:gd name="connsiteY4" fmla="*/ 92722 h 269127"/>
                <a:gd name="connsiteX5" fmla="*/ 3808 w 269127"/>
                <a:gd name="connsiteY5" fmla="*/ 92722 h 269127"/>
                <a:gd name="connsiteX6" fmla="*/ 3808 w 269127"/>
                <a:gd name="connsiteY6" fmla="*/ 181128 h 269127"/>
                <a:gd name="connsiteX7" fmla="*/ 92671 w 269127"/>
                <a:gd name="connsiteY7" fmla="*/ 181128 h 269127"/>
                <a:gd name="connsiteX8" fmla="*/ 92671 w 269127"/>
                <a:gd name="connsiteY8" fmla="*/ 269991 h 269127"/>
                <a:gd name="connsiteX9" fmla="*/ 181077 w 269127"/>
                <a:gd name="connsiteY9" fmla="*/ 269991 h 269127"/>
                <a:gd name="connsiteX10" fmla="*/ 181077 w 269127"/>
                <a:gd name="connsiteY10" fmla="*/ 181128 h 269127"/>
                <a:gd name="connsiteX11" fmla="*/ 269991 w 269127"/>
                <a:gd name="connsiteY11" fmla="*/ 181128 h 269127"/>
                <a:gd name="connsiteX12" fmla="*/ 269991 w 269127"/>
                <a:gd name="connsiteY12" fmla="*/ 92722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9991" y="92722"/>
                  </a:moveTo>
                  <a:lnTo>
                    <a:pt x="181077" y="92722"/>
                  </a:lnTo>
                  <a:lnTo>
                    <a:pt x="181077" y="3808"/>
                  </a:lnTo>
                  <a:lnTo>
                    <a:pt x="92671" y="3808"/>
                  </a:lnTo>
                  <a:lnTo>
                    <a:pt x="92671" y="92722"/>
                  </a:lnTo>
                  <a:lnTo>
                    <a:pt x="3808" y="92722"/>
                  </a:lnTo>
                  <a:lnTo>
                    <a:pt x="3808" y="181128"/>
                  </a:lnTo>
                  <a:lnTo>
                    <a:pt x="92671" y="181128"/>
                  </a:lnTo>
                  <a:lnTo>
                    <a:pt x="92671" y="269991"/>
                  </a:lnTo>
                  <a:lnTo>
                    <a:pt x="181077" y="269991"/>
                  </a:lnTo>
                  <a:lnTo>
                    <a:pt x="181077" y="181128"/>
                  </a:lnTo>
                  <a:lnTo>
                    <a:pt x="269991" y="181128"/>
                  </a:lnTo>
                  <a:lnTo>
                    <a:pt x="269991" y="92722"/>
                  </a:lnTo>
                  <a:close/>
                </a:path>
              </a:pathLst>
            </a:custGeom>
            <a:solidFill>
              <a:schemeClr val="bg1">
                <a:alpha val="6000"/>
              </a:schemeClr>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9C51A54B-580F-44CF-B635-1A7ED67A6362}"/>
                </a:ext>
              </a:extLst>
            </p:cNvPr>
            <p:cNvSpPr/>
            <p:nvPr/>
          </p:nvSpPr>
          <p:spPr>
            <a:xfrm>
              <a:off x="2246507" y="4399536"/>
              <a:ext cx="319907" cy="319907"/>
            </a:xfrm>
            <a:custGeom>
              <a:avLst/>
              <a:gdLst>
                <a:gd name="connsiteX0" fmla="*/ 317825 w 319906"/>
                <a:gd name="connsiteY0" fmla="*/ 108667 h 319906"/>
                <a:gd name="connsiteX1" fmla="*/ 212966 w 319906"/>
                <a:gd name="connsiteY1" fmla="*/ 108667 h 319906"/>
                <a:gd name="connsiteX2" fmla="*/ 212966 w 319906"/>
                <a:gd name="connsiteY2" fmla="*/ 3808 h 319906"/>
                <a:gd name="connsiteX3" fmla="*/ 108667 w 319906"/>
                <a:gd name="connsiteY3" fmla="*/ 3808 h 319906"/>
                <a:gd name="connsiteX4" fmla="*/ 108667 w 319906"/>
                <a:gd name="connsiteY4" fmla="*/ 108667 h 319906"/>
                <a:gd name="connsiteX5" fmla="*/ 3808 w 319906"/>
                <a:gd name="connsiteY5" fmla="*/ 108667 h 319906"/>
                <a:gd name="connsiteX6" fmla="*/ 3808 w 319906"/>
                <a:gd name="connsiteY6" fmla="*/ 213017 h 319906"/>
                <a:gd name="connsiteX7" fmla="*/ 108667 w 319906"/>
                <a:gd name="connsiteY7" fmla="*/ 213017 h 319906"/>
                <a:gd name="connsiteX8" fmla="*/ 108667 w 319906"/>
                <a:gd name="connsiteY8" fmla="*/ 317875 h 319906"/>
                <a:gd name="connsiteX9" fmla="*/ 212966 w 319906"/>
                <a:gd name="connsiteY9" fmla="*/ 317875 h 319906"/>
                <a:gd name="connsiteX10" fmla="*/ 212966 w 319906"/>
                <a:gd name="connsiteY10" fmla="*/ 213017 h 319906"/>
                <a:gd name="connsiteX11" fmla="*/ 317825 w 319906"/>
                <a:gd name="connsiteY11" fmla="*/ 213017 h 319906"/>
                <a:gd name="connsiteX12" fmla="*/ 317825 w 319906"/>
                <a:gd name="connsiteY12" fmla="*/ 108667 h 31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906" h="319906">
                  <a:moveTo>
                    <a:pt x="317825" y="108667"/>
                  </a:moveTo>
                  <a:lnTo>
                    <a:pt x="212966" y="108667"/>
                  </a:lnTo>
                  <a:lnTo>
                    <a:pt x="212966" y="3808"/>
                  </a:lnTo>
                  <a:lnTo>
                    <a:pt x="108667" y="3808"/>
                  </a:lnTo>
                  <a:lnTo>
                    <a:pt x="108667" y="108667"/>
                  </a:lnTo>
                  <a:lnTo>
                    <a:pt x="3808" y="108667"/>
                  </a:lnTo>
                  <a:lnTo>
                    <a:pt x="3808" y="213017"/>
                  </a:lnTo>
                  <a:lnTo>
                    <a:pt x="108667" y="213017"/>
                  </a:lnTo>
                  <a:lnTo>
                    <a:pt x="108667" y="317875"/>
                  </a:lnTo>
                  <a:lnTo>
                    <a:pt x="212966" y="317875"/>
                  </a:lnTo>
                  <a:lnTo>
                    <a:pt x="212966" y="213017"/>
                  </a:lnTo>
                  <a:lnTo>
                    <a:pt x="317825" y="213017"/>
                  </a:lnTo>
                  <a:lnTo>
                    <a:pt x="317825" y="108667"/>
                  </a:lnTo>
                  <a:close/>
                </a:path>
              </a:pathLst>
            </a:custGeom>
            <a:solidFill>
              <a:schemeClr val="bg1">
                <a:alpha val="6000"/>
              </a:schemeClr>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3A9860E8-DCFA-46EB-A698-981D76198554}"/>
                </a:ext>
              </a:extLst>
            </p:cNvPr>
            <p:cNvSpPr/>
            <p:nvPr/>
          </p:nvSpPr>
          <p:spPr>
            <a:xfrm>
              <a:off x="2689654" y="3599362"/>
              <a:ext cx="355452" cy="355452"/>
            </a:xfrm>
            <a:custGeom>
              <a:avLst/>
              <a:gdLst>
                <a:gd name="connsiteX0" fmla="*/ 354030 w 355451"/>
                <a:gd name="connsiteY0" fmla="*/ 120752 h 355451"/>
                <a:gd name="connsiteX1" fmla="*/ 237086 w 355451"/>
                <a:gd name="connsiteY1" fmla="*/ 120752 h 355451"/>
                <a:gd name="connsiteX2" fmla="*/ 237086 w 355451"/>
                <a:gd name="connsiteY2" fmla="*/ 3808 h 355451"/>
                <a:gd name="connsiteX3" fmla="*/ 120752 w 355451"/>
                <a:gd name="connsiteY3" fmla="*/ 3808 h 355451"/>
                <a:gd name="connsiteX4" fmla="*/ 120752 w 355451"/>
                <a:gd name="connsiteY4" fmla="*/ 120752 h 355451"/>
                <a:gd name="connsiteX5" fmla="*/ 3808 w 355451"/>
                <a:gd name="connsiteY5" fmla="*/ 120752 h 355451"/>
                <a:gd name="connsiteX6" fmla="*/ 3808 w 355451"/>
                <a:gd name="connsiteY6" fmla="*/ 237086 h 355451"/>
                <a:gd name="connsiteX7" fmla="*/ 120752 w 355451"/>
                <a:gd name="connsiteY7" fmla="*/ 237086 h 355451"/>
                <a:gd name="connsiteX8" fmla="*/ 120752 w 355451"/>
                <a:gd name="connsiteY8" fmla="*/ 354030 h 355451"/>
                <a:gd name="connsiteX9" fmla="*/ 237086 w 355451"/>
                <a:gd name="connsiteY9" fmla="*/ 354030 h 355451"/>
                <a:gd name="connsiteX10" fmla="*/ 237086 w 355451"/>
                <a:gd name="connsiteY10" fmla="*/ 237086 h 355451"/>
                <a:gd name="connsiteX11" fmla="*/ 354030 w 355451"/>
                <a:gd name="connsiteY11" fmla="*/ 237086 h 355451"/>
                <a:gd name="connsiteX12" fmla="*/ 354030 w 355451"/>
                <a:gd name="connsiteY12" fmla="*/ 120752 h 35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5451" h="355451">
                  <a:moveTo>
                    <a:pt x="354030" y="120752"/>
                  </a:moveTo>
                  <a:lnTo>
                    <a:pt x="237086" y="120752"/>
                  </a:lnTo>
                  <a:lnTo>
                    <a:pt x="237086" y="3808"/>
                  </a:lnTo>
                  <a:lnTo>
                    <a:pt x="120752" y="3808"/>
                  </a:lnTo>
                  <a:lnTo>
                    <a:pt x="120752" y="120752"/>
                  </a:lnTo>
                  <a:lnTo>
                    <a:pt x="3808" y="120752"/>
                  </a:lnTo>
                  <a:lnTo>
                    <a:pt x="3808" y="237086"/>
                  </a:lnTo>
                  <a:lnTo>
                    <a:pt x="120752" y="237086"/>
                  </a:lnTo>
                  <a:lnTo>
                    <a:pt x="120752" y="354030"/>
                  </a:lnTo>
                  <a:lnTo>
                    <a:pt x="237086" y="354030"/>
                  </a:lnTo>
                  <a:lnTo>
                    <a:pt x="237086" y="237086"/>
                  </a:lnTo>
                  <a:lnTo>
                    <a:pt x="354030" y="237086"/>
                  </a:lnTo>
                  <a:lnTo>
                    <a:pt x="354030" y="120752"/>
                  </a:lnTo>
                  <a:close/>
                </a:path>
              </a:pathLst>
            </a:custGeom>
            <a:solidFill>
              <a:schemeClr val="bg1">
                <a:alpha val="6000"/>
              </a:schemeClr>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B63EEF0A-6BD0-4CBD-8514-994C8FB841C7}"/>
                </a:ext>
              </a:extLst>
            </p:cNvPr>
            <p:cNvSpPr/>
            <p:nvPr/>
          </p:nvSpPr>
          <p:spPr>
            <a:xfrm>
              <a:off x="6299217" y="4789771"/>
              <a:ext cx="1772182" cy="1772182"/>
            </a:xfrm>
            <a:custGeom>
              <a:avLst/>
              <a:gdLst>
                <a:gd name="connsiteX0" fmla="*/ 1769135 w 1772181"/>
                <a:gd name="connsiteY0" fmla="*/ 593250 h 1772181"/>
                <a:gd name="connsiteX1" fmla="*/ 1179694 w 1772181"/>
                <a:gd name="connsiteY1" fmla="*/ 593250 h 1772181"/>
                <a:gd name="connsiteX2" fmla="*/ 1179694 w 1772181"/>
                <a:gd name="connsiteY2" fmla="*/ 3808 h 1772181"/>
                <a:gd name="connsiteX3" fmla="*/ 593300 w 1772181"/>
                <a:gd name="connsiteY3" fmla="*/ 3808 h 1772181"/>
                <a:gd name="connsiteX4" fmla="*/ 593300 w 1772181"/>
                <a:gd name="connsiteY4" fmla="*/ 593250 h 1772181"/>
                <a:gd name="connsiteX5" fmla="*/ 3808 w 1772181"/>
                <a:gd name="connsiteY5" fmla="*/ 593250 h 1772181"/>
                <a:gd name="connsiteX6" fmla="*/ 3808 w 1772181"/>
                <a:gd name="connsiteY6" fmla="*/ 1179644 h 1772181"/>
                <a:gd name="connsiteX7" fmla="*/ 593300 w 1772181"/>
                <a:gd name="connsiteY7" fmla="*/ 1179644 h 1772181"/>
                <a:gd name="connsiteX8" fmla="*/ 593300 w 1772181"/>
                <a:gd name="connsiteY8" fmla="*/ 1769135 h 1772181"/>
                <a:gd name="connsiteX9" fmla="*/ 1179694 w 1772181"/>
                <a:gd name="connsiteY9" fmla="*/ 1769135 h 1772181"/>
                <a:gd name="connsiteX10" fmla="*/ 1179694 w 1772181"/>
                <a:gd name="connsiteY10" fmla="*/ 1179644 h 1772181"/>
                <a:gd name="connsiteX11" fmla="*/ 1769135 w 1772181"/>
                <a:gd name="connsiteY11" fmla="*/ 1179644 h 1772181"/>
                <a:gd name="connsiteX12" fmla="*/ 1769135 w 1772181"/>
                <a:gd name="connsiteY12" fmla="*/ 593250 h 1772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181" h="1772181">
                  <a:moveTo>
                    <a:pt x="1769135" y="593250"/>
                  </a:moveTo>
                  <a:lnTo>
                    <a:pt x="1179694" y="593250"/>
                  </a:lnTo>
                  <a:lnTo>
                    <a:pt x="1179694" y="3808"/>
                  </a:lnTo>
                  <a:lnTo>
                    <a:pt x="593300" y="3808"/>
                  </a:lnTo>
                  <a:lnTo>
                    <a:pt x="593300" y="593250"/>
                  </a:lnTo>
                  <a:lnTo>
                    <a:pt x="3808" y="593250"/>
                  </a:lnTo>
                  <a:lnTo>
                    <a:pt x="3808" y="1179644"/>
                  </a:lnTo>
                  <a:lnTo>
                    <a:pt x="593300" y="1179644"/>
                  </a:lnTo>
                  <a:lnTo>
                    <a:pt x="593300" y="1769135"/>
                  </a:lnTo>
                  <a:lnTo>
                    <a:pt x="1179694" y="1769135"/>
                  </a:lnTo>
                  <a:lnTo>
                    <a:pt x="1179694" y="1179644"/>
                  </a:lnTo>
                  <a:lnTo>
                    <a:pt x="1769135" y="1179644"/>
                  </a:lnTo>
                  <a:lnTo>
                    <a:pt x="1769135" y="593250"/>
                  </a:lnTo>
                  <a:close/>
                </a:path>
              </a:pathLst>
            </a:custGeom>
            <a:solidFill>
              <a:schemeClr val="bg1">
                <a:alpha val="6000"/>
              </a:schemeClr>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FEA987F-3911-415C-802E-1AE3F78563B6}"/>
                </a:ext>
              </a:extLst>
            </p:cNvPr>
            <p:cNvSpPr/>
            <p:nvPr/>
          </p:nvSpPr>
          <p:spPr>
            <a:xfrm>
              <a:off x="3919263" y="2864440"/>
              <a:ext cx="385919" cy="385919"/>
            </a:xfrm>
            <a:custGeom>
              <a:avLst/>
              <a:gdLst>
                <a:gd name="connsiteX0" fmla="*/ 382212 w 385919"/>
                <a:gd name="connsiteY0" fmla="*/ 130146 h 385919"/>
                <a:gd name="connsiteX1" fmla="*/ 255874 w 385919"/>
                <a:gd name="connsiteY1" fmla="*/ 130146 h 385919"/>
                <a:gd name="connsiteX2" fmla="*/ 255874 w 385919"/>
                <a:gd name="connsiteY2" fmla="*/ 3808 h 385919"/>
                <a:gd name="connsiteX3" fmla="*/ 130146 w 385919"/>
                <a:gd name="connsiteY3" fmla="*/ 3808 h 385919"/>
                <a:gd name="connsiteX4" fmla="*/ 130146 w 385919"/>
                <a:gd name="connsiteY4" fmla="*/ 130146 h 385919"/>
                <a:gd name="connsiteX5" fmla="*/ 3808 w 385919"/>
                <a:gd name="connsiteY5" fmla="*/ 130146 h 385919"/>
                <a:gd name="connsiteX6" fmla="*/ 3808 w 385919"/>
                <a:gd name="connsiteY6" fmla="*/ 255824 h 385919"/>
                <a:gd name="connsiteX7" fmla="*/ 130146 w 385919"/>
                <a:gd name="connsiteY7" fmla="*/ 255824 h 385919"/>
                <a:gd name="connsiteX8" fmla="*/ 130146 w 385919"/>
                <a:gd name="connsiteY8" fmla="*/ 382162 h 385919"/>
                <a:gd name="connsiteX9" fmla="*/ 255874 w 385919"/>
                <a:gd name="connsiteY9" fmla="*/ 382162 h 385919"/>
                <a:gd name="connsiteX10" fmla="*/ 255874 w 385919"/>
                <a:gd name="connsiteY10" fmla="*/ 255824 h 385919"/>
                <a:gd name="connsiteX11" fmla="*/ 382212 w 385919"/>
                <a:gd name="connsiteY11" fmla="*/ 255824 h 385919"/>
                <a:gd name="connsiteX12" fmla="*/ 382212 w 385919"/>
                <a:gd name="connsiteY12" fmla="*/ 130146 h 38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5919" h="385919">
                  <a:moveTo>
                    <a:pt x="382212" y="130146"/>
                  </a:moveTo>
                  <a:lnTo>
                    <a:pt x="255874" y="130146"/>
                  </a:lnTo>
                  <a:lnTo>
                    <a:pt x="255874" y="3808"/>
                  </a:lnTo>
                  <a:lnTo>
                    <a:pt x="130146" y="3808"/>
                  </a:lnTo>
                  <a:lnTo>
                    <a:pt x="130146" y="130146"/>
                  </a:lnTo>
                  <a:lnTo>
                    <a:pt x="3808" y="130146"/>
                  </a:lnTo>
                  <a:lnTo>
                    <a:pt x="3808" y="255824"/>
                  </a:lnTo>
                  <a:lnTo>
                    <a:pt x="130146" y="255824"/>
                  </a:lnTo>
                  <a:lnTo>
                    <a:pt x="130146" y="382162"/>
                  </a:lnTo>
                  <a:lnTo>
                    <a:pt x="255874" y="382162"/>
                  </a:lnTo>
                  <a:lnTo>
                    <a:pt x="255874" y="255824"/>
                  </a:lnTo>
                  <a:lnTo>
                    <a:pt x="382212" y="255824"/>
                  </a:lnTo>
                  <a:lnTo>
                    <a:pt x="382212" y="130146"/>
                  </a:lnTo>
                  <a:close/>
                </a:path>
              </a:pathLst>
            </a:custGeom>
            <a:solidFill>
              <a:schemeClr val="bg1">
                <a:alpha val="6000"/>
              </a:schemeClr>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EF1C3F18-0651-499D-8962-1B77E6B96B07}"/>
                </a:ext>
              </a:extLst>
            </p:cNvPr>
            <p:cNvSpPr/>
            <p:nvPr/>
          </p:nvSpPr>
          <p:spPr>
            <a:xfrm>
              <a:off x="3073085" y="3387513"/>
              <a:ext cx="2279970" cy="2279970"/>
            </a:xfrm>
            <a:custGeom>
              <a:avLst/>
              <a:gdLst>
                <a:gd name="connsiteX0" fmla="*/ 2276212 w 2279970"/>
                <a:gd name="connsiteY0" fmla="*/ 762546 h 2279970"/>
                <a:gd name="connsiteX1" fmla="*/ 1517424 w 2279970"/>
                <a:gd name="connsiteY1" fmla="*/ 762546 h 2279970"/>
                <a:gd name="connsiteX2" fmla="*/ 1517424 w 2279970"/>
                <a:gd name="connsiteY2" fmla="*/ 3808 h 2279970"/>
                <a:gd name="connsiteX3" fmla="*/ 762597 w 2279970"/>
                <a:gd name="connsiteY3" fmla="*/ 3808 h 2279970"/>
                <a:gd name="connsiteX4" fmla="*/ 762597 w 2279970"/>
                <a:gd name="connsiteY4" fmla="*/ 762546 h 2279970"/>
                <a:gd name="connsiteX5" fmla="*/ 3808 w 2279970"/>
                <a:gd name="connsiteY5" fmla="*/ 762546 h 2279970"/>
                <a:gd name="connsiteX6" fmla="*/ 3808 w 2279970"/>
                <a:gd name="connsiteY6" fmla="*/ 1517424 h 2279970"/>
                <a:gd name="connsiteX7" fmla="*/ 762597 w 2279970"/>
                <a:gd name="connsiteY7" fmla="*/ 1517424 h 2279970"/>
                <a:gd name="connsiteX8" fmla="*/ 762597 w 2279970"/>
                <a:gd name="connsiteY8" fmla="*/ 2276212 h 2279970"/>
                <a:gd name="connsiteX9" fmla="*/ 1517424 w 2279970"/>
                <a:gd name="connsiteY9" fmla="*/ 2276212 h 2279970"/>
                <a:gd name="connsiteX10" fmla="*/ 1517424 w 2279970"/>
                <a:gd name="connsiteY10" fmla="*/ 1517424 h 2279970"/>
                <a:gd name="connsiteX11" fmla="*/ 2276212 w 2279970"/>
                <a:gd name="connsiteY11" fmla="*/ 1517424 h 2279970"/>
                <a:gd name="connsiteX12" fmla="*/ 2276212 w 2279970"/>
                <a:gd name="connsiteY12" fmla="*/ 762546 h 2279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9970" h="2279970">
                  <a:moveTo>
                    <a:pt x="2276212" y="762546"/>
                  </a:moveTo>
                  <a:lnTo>
                    <a:pt x="1517424" y="762546"/>
                  </a:lnTo>
                  <a:lnTo>
                    <a:pt x="1517424" y="3808"/>
                  </a:lnTo>
                  <a:lnTo>
                    <a:pt x="762597" y="3808"/>
                  </a:lnTo>
                  <a:lnTo>
                    <a:pt x="762597" y="762546"/>
                  </a:lnTo>
                  <a:lnTo>
                    <a:pt x="3808" y="762546"/>
                  </a:lnTo>
                  <a:lnTo>
                    <a:pt x="3808" y="1517424"/>
                  </a:lnTo>
                  <a:lnTo>
                    <a:pt x="762597" y="1517424"/>
                  </a:lnTo>
                  <a:lnTo>
                    <a:pt x="762597" y="2276212"/>
                  </a:lnTo>
                  <a:lnTo>
                    <a:pt x="1517424" y="2276212"/>
                  </a:lnTo>
                  <a:lnTo>
                    <a:pt x="1517424" y="1517424"/>
                  </a:lnTo>
                  <a:lnTo>
                    <a:pt x="2276212" y="1517424"/>
                  </a:lnTo>
                  <a:lnTo>
                    <a:pt x="2276212" y="762546"/>
                  </a:lnTo>
                  <a:close/>
                </a:path>
              </a:pathLst>
            </a:custGeom>
            <a:solidFill>
              <a:schemeClr val="bg1">
                <a:alpha val="6000"/>
              </a:schemeClr>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A6A2C72F-D72C-49BB-AA2F-681AD8BB551C}"/>
                </a:ext>
              </a:extLst>
            </p:cNvPr>
            <p:cNvSpPr/>
            <p:nvPr/>
          </p:nvSpPr>
          <p:spPr>
            <a:xfrm>
              <a:off x="7716404" y="3757132"/>
              <a:ext cx="980032" cy="980032"/>
            </a:xfrm>
            <a:custGeom>
              <a:avLst/>
              <a:gdLst>
                <a:gd name="connsiteX0" fmla="*/ 979219 w 980031"/>
                <a:gd name="connsiteY0" fmla="*/ 329504 h 980031"/>
                <a:gd name="connsiteX1" fmla="*/ 653524 w 980031"/>
                <a:gd name="connsiteY1" fmla="*/ 329504 h 980031"/>
                <a:gd name="connsiteX2" fmla="*/ 653524 w 980031"/>
                <a:gd name="connsiteY2" fmla="*/ 3808 h 980031"/>
                <a:gd name="connsiteX3" fmla="*/ 329504 w 980031"/>
                <a:gd name="connsiteY3" fmla="*/ 3808 h 980031"/>
                <a:gd name="connsiteX4" fmla="*/ 329504 w 980031"/>
                <a:gd name="connsiteY4" fmla="*/ 329504 h 980031"/>
                <a:gd name="connsiteX5" fmla="*/ 3808 w 980031"/>
                <a:gd name="connsiteY5" fmla="*/ 329504 h 980031"/>
                <a:gd name="connsiteX6" fmla="*/ 3808 w 980031"/>
                <a:gd name="connsiteY6" fmla="*/ 653524 h 980031"/>
                <a:gd name="connsiteX7" fmla="*/ 329504 w 980031"/>
                <a:gd name="connsiteY7" fmla="*/ 653524 h 980031"/>
                <a:gd name="connsiteX8" fmla="*/ 329504 w 980031"/>
                <a:gd name="connsiteY8" fmla="*/ 979219 h 980031"/>
                <a:gd name="connsiteX9" fmla="*/ 653524 w 980031"/>
                <a:gd name="connsiteY9" fmla="*/ 979219 h 980031"/>
                <a:gd name="connsiteX10" fmla="*/ 653524 w 980031"/>
                <a:gd name="connsiteY10" fmla="*/ 653524 h 980031"/>
                <a:gd name="connsiteX11" fmla="*/ 979219 w 980031"/>
                <a:gd name="connsiteY11" fmla="*/ 653524 h 980031"/>
                <a:gd name="connsiteX12" fmla="*/ 979219 w 980031"/>
                <a:gd name="connsiteY12" fmla="*/ 329504 h 98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0031" h="980031">
                  <a:moveTo>
                    <a:pt x="979219" y="329504"/>
                  </a:moveTo>
                  <a:lnTo>
                    <a:pt x="653524" y="329504"/>
                  </a:lnTo>
                  <a:lnTo>
                    <a:pt x="653524" y="3808"/>
                  </a:lnTo>
                  <a:lnTo>
                    <a:pt x="329504" y="3808"/>
                  </a:lnTo>
                  <a:lnTo>
                    <a:pt x="329504" y="329504"/>
                  </a:lnTo>
                  <a:lnTo>
                    <a:pt x="3808" y="329504"/>
                  </a:lnTo>
                  <a:lnTo>
                    <a:pt x="3808" y="653524"/>
                  </a:lnTo>
                  <a:lnTo>
                    <a:pt x="329504" y="653524"/>
                  </a:lnTo>
                  <a:lnTo>
                    <a:pt x="329504" y="979219"/>
                  </a:lnTo>
                  <a:lnTo>
                    <a:pt x="653524" y="979219"/>
                  </a:lnTo>
                  <a:lnTo>
                    <a:pt x="653524" y="653524"/>
                  </a:lnTo>
                  <a:lnTo>
                    <a:pt x="979219" y="653524"/>
                  </a:lnTo>
                  <a:lnTo>
                    <a:pt x="979219" y="329504"/>
                  </a:lnTo>
                  <a:close/>
                </a:path>
              </a:pathLst>
            </a:custGeom>
            <a:solidFill>
              <a:schemeClr val="bg1">
                <a:alpha val="6000"/>
              </a:schemeClr>
            </a:solid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7CE47F7C-6C70-4F83-AC98-75512DAD01E3}"/>
                </a:ext>
              </a:extLst>
            </p:cNvPr>
            <p:cNvSpPr/>
            <p:nvPr/>
          </p:nvSpPr>
          <p:spPr>
            <a:xfrm>
              <a:off x="5570388" y="2252708"/>
              <a:ext cx="294517" cy="294517"/>
            </a:xfrm>
            <a:custGeom>
              <a:avLst/>
              <a:gdLst>
                <a:gd name="connsiteX0" fmla="*/ 294416 w 294517"/>
                <a:gd name="connsiteY0" fmla="*/ 100796 h 294517"/>
                <a:gd name="connsiteX1" fmla="*/ 197377 w 294517"/>
                <a:gd name="connsiteY1" fmla="*/ 100796 h 294517"/>
                <a:gd name="connsiteX2" fmla="*/ 197377 w 294517"/>
                <a:gd name="connsiteY2" fmla="*/ 3808 h 294517"/>
                <a:gd name="connsiteX3" fmla="*/ 100847 w 294517"/>
                <a:gd name="connsiteY3" fmla="*/ 3808 h 294517"/>
                <a:gd name="connsiteX4" fmla="*/ 100847 w 294517"/>
                <a:gd name="connsiteY4" fmla="*/ 100796 h 294517"/>
                <a:gd name="connsiteX5" fmla="*/ 3808 w 294517"/>
                <a:gd name="connsiteY5" fmla="*/ 100796 h 294517"/>
                <a:gd name="connsiteX6" fmla="*/ 3808 w 294517"/>
                <a:gd name="connsiteY6" fmla="*/ 197377 h 294517"/>
                <a:gd name="connsiteX7" fmla="*/ 100847 w 294517"/>
                <a:gd name="connsiteY7" fmla="*/ 197377 h 294517"/>
                <a:gd name="connsiteX8" fmla="*/ 100847 w 294517"/>
                <a:gd name="connsiteY8" fmla="*/ 294365 h 294517"/>
                <a:gd name="connsiteX9" fmla="*/ 197377 w 294517"/>
                <a:gd name="connsiteY9" fmla="*/ 294365 h 294517"/>
                <a:gd name="connsiteX10" fmla="*/ 197377 w 294517"/>
                <a:gd name="connsiteY10" fmla="*/ 197377 h 294517"/>
                <a:gd name="connsiteX11" fmla="*/ 294416 w 294517"/>
                <a:gd name="connsiteY11" fmla="*/ 197377 h 294517"/>
                <a:gd name="connsiteX12" fmla="*/ 294416 w 294517"/>
                <a:gd name="connsiteY12" fmla="*/ 100796 h 29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4517" h="294517">
                  <a:moveTo>
                    <a:pt x="294416" y="100796"/>
                  </a:moveTo>
                  <a:lnTo>
                    <a:pt x="197377" y="100796"/>
                  </a:lnTo>
                  <a:lnTo>
                    <a:pt x="197377" y="3808"/>
                  </a:lnTo>
                  <a:lnTo>
                    <a:pt x="100847" y="3808"/>
                  </a:lnTo>
                  <a:lnTo>
                    <a:pt x="100847" y="100796"/>
                  </a:lnTo>
                  <a:lnTo>
                    <a:pt x="3808" y="100796"/>
                  </a:lnTo>
                  <a:lnTo>
                    <a:pt x="3808" y="197377"/>
                  </a:lnTo>
                  <a:lnTo>
                    <a:pt x="100847" y="197377"/>
                  </a:lnTo>
                  <a:lnTo>
                    <a:pt x="100847" y="294365"/>
                  </a:lnTo>
                  <a:lnTo>
                    <a:pt x="197377" y="294365"/>
                  </a:lnTo>
                  <a:lnTo>
                    <a:pt x="197377" y="197377"/>
                  </a:lnTo>
                  <a:lnTo>
                    <a:pt x="294416" y="197377"/>
                  </a:lnTo>
                  <a:lnTo>
                    <a:pt x="294416" y="100796"/>
                  </a:lnTo>
                  <a:close/>
                </a:path>
              </a:pathLst>
            </a:custGeom>
            <a:solidFill>
              <a:schemeClr val="bg1">
                <a:alpha val="6000"/>
              </a:schemeClr>
            </a:solid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61DDA4E9-5C55-40AF-BA75-6F4C96F20458}"/>
                </a:ext>
              </a:extLst>
            </p:cNvPr>
            <p:cNvSpPr/>
            <p:nvPr/>
          </p:nvSpPr>
          <p:spPr>
            <a:xfrm>
              <a:off x="9549215" y="309147"/>
              <a:ext cx="365608" cy="365608"/>
            </a:xfrm>
            <a:custGeom>
              <a:avLst/>
              <a:gdLst>
                <a:gd name="connsiteX0" fmla="*/ 364643 w 365607"/>
                <a:gd name="connsiteY0" fmla="*/ 124307 h 365607"/>
                <a:gd name="connsiteX1" fmla="*/ 244144 w 365607"/>
                <a:gd name="connsiteY1" fmla="*/ 124307 h 365607"/>
                <a:gd name="connsiteX2" fmla="*/ 244144 w 365607"/>
                <a:gd name="connsiteY2" fmla="*/ 3808 h 365607"/>
                <a:gd name="connsiteX3" fmla="*/ 124256 w 365607"/>
                <a:gd name="connsiteY3" fmla="*/ 3808 h 365607"/>
                <a:gd name="connsiteX4" fmla="*/ 124256 w 365607"/>
                <a:gd name="connsiteY4" fmla="*/ 124307 h 365607"/>
                <a:gd name="connsiteX5" fmla="*/ 3808 w 365607"/>
                <a:gd name="connsiteY5" fmla="*/ 124307 h 365607"/>
                <a:gd name="connsiteX6" fmla="*/ 3808 w 365607"/>
                <a:gd name="connsiteY6" fmla="*/ 244145 h 365607"/>
                <a:gd name="connsiteX7" fmla="*/ 124256 w 365607"/>
                <a:gd name="connsiteY7" fmla="*/ 244145 h 365607"/>
                <a:gd name="connsiteX8" fmla="*/ 124256 w 365607"/>
                <a:gd name="connsiteY8" fmla="*/ 364643 h 365607"/>
                <a:gd name="connsiteX9" fmla="*/ 244144 w 365607"/>
                <a:gd name="connsiteY9" fmla="*/ 364643 h 365607"/>
                <a:gd name="connsiteX10" fmla="*/ 244144 w 365607"/>
                <a:gd name="connsiteY10" fmla="*/ 244145 h 365607"/>
                <a:gd name="connsiteX11" fmla="*/ 364643 w 365607"/>
                <a:gd name="connsiteY11" fmla="*/ 244145 h 365607"/>
                <a:gd name="connsiteX12" fmla="*/ 364643 w 365607"/>
                <a:gd name="connsiteY12" fmla="*/ 124307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4643" y="124307"/>
                  </a:moveTo>
                  <a:lnTo>
                    <a:pt x="244144" y="124307"/>
                  </a:lnTo>
                  <a:lnTo>
                    <a:pt x="244144" y="3808"/>
                  </a:lnTo>
                  <a:lnTo>
                    <a:pt x="124256" y="3808"/>
                  </a:lnTo>
                  <a:lnTo>
                    <a:pt x="124256" y="124307"/>
                  </a:lnTo>
                  <a:lnTo>
                    <a:pt x="3808" y="124307"/>
                  </a:lnTo>
                  <a:lnTo>
                    <a:pt x="3808" y="244145"/>
                  </a:lnTo>
                  <a:lnTo>
                    <a:pt x="124256" y="244145"/>
                  </a:lnTo>
                  <a:lnTo>
                    <a:pt x="124256" y="364643"/>
                  </a:lnTo>
                  <a:lnTo>
                    <a:pt x="244144" y="364643"/>
                  </a:lnTo>
                  <a:lnTo>
                    <a:pt x="244144" y="244145"/>
                  </a:lnTo>
                  <a:lnTo>
                    <a:pt x="364643" y="244145"/>
                  </a:lnTo>
                  <a:lnTo>
                    <a:pt x="364643" y="124307"/>
                  </a:lnTo>
                  <a:close/>
                </a:path>
              </a:pathLst>
            </a:custGeom>
            <a:solidFill>
              <a:schemeClr val="bg1">
                <a:alpha val="6000"/>
              </a:schemeClr>
            </a:solid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07FE8D54-6020-47E8-AF69-3C1C93E21195}"/>
                </a:ext>
              </a:extLst>
            </p:cNvPr>
            <p:cNvSpPr/>
            <p:nvPr/>
          </p:nvSpPr>
          <p:spPr>
            <a:xfrm>
              <a:off x="1543474" y="4138888"/>
              <a:ext cx="335140" cy="335140"/>
            </a:xfrm>
            <a:custGeom>
              <a:avLst/>
              <a:gdLst>
                <a:gd name="connsiteX0" fmla="*/ 332551 w 335140"/>
                <a:gd name="connsiteY0" fmla="*/ 113592 h 335140"/>
                <a:gd name="connsiteX1" fmla="*/ 222767 w 335140"/>
                <a:gd name="connsiteY1" fmla="*/ 113592 h 335140"/>
                <a:gd name="connsiteX2" fmla="*/ 222767 w 335140"/>
                <a:gd name="connsiteY2" fmla="*/ 3808 h 335140"/>
                <a:gd name="connsiteX3" fmla="*/ 113592 w 335140"/>
                <a:gd name="connsiteY3" fmla="*/ 3808 h 335140"/>
                <a:gd name="connsiteX4" fmla="*/ 113592 w 335140"/>
                <a:gd name="connsiteY4" fmla="*/ 113592 h 335140"/>
                <a:gd name="connsiteX5" fmla="*/ 3808 w 335140"/>
                <a:gd name="connsiteY5" fmla="*/ 113592 h 335140"/>
                <a:gd name="connsiteX6" fmla="*/ 3808 w 335140"/>
                <a:gd name="connsiteY6" fmla="*/ 222767 h 335140"/>
                <a:gd name="connsiteX7" fmla="*/ 113592 w 335140"/>
                <a:gd name="connsiteY7" fmla="*/ 222767 h 335140"/>
                <a:gd name="connsiteX8" fmla="*/ 113592 w 335140"/>
                <a:gd name="connsiteY8" fmla="*/ 332551 h 335140"/>
                <a:gd name="connsiteX9" fmla="*/ 222767 w 335140"/>
                <a:gd name="connsiteY9" fmla="*/ 332551 h 335140"/>
                <a:gd name="connsiteX10" fmla="*/ 222767 w 335140"/>
                <a:gd name="connsiteY10" fmla="*/ 222767 h 335140"/>
                <a:gd name="connsiteX11" fmla="*/ 332551 w 335140"/>
                <a:gd name="connsiteY11" fmla="*/ 222767 h 335140"/>
                <a:gd name="connsiteX12" fmla="*/ 332551 w 335140"/>
                <a:gd name="connsiteY12" fmla="*/ 113592 h 33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5140" h="335140">
                  <a:moveTo>
                    <a:pt x="332551" y="113592"/>
                  </a:moveTo>
                  <a:lnTo>
                    <a:pt x="222767" y="113592"/>
                  </a:lnTo>
                  <a:lnTo>
                    <a:pt x="222767" y="3808"/>
                  </a:lnTo>
                  <a:lnTo>
                    <a:pt x="113592" y="3808"/>
                  </a:lnTo>
                  <a:lnTo>
                    <a:pt x="113592" y="113592"/>
                  </a:lnTo>
                  <a:lnTo>
                    <a:pt x="3808" y="113592"/>
                  </a:lnTo>
                  <a:lnTo>
                    <a:pt x="3808" y="222767"/>
                  </a:lnTo>
                  <a:lnTo>
                    <a:pt x="113592" y="222767"/>
                  </a:lnTo>
                  <a:lnTo>
                    <a:pt x="113592" y="332551"/>
                  </a:lnTo>
                  <a:lnTo>
                    <a:pt x="222767" y="332551"/>
                  </a:lnTo>
                  <a:lnTo>
                    <a:pt x="222767" y="222767"/>
                  </a:lnTo>
                  <a:lnTo>
                    <a:pt x="332551" y="222767"/>
                  </a:lnTo>
                  <a:lnTo>
                    <a:pt x="332551" y="113592"/>
                  </a:lnTo>
                  <a:close/>
                </a:path>
              </a:pathLst>
            </a:custGeom>
            <a:solidFill>
              <a:schemeClr val="bg1">
                <a:alpha val="6000"/>
              </a:schemeClr>
            </a:solid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BA83E4C4-E457-49BB-A021-E0F7F4AD7E04}"/>
                </a:ext>
              </a:extLst>
            </p:cNvPr>
            <p:cNvSpPr/>
            <p:nvPr/>
          </p:nvSpPr>
          <p:spPr>
            <a:xfrm>
              <a:off x="6480142" y="1356867"/>
              <a:ext cx="1371029" cy="1371029"/>
            </a:xfrm>
            <a:custGeom>
              <a:avLst/>
              <a:gdLst>
                <a:gd name="connsiteX0" fmla="*/ 1372044 w 1371028"/>
                <a:gd name="connsiteY0" fmla="*/ 460666 h 1371028"/>
                <a:gd name="connsiteX1" fmla="*/ 915187 w 1371028"/>
                <a:gd name="connsiteY1" fmla="*/ 460666 h 1371028"/>
                <a:gd name="connsiteX2" fmla="*/ 915187 w 1371028"/>
                <a:gd name="connsiteY2" fmla="*/ 3808 h 1371028"/>
                <a:gd name="connsiteX3" fmla="*/ 460666 w 1371028"/>
                <a:gd name="connsiteY3" fmla="*/ 3808 h 1371028"/>
                <a:gd name="connsiteX4" fmla="*/ 460666 w 1371028"/>
                <a:gd name="connsiteY4" fmla="*/ 460666 h 1371028"/>
                <a:gd name="connsiteX5" fmla="*/ 3808 w 1371028"/>
                <a:gd name="connsiteY5" fmla="*/ 460666 h 1371028"/>
                <a:gd name="connsiteX6" fmla="*/ 3808 w 1371028"/>
                <a:gd name="connsiteY6" fmla="*/ 915187 h 1371028"/>
                <a:gd name="connsiteX7" fmla="*/ 460666 w 1371028"/>
                <a:gd name="connsiteY7" fmla="*/ 915187 h 1371028"/>
                <a:gd name="connsiteX8" fmla="*/ 460666 w 1371028"/>
                <a:gd name="connsiteY8" fmla="*/ 1372095 h 1371028"/>
                <a:gd name="connsiteX9" fmla="*/ 915187 w 1371028"/>
                <a:gd name="connsiteY9" fmla="*/ 1372095 h 1371028"/>
                <a:gd name="connsiteX10" fmla="*/ 915187 w 1371028"/>
                <a:gd name="connsiteY10" fmla="*/ 915187 h 1371028"/>
                <a:gd name="connsiteX11" fmla="*/ 1372044 w 1371028"/>
                <a:gd name="connsiteY11" fmla="*/ 915187 h 1371028"/>
                <a:gd name="connsiteX12" fmla="*/ 1372044 w 1371028"/>
                <a:gd name="connsiteY12" fmla="*/ 460666 h 137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1028" h="1371028">
                  <a:moveTo>
                    <a:pt x="1372044" y="460666"/>
                  </a:moveTo>
                  <a:lnTo>
                    <a:pt x="915187" y="460666"/>
                  </a:lnTo>
                  <a:lnTo>
                    <a:pt x="915187" y="3808"/>
                  </a:lnTo>
                  <a:lnTo>
                    <a:pt x="460666" y="3808"/>
                  </a:lnTo>
                  <a:lnTo>
                    <a:pt x="460666" y="460666"/>
                  </a:lnTo>
                  <a:lnTo>
                    <a:pt x="3808" y="460666"/>
                  </a:lnTo>
                  <a:lnTo>
                    <a:pt x="3808" y="915187"/>
                  </a:lnTo>
                  <a:lnTo>
                    <a:pt x="460666" y="915187"/>
                  </a:lnTo>
                  <a:lnTo>
                    <a:pt x="460666" y="1372095"/>
                  </a:lnTo>
                  <a:lnTo>
                    <a:pt x="915187" y="1372095"/>
                  </a:lnTo>
                  <a:lnTo>
                    <a:pt x="915187" y="915187"/>
                  </a:lnTo>
                  <a:lnTo>
                    <a:pt x="1372044" y="915187"/>
                  </a:lnTo>
                  <a:lnTo>
                    <a:pt x="1372044" y="460666"/>
                  </a:lnTo>
                  <a:close/>
                </a:path>
              </a:pathLst>
            </a:custGeom>
            <a:solidFill>
              <a:schemeClr val="bg1">
                <a:alpha val="6000"/>
              </a:schemeClr>
            </a:solid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BBA424AC-BD2C-419F-83E5-44C4742BCBB9}"/>
                </a:ext>
              </a:extLst>
            </p:cNvPr>
            <p:cNvSpPr/>
            <p:nvPr/>
          </p:nvSpPr>
          <p:spPr>
            <a:xfrm>
              <a:off x="10295512" y="2625170"/>
              <a:ext cx="1239004" cy="1239004"/>
            </a:xfrm>
            <a:custGeom>
              <a:avLst/>
              <a:gdLst>
                <a:gd name="connsiteX0" fmla="*/ 1235500 w 1239003"/>
                <a:gd name="connsiteY0" fmla="*/ 415066 h 1239003"/>
                <a:gd name="connsiteX1" fmla="*/ 824243 w 1239003"/>
                <a:gd name="connsiteY1" fmla="*/ 415066 h 1239003"/>
                <a:gd name="connsiteX2" fmla="*/ 824243 w 1239003"/>
                <a:gd name="connsiteY2" fmla="*/ 3808 h 1239003"/>
                <a:gd name="connsiteX3" fmla="*/ 415066 w 1239003"/>
                <a:gd name="connsiteY3" fmla="*/ 3808 h 1239003"/>
                <a:gd name="connsiteX4" fmla="*/ 415066 w 1239003"/>
                <a:gd name="connsiteY4" fmla="*/ 415066 h 1239003"/>
                <a:gd name="connsiteX5" fmla="*/ 3808 w 1239003"/>
                <a:gd name="connsiteY5" fmla="*/ 415066 h 1239003"/>
                <a:gd name="connsiteX6" fmla="*/ 3808 w 1239003"/>
                <a:gd name="connsiteY6" fmla="*/ 824191 h 1239003"/>
                <a:gd name="connsiteX7" fmla="*/ 415066 w 1239003"/>
                <a:gd name="connsiteY7" fmla="*/ 824191 h 1239003"/>
                <a:gd name="connsiteX8" fmla="*/ 415066 w 1239003"/>
                <a:gd name="connsiteY8" fmla="*/ 1235500 h 1239003"/>
                <a:gd name="connsiteX9" fmla="*/ 824243 w 1239003"/>
                <a:gd name="connsiteY9" fmla="*/ 1235500 h 1239003"/>
                <a:gd name="connsiteX10" fmla="*/ 824243 w 1239003"/>
                <a:gd name="connsiteY10" fmla="*/ 824191 h 1239003"/>
                <a:gd name="connsiteX11" fmla="*/ 1235500 w 1239003"/>
                <a:gd name="connsiteY11" fmla="*/ 824191 h 1239003"/>
                <a:gd name="connsiteX12" fmla="*/ 1235500 w 1239003"/>
                <a:gd name="connsiteY12" fmla="*/ 415066 h 1239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9003" h="1239003">
                  <a:moveTo>
                    <a:pt x="1235500" y="415066"/>
                  </a:moveTo>
                  <a:lnTo>
                    <a:pt x="824243" y="415066"/>
                  </a:lnTo>
                  <a:lnTo>
                    <a:pt x="824243" y="3808"/>
                  </a:lnTo>
                  <a:lnTo>
                    <a:pt x="415066" y="3808"/>
                  </a:lnTo>
                  <a:lnTo>
                    <a:pt x="415066" y="415066"/>
                  </a:lnTo>
                  <a:lnTo>
                    <a:pt x="3808" y="415066"/>
                  </a:lnTo>
                  <a:lnTo>
                    <a:pt x="3808" y="824191"/>
                  </a:lnTo>
                  <a:lnTo>
                    <a:pt x="415066" y="824191"/>
                  </a:lnTo>
                  <a:lnTo>
                    <a:pt x="415066" y="1235500"/>
                  </a:lnTo>
                  <a:lnTo>
                    <a:pt x="824243" y="1235500"/>
                  </a:lnTo>
                  <a:lnTo>
                    <a:pt x="824243" y="824191"/>
                  </a:lnTo>
                  <a:lnTo>
                    <a:pt x="1235500" y="824191"/>
                  </a:lnTo>
                  <a:lnTo>
                    <a:pt x="1235500" y="415066"/>
                  </a:lnTo>
                  <a:close/>
                </a:path>
              </a:pathLst>
            </a:custGeom>
            <a:solidFill>
              <a:schemeClr val="bg1">
                <a:alpha val="6000"/>
              </a:schemeClr>
            </a:solid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78A660F-DC66-4786-A3C5-CB305EC7BA11}"/>
                </a:ext>
              </a:extLst>
            </p:cNvPr>
            <p:cNvSpPr/>
            <p:nvPr/>
          </p:nvSpPr>
          <p:spPr>
            <a:xfrm>
              <a:off x="10288504" y="1161267"/>
              <a:ext cx="1904207" cy="1904207"/>
            </a:xfrm>
            <a:custGeom>
              <a:avLst/>
              <a:gdLst>
                <a:gd name="connsiteX0" fmla="*/ 1904918 w 1904206"/>
                <a:gd name="connsiteY0" fmla="*/ 638595 h 1904206"/>
                <a:gd name="connsiteX1" fmla="*/ 1270131 w 1904206"/>
                <a:gd name="connsiteY1" fmla="*/ 638595 h 1904206"/>
                <a:gd name="connsiteX2" fmla="*/ 1270131 w 1904206"/>
                <a:gd name="connsiteY2" fmla="*/ 3808 h 1904206"/>
                <a:gd name="connsiteX3" fmla="*/ 638645 w 1904206"/>
                <a:gd name="connsiteY3" fmla="*/ 3808 h 1904206"/>
                <a:gd name="connsiteX4" fmla="*/ 638645 w 1904206"/>
                <a:gd name="connsiteY4" fmla="*/ 638595 h 1904206"/>
                <a:gd name="connsiteX5" fmla="*/ 3808 w 1904206"/>
                <a:gd name="connsiteY5" fmla="*/ 638595 h 1904206"/>
                <a:gd name="connsiteX6" fmla="*/ 3808 w 1904206"/>
                <a:gd name="connsiteY6" fmla="*/ 1270131 h 1904206"/>
                <a:gd name="connsiteX7" fmla="*/ 638645 w 1904206"/>
                <a:gd name="connsiteY7" fmla="*/ 1270131 h 1904206"/>
                <a:gd name="connsiteX8" fmla="*/ 638645 w 1904206"/>
                <a:gd name="connsiteY8" fmla="*/ 1904918 h 1904206"/>
                <a:gd name="connsiteX9" fmla="*/ 1270131 w 1904206"/>
                <a:gd name="connsiteY9" fmla="*/ 1904918 h 1904206"/>
                <a:gd name="connsiteX10" fmla="*/ 1270131 w 1904206"/>
                <a:gd name="connsiteY10" fmla="*/ 1270131 h 1904206"/>
                <a:gd name="connsiteX11" fmla="*/ 1904918 w 1904206"/>
                <a:gd name="connsiteY11" fmla="*/ 1270131 h 1904206"/>
                <a:gd name="connsiteX12" fmla="*/ 1904918 w 1904206"/>
                <a:gd name="connsiteY12" fmla="*/ 638595 h 190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4206" h="1904206">
                  <a:moveTo>
                    <a:pt x="1904918" y="638595"/>
                  </a:moveTo>
                  <a:lnTo>
                    <a:pt x="1270131" y="638595"/>
                  </a:lnTo>
                  <a:lnTo>
                    <a:pt x="1270131" y="3808"/>
                  </a:lnTo>
                  <a:lnTo>
                    <a:pt x="638645" y="3808"/>
                  </a:lnTo>
                  <a:lnTo>
                    <a:pt x="638645" y="638595"/>
                  </a:lnTo>
                  <a:lnTo>
                    <a:pt x="3808" y="638595"/>
                  </a:lnTo>
                  <a:lnTo>
                    <a:pt x="3808" y="1270131"/>
                  </a:lnTo>
                  <a:lnTo>
                    <a:pt x="638645" y="1270131"/>
                  </a:lnTo>
                  <a:lnTo>
                    <a:pt x="638645" y="1904918"/>
                  </a:lnTo>
                  <a:lnTo>
                    <a:pt x="1270131" y="1904918"/>
                  </a:lnTo>
                  <a:lnTo>
                    <a:pt x="1270131" y="1270131"/>
                  </a:lnTo>
                  <a:lnTo>
                    <a:pt x="1904918" y="1270131"/>
                  </a:lnTo>
                  <a:lnTo>
                    <a:pt x="1904918" y="638595"/>
                  </a:lnTo>
                  <a:close/>
                </a:path>
              </a:pathLst>
            </a:custGeom>
            <a:solidFill>
              <a:schemeClr val="bg1">
                <a:alpha val="6000"/>
              </a:schemeClr>
            </a:solid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E3E45812-F82E-4EFA-BC99-0F15D476D930}"/>
                </a:ext>
              </a:extLst>
            </p:cNvPr>
            <p:cNvSpPr/>
            <p:nvPr/>
          </p:nvSpPr>
          <p:spPr>
            <a:xfrm>
              <a:off x="8272330" y="4605241"/>
              <a:ext cx="715982" cy="715982"/>
            </a:xfrm>
            <a:custGeom>
              <a:avLst/>
              <a:gdLst>
                <a:gd name="connsiteX0" fmla="*/ 715170 w 715981"/>
                <a:gd name="connsiteY0" fmla="*/ 241352 h 715981"/>
                <a:gd name="connsiteX1" fmla="*/ 477626 w 715981"/>
                <a:gd name="connsiteY1" fmla="*/ 241352 h 715981"/>
                <a:gd name="connsiteX2" fmla="*/ 477626 w 715981"/>
                <a:gd name="connsiteY2" fmla="*/ 3808 h 715981"/>
                <a:gd name="connsiteX3" fmla="*/ 241352 w 715981"/>
                <a:gd name="connsiteY3" fmla="*/ 3808 h 715981"/>
                <a:gd name="connsiteX4" fmla="*/ 241352 w 715981"/>
                <a:gd name="connsiteY4" fmla="*/ 241352 h 715981"/>
                <a:gd name="connsiteX5" fmla="*/ 3808 w 715981"/>
                <a:gd name="connsiteY5" fmla="*/ 241352 h 715981"/>
                <a:gd name="connsiteX6" fmla="*/ 3808 w 715981"/>
                <a:gd name="connsiteY6" fmla="*/ 477626 h 715981"/>
                <a:gd name="connsiteX7" fmla="*/ 241352 w 715981"/>
                <a:gd name="connsiteY7" fmla="*/ 477626 h 715981"/>
                <a:gd name="connsiteX8" fmla="*/ 241352 w 715981"/>
                <a:gd name="connsiteY8" fmla="*/ 715169 h 715981"/>
                <a:gd name="connsiteX9" fmla="*/ 477626 w 715981"/>
                <a:gd name="connsiteY9" fmla="*/ 715169 h 715981"/>
                <a:gd name="connsiteX10" fmla="*/ 477626 w 715981"/>
                <a:gd name="connsiteY10" fmla="*/ 477626 h 715981"/>
                <a:gd name="connsiteX11" fmla="*/ 715170 w 715981"/>
                <a:gd name="connsiteY11" fmla="*/ 477626 h 715981"/>
                <a:gd name="connsiteX12" fmla="*/ 715170 w 715981"/>
                <a:gd name="connsiteY12" fmla="*/ 241352 h 71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5981" h="715981">
                  <a:moveTo>
                    <a:pt x="715170" y="241352"/>
                  </a:moveTo>
                  <a:lnTo>
                    <a:pt x="477626" y="241352"/>
                  </a:lnTo>
                  <a:lnTo>
                    <a:pt x="477626" y="3808"/>
                  </a:lnTo>
                  <a:lnTo>
                    <a:pt x="241352" y="3808"/>
                  </a:lnTo>
                  <a:lnTo>
                    <a:pt x="241352" y="241352"/>
                  </a:lnTo>
                  <a:lnTo>
                    <a:pt x="3808" y="241352"/>
                  </a:lnTo>
                  <a:lnTo>
                    <a:pt x="3808" y="477626"/>
                  </a:lnTo>
                  <a:lnTo>
                    <a:pt x="241352" y="477626"/>
                  </a:lnTo>
                  <a:lnTo>
                    <a:pt x="241352" y="715169"/>
                  </a:lnTo>
                  <a:lnTo>
                    <a:pt x="477626" y="715169"/>
                  </a:lnTo>
                  <a:lnTo>
                    <a:pt x="477626" y="477626"/>
                  </a:lnTo>
                  <a:lnTo>
                    <a:pt x="715170" y="477626"/>
                  </a:lnTo>
                  <a:lnTo>
                    <a:pt x="715170" y="241352"/>
                  </a:lnTo>
                  <a:close/>
                </a:path>
              </a:pathLst>
            </a:custGeom>
            <a:solidFill>
              <a:schemeClr val="bg1">
                <a:alpha val="6000"/>
              </a:schemeClr>
            </a:solid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B2B5A481-B21F-44F2-9CD1-A50874CDADDC}"/>
                </a:ext>
              </a:extLst>
            </p:cNvPr>
            <p:cNvSpPr/>
            <p:nvPr/>
          </p:nvSpPr>
          <p:spPr>
            <a:xfrm>
              <a:off x="11602052" y="3532030"/>
              <a:ext cx="269128" cy="269128"/>
            </a:xfrm>
            <a:custGeom>
              <a:avLst/>
              <a:gdLst>
                <a:gd name="connsiteX0" fmla="*/ 268011 w 269127"/>
                <a:gd name="connsiteY0" fmla="*/ 92011 h 269127"/>
                <a:gd name="connsiteX1" fmla="*/ 179807 w 269127"/>
                <a:gd name="connsiteY1" fmla="*/ 92011 h 269127"/>
                <a:gd name="connsiteX2" fmla="*/ 179807 w 269127"/>
                <a:gd name="connsiteY2" fmla="*/ 3808 h 269127"/>
                <a:gd name="connsiteX3" fmla="*/ 92011 w 269127"/>
                <a:gd name="connsiteY3" fmla="*/ 3808 h 269127"/>
                <a:gd name="connsiteX4" fmla="*/ 92011 w 269127"/>
                <a:gd name="connsiteY4" fmla="*/ 92011 h 269127"/>
                <a:gd name="connsiteX5" fmla="*/ 3808 w 269127"/>
                <a:gd name="connsiteY5" fmla="*/ 92011 h 269127"/>
                <a:gd name="connsiteX6" fmla="*/ 3808 w 269127"/>
                <a:gd name="connsiteY6" fmla="*/ 179808 h 269127"/>
                <a:gd name="connsiteX7" fmla="*/ 92011 w 269127"/>
                <a:gd name="connsiteY7" fmla="*/ 179808 h 269127"/>
                <a:gd name="connsiteX8" fmla="*/ 92011 w 269127"/>
                <a:gd name="connsiteY8" fmla="*/ 268011 h 269127"/>
                <a:gd name="connsiteX9" fmla="*/ 179807 w 269127"/>
                <a:gd name="connsiteY9" fmla="*/ 268011 h 269127"/>
                <a:gd name="connsiteX10" fmla="*/ 179807 w 269127"/>
                <a:gd name="connsiteY10" fmla="*/ 179808 h 269127"/>
                <a:gd name="connsiteX11" fmla="*/ 268011 w 269127"/>
                <a:gd name="connsiteY11" fmla="*/ 179808 h 269127"/>
                <a:gd name="connsiteX12" fmla="*/ 268011 w 269127"/>
                <a:gd name="connsiteY12" fmla="*/ 92011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8011" y="92011"/>
                  </a:moveTo>
                  <a:lnTo>
                    <a:pt x="179807" y="92011"/>
                  </a:lnTo>
                  <a:lnTo>
                    <a:pt x="179807" y="3808"/>
                  </a:lnTo>
                  <a:lnTo>
                    <a:pt x="92011" y="3808"/>
                  </a:lnTo>
                  <a:lnTo>
                    <a:pt x="92011" y="92011"/>
                  </a:lnTo>
                  <a:lnTo>
                    <a:pt x="3808" y="92011"/>
                  </a:lnTo>
                  <a:lnTo>
                    <a:pt x="3808" y="179808"/>
                  </a:lnTo>
                  <a:lnTo>
                    <a:pt x="92011" y="179808"/>
                  </a:lnTo>
                  <a:lnTo>
                    <a:pt x="92011" y="268011"/>
                  </a:lnTo>
                  <a:lnTo>
                    <a:pt x="179807" y="268011"/>
                  </a:lnTo>
                  <a:lnTo>
                    <a:pt x="179807" y="179808"/>
                  </a:lnTo>
                  <a:lnTo>
                    <a:pt x="268011" y="179808"/>
                  </a:lnTo>
                  <a:lnTo>
                    <a:pt x="268011" y="92011"/>
                  </a:lnTo>
                  <a:close/>
                </a:path>
              </a:pathLst>
            </a:custGeom>
            <a:solidFill>
              <a:schemeClr val="bg1">
                <a:alpha val="6000"/>
              </a:schemeClr>
            </a:solid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E97A52E3-2F2B-4D57-A1FA-7500EF8B6B00}"/>
                </a:ext>
              </a:extLst>
            </p:cNvPr>
            <p:cNvSpPr/>
            <p:nvPr/>
          </p:nvSpPr>
          <p:spPr>
            <a:xfrm>
              <a:off x="8608689" y="1161267"/>
              <a:ext cx="1630001" cy="1630001"/>
            </a:xfrm>
            <a:custGeom>
              <a:avLst/>
              <a:gdLst>
                <a:gd name="connsiteX0" fmla="*/ 1630864 w 1630000"/>
                <a:gd name="connsiteY0" fmla="*/ 547091 h 1630000"/>
                <a:gd name="connsiteX1" fmla="*/ 1087582 w 1630000"/>
                <a:gd name="connsiteY1" fmla="*/ 547091 h 1630000"/>
                <a:gd name="connsiteX2" fmla="*/ 1087582 w 1630000"/>
                <a:gd name="connsiteY2" fmla="*/ 3808 h 1630000"/>
                <a:gd name="connsiteX3" fmla="*/ 547091 w 1630000"/>
                <a:gd name="connsiteY3" fmla="*/ 3808 h 1630000"/>
                <a:gd name="connsiteX4" fmla="*/ 547091 w 1630000"/>
                <a:gd name="connsiteY4" fmla="*/ 547091 h 1630000"/>
                <a:gd name="connsiteX5" fmla="*/ 3808 w 1630000"/>
                <a:gd name="connsiteY5" fmla="*/ 547091 h 1630000"/>
                <a:gd name="connsiteX6" fmla="*/ 3808 w 1630000"/>
                <a:gd name="connsiteY6" fmla="*/ 1087581 h 1630000"/>
                <a:gd name="connsiteX7" fmla="*/ 547091 w 1630000"/>
                <a:gd name="connsiteY7" fmla="*/ 1087581 h 1630000"/>
                <a:gd name="connsiteX8" fmla="*/ 547091 w 1630000"/>
                <a:gd name="connsiteY8" fmla="*/ 1630864 h 1630000"/>
                <a:gd name="connsiteX9" fmla="*/ 1087582 w 1630000"/>
                <a:gd name="connsiteY9" fmla="*/ 1630864 h 1630000"/>
                <a:gd name="connsiteX10" fmla="*/ 1087582 w 1630000"/>
                <a:gd name="connsiteY10" fmla="*/ 1087581 h 1630000"/>
                <a:gd name="connsiteX11" fmla="*/ 1630864 w 1630000"/>
                <a:gd name="connsiteY11" fmla="*/ 1087581 h 1630000"/>
                <a:gd name="connsiteX12" fmla="*/ 1630864 w 1630000"/>
                <a:gd name="connsiteY12" fmla="*/ 547091 h 163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000" h="1630000">
                  <a:moveTo>
                    <a:pt x="1630864" y="547091"/>
                  </a:moveTo>
                  <a:lnTo>
                    <a:pt x="1087582" y="547091"/>
                  </a:lnTo>
                  <a:lnTo>
                    <a:pt x="1087582" y="3808"/>
                  </a:lnTo>
                  <a:lnTo>
                    <a:pt x="547091" y="3808"/>
                  </a:lnTo>
                  <a:lnTo>
                    <a:pt x="547091" y="547091"/>
                  </a:lnTo>
                  <a:lnTo>
                    <a:pt x="3808" y="547091"/>
                  </a:lnTo>
                  <a:lnTo>
                    <a:pt x="3808" y="1087581"/>
                  </a:lnTo>
                  <a:lnTo>
                    <a:pt x="547091" y="1087581"/>
                  </a:lnTo>
                  <a:lnTo>
                    <a:pt x="547091" y="1630864"/>
                  </a:lnTo>
                  <a:lnTo>
                    <a:pt x="1087582" y="1630864"/>
                  </a:lnTo>
                  <a:lnTo>
                    <a:pt x="1087582" y="1087581"/>
                  </a:lnTo>
                  <a:lnTo>
                    <a:pt x="1630864" y="1087581"/>
                  </a:lnTo>
                  <a:lnTo>
                    <a:pt x="1630864" y="547091"/>
                  </a:lnTo>
                  <a:close/>
                </a:path>
              </a:pathLst>
            </a:custGeom>
            <a:solidFill>
              <a:schemeClr val="bg1">
                <a:alpha val="6000"/>
              </a:schemeClr>
            </a:solidFill>
            <a:ln w="9525" cap="flat">
              <a:noFill/>
              <a:prstDash val="solid"/>
              <a:miter/>
            </a:ln>
          </p:spPr>
          <p:txBody>
            <a:bodyPr rtlCol="0" anchor="ctr"/>
            <a:lstStyle/>
            <a:p>
              <a:endParaRPr lang="en-US"/>
            </a:p>
          </p:txBody>
        </p:sp>
        <p:grpSp>
          <p:nvGrpSpPr>
            <p:cNvPr id="191" name="Group 190">
              <a:extLst>
                <a:ext uri="{FF2B5EF4-FFF2-40B4-BE49-F238E27FC236}">
                  <a16:creationId xmlns:a16="http://schemas.microsoft.com/office/drawing/2014/main" id="{4405DCA3-2C13-4BE3-AE42-10B51B898E4C}"/>
                </a:ext>
              </a:extLst>
            </p:cNvPr>
            <p:cNvGrpSpPr/>
            <p:nvPr/>
          </p:nvGrpSpPr>
          <p:grpSpPr>
            <a:xfrm>
              <a:off x="2403515" y="1010099"/>
              <a:ext cx="8232063" cy="5494271"/>
              <a:chOff x="2403515" y="1010099"/>
              <a:chExt cx="8232063" cy="5494271"/>
            </a:xfrm>
          </p:grpSpPr>
          <p:sp>
            <p:nvSpPr>
              <p:cNvPr id="192" name="Freeform: Shape 191">
                <a:extLst>
                  <a:ext uri="{FF2B5EF4-FFF2-40B4-BE49-F238E27FC236}">
                    <a16:creationId xmlns:a16="http://schemas.microsoft.com/office/drawing/2014/main" id="{5245B431-7FC7-4BB9-BEFB-47394E74F620}"/>
                  </a:ext>
                </a:extLst>
              </p:cNvPr>
              <p:cNvSpPr/>
              <p:nvPr/>
            </p:nvSpPr>
            <p:spPr>
              <a:xfrm>
                <a:off x="4789816" y="5168886"/>
                <a:ext cx="1335484" cy="1335484"/>
              </a:xfrm>
              <a:custGeom>
                <a:avLst/>
                <a:gdLst>
                  <a:gd name="connsiteX0" fmla="*/ 1336651 w 1335483"/>
                  <a:gd name="connsiteY0" fmla="*/ 448885 h 1335483"/>
                  <a:gd name="connsiteX1" fmla="*/ 891626 w 1335483"/>
                  <a:gd name="connsiteY1" fmla="*/ 448885 h 1335483"/>
                  <a:gd name="connsiteX2" fmla="*/ 891626 w 1335483"/>
                  <a:gd name="connsiteY2" fmla="*/ 3808 h 1335483"/>
                  <a:gd name="connsiteX3" fmla="*/ 448834 w 1335483"/>
                  <a:gd name="connsiteY3" fmla="*/ 3808 h 1335483"/>
                  <a:gd name="connsiteX4" fmla="*/ 448834 w 1335483"/>
                  <a:gd name="connsiteY4" fmla="*/ 448885 h 1335483"/>
                  <a:gd name="connsiteX5" fmla="*/ 3808 w 1335483"/>
                  <a:gd name="connsiteY5" fmla="*/ 448885 h 1335483"/>
                  <a:gd name="connsiteX6" fmla="*/ 3808 w 1335483"/>
                  <a:gd name="connsiteY6" fmla="*/ 891626 h 1335483"/>
                  <a:gd name="connsiteX7" fmla="*/ 448834 w 1335483"/>
                  <a:gd name="connsiteY7" fmla="*/ 891626 h 1335483"/>
                  <a:gd name="connsiteX8" fmla="*/ 448834 w 1335483"/>
                  <a:gd name="connsiteY8" fmla="*/ 1336702 h 1335483"/>
                  <a:gd name="connsiteX9" fmla="*/ 891626 w 1335483"/>
                  <a:gd name="connsiteY9" fmla="*/ 1336702 h 1335483"/>
                  <a:gd name="connsiteX10" fmla="*/ 891626 w 1335483"/>
                  <a:gd name="connsiteY10" fmla="*/ 891626 h 1335483"/>
                  <a:gd name="connsiteX11" fmla="*/ 1336651 w 1335483"/>
                  <a:gd name="connsiteY11" fmla="*/ 891626 h 1335483"/>
                  <a:gd name="connsiteX12" fmla="*/ 1336651 w 1335483"/>
                  <a:gd name="connsiteY12" fmla="*/ 448885 h 1335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5483" h="1335483">
                    <a:moveTo>
                      <a:pt x="1336651" y="448885"/>
                    </a:moveTo>
                    <a:lnTo>
                      <a:pt x="891626" y="448885"/>
                    </a:lnTo>
                    <a:lnTo>
                      <a:pt x="891626" y="3808"/>
                    </a:lnTo>
                    <a:lnTo>
                      <a:pt x="448834" y="3808"/>
                    </a:lnTo>
                    <a:lnTo>
                      <a:pt x="448834" y="448885"/>
                    </a:lnTo>
                    <a:lnTo>
                      <a:pt x="3808" y="448885"/>
                    </a:lnTo>
                    <a:lnTo>
                      <a:pt x="3808" y="891626"/>
                    </a:lnTo>
                    <a:lnTo>
                      <a:pt x="448834" y="891626"/>
                    </a:lnTo>
                    <a:lnTo>
                      <a:pt x="448834" y="1336702"/>
                    </a:lnTo>
                    <a:lnTo>
                      <a:pt x="891626" y="1336702"/>
                    </a:lnTo>
                    <a:lnTo>
                      <a:pt x="891626" y="891626"/>
                    </a:lnTo>
                    <a:lnTo>
                      <a:pt x="1336651" y="891626"/>
                    </a:lnTo>
                    <a:lnTo>
                      <a:pt x="1336651" y="448885"/>
                    </a:lnTo>
                    <a:close/>
                  </a:path>
                </a:pathLst>
              </a:custGeom>
              <a:solidFill>
                <a:schemeClr val="bg1">
                  <a:alpha val="27000"/>
                </a:schemeClr>
              </a:solid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2605EF0B-95BA-410E-8F0F-49CD02D4457D}"/>
                  </a:ext>
                </a:extLst>
              </p:cNvPr>
              <p:cNvSpPr/>
              <p:nvPr/>
            </p:nvSpPr>
            <p:spPr>
              <a:xfrm>
                <a:off x="10183646" y="1010099"/>
                <a:ext cx="451932" cy="451932"/>
              </a:xfrm>
              <a:custGeom>
                <a:avLst/>
                <a:gdLst>
                  <a:gd name="connsiteX0" fmla="*/ 451272 w 451931"/>
                  <a:gd name="connsiteY0" fmla="*/ 153200 h 451931"/>
                  <a:gd name="connsiteX1" fmla="*/ 301829 w 451931"/>
                  <a:gd name="connsiteY1" fmla="*/ 153200 h 451931"/>
                  <a:gd name="connsiteX2" fmla="*/ 301829 w 451931"/>
                  <a:gd name="connsiteY2" fmla="*/ 3808 h 451931"/>
                  <a:gd name="connsiteX3" fmla="*/ 153200 w 451931"/>
                  <a:gd name="connsiteY3" fmla="*/ 3808 h 451931"/>
                  <a:gd name="connsiteX4" fmla="*/ 153200 w 451931"/>
                  <a:gd name="connsiteY4" fmla="*/ 153200 h 451931"/>
                  <a:gd name="connsiteX5" fmla="*/ 3808 w 451931"/>
                  <a:gd name="connsiteY5" fmla="*/ 153200 h 451931"/>
                  <a:gd name="connsiteX6" fmla="*/ 3808 w 451931"/>
                  <a:gd name="connsiteY6" fmla="*/ 301829 h 451931"/>
                  <a:gd name="connsiteX7" fmla="*/ 153200 w 451931"/>
                  <a:gd name="connsiteY7" fmla="*/ 301829 h 451931"/>
                  <a:gd name="connsiteX8" fmla="*/ 153200 w 451931"/>
                  <a:gd name="connsiteY8" fmla="*/ 451272 h 451931"/>
                  <a:gd name="connsiteX9" fmla="*/ 301829 w 451931"/>
                  <a:gd name="connsiteY9" fmla="*/ 451272 h 451931"/>
                  <a:gd name="connsiteX10" fmla="*/ 301829 w 451931"/>
                  <a:gd name="connsiteY10" fmla="*/ 301829 h 451931"/>
                  <a:gd name="connsiteX11" fmla="*/ 451272 w 451931"/>
                  <a:gd name="connsiteY11" fmla="*/ 301829 h 451931"/>
                  <a:gd name="connsiteX12" fmla="*/ 451272 w 451931"/>
                  <a:gd name="connsiteY12" fmla="*/ 153200 h 45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1931" h="451931">
                    <a:moveTo>
                      <a:pt x="451272" y="153200"/>
                    </a:moveTo>
                    <a:lnTo>
                      <a:pt x="301829" y="153200"/>
                    </a:lnTo>
                    <a:lnTo>
                      <a:pt x="301829" y="3808"/>
                    </a:lnTo>
                    <a:lnTo>
                      <a:pt x="153200" y="3808"/>
                    </a:lnTo>
                    <a:lnTo>
                      <a:pt x="153200" y="153200"/>
                    </a:lnTo>
                    <a:lnTo>
                      <a:pt x="3808" y="153200"/>
                    </a:lnTo>
                    <a:lnTo>
                      <a:pt x="3808" y="301829"/>
                    </a:lnTo>
                    <a:lnTo>
                      <a:pt x="153200" y="301829"/>
                    </a:lnTo>
                    <a:lnTo>
                      <a:pt x="153200" y="451272"/>
                    </a:lnTo>
                    <a:lnTo>
                      <a:pt x="301829" y="451272"/>
                    </a:lnTo>
                    <a:lnTo>
                      <a:pt x="301829" y="301829"/>
                    </a:lnTo>
                    <a:lnTo>
                      <a:pt x="451272" y="301829"/>
                    </a:lnTo>
                    <a:lnTo>
                      <a:pt x="451272" y="153200"/>
                    </a:lnTo>
                    <a:close/>
                  </a:path>
                </a:pathLst>
              </a:custGeom>
              <a:solidFill>
                <a:schemeClr val="bg1">
                  <a:alpha val="19000"/>
                </a:schemeClr>
              </a:solid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2D2FCA7E-98C2-4CAD-BC0D-A56E07D2925E}"/>
                  </a:ext>
                </a:extLst>
              </p:cNvPr>
              <p:cNvSpPr/>
              <p:nvPr/>
            </p:nvSpPr>
            <p:spPr>
              <a:xfrm>
                <a:off x="2403515" y="4607576"/>
                <a:ext cx="1142524" cy="1142524"/>
              </a:xfrm>
              <a:custGeom>
                <a:avLst/>
                <a:gdLst>
                  <a:gd name="connsiteX0" fmla="*/ 1139681 w 1142523"/>
                  <a:gd name="connsiteY0" fmla="*/ 383076 h 1142523"/>
                  <a:gd name="connsiteX1" fmla="*/ 760413 w 1142523"/>
                  <a:gd name="connsiteY1" fmla="*/ 383076 h 1142523"/>
                  <a:gd name="connsiteX2" fmla="*/ 760413 w 1142523"/>
                  <a:gd name="connsiteY2" fmla="*/ 3808 h 1142523"/>
                  <a:gd name="connsiteX3" fmla="*/ 383076 w 1142523"/>
                  <a:gd name="connsiteY3" fmla="*/ 3808 h 1142523"/>
                  <a:gd name="connsiteX4" fmla="*/ 383076 w 1142523"/>
                  <a:gd name="connsiteY4" fmla="*/ 383076 h 1142523"/>
                  <a:gd name="connsiteX5" fmla="*/ 3808 w 1142523"/>
                  <a:gd name="connsiteY5" fmla="*/ 383076 h 1142523"/>
                  <a:gd name="connsiteX6" fmla="*/ 3808 w 1142523"/>
                  <a:gd name="connsiteY6" fmla="*/ 760413 h 1142523"/>
                  <a:gd name="connsiteX7" fmla="*/ 383076 w 1142523"/>
                  <a:gd name="connsiteY7" fmla="*/ 760413 h 1142523"/>
                  <a:gd name="connsiteX8" fmla="*/ 383076 w 1142523"/>
                  <a:gd name="connsiteY8" fmla="*/ 1139681 h 1142523"/>
                  <a:gd name="connsiteX9" fmla="*/ 760413 w 1142523"/>
                  <a:gd name="connsiteY9" fmla="*/ 1139681 h 1142523"/>
                  <a:gd name="connsiteX10" fmla="*/ 760413 w 1142523"/>
                  <a:gd name="connsiteY10" fmla="*/ 760413 h 1142523"/>
                  <a:gd name="connsiteX11" fmla="*/ 1139681 w 1142523"/>
                  <a:gd name="connsiteY11" fmla="*/ 760413 h 1142523"/>
                  <a:gd name="connsiteX12" fmla="*/ 1139681 w 1142523"/>
                  <a:gd name="connsiteY12" fmla="*/ 383076 h 1142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2523" h="1142523">
                    <a:moveTo>
                      <a:pt x="1139681" y="383076"/>
                    </a:moveTo>
                    <a:lnTo>
                      <a:pt x="760413" y="383076"/>
                    </a:lnTo>
                    <a:lnTo>
                      <a:pt x="760413" y="3808"/>
                    </a:lnTo>
                    <a:lnTo>
                      <a:pt x="383076" y="3808"/>
                    </a:lnTo>
                    <a:lnTo>
                      <a:pt x="383076" y="383076"/>
                    </a:lnTo>
                    <a:lnTo>
                      <a:pt x="3808" y="383076"/>
                    </a:lnTo>
                    <a:lnTo>
                      <a:pt x="3808" y="760413"/>
                    </a:lnTo>
                    <a:lnTo>
                      <a:pt x="383076" y="760413"/>
                    </a:lnTo>
                    <a:lnTo>
                      <a:pt x="383076" y="1139681"/>
                    </a:lnTo>
                    <a:lnTo>
                      <a:pt x="760413" y="1139681"/>
                    </a:lnTo>
                    <a:lnTo>
                      <a:pt x="760413" y="760413"/>
                    </a:lnTo>
                    <a:lnTo>
                      <a:pt x="1139681" y="760413"/>
                    </a:lnTo>
                    <a:lnTo>
                      <a:pt x="1139681" y="383076"/>
                    </a:lnTo>
                    <a:close/>
                  </a:path>
                </a:pathLst>
              </a:custGeom>
              <a:solidFill>
                <a:schemeClr val="bg1">
                  <a:alpha val="17000"/>
                </a:schemeClr>
              </a:solid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D12D7C8-7AA8-46F8-85DC-EC87792B92E4}"/>
                  </a:ext>
                </a:extLst>
              </p:cNvPr>
              <p:cNvSpPr/>
              <p:nvPr/>
            </p:nvSpPr>
            <p:spPr>
              <a:xfrm>
                <a:off x="5833524" y="2327454"/>
                <a:ext cx="2158101" cy="2158101"/>
              </a:xfrm>
              <a:custGeom>
                <a:avLst/>
                <a:gdLst>
                  <a:gd name="connsiteX0" fmla="*/ 2158964 w 2158100"/>
                  <a:gd name="connsiteY0" fmla="*/ 723446 h 2158100"/>
                  <a:gd name="connsiteX1" fmla="*/ 1439326 w 2158100"/>
                  <a:gd name="connsiteY1" fmla="*/ 723446 h 2158100"/>
                  <a:gd name="connsiteX2" fmla="*/ 1439326 w 2158100"/>
                  <a:gd name="connsiteY2" fmla="*/ 3808 h 2158100"/>
                  <a:gd name="connsiteX3" fmla="*/ 723446 w 2158100"/>
                  <a:gd name="connsiteY3" fmla="*/ 3808 h 2158100"/>
                  <a:gd name="connsiteX4" fmla="*/ 723446 w 2158100"/>
                  <a:gd name="connsiteY4" fmla="*/ 723446 h 2158100"/>
                  <a:gd name="connsiteX5" fmla="*/ 3808 w 2158100"/>
                  <a:gd name="connsiteY5" fmla="*/ 723446 h 2158100"/>
                  <a:gd name="connsiteX6" fmla="*/ 3808 w 2158100"/>
                  <a:gd name="connsiteY6" fmla="*/ 1439326 h 2158100"/>
                  <a:gd name="connsiteX7" fmla="*/ 723446 w 2158100"/>
                  <a:gd name="connsiteY7" fmla="*/ 1439326 h 2158100"/>
                  <a:gd name="connsiteX8" fmla="*/ 723446 w 2158100"/>
                  <a:gd name="connsiteY8" fmla="*/ 2159015 h 2158100"/>
                  <a:gd name="connsiteX9" fmla="*/ 1439326 w 2158100"/>
                  <a:gd name="connsiteY9" fmla="*/ 2159015 h 2158100"/>
                  <a:gd name="connsiteX10" fmla="*/ 1439326 w 2158100"/>
                  <a:gd name="connsiteY10" fmla="*/ 1439326 h 2158100"/>
                  <a:gd name="connsiteX11" fmla="*/ 2158964 w 2158100"/>
                  <a:gd name="connsiteY11" fmla="*/ 1439326 h 2158100"/>
                  <a:gd name="connsiteX12" fmla="*/ 2158964 w 2158100"/>
                  <a:gd name="connsiteY12" fmla="*/ 723446 h 215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8100" h="2158100">
                    <a:moveTo>
                      <a:pt x="2158964" y="723446"/>
                    </a:moveTo>
                    <a:lnTo>
                      <a:pt x="1439326" y="723446"/>
                    </a:lnTo>
                    <a:lnTo>
                      <a:pt x="1439326" y="3808"/>
                    </a:lnTo>
                    <a:lnTo>
                      <a:pt x="723446" y="3808"/>
                    </a:lnTo>
                    <a:lnTo>
                      <a:pt x="723446" y="723446"/>
                    </a:lnTo>
                    <a:lnTo>
                      <a:pt x="3808" y="723446"/>
                    </a:lnTo>
                    <a:lnTo>
                      <a:pt x="3808" y="1439326"/>
                    </a:lnTo>
                    <a:lnTo>
                      <a:pt x="723446" y="1439326"/>
                    </a:lnTo>
                    <a:lnTo>
                      <a:pt x="723446" y="2159015"/>
                    </a:lnTo>
                    <a:lnTo>
                      <a:pt x="1439326" y="2159015"/>
                    </a:lnTo>
                    <a:lnTo>
                      <a:pt x="1439326" y="1439326"/>
                    </a:lnTo>
                    <a:lnTo>
                      <a:pt x="2158964" y="1439326"/>
                    </a:lnTo>
                    <a:lnTo>
                      <a:pt x="2158964" y="723446"/>
                    </a:lnTo>
                    <a:close/>
                  </a:path>
                </a:pathLst>
              </a:custGeom>
              <a:solidFill>
                <a:schemeClr val="bg1">
                  <a:alpha val="30000"/>
                </a:schemeClr>
              </a:solidFill>
              <a:ln w="9525" cap="flat">
                <a:noFill/>
                <a:prstDash val="solid"/>
                <a:miter/>
              </a:ln>
            </p:spPr>
            <p:txBody>
              <a:bodyPr rtlCol="0" anchor="ctr"/>
              <a:lstStyle/>
              <a:p>
                <a:endParaRPr lang="en-US"/>
              </a:p>
            </p:txBody>
          </p:sp>
        </p:grpSp>
      </p:grpSp>
      <p:grpSp>
        <p:nvGrpSpPr>
          <p:cNvPr id="257" name="Group 256">
            <a:extLst>
              <a:ext uri="{FF2B5EF4-FFF2-40B4-BE49-F238E27FC236}">
                <a16:creationId xmlns:a16="http://schemas.microsoft.com/office/drawing/2014/main" id="{2FDB9348-26FE-4A86-AAB4-FD94A6ABC9E7}"/>
              </a:ext>
            </a:extLst>
          </p:cNvPr>
          <p:cNvGrpSpPr/>
          <p:nvPr/>
        </p:nvGrpSpPr>
        <p:grpSpPr>
          <a:xfrm>
            <a:off x="612708" y="1760272"/>
            <a:ext cx="1982351" cy="1395193"/>
            <a:chOff x="612708" y="1760272"/>
            <a:chExt cx="1982351" cy="1395193"/>
          </a:xfrm>
        </p:grpSpPr>
        <p:sp>
          <p:nvSpPr>
            <p:cNvPr id="101" name="Oval 100">
              <a:extLst>
                <a:ext uri="{FF2B5EF4-FFF2-40B4-BE49-F238E27FC236}">
                  <a16:creationId xmlns:a16="http://schemas.microsoft.com/office/drawing/2014/main" id="{5808446E-4908-49E5-9E67-39A1972E4422}"/>
                </a:ext>
              </a:extLst>
            </p:cNvPr>
            <p:cNvSpPr/>
            <p:nvPr/>
          </p:nvSpPr>
          <p:spPr>
            <a:xfrm flipH="1">
              <a:off x="1286153" y="1760272"/>
              <a:ext cx="635461" cy="635461"/>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23" name="Rectangle 22">
              <a:extLst>
                <a:ext uri="{FF2B5EF4-FFF2-40B4-BE49-F238E27FC236}">
                  <a16:creationId xmlns:a16="http://schemas.microsoft.com/office/drawing/2014/main" id="{11093403-74DA-4A0E-9FC5-38EC92466CB1}"/>
                </a:ext>
              </a:extLst>
            </p:cNvPr>
            <p:cNvSpPr/>
            <p:nvPr/>
          </p:nvSpPr>
          <p:spPr>
            <a:xfrm>
              <a:off x="612708" y="2632245"/>
              <a:ext cx="1982351" cy="523220"/>
            </a:xfrm>
            <a:prstGeom prst="rect">
              <a:avLst/>
            </a:prstGeom>
          </p:spPr>
          <p:txBody>
            <a:bodyPr wrap="square">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PATIENT VISITS THE PHYSICIAN’S OFFICE.</a:t>
              </a:r>
            </a:p>
          </p:txBody>
        </p:sp>
        <p:sp>
          <p:nvSpPr>
            <p:cNvPr id="27" name="Rectangle 26">
              <a:extLst>
                <a:ext uri="{FF2B5EF4-FFF2-40B4-BE49-F238E27FC236}">
                  <a16:creationId xmlns:a16="http://schemas.microsoft.com/office/drawing/2014/main" id="{B5B4525D-6D9B-4C9A-8A5F-C90854C1E994}"/>
                </a:ext>
              </a:extLst>
            </p:cNvPr>
            <p:cNvSpPr/>
            <p:nvPr/>
          </p:nvSpPr>
          <p:spPr>
            <a:xfrm>
              <a:off x="1344749" y="1896191"/>
              <a:ext cx="518269" cy="369332"/>
            </a:xfrm>
            <a:prstGeom prst="rect">
              <a:avLst/>
            </a:prstGeom>
          </p:spPr>
          <p:txBody>
            <a:bodyPr wrap="none">
              <a:spAutoFit/>
            </a:bodyPr>
            <a:lstStyle/>
            <a:p>
              <a:pPr algn="ctr"/>
              <a:r>
                <a:rPr lang="en-US" dirty="0">
                  <a:solidFill>
                    <a:schemeClr val="bg1"/>
                  </a:solidFill>
                  <a:latin typeface="Poppins Black" panose="00000A00000000000000" pitchFamily="2" charset="0"/>
                  <a:cs typeface="Poppins Black" panose="00000A00000000000000" pitchFamily="2" charset="0"/>
                </a:rPr>
                <a:t>01</a:t>
              </a:r>
              <a:endParaRPr lang="en-US" dirty="0"/>
            </a:p>
          </p:txBody>
        </p:sp>
      </p:grpSp>
      <p:grpSp>
        <p:nvGrpSpPr>
          <p:cNvPr id="259" name="Group 258">
            <a:extLst>
              <a:ext uri="{FF2B5EF4-FFF2-40B4-BE49-F238E27FC236}">
                <a16:creationId xmlns:a16="http://schemas.microsoft.com/office/drawing/2014/main" id="{313DA4A4-A6BA-4992-AD3F-9CFB17254BF2}"/>
              </a:ext>
            </a:extLst>
          </p:cNvPr>
          <p:cNvGrpSpPr/>
          <p:nvPr/>
        </p:nvGrpSpPr>
        <p:grpSpPr>
          <a:xfrm>
            <a:off x="5107998" y="1760272"/>
            <a:ext cx="1982351" cy="1610637"/>
            <a:chOff x="5107998" y="1760272"/>
            <a:chExt cx="1982351" cy="1610637"/>
          </a:xfrm>
        </p:grpSpPr>
        <p:sp>
          <p:nvSpPr>
            <p:cNvPr id="106" name="Oval 105">
              <a:extLst>
                <a:ext uri="{FF2B5EF4-FFF2-40B4-BE49-F238E27FC236}">
                  <a16:creationId xmlns:a16="http://schemas.microsoft.com/office/drawing/2014/main" id="{ABCEF615-699A-4EFE-9C21-C6399122DA3C}"/>
                </a:ext>
              </a:extLst>
            </p:cNvPr>
            <p:cNvSpPr/>
            <p:nvPr/>
          </p:nvSpPr>
          <p:spPr>
            <a:xfrm flipH="1">
              <a:off x="5781443" y="1760272"/>
              <a:ext cx="635461" cy="635461"/>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108" name="Rectangle 107">
              <a:extLst>
                <a:ext uri="{FF2B5EF4-FFF2-40B4-BE49-F238E27FC236}">
                  <a16:creationId xmlns:a16="http://schemas.microsoft.com/office/drawing/2014/main" id="{38DD3080-3270-4894-9D7A-6B1C94C44CAE}"/>
                </a:ext>
              </a:extLst>
            </p:cNvPr>
            <p:cNvSpPr/>
            <p:nvPr/>
          </p:nvSpPr>
          <p:spPr>
            <a:xfrm>
              <a:off x="5107998" y="2632245"/>
              <a:ext cx="1982351" cy="738664"/>
            </a:xfrm>
            <a:prstGeom prst="rect">
              <a:avLst/>
            </a:prstGeom>
          </p:spPr>
          <p:txBody>
            <a:bodyPr wrap="square">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PDRX SHIPS DRUGS </a:t>
              </a:r>
              <a:r>
                <a:rPr lang="en-US" sz="1400" dirty="0">
                  <a:solidFill>
                    <a:schemeClr val="bg1"/>
                  </a:solidFill>
                  <a:latin typeface="Poppins Light" panose="00000400000000000000" pitchFamily="2" charset="0"/>
                  <a:cs typeface="Poppins Light" panose="00000400000000000000" pitchFamily="2" charset="0"/>
                </a:rPr>
                <a:t>directly to the patient.</a:t>
              </a:r>
            </a:p>
          </p:txBody>
        </p:sp>
        <p:sp>
          <p:nvSpPr>
            <p:cNvPr id="154" name="Rectangle 153">
              <a:extLst>
                <a:ext uri="{FF2B5EF4-FFF2-40B4-BE49-F238E27FC236}">
                  <a16:creationId xmlns:a16="http://schemas.microsoft.com/office/drawing/2014/main" id="{242AE70D-FAB3-40B7-920D-26A5AF4CD1C8}"/>
                </a:ext>
              </a:extLst>
            </p:cNvPr>
            <p:cNvSpPr/>
            <p:nvPr/>
          </p:nvSpPr>
          <p:spPr>
            <a:xfrm>
              <a:off x="5836866" y="1896191"/>
              <a:ext cx="518269" cy="369332"/>
            </a:xfrm>
            <a:prstGeom prst="rect">
              <a:avLst/>
            </a:prstGeom>
          </p:spPr>
          <p:txBody>
            <a:bodyPr wrap="square">
              <a:spAutoFit/>
            </a:bodyPr>
            <a:lstStyle/>
            <a:p>
              <a:pPr algn="ctr"/>
              <a:r>
                <a:rPr lang="en-US" dirty="0">
                  <a:solidFill>
                    <a:schemeClr val="bg1"/>
                  </a:solidFill>
                  <a:latin typeface="Poppins Black" panose="00000A00000000000000" pitchFamily="2" charset="0"/>
                  <a:cs typeface="Poppins Black" panose="00000A00000000000000" pitchFamily="2" charset="0"/>
                </a:rPr>
                <a:t>03</a:t>
              </a:r>
              <a:endParaRPr lang="en-US" dirty="0"/>
            </a:p>
          </p:txBody>
        </p:sp>
      </p:grpSp>
      <p:grpSp>
        <p:nvGrpSpPr>
          <p:cNvPr id="261" name="Group 260">
            <a:extLst>
              <a:ext uri="{FF2B5EF4-FFF2-40B4-BE49-F238E27FC236}">
                <a16:creationId xmlns:a16="http://schemas.microsoft.com/office/drawing/2014/main" id="{C895B79E-4E6A-42A0-B10E-444B3A18F127}"/>
              </a:ext>
            </a:extLst>
          </p:cNvPr>
          <p:cNvGrpSpPr/>
          <p:nvPr/>
        </p:nvGrpSpPr>
        <p:grpSpPr>
          <a:xfrm>
            <a:off x="9578263" y="1760272"/>
            <a:ext cx="1982351" cy="3518851"/>
            <a:chOff x="9578263" y="1760272"/>
            <a:chExt cx="1982351" cy="3518851"/>
          </a:xfrm>
        </p:grpSpPr>
        <p:sp>
          <p:nvSpPr>
            <p:cNvPr id="110" name="Oval 109">
              <a:extLst>
                <a:ext uri="{FF2B5EF4-FFF2-40B4-BE49-F238E27FC236}">
                  <a16:creationId xmlns:a16="http://schemas.microsoft.com/office/drawing/2014/main" id="{F285E5EA-3405-4E5F-B443-590FF2DBF7E3}"/>
                </a:ext>
              </a:extLst>
            </p:cNvPr>
            <p:cNvSpPr/>
            <p:nvPr/>
          </p:nvSpPr>
          <p:spPr>
            <a:xfrm flipH="1">
              <a:off x="10251708" y="1760272"/>
              <a:ext cx="635461" cy="635461"/>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112" name="Rectangle 111">
              <a:extLst>
                <a:ext uri="{FF2B5EF4-FFF2-40B4-BE49-F238E27FC236}">
                  <a16:creationId xmlns:a16="http://schemas.microsoft.com/office/drawing/2014/main" id="{746850BE-EFBB-43A4-81B5-CB345841C36C}"/>
                </a:ext>
              </a:extLst>
            </p:cNvPr>
            <p:cNvSpPr/>
            <p:nvPr/>
          </p:nvSpPr>
          <p:spPr>
            <a:xfrm>
              <a:off x="9578263" y="2632245"/>
              <a:ext cx="1982351" cy="2646878"/>
            </a:xfrm>
            <a:prstGeom prst="rect">
              <a:avLst/>
            </a:prstGeom>
          </p:spPr>
          <p:txBody>
            <a:bodyPr wrap="square">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PHYSICIAN ASSIGNS TO ELITE CARE </a:t>
              </a:r>
            </a:p>
            <a:p>
              <a:pPr algn="ctr"/>
              <a:r>
                <a:rPr lang="en-US" sz="1400" dirty="0">
                  <a:solidFill>
                    <a:schemeClr val="bg1"/>
                  </a:solidFill>
                  <a:latin typeface="Poppins Light" panose="00000400000000000000" pitchFamily="2" charset="0"/>
                  <a:cs typeface="Poppins Light" panose="00000400000000000000" pitchFamily="2" charset="0"/>
                </a:rPr>
                <a:t>the right to bill and collect for services.</a:t>
              </a:r>
            </a:p>
            <a:p>
              <a:pPr algn="ctr"/>
              <a:endParaRPr lang="en-US" sz="1400" dirty="0">
                <a:solidFill>
                  <a:schemeClr val="bg1"/>
                </a:solidFill>
                <a:latin typeface="Poppins Light" panose="00000400000000000000" pitchFamily="2" charset="0"/>
                <a:cs typeface="Poppins Light" panose="00000400000000000000" pitchFamily="2" charset="0"/>
              </a:endParaRPr>
            </a:p>
            <a:p>
              <a:pPr marL="285750" indent="-285750">
                <a:buFont typeface="Courier New" panose="02070309020205020404" pitchFamily="49" charset="0"/>
                <a:buChar char="o"/>
              </a:pPr>
              <a:r>
                <a:rPr lang="en-US" sz="1200" b="1" dirty="0">
                  <a:solidFill>
                    <a:schemeClr val="bg1"/>
                  </a:solidFill>
                  <a:latin typeface="Poppins Medium" panose="00000600000000000000" pitchFamily="2" charset="0"/>
                  <a:cs typeface="Poppins Medium" panose="00000600000000000000" pitchFamily="2" charset="0"/>
                </a:rPr>
                <a:t>5.1 </a:t>
              </a:r>
              <a:r>
                <a:rPr lang="en-US" sz="1200" dirty="0">
                  <a:solidFill>
                    <a:schemeClr val="bg1"/>
                  </a:solidFill>
                  <a:latin typeface="Poppins Light" panose="00000400000000000000" pitchFamily="2" charset="0"/>
                  <a:cs typeface="Poppins Light" panose="00000400000000000000" pitchFamily="2" charset="0"/>
                </a:rPr>
                <a:t>Elite Care provides payment, billing, and collection services.</a:t>
              </a:r>
            </a:p>
            <a:p>
              <a:pPr marL="285750" indent="-285750">
                <a:buFont typeface="Courier New" panose="02070309020205020404" pitchFamily="49" charset="0"/>
                <a:buChar char="o"/>
              </a:pPr>
              <a:endParaRPr lang="en-US" sz="1200" dirty="0">
                <a:solidFill>
                  <a:schemeClr val="bg1"/>
                </a:solidFill>
                <a:latin typeface="Poppins Light" panose="00000400000000000000" pitchFamily="2" charset="0"/>
                <a:cs typeface="Poppins Light" panose="00000400000000000000" pitchFamily="2" charset="0"/>
              </a:endParaRPr>
            </a:p>
            <a:p>
              <a:pPr marL="285750" indent="-285750">
                <a:buFont typeface="Courier New" panose="02070309020205020404" pitchFamily="49" charset="0"/>
                <a:buChar char="o"/>
              </a:pPr>
              <a:r>
                <a:rPr lang="en-US" sz="1200" b="1" dirty="0">
                  <a:solidFill>
                    <a:schemeClr val="bg1"/>
                  </a:solidFill>
                  <a:latin typeface="Poppins Medium" panose="00000600000000000000" pitchFamily="2" charset="0"/>
                  <a:cs typeface="Poppins Medium" panose="00000600000000000000" pitchFamily="2" charset="0"/>
                </a:rPr>
                <a:t>5.2</a:t>
              </a:r>
              <a:r>
                <a:rPr lang="en-US" sz="1200" dirty="0">
                  <a:solidFill>
                    <a:schemeClr val="bg1"/>
                  </a:solidFill>
                  <a:latin typeface="Poppins Light" panose="00000400000000000000" pitchFamily="2" charset="0"/>
                  <a:cs typeface="Poppins Light" panose="00000400000000000000" pitchFamily="2" charset="0"/>
                </a:rPr>
                <a:t> Elite Care bills  the payor for the claim.</a:t>
              </a:r>
            </a:p>
          </p:txBody>
        </p:sp>
        <p:sp>
          <p:nvSpPr>
            <p:cNvPr id="155" name="Rectangle 154">
              <a:extLst>
                <a:ext uri="{FF2B5EF4-FFF2-40B4-BE49-F238E27FC236}">
                  <a16:creationId xmlns:a16="http://schemas.microsoft.com/office/drawing/2014/main" id="{DAE576E2-BB52-497C-B334-5138FCE284F9}"/>
                </a:ext>
              </a:extLst>
            </p:cNvPr>
            <p:cNvSpPr/>
            <p:nvPr/>
          </p:nvSpPr>
          <p:spPr>
            <a:xfrm>
              <a:off x="10310304" y="1896191"/>
              <a:ext cx="518269" cy="369332"/>
            </a:xfrm>
            <a:prstGeom prst="rect">
              <a:avLst/>
            </a:prstGeom>
          </p:spPr>
          <p:txBody>
            <a:bodyPr wrap="square">
              <a:spAutoFit/>
            </a:bodyPr>
            <a:lstStyle/>
            <a:p>
              <a:pPr algn="ctr"/>
              <a:r>
                <a:rPr lang="en-US" dirty="0">
                  <a:solidFill>
                    <a:schemeClr val="bg1"/>
                  </a:solidFill>
                  <a:latin typeface="Poppins Black" panose="00000A00000000000000" pitchFamily="2" charset="0"/>
                  <a:cs typeface="Poppins Black" panose="00000A00000000000000" pitchFamily="2" charset="0"/>
                </a:rPr>
                <a:t>05</a:t>
              </a:r>
              <a:endParaRPr lang="en-US" dirty="0"/>
            </a:p>
          </p:txBody>
        </p:sp>
      </p:grpSp>
      <p:grpSp>
        <p:nvGrpSpPr>
          <p:cNvPr id="258" name="Group 257">
            <a:extLst>
              <a:ext uri="{FF2B5EF4-FFF2-40B4-BE49-F238E27FC236}">
                <a16:creationId xmlns:a16="http://schemas.microsoft.com/office/drawing/2014/main" id="{AE1D386C-F634-41BB-83B0-B58E4728B459}"/>
              </a:ext>
            </a:extLst>
          </p:cNvPr>
          <p:cNvGrpSpPr/>
          <p:nvPr/>
        </p:nvGrpSpPr>
        <p:grpSpPr>
          <a:xfrm>
            <a:off x="2908624" y="4080519"/>
            <a:ext cx="1924050" cy="1965374"/>
            <a:chOff x="2908624" y="4080519"/>
            <a:chExt cx="1924050" cy="1965374"/>
          </a:xfrm>
        </p:grpSpPr>
        <p:sp>
          <p:nvSpPr>
            <p:cNvPr id="114" name="Oval 113">
              <a:extLst>
                <a:ext uri="{FF2B5EF4-FFF2-40B4-BE49-F238E27FC236}">
                  <a16:creationId xmlns:a16="http://schemas.microsoft.com/office/drawing/2014/main" id="{6AE9131E-695B-4C63-A8D7-8693EF989B5E}"/>
                </a:ext>
              </a:extLst>
            </p:cNvPr>
            <p:cNvSpPr/>
            <p:nvPr/>
          </p:nvSpPr>
          <p:spPr>
            <a:xfrm flipH="1">
              <a:off x="3552919" y="5410432"/>
              <a:ext cx="635461" cy="635461"/>
            </a:xfrm>
            <a:prstGeom prst="ellipse">
              <a:avLst/>
            </a:prstGeom>
            <a:solidFill>
              <a:srgbClr val="ED174F"/>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119" name="Rectangle 118">
              <a:extLst>
                <a:ext uri="{FF2B5EF4-FFF2-40B4-BE49-F238E27FC236}">
                  <a16:creationId xmlns:a16="http://schemas.microsoft.com/office/drawing/2014/main" id="{F039867D-F684-492B-BFF7-A4BD9A2F958D}"/>
                </a:ext>
              </a:extLst>
            </p:cNvPr>
            <p:cNvSpPr/>
            <p:nvPr/>
          </p:nvSpPr>
          <p:spPr>
            <a:xfrm>
              <a:off x="2908624" y="4080519"/>
              <a:ext cx="1924050" cy="954107"/>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PHYSICIAN PLACES DRUG ORDER </a:t>
              </a:r>
            </a:p>
            <a:p>
              <a:pPr algn="ctr"/>
              <a:r>
                <a:rPr lang="en-US" sz="1400" dirty="0">
                  <a:solidFill>
                    <a:schemeClr val="bg1"/>
                  </a:solidFill>
                  <a:latin typeface="Poppins Light" panose="00000400000000000000" pitchFamily="2" charset="0"/>
                  <a:cs typeface="Poppins Light" panose="00000400000000000000" pitchFamily="2" charset="0"/>
                </a:rPr>
                <a:t>with PDRX at the patient’s direction.</a:t>
              </a:r>
            </a:p>
          </p:txBody>
        </p:sp>
        <p:sp>
          <p:nvSpPr>
            <p:cNvPr id="156" name="Rectangle 155">
              <a:extLst>
                <a:ext uri="{FF2B5EF4-FFF2-40B4-BE49-F238E27FC236}">
                  <a16:creationId xmlns:a16="http://schemas.microsoft.com/office/drawing/2014/main" id="{AEDE7CA4-A244-4658-BFB2-1AEF41D78E45}"/>
                </a:ext>
              </a:extLst>
            </p:cNvPr>
            <p:cNvSpPr/>
            <p:nvPr/>
          </p:nvSpPr>
          <p:spPr>
            <a:xfrm>
              <a:off x="3605093" y="5548135"/>
              <a:ext cx="518269" cy="369332"/>
            </a:xfrm>
            <a:prstGeom prst="rect">
              <a:avLst/>
            </a:prstGeom>
          </p:spPr>
          <p:txBody>
            <a:bodyPr wrap="square">
              <a:spAutoFit/>
            </a:bodyPr>
            <a:lstStyle/>
            <a:p>
              <a:pPr algn="ctr"/>
              <a:r>
                <a:rPr lang="en-US" dirty="0">
                  <a:solidFill>
                    <a:schemeClr val="bg1"/>
                  </a:solidFill>
                  <a:latin typeface="Poppins Black" panose="00000A00000000000000" pitchFamily="2" charset="0"/>
                  <a:cs typeface="Poppins Black" panose="00000A00000000000000" pitchFamily="2" charset="0"/>
                </a:rPr>
                <a:t>02</a:t>
              </a:r>
              <a:endParaRPr lang="en-US" dirty="0"/>
            </a:p>
          </p:txBody>
        </p:sp>
      </p:grpSp>
      <p:grpSp>
        <p:nvGrpSpPr>
          <p:cNvPr id="260" name="Group 259">
            <a:extLst>
              <a:ext uri="{FF2B5EF4-FFF2-40B4-BE49-F238E27FC236}">
                <a16:creationId xmlns:a16="http://schemas.microsoft.com/office/drawing/2014/main" id="{4ABA9B1E-031B-4B73-A9A6-37A7E49A6A99}"/>
              </a:ext>
            </a:extLst>
          </p:cNvPr>
          <p:cNvGrpSpPr/>
          <p:nvPr/>
        </p:nvGrpSpPr>
        <p:grpSpPr>
          <a:xfrm>
            <a:off x="7375339" y="3557257"/>
            <a:ext cx="1924050" cy="2488636"/>
            <a:chOff x="7375339" y="3557257"/>
            <a:chExt cx="1924050" cy="2488636"/>
          </a:xfrm>
        </p:grpSpPr>
        <p:sp>
          <p:nvSpPr>
            <p:cNvPr id="117" name="Oval 116">
              <a:extLst>
                <a:ext uri="{FF2B5EF4-FFF2-40B4-BE49-F238E27FC236}">
                  <a16:creationId xmlns:a16="http://schemas.microsoft.com/office/drawing/2014/main" id="{85DADE6A-10C3-4EF8-AF8B-99B490C0DA88}"/>
                </a:ext>
              </a:extLst>
            </p:cNvPr>
            <p:cNvSpPr/>
            <p:nvPr/>
          </p:nvSpPr>
          <p:spPr>
            <a:xfrm flipH="1">
              <a:off x="8029341" y="5410432"/>
              <a:ext cx="635461" cy="635461"/>
            </a:xfrm>
            <a:prstGeom prst="ellipse">
              <a:avLst/>
            </a:prstGeom>
            <a:solidFill>
              <a:srgbClr val="ED174F"/>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152" name="Rectangle 151">
              <a:extLst>
                <a:ext uri="{FF2B5EF4-FFF2-40B4-BE49-F238E27FC236}">
                  <a16:creationId xmlns:a16="http://schemas.microsoft.com/office/drawing/2014/main" id="{57B42116-9B55-40FA-8A36-547DB916BBA1}"/>
                </a:ext>
              </a:extLst>
            </p:cNvPr>
            <p:cNvSpPr/>
            <p:nvPr/>
          </p:nvSpPr>
          <p:spPr>
            <a:xfrm>
              <a:off x="7375339" y="3557257"/>
              <a:ext cx="1924050" cy="1384995"/>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PHYSICIAN PAYS PDRX </a:t>
              </a:r>
            </a:p>
            <a:p>
              <a:pPr algn="ctr"/>
              <a:r>
                <a:rPr lang="en-US" sz="1400" dirty="0">
                  <a:solidFill>
                    <a:schemeClr val="bg1"/>
                  </a:solidFill>
                  <a:latin typeface="Poppins Light" panose="00000400000000000000" pitchFamily="2" charset="0"/>
                  <a:cs typeface="Poppins Light" panose="00000400000000000000" pitchFamily="2" charset="0"/>
                </a:rPr>
                <a:t>fair market value (FMV) for assignment of drug receivable.</a:t>
              </a:r>
            </a:p>
          </p:txBody>
        </p:sp>
        <p:sp>
          <p:nvSpPr>
            <p:cNvPr id="157" name="Rectangle 156">
              <a:extLst>
                <a:ext uri="{FF2B5EF4-FFF2-40B4-BE49-F238E27FC236}">
                  <a16:creationId xmlns:a16="http://schemas.microsoft.com/office/drawing/2014/main" id="{21712267-4BD3-4328-9C0B-814B8DB93136}"/>
                </a:ext>
              </a:extLst>
            </p:cNvPr>
            <p:cNvSpPr/>
            <p:nvPr/>
          </p:nvSpPr>
          <p:spPr>
            <a:xfrm>
              <a:off x="8078531" y="5548135"/>
              <a:ext cx="518269" cy="369332"/>
            </a:xfrm>
            <a:prstGeom prst="rect">
              <a:avLst/>
            </a:prstGeom>
          </p:spPr>
          <p:txBody>
            <a:bodyPr wrap="square">
              <a:spAutoFit/>
            </a:bodyPr>
            <a:lstStyle/>
            <a:p>
              <a:pPr algn="ctr"/>
              <a:r>
                <a:rPr lang="en-US" dirty="0">
                  <a:solidFill>
                    <a:schemeClr val="bg1"/>
                  </a:solidFill>
                  <a:latin typeface="Poppins Black" panose="00000A00000000000000" pitchFamily="2" charset="0"/>
                  <a:cs typeface="Poppins Black" panose="00000A00000000000000" pitchFamily="2" charset="0"/>
                </a:rPr>
                <a:t>04</a:t>
              </a:r>
              <a:endParaRPr lang="en-US" dirty="0"/>
            </a:p>
          </p:txBody>
        </p:sp>
      </p:grpSp>
    </p:spTree>
    <p:extLst>
      <p:ext uri="{BB962C8B-B14F-4D97-AF65-F5344CB8AC3E}">
        <p14:creationId xmlns:p14="http://schemas.microsoft.com/office/powerpoint/2010/main" val="42925448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100000">
              <a:srgbClr val="0A2C69"/>
            </a:gs>
            <a:gs pos="0">
              <a:srgbClr val="3795AF"/>
            </a:gs>
          </a:gsLst>
          <a:path path="circle">
            <a:fillToRect l="100000" t="100000"/>
          </a:path>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F5D632-C815-404A-AEE4-83209A0656DB}"/>
              </a:ext>
            </a:extLst>
          </p:cNvPr>
          <p:cNvSpPr/>
          <p:nvPr/>
        </p:nvSpPr>
        <p:spPr>
          <a:xfrm>
            <a:off x="1" y="221323"/>
            <a:ext cx="12192000" cy="641472"/>
          </a:xfrm>
          <a:prstGeom prst="rect">
            <a:avLst/>
          </a:prstGeom>
          <a:solidFill>
            <a:schemeClr val="bg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0B723D77-3A82-4F5A-ADCE-FC084D18A00C}"/>
              </a:ext>
            </a:extLst>
          </p:cNvPr>
          <p:cNvGrpSpPr/>
          <p:nvPr/>
        </p:nvGrpSpPr>
        <p:grpSpPr>
          <a:xfrm>
            <a:off x="11046546" y="269723"/>
            <a:ext cx="942696" cy="503396"/>
            <a:chOff x="10971702" y="243966"/>
            <a:chExt cx="990783" cy="523835"/>
          </a:xfrm>
        </p:grpSpPr>
        <p:sp>
          <p:nvSpPr>
            <p:cNvPr id="120" name="Freeform: Shape 119">
              <a:extLst>
                <a:ext uri="{FF2B5EF4-FFF2-40B4-BE49-F238E27FC236}">
                  <a16:creationId xmlns:a16="http://schemas.microsoft.com/office/drawing/2014/main" id="{5A1EB76F-80D1-47F3-AED0-A4C15DC4FB4B}"/>
                </a:ext>
              </a:extLst>
            </p:cNvPr>
            <p:cNvSpPr/>
            <p:nvPr/>
          </p:nvSpPr>
          <p:spPr>
            <a:xfrm>
              <a:off x="10971702" y="243966"/>
              <a:ext cx="379328" cy="523835"/>
            </a:xfrm>
            <a:custGeom>
              <a:avLst/>
              <a:gdLst>
                <a:gd name="connsiteX0" fmla="*/ 177742 w 200025"/>
                <a:gd name="connsiteY0" fmla="*/ 93536 h 276225"/>
                <a:gd name="connsiteX1" fmla="*/ 165265 w 200025"/>
                <a:gd name="connsiteY1" fmla="*/ 93536 h 276225"/>
                <a:gd name="connsiteX2" fmla="*/ 179171 w 200025"/>
                <a:gd name="connsiteY2" fmla="*/ 52674 h 276225"/>
                <a:gd name="connsiteX3" fmla="*/ 196602 w 200025"/>
                <a:gd name="connsiteY3" fmla="*/ 30290 h 276225"/>
                <a:gd name="connsiteX4" fmla="*/ 173457 w 200025"/>
                <a:gd name="connsiteY4" fmla="*/ 7144 h 276225"/>
                <a:gd name="connsiteX5" fmla="*/ 173266 w 200025"/>
                <a:gd name="connsiteY5" fmla="*/ 7145 h 276225"/>
                <a:gd name="connsiteX6" fmla="*/ 150120 w 200025"/>
                <a:gd name="connsiteY6" fmla="*/ 30290 h 276225"/>
                <a:gd name="connsiteX7" fmla="*/ 154216 w 200025"/>
                <a:gd name="connsiteY7" fmla="*/ 42768 h 276225"/>
                <a:gd name="connsiteX8" fmla="*/ 136975 w 200025"/>
                <a:gd name="connsiteY8" fmla="*/ 93536 h 276225"/>
                <a:gd name="connsiteX9" fmla="*/ 19913 w 200025"/>
                <a:gd name="connsiteY9" fmla="*/ 93536 h 276225"/>
                <a:gd name="connsiteX10" fmla="*/ 7150 w 200025"/>
                <a:gd name="connsiteY10" fmla="*/ 106395 h 276225"/>
                <a:gd name="connsiteX11" fmla="*/ 7150 w 200025"/>
                <a:gd name="connsiteY11" fmla="*/ 107824 h 276225"/>
                <a:gd name="connsiteX12" fmla="*/ 19913 w 200025"/>
                <a:gd name="connsiteY12" fmla="*/ 120587 h 276225"/>
                <a:gd name="connsiteX13" fmla="*/ 25723 w 200025"/>
                <a:gd name="connsiteY13" fmla="*/ 120587 h 276225"/>
                <a:gd name="connsiteX14" fmla="*/ 25723 w 200025"/>
                <a:gd name="connsiteY14" fmla="*/ 121254 h 276225"/>
                <a:gd name="connsiteX15" fmla="*/ 41154 w 200025"/>
                <a:gd name="connsiteY15" fmla="*/ 184595 h 276225"/>
                <a:gd name="connsiteX16" fmla="*/ 25723 w 200025"/>
                <a:gd name="connsiteY16" fmla="*/ 247841 h 276225"/>
                <a:gd name="connsiteX17" fmla="*/ 25723 w 200025"/>
                <a:gd name="connsiteY17" fmla="*/ 248508 h 276225"/>
                <a:gd name="connsiteX18" fmla="*/ 19913 w 200025"/>
                <a:gd name="connsiteY18" fmla="*/ 248508 h 276225"/>
                <a:gd name="connsiteX19" fmla="*/ 7150 w 200025"/>
                <a:gd name="connsiteY19" fmla="*/ 261272 h 276225"/>
                <a:gd name="connsiteX20" fmla="*/ 7150 w 200025"/>
                <a:gd name="connsiteY20" fmla="*/ 262796 h 276225"/>
                <a:gd name="connsiteX21" fmla="*/ 19526 w 200025"/>
                <a:gd name="connsiteY21" fmla="*/ 275934 h 276225"/>
                <a:gd name="connsiteX22" fmla="*/ 19913 w 200025"/>
                <a:gd name="connsiteY22" fmla="*/ 275940 h 276225"/>
                <a:gd name="connsiteX23" fmla="*/ 177742 w 200025"/>
                <a:gd name="connsiteY23" fmla="*/ 275940 h 276225"/>
                <a:gd name="connsiteX24" fmla="*/ 190506 w 200025"/>
                <a:gd name="connsiteY24" fmla="*/ 263177 h 276225"/>
                <a:gd name="connsiteX25" fmla="*/ 190506 w 200025"/>
                <a:gd name="connsiteY25" fmla="*/ 261653 h 276225"/>
                <a:gd name="connsiteX26" fmla="*/ 177742 w 200025"/>
                <a:gd name="connsiteY26" fmla="*/ 248889 h 276225"/>
                <a:gd name="connsiteX27" fmla="*/ 172027 w 200025"/>
                <a:gd name="connsiteY27" fmla="*/ 248889 h 276225"/>
                <a:gd name="connsiteX28" fmla="*/ 172027 w 200025"/>
                <a:gd name="connsiteY28" fmla="*/ 248222 h 276225"/>
                <a:gd name="connsiteX29" fmla="*/ 156597 w 200025"/>
                <a:gd name="connsiteY29" fmla="*/ 184976 h 276225"/>
                <a:gd name="connsiteX30" fmla="*/ 172027 w 200025"/>
                <a:gd name="connsiteY30" fmla="*/ 121635 h 276225"/>
                <a:gd name="connsiteX31" fmla="*/ 172027 w 200025"/>
                <a:gd name="connsiteY31" fmla="*/ 120968 h 276225"/>
                <a:gd name="connsiteX32" fmla="*/ 177742 w 200025"/>
                <a:gd name="connsiteY32" fmla="*/ 120968 h 276225"/>
                <a:gd name="connsiteX33" fmla="*/ 190506 w 200025"/>
                <a:gd name="connsiteY33" fmla="*/ 108205 h 276225"/>
                <a:gd name="connsiteX34" fmla="*/ 190506 w 200025"/>
                <a:gd name="connsiteY34" fmla="*/ 106776 h 276225"/>
                <a:gd name="connsiteX35" fmla="*/ 178034 w 200025"/>
                <a:gd name="connsiteY35" fmla="*/ 93542 h 276225"/>
                <a:gd name="connsiteX36" fmla="*/ 177742 w 200025"/>
                <a:gd name="connsiteY36" fmla="*/ 93536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0025" h="276225">
                  <a:moveTo>
                    <a:pt x="177742" y="93536"/>
                  </a:moveTo>
                  <a:lnTo>
                    <a:pt x="165265" y="93536"/>
                  </a:lnTo>
                  <a:lnTo>
                    <a:pt x="179171" y="52674"/>
                  </a:lnTo>
                  <a:cubicBezTo>
                    <a:pt x="189429" y="50095"/>
                    <a:pt x="196615" y="40867"/>
                    <a:pt x="196602" y="30290"/>
                  </a:cubicBezTo>
                  <a:cubicBezTo>
                    <a:pt x="196602" y="17507"/>
                    <a:pt x="186240" y="7144"/>
                    <a:pt x="173457" y="7144"/>
                  </a:cubicBezTo>
                  <a:cubicBezTo>
                    <a:pt x="173393" y="7144"/>
                    <a:pt x="173329" y="7144"/>
                    <a:pt x="173266" y="7145"/>
                  </a:cubicBezTo>
                  <a:cubicBezTo>
                    <a:pt x="160483" y="7145"/>
                    <a:pt x="150120" y="17507"/>
                    <a:pt x="150120" y="30290"/>
                  </a:cubicBezTo>
                  <a:cubicBezTo>
                    <a:pt x="150262" y="34756"/>
                    <a:pt x="151684" y="39087"/>
                    <a:pt x="154216" y="42768"/>
                  </a:cubicBezTo>
                  <a:lnTo>
                    <a:pt x="136975" y="93536"/>
                  </a:lnTo>
                  <a:lnTo>
                    <a:pt x="19913" y="93536"/>
                  </a:lnTo>
                  <a:cubicBezTo>
                    <a:pt x="12849" y="93589"/>
                    <a:pt x="7149" y="99330"/>
                    <a:pt x="7150" y="106395"/>
                  </a:cubicBezTo>
                  <a:lnTo>
                    <a:pt x="7150" y="107824"/>
                  </a:lnTo>
                  <a:cubicBezTo>
                    <a:pt x="7150" y="114873"/>
                    <a:pt x="12864" y="120587"/>
                    <a:pt x="19913" y="120587"/>
                  </a:cubicBezTo>
                  <a:lnTo>
                    <a:pt x="25723" y="120587"/>
                  </a:lnTo>
                  <a:lnTo>
                    <a:pt x="25723" y="121254"/>
                  </a:lnTo>
                  <a:cubicBezTo>
                    <a:pt x="36402" y="140622"/>
                    <a:pt x="41728" y="162486"/>
                    <a:pt x="41154" y="184595"/>
                  </a:cubicBezTo>
                  <a:cubicBezTo>
                    <a:pt x="41744" y="206676"/>
                    <a:pt x="36416" y="228513"/>
                    <a:pt x="25723" y="247841"/>
                  </a:cubicBezTo>
                  <a:lnTo>
                    <a:pt x="25723" y="248508"/>
                  </a:lnTo>
                  <a:lnTo>
                    <a:pt x="19913" y="248508"/>
                  </a:lnTo>
                  <a:cubicBezTo>
                    <a:pt x="12886" y="248560"/>
                    <a:pt x="7201" y="254244"/>
                    <a:pt x="7150" y="261272"/>
                  </a:cubicBezTo>
                  <a:lnTo>
                    <a:pt x="7150" y="262796"/>
                  </a:lnTo>
                  <a:cubicBezTo>
                    <a:pt x="6939" y="269841"/>
                    <a:pt x="12480" y="275724"/>
                    <a:pt x="19526" y="275934"/>
                  </a:cubicBezTo>
                  <a:cubicBezTo>
                    <a:pt x="19655" y="275938"/>
                    <a:pt x="19784" y="275940"/>
                    <a:pt x="19913" y="275940"/>
                  </a:cubicBezTo>
                  <a:lnTo>
                    <a:pt x="177742" y="275940"/>
                  </a:lnTo>
                  <a:cubicBezTo>
                    <a:pt x="184791" y="275940"/>
                    <a:pt x="190506" y="270226"/>
                    <a:pt x="190506" y="263177"/>
                  </a:cubicBezTo>
                  <a:lnTo>
                    <a:pt x="190506" y="261653"/>
                  </a:lnTo>
                  <a:cubicBezTo>
                    <a:pt x="190454" y="254625"/>
                    <a:pt x="184770" y="248941"/>
                    <a:pt x="177742" y="248889"/>
                  </a:cubicBezTo>
                  <a:lnTo>
                    <a:pt x="172027" y="248889"/>
                  </a:lnTo>
                  <a:lnTo>
                    <a:pt x="172027" y="248222"/>
                  </a:lnTo>
                  <a:cubicBezTo>
                    <a:pt x="161335" y="228894"/>
                    <a:pt x="156007" y="207057"/>
                    <a:pt x="156597" y="184976"/>
                  </a:cubicBezTo>
                  <a:cubicBezTo>
                    <a:pt x="156022" y="162867"/>
                    <a:pt x="161349" y="141003"/>
                    <a:pt x="172027" y="121635"/>
                  </a:cubicBezTo>
                  <a:lnTo>
                    <a:pt x="172027" y="120968"/>
                  </a:lnTo>
                  <a:lnTo>
                    <a:pt x="177742" y="120968"/>
                  </a:lnTo>
                  <a:cubicBezTo>
                    <a:pt x="184791" y="120968"/>
                    <a:pt x="190506" y="115254"/>
                    <a:pt x="190506" y="108205"/>
                  </a:cubicBezTo>
                  <a:lnTo>
                    <a:pt x="190506" y="106776"/>
                  </a:lnTo>
                  <a:cubicBezTo>
                    <a:pt x="190716" y="99677"/>
                    <a:pt x="185133" y="93752"/>
                    <a:pt x="178034" y="93542"/>
                  </a:cubicBezTo>
                  <a:cubicBezTo>
                    <a:pt x="177937" y="93539"/>
                    <a:pt x="177840" y="93537"/>
                    <a:pt x="177742" y="93536"/>
                  </a:cubicBezTo>
                  <a:close/>
                </a:path>
              </a:pathLst>
            </a:custGeom>
            <a:solidFill>
              <a:srgbClr val="FFFFFF"/>
            </a:solid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07062DF7-4D09-4289-B519-26824946FB45}"/>
                </a:ext>
              </a:extLst>
            </p:cNvPr>
            <p:cNvSpPr/>
            <p:nvPr/>
          </p:nvSpPr>
          <p:spPr>
            <a:xfrm>
              <a:off x="11051914" y="594576"/>
              <a:ext cx="90316" cy="108380"/>
            </a:xfrm>
            <a:custGeom>
              <a:avLst/>
              <a:gdLst>
                <a:gd name="connsiteX0" fmla="*/ 42767 w 47625"/>
                <a:gd name="connsiteY0" fmla="*/ 43434 h 57150"/>
                <a:gd name="connsiteX1" fmla="*/ 16669 w 47625"/>
                <a:gd name="connsiteY1" fmla="*/ 14859 h 57150"/>
                <a:gd name="connsiteX2" fmla="*/ 42958 w 47625"/>
                <a:gd name="connsiteY2" fmla="*/ 14859 h 57150"/>
                <a:gd name="connsiteX3" fmla="*/ 42958 w 47625"/>
                <a:gd name="connsiteY3" fmla="*/ 7144 h 57150"/>
                <a:gd name="connsiteX4" fmla="*/ 7144 w 47625"/>
                <a:gd name="connsiteY4" fmla="*/ 7144 h 57150"/>
                <a:gd name="connsiteX5" fmla="*/ 43244 w 47625"/>
                <a:gd name="connsiteY5" fmla="*/ 52578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25" h="57150">
                  <a:moveTo>
                    <a:pt x="42767" y="43434"/>
                  </a:moveTo>
                  <a:cubicBezTo>
                    <a:pt x="29871" y="38821"/>
                    <a:pt x="20097" y="28119"/>
                    <a:pt x="16669" y="14859"/>
                  </a:cubicBezTo>
                  <a:lnTo>
                    <a:pt x="42958" y="14859"/>
                  </a:lnTo>
                  <a:lnTo>
                    <a:pt x="42958" y="7144"/>
                  </a:lnTo>
                  <a:lnTo>
                    <a:pt x="7144" y="7144"/>
                  </a:lnTo>
                  <a:cubicBezTo>
                    <a:pt x="8232" y="28447"/>
                    <a:pt x="22738" y="46703"/>
                    <a:pt x="43244" y="52578"/>
                  </a:cubicBezTo>
                  <a:close/>
                </a:path>
              </a:pathLst>
            </a:custGeom>
            <a:solidFill>
              <a:srgbClr val="0055A5"/>
            </a:solid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AA81E50F-AAD3-45B7-A10A-65F49E9FD6C2}"/>
                </a:ext>
              </a:extLst>
            </p:cNvPr>
            <p:cNvSpPr/>
            <p:nvPr/>
          </p:nvSpPr>
          <p:spPr>
            <a:xfrm>
              <a:off x="11124168" y="593313"/>
              <a:ext cx="36127" cy="108380"/>
            </a:xfrm>
            <a:custGeom>
              <a:avLst/>
              <a:gdLst>
                <a:gd name="connsiteX0" fmla="*/ 7144 w 19050"/>
                <a:gd name="connsiteY0" fmla="*/ 7620 h 57150"/>
                <a:gd name="connsiteX1" fmla="*/ 7144 w 19050"/>
                <a:gd name="connsiteY1" fmla="*/ 53626 h 57150"/>
                <a:gd name="connsiteX2" fmla="*/ 15335 w 19050"/>
                <a:gd name="connsiteY2" fmla="*/ 54769 h 57150"/>
                <a:gd name="connsiteX3" fmla="*/ 15335 w 19050"/>
                <a:gd name="connsiteY3" fmla="*/ 7144 h 57150"/>
              </a:gdLst>
              <a:ahLst/>
              <a:cxnLst>
                <a:cxn ang="0">
                  <a:pos x="connsiteX0" y="connsiteY0"/>
                </a:cxn>
                <a:cxn ang="0">
                  <a:pos x="connsiteX1" y="connsiteY1"/>
                </a:cxn>
                <a:cxn ang="0">
                  <a:pos x="connsiteX2" y="connsiteY2"/>
                </a:cxn>
                <a:cxn ang="0">
                  <a:pos x="connsiteX3" y="connsiteY3"/>
                </a:cxn>
              </a:cxnLst>
              <a:rect l="l" t="t" r="r" b="b"/>
              <a:pathLst>
                <a:path w="19050" h="57150">
                  <a:moveTo>
                    <a:pt x="7144" y="7620"/>
                  </a:moveTo>
                  <a:lnTo>
                    <a:pt x="7144" y="53626"/>
                  </a:lnTo>
                  <a:cubicBezTo>
                    <a:pt x="9827" y="54293"/>
                    <a:pt x="12572" y="54676"/>
                    <a:pt x="15335" y="54769"/>
                  </a:cubicBezTo>
                  <a:lnTo>
                    <a:pt x="15335" y="7144"/>
                  </a:lnTo>
                  <a:close/>
                </a:path>
              </a:pathLst>
            </a:custGeom>
            <a:solidFill>
              <a:srgbClr val="ED174F"/>
            </a:solid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25BD4E3B-95A6-47D9-8CC0-A2564798CEE3}"/>
                </a:ext>
              </a:extLst>
            </p:cNvPr>
            <p:cNvSpPr/>
            <p:nvPr/>
          </p:nvSpPr>
          <p:spPr>
            <a:xfrm>
              <a:off x="11152166" y="495228"/>
              <a:ext cx="108380" cy="198696"/>
            </a:xfrm>
            <a:custGeom>
              <a:avLst/>
              <a:gdLst>
                <a:gd name="connsiteX0" fmla="*/ 14954 w 57150"/>
                <a:gd name="connsiteY0" fmla="*/ 8192 h 104775"/>
                <a:gd name="connsiteX1" fmla="*/ 14954 w 57150"/>
                <a:gd name="connsiteY1" fmla="*/ 8192 h 104775"/>
                <a:gd name="connsiteX2" fmla="*/ 7144 w 57150"/>
                <a:gd name="connsiteY2" fmla="*/ 7144 h 104775"/>
                <a:gd name="connsiteX3" fmla="*/ 7144 w 57150"/>
                <a:gd name="connsiteY3" fmla="*/ 8192 h 104775"/>
                <a:gd name="connsiteX4" fmla="*/ 7144 w 57150"/>
                <a:gd name="connsiteY4" fmla="*/ 8192 h 104775"/>
                <a:gd name="connsiteX5" fmla="*/ 7144 w 57150"/>
                <a:gd name="connsiteY5" fmla="*/ 103442 h 104775"/>
                <a:gd name="connsiteX6" fmla="*/ 7144 w 57150"/>
                <a:gd name="connsiteY6" fmla="*/ 103442 h 104775"/>
                <a:gd name="connsiteX7" fmla="*/ 7144 w 57150"/>
                <a:gd name="connsiteY7" fmla="*/ 106775 h 104775"/>
                <a:gd name="connsiteX8" fmla="*/ 53912 w 57150"/>
                <a:gd name="connsiteY8" fmla="*/ 56960 h 104775"/>
                <a:gd name="connsiteX9" fmla="*/ 14954 w 57150"/>
                <a:gd name="connsiteY9" fmla="*/ 8192 h 104775"/>
                <a:gd name="connsiteX10" fmla="*/ 14954 w 57150"/>
                <a:gd name="connsiteY10" fmla="*/ 96584 h 104775"/>
                <a:gd name="connsiteX11" fmla="*/ 14954 w 57150"/>
                <a:gd name="connsiteY11" fmla="*/ 17050 h 104775"/>
                <a:gd name="connsiteX12" fmla="*/ 45053 w 57150"/>
                <a:gd name="connsiteY12" fmla="*/ 56769 h 104775"/>
                <a:gd name="connsiteX13" fmla="*/ 14954 w 57150"/>
                <a:gd name="connsiteY13" fmla="*/ 96584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150" h="104775">
                  <a:moveTo>
                    <a:pt x="14954" y="8192"/>
                  </a:moveTo>
                  <a:lnTo>
                    <a:pt x="14954" y="8192"/>
                  </a:lnTo>
                  <a:cubicBezTo>
                    <a:pt x="12389" y="7603"/>
                    <a:pt x="9774" y="7252"/>
                    <a:pt x="7144" y="7144"/>
                  </a:cubicBezTo>
                  <a:lnTo>
                    <a:pt x="7144" y="8192"/>
                  </a:lnTo>
                  <a:lnTo>
                    <a:pt x="7144" y="8192"/>
                  </a:lnTo>
                  <a:lnTo>
                    <a:pt x="7144" y="103442"/>
                  </a:lnTo>
                  <a:lnTo>
                    <a:pt x="7144" y="103442"/>
                  </a:lnTo>
                  <a:lnTo>
                    <a:pt x="7144" y="106775"/>
                  </a:lnTo>
                  <a:cubicBezTo>
                    <a:pt x="33438" y="105116"/>
                    <a:pt x="53914" y="83306"/>
                    <a:pt x="53912" y="56960"/>
                  </a:cubicBezTo>
                  <a:cubicBezTo>
                    <a:pt x="53946" y="33587"/>
                    <a:pt x="37757" y="13321"/>
                    <a:pt x="14954" y="8192"/>
                  </a:cubicBezTo>
                  <a:close/>
                  <a:moveTo>
                    <a:pt x="14954" y="96584"/>
                  </a:moveTo>
                  <a:lnTo>
                    <a:pt x="14954" y="17050"/>
                  </a:lnTo>
                  <a:cubicBezTo>
                    <a:pt x="32737" y="22074"/>
                    <a:pt x="45026" y="38290"/>
                    <a:pt x="45053" y="56769"/>
                  </a:cubicBezTo>
                  <a:cubicBezTo>
                    <a:pt x="45036" y="75273"/>
                    <a:pt x="32752" y="91522"/>
                    <a:pt x="14954" y="96584"/>
                  </a:cubicBezTo>
                  <a:close/>
                </a:path>
              </a:pathLst>
            </a:custGeom>
            <a:solidFill>
              <a:srgbClr val="ED174F"/>
            </a:solid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E530307-34A9-48FA-A5F7-17F35DA8E410}"/>
                </a:ext>
              </a:extLst>
            </p:cNvPr>
            <p:cNvSpPr/>
            <p:nvPr/>
          </p:nvSpPr>
          <p:spPr>
            <a:xfrm>
              <a:off x="11051914" y="495589"/>
              <a:ext cx="108380" cy="108380"/>
            </a:xfrm>
            <a:custGeom>
              <a:avLst/>
              <a:gdLst>
                <a:gd name="connsiteX0" fmla="*/ 53816 w 57150"/>
                <a:gd name="connsiteY0" fmla="*/ 53531 h 57150"/>
                <a:gd name="connsiteX1" fmla="*/ 53816 w 57150"/>
                <a:gd name="connsiteY1" fmla="*/ 45244 h 57150"/>
                <a:gd name="connsiteX2" fmla="*/ 53816 w 57150"/>
                <a:gd name="connsiteY2" fmla="*/ 45244 h 57150"/>
                <a:gd name="connsiteX3" fmla="*/ 53816 w 57150"/>
                <a:gd name="connsiteY3" fmla="*/ 7144 h 57150"/>
                <a:gd name="connsiteX4" fmla="*/ 7144 w 57150"/>
                <a:gd name="connsiteY4" fmla="*/ 53531 h 57150"/>
                <a:gd name="connsiteX5" fmla="*/ 53816 w 57150"/>
                <a:gd name="connsiteY5" fmla="*/ 53531 h 57150"/>
                <a:gd name="connsiteX6" fmla="*/ 45244 w 57150"/>
                <a:gd name="connsiteY6" fmla="*/ 16669 h 57150"/>
                <a:gd name="connsiteX7" fmla="*/ 45244 w 57150"/>
                <a:gd name="connsiteY7" fmla="*/ 45244 h 57150"/>
                <a:gd name="connsiteX8" fmla="*/ 16669 w 57150"/>
                <a:gd name="connsiteY8" fmla="*/ 45244 h 57150"/>
                <a:gd name="connsiteX9" fmla="*/ 45244 w 57150"/>
                <a:gd name="connsiteY9" fmla="*/ 166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50" h="57150">
                  <a:moveTo>
                    <a:pt x="53816" y="53531"/>
                  </a:moveTo>
                  <a:lnTo>
                    <a:pt x="53816" y="45244"/>
                  </a:lnTo>
                  <a:lnTo>
                    <a:pt x="53816" y="45244"/>
                  </a:lnTo>
                  <a:lnTo>
                    <a:pt x="53816" y="7144"/>
                  </a:lnTo>
                  <a:cubicBezTo>
                    <a:pt x="28825" y="8709"/>
                    <a:pt x="8863" y="28550"/>
                    <a:pt x="7144" y="53531"/>
                  </a:cubicBezTo>
                  <a:lnTo>
                    <a:pt x="53816" y="53531"/>
                  </a:lnTo>
                  <a:close/>
                  <a:moveTo>
                    <a:pt x="45244" y="16669"/>
                  </a:moveTo>
                  <a:lnTo>
                    <a:pt x="45244" y="45244"/>
                  </a:lnTo>
                  <a:lnTo>
                    <a:pt x="16669" y="45244"/>
                  </a:lnTo>
                  <a:cubicBezTo>
                    <a:pt x="20605" y="31414"/>
                    <a:pt x="31414" y="20605"/>
                    <a:pt x="45244" y="16669"/>
                  </a:cubicBezTo>
                  <a:close/>
                </a:path>
              </a:pathLst>
            </a:custGeom>
            <a:solidFill>
              <a:srgbClr val="ED174F"/>
            </a:solid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501022F3-7047-4695-9B19-DFD52928A5AF}"/>
                </a:ext>
              </a:extLst>
            </p:cNvPr>
            <p:cNvSpPr/>
            <p:nvPr/>
          </p:nvSpPr>
          <p:spPr>
            <a:xfrm>
              <a:off x="11357545" y="416827"/>
              <a:ext cx="108380" cy="234823"/>
            </a:xfrm>
            <a:custGeom>
              <a:avLst/>
              <a:gdLst>
                <a:gd name="connsiteX0" fmla="*/ 7144 w 57150"/>
                <a:gd name="connsiteY0" fmla="*/ 120209 h 123825"/>
                <a:gd name="connsiteX1" fmla="*/ 7144 w 57150"/>
                <a:gd name="connsiteY1" fmla="*/ 7147 h 123825"/>
                <a:gd name="connsiteX2" fmla="*/ 14573 w 57150"/>
                <a:gd name="connsiteY2" fmla="*/ 7147 h 123825"/>
                <a:gd name="connsiteX3" fmla="*/ 46006 w 57150"/>
                <a:gd name="connsiteY3" fmla="*/ 20387 h 123825"/>
                <a:gd name="connsiteX4" fmla="*/ 59055 w 57150"/>
                <a:gd name="connsiteY4" fmla="*/ 52772 h 123825"/>
                <a:gd name="connsiteX5" fmla="*/ 53435 w 57150"/>
                <a:gd name="connsiteY5" fmla="*/ 74584 h 123825"/>
                <a:gd name="connsiteX6" fmla="*/ 38481 w 57150"/>
                <a:gd name="connsiteY6" fmla="*/ 91158 h 123825"/>
                <a:gd name="connsiteX7" fmla="*/ 15145 w 57150"/>
                <a:gd name="connsiteY7" fmla="*/ 98873 h 123825"/>
                <a:gd name="connsiteX8" fmla="*/ 15145 w 57150"/>
                <a:gd name="connsiteY8" fmla="*/ 120209 h 123825"/>
                <a:gd name="connsiteX9" fmla="*/ 15431 w 57150"/>
                <a:gd name="connsiteY9" fmla="*/ 15434 h 123825"/>
                <a:gd name="connsiteX10" fmla="*/ 15431 w 57150"/>
                <a:gd name="connsiteY10" fmla="*/ 90777 h 123825"/>
                <a:gd name="connsiteX11" fmla="*/ 40958 w 57150"/>
                <a:gd name="connsiteY11" fmla="*/ 78870 h 123825"/>
                <a:gd name="connsiteX12" fmla="*/ 51054 w 57150"/>
                <a:gd name="connsiteY12" fmla="*/ 52962 h 123825"/>
                <a:gd name="connsiteX13" fmla="*/ 36481 w 57150"/>
                <a:gd name="connsiteY13" fmla="*/ 22863 h 123825"/>
                <a:gd name="connsiteX14" fmla="*/ 15431 w 57150"/>
                <a:gd name="connsiteY14" fmla="*/ 15053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50" h="123825">
                  <a:moveTo>
                    <a:pt x="7144" y="120209"/>
                  </a:moveTo>
                  <a:lnTo>
                    <a:pt x="7144" y="7147"/>
                  </a:lnTo>
                  <a:lnTo>
                    <a:pt x="14573" y="7147"/>
                  </a:lnTo>
                  <a:cubicBezTo>
                    <a:pt x="26436" y="6999"/>
                    <a:pt x="37824" y="11796"/>
                    <a:pt x="46006" y="20387"/>
                  </a:cubicBezTo>
                  <a:cubicBezTo>
                    <a:pt x="54587" y="28952"/>
                    <a:pt x="59301" y="40649"/>
                    <a:pt x="59055" y="52772"/>
                  </a:cubicBezTo>
                  <a:cubicBezTo>
                    <a:pt x="59093" y="60405"/>
                    <a:pt x="57157" y="67919"/>
                    <a:pt x="53435" y="74584"/>
                  </a:cubicBezTo>
                  <a:cubicBezTo>
                    <a:pt x="49951" y="81297"/>
                    <a:pt x="44802" y="87004"/>
                    <a:pt x="38481" y="91158"/>
                  </a:cubicBezTo>
                  <a:cubicBezTo>
                    <a:pt x="31410" y="95514"/>
                    <a:pt x="23419" y="98156"/>
                    <a:pt x="15145" y="98873"/>
                  </a:cubicBezTo>
                  <a:lnTo>
                    <a:pt x="15145" y="120209"/>
                  </a:lnTo>
                  <a:close/>
                  <a:moveTo>
                    <a:pt x="15431" y="15434"/>
                  </a:moveTo>
                  <a:lnTo>
                    <a:pt x="15431" y="90777"/>
                  </a:lnTo>
                  <a:cubicBezTo>
                    <a:pt x="25148" y="90214"/>
                    <a:pt x="34282" y="85954"/>
                    <a:pt x="40958" y="78870"/>
                  </a:cubicBezTo>
                  <a:cubicBezTo>
                    <a:pt x="47638" y="71923"/>
                    <a:pt x="51272" y="62598"/>
                    <a:pt x="51054" y="52962"/>
                  </a:cubicBezTo>
                  <a:cubicBezTo>
                    <a:pt x="51517" y="41127"/>
                    <a:pt x="46052" y="29840"/>
                    <a:pt x="36481" y="22863"/>
                  </a:cubicBezTo>
                  <a:cubicBezTo>
                    <a:pt x="30324" y="18359"/>
                    <a:pt x="23036" y="15655"/>
                    <a:pt x="15431" y="15053"/>
                  </a:cubicBezTo>
                  <a:close/>
                </a:path>
              </a:pathLst>
            </a:custGeom>
            <a:solidFill>
              <a:srgbClr val="FFFFFF"/>
            </a:solid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40D87325-00F3-4FDF-A0CE-B3A5DBEC3AA8}"/>
                </a:ext>
              </a:extLst>
            </p:cNvPr>
            <p:cNvSpPr/>
            <p:nvPr/>
          </p:nvSpPr>
          <p:spPr>
            <a:xfrm>
              <a:off x="11356240" y="413040"/>
              <a:ext cx="126443" cy="234823"/>
            </a:xfrm>
            <a:custGeom>
              <a:avLst/>
              <a:gdLst>
                <a:gd name="connsiteX0" fmla="*/ 7832 w 66675"/>
                <a:gd name="connsiteY0" fmla="*/ 122206 h 123825"/>
                <a:gd name="connsiteX1" fmla="*/ 7355 w 66675"/>
                <a:gd name="connsiteY1" fmla="*/ 93631 h 123825"/>
                <a:gd name="connsiteX2" fmla="*/ 7355 w 66675"/>
                <a:gd name="connsiteY2" fmla="*/ 65056 h 123825"/>
                <a:gd name="connsiteX3" fmla="*/ 7355 w 66675"/>
                <a:gd name="connsiteY3" fmla="*/ 36481 h 123825"/>
                <a:gd name="connsiteX4" fmla="*/ 7355 w 66675"/>
                <a:gd name="connsiteY4" fmla="*/ 7144 h 123825"/>
                <a:gd name="connsiteX5" fmla="*/ 8498 w 66675"/>
                <a:gd name="connsiteY5" fmla="*/ 7144 h 123825"/>
                <a:gd name="connsiteX6" fmla="*/ 18023 w 66675"/>
                <a:gd name="connsiteY6" fmla="*/ 7144 h 123825"/>
                <a:gd name="connsiteX7" fmla="*/ 27548 w 66675"/>
                <a:gd name="connsiteY7" fmla="*/ 8382 h 123825"/>
                <a:gd name="connsiteX8" fmla="*/ 44503 w 66675"/>
                <a:gd name="connsiteY8" fmla="*/ 16859 h 123825"/>
                <a:gd name="connsiteX9" fmla="*/ 51361 w 66675"/>
                <a:gd name="connsiteY9" fmla="*/ 23527 h 123825"/>
                <a:gd name="connsiteX10" fmla="*/ 56695 w 66675"/>
                <a:gd name="connsiteY10" fmla="*/ 31337 h 123825"/>
                <a:gd name="connsiteX11" fmla="*/ 61934 w 66675"/>
                <a:gd name="connsiteY11" fmla="*/ 49530 h 123825"/>
                <a:gd name="connsiteX12" fmla="*/ 61934 w 66675"/>
                <a:gd name="connsiteY12" fmla="*/ 59055 h 123825"/>
                <a:gd name="connsiteX13" fmla="*/ 59838 w 66675"/>
                <a:gd name="connsiteY13" fmla="*/ 68580 h 123825"/>
                <a:gd name="connsiteX14" fmla="*/ 55933 w 66675"/>
                <a:gd name="connsiteY14" fmla="*/ 77248 h 123825"/>
                <a:gd name="connsiteX15" fmla="*/ 50504 w 66675"/>
                <a:gd name="connsiteY15" fmla="*/ 84963 h 123825"/>
                <a:gd name="connsiteX16" fmla="*/ 43550 w 66675"/>
                <a:gd name="connsiteY16" fmla="*/ 91440 h 123825"/>
                <a:gd name="connsiteX17" fmla="*/ 39550 w 66675"/>
                <a:gd name="connsiteY17" fmla="*/ 94012 h 123825"/>
                <a:gd name="connsiteX18" fmla="*/ 35359 w 66675"/>
                <a:gd name="connsiteY18" fmla="*/ 96203 h 123825"/>
                <a:gd name="connsiteX19" fmla="*/ 26501 w 66675"/>
                <a:gd name="connsiteY19" fmla="*/ 99251 h 123825"/>
                <a:gd name="connsiteX20" fmla="*/ 16976 w 66675"/>
                <a:gd name="connsiteY20" fmla="*/ 100775 h 123825"/>
                <a:gd name="connsiteX21" fmla="*/ 16976 w 66675"/>
                <a:gd name="connsiteY21" fmla="*/ 100775 h 123825"/>
                <a:gd name="connsiteX22" fmla="*/ 16976 w 66675"/>
                <a:gd name="connsiteY22" fmla="*/ 122111 h 123825"/>
                <a:gd name="connsiteX23" fmla="*/ 16976 w 66675"/>
                <a:gd name="connsiteY23" fmla="*/ 122111 h 123825"/>
                <a:gd name="connsiteX24" fmla="*/ 16976 w 66675"/>
                <a:gd name="connsiteY24" fmla="*/ 122111 h 123825"/>
                <a:gd name="connsiteX25" fmla="*/ 7832 w 66675"/>
                <a:gd name="connsiteY25" fmla="*/ 122206 h 123825"/>
                <a:gd name="connsiteX26" fmla="*/ 16118 w 66675"/>
                <a:gd name="connsiteY26" fmla="*/ 122206 h 123825"/>
                <a:gd name="connsiteX27" fmla="*/ 16118 w 66675"/>
                <a:gd name="connsiteY27" fmla="*/ 122206 h 123825"/>
                <a:gd name="connsiteX28" fmla="*/ 16118 w 66675"/>
                <a:gd name="connsiteY28" fmla="*/ 100870 h 123825"/>
                <a:gd name="connsiteX29" fmla="*/ 16118 w 66675"/>
                <a:gd name="connsiteY29" fmla="*/ 100394 h 123825"/>
                <a:gd name="connsiteX30" fmla="*/ 16118 w 66675"/>
                <a:gd name="connsiteY30" fmla="*/ 100394 h 123825"/>
                <a:gd name="connsiteX31" fmla="*/ 33835 w 66675"/>
                <a:gd name="connsiteY31" fmla="*/ 95441 h 123825"/>
                <a:gd name="connsiteX32" fmla="*/ 37835 w 66675"/>
                <a:gd name="connsiteY32" fmla="*/ 93345 h 123825"/>
                <a:gd name="connsiteX33" fmla="*/ 41550 w 66675"/>
                <a:gd name="connsiteY33" fmla="*/ 90678 h 123825"/>
                <a:gd name="connsiteX34" fmla="*/ 48122 w 66675"/>
                <a:gd name="connsiteY34" fmla="*/ 84392 h 123825"/>
                <a:gd name="connsiteX35" fmla="*/ 56885 w 66675"/>
                <a:gd name="connsiteY35" fmla="*/ 68485 h 123825"/>
                <a:gd name="connsiteX36" fmla="*/ 58790 w 66675"/>
                <a:gd name="connsiteY36" fmla="*/ 59627 h 123825"/>
                <a:gd name="connsiteX37" fmla="*/ 58790 w 66675"/>
                <a:gd name="connsiteY37" fmla="*/ 50578 h 123825"/>
                <a:gd name="connsiteX38" fmla="*/ 53647 w 66675"/>
                <a:gd name="connsiteY38" fmla="*/ 33338 h 123825"/>
                <a:gd name="connsiteX39" fmla="*/ 42026 w 66675"/>
                <a:gd name="connsiteY39" fmla="*/ 19621 h 123825"/>
                <a:gd name="connsiteX40" fmla="*/ 26024 w 66675"/>
                <a:gd name="connsiteY40" fmla="*/ 11525 h 123825"/>
                <a:gd name="connsiteX41" fmla="*/ 17071 w 66675"/>
                <a:gd name="connsiteY41" fmla="*/ 10287 h 123825"/>
                <a:gd name="connsiteX42" fmla="*/ 7546 w 66675"/>
                <a:gd name="connsiteY42" fmla="*/ 10287 h 123825"/>
                <a:gd name="connsiteX43" fmla="*/ 8689 w 66675"/>
                <a:gd name="connsiteY43" fmla="*/ 9144 h 123825"/>
                <a:gd name="connsiteX44" fmla="*/ 8689 w 66675"/>
                <a:gd name="connsiteY44" fmla="*/ 37719 h 123825"/>
                <a:gd name="connsiteX45" fmla="*/ 8689 w 66675"/>
                <a:gd name="connsiteY45" fmla="*/ 66294 h 123825"/>
                <a:gd name="connsiteX46" fmla="*/ 8689 w 66675"/>
                <a:gd name="connsiteY46" fmla="*/ 94869 h 123825"/>
                <a:gd name="connsiteX47" fmla="*/ 7832 w 66675"/>
                <a:gd name="connsiteY47" fmla="*/ 122206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675" h="123825">
                  <a:moveTo>
                    <a:pt x="7832" y="122206"/>
                  </a:moveTo>
                  <a:cubicBezTo>
                    <a:pt x="7832" y="112681"/>
                    <a:pt x="7832" y="103156"/>
                    <a:pt x="7355" y="93631"/>
                  </a:cubicBezTo>
                  <a:cubicBezTo>
                    <a:pt x="6879" y="84106"/>
                    <a:pt x="7355" y="74581"/>
                    <a:pt x="7355" y="65056"/>
                  </a:cubicBezTo>
                  <a:lnTo>
                    <a:pt x="7355" y="36481"/>
                  </a:lnTo>
                  <a:lnTo>
                    <a:pt x="7355" y="7144"/>
                  </a:lnTo>
                  <a:lnTo>
                    <a:pt x="8498" y="7144"/>
                  </a:lnTo>
                  <a:cubicBezTo>
                    <a:pt x="11546" y="7144"/>
                    <a:pt x="14690" y="7144"/>
                    <a:pt x="18023" y="7144"/>
                  </a:cubicBezTo>
                  <a:cubicBezTo>
                    <a:pt x="21233" y="7221"/>
                    <a:pt x="24426" y="7636"/>
                    <a:pt x="27548" y="8382"/>
                  </a:cubicBezTo>
                  <a:cubicBezTo>
                    <a:pt x="33788" y="9836"/>
                    <a:pt x="39596" y="12741"/>
                    <a:pt x="44503" y="16859"/>
                  </a:cubicBezTo>
                  <a:cubicBezTo>
                    <a:pt x="46995" y="18859"/>
                    <a:pt x="49292" y="21092"/>
                    <a:pt x="51361" y="23527"/>
                  </a:cubicBezTo>
                  <a:cubicBezTo>
                    <a:pt x="53386" y="25953"/>
                    <a:pt x="55172" y="28568"/>
                    <a:pt x="56695" y="31337"/>
                  </a:cubicBezTo>
                  <a:cubicBezTo>
                    <a:pt x="59697" y="36967"/>
                    <a:pt x="61481" y="43166"/>
                    <a:pt x="61934" y="49530"/>
                  </a:cubicBezTo>
                  <a:cubicBezTo>
                    <a:pt x="62267" y="52696"/>
                    <a:pt x="62267" y="55889"/>
                    <a:pt x="61934" y="59055"/>
                  </a:cubicBezTo>
                  <a:cubicBezTo>
                    <a:pt x="61596" y="62299"/>
                    <a:pt x="60893" y="65494"/>
                    <a:pt x="59838" y="68580"/>
                  </a:cubicBezTo>
                  <a:cubicBezTo>
                    <a:pt x="58871" y="71609"/>
                    <a:pt x="57561" y="74517"/>
                    <a:pt x="55933" y="77248"/>
                  </a:cubicBezTo>
                  <a:cubicBezTo>
                    <a:pt x="54376" y="79989"/>
                    <a:pt x="52558" y="82572"/>
                    <a:pt x="50504" y="84963"/>
                  </a:cubicBezTo>
                  <a:cubicBezTo>
                    <a:pt x="48398" y="87339"/>
                    <a:pt x="46070" y="89508"/>
                    <a:pt x="43550" y="91440"/>
                  </a:cubicBezTo>
                  <a:lnTo>
                    <a:pt x="39550" y="94012"/>
                  </a:lnTo>
                  <a:cubicBezTo>
                    <a:pt x="38204" y="94836"/>
                    <a:pt x="36804" y="95567"/>
                    <a:pt x="35359" y="96203"/>
                  </a:cubicBezTo>
                  <a:cubicBezTo>
                    <a:pt x="32511" y="97501"/>
                    <a:pt x="29545" y="98522"/>
                    <a:pt x="26501" y="99251"/>
                  </a:cubicBezTo>
                  <a:cubicBezTo>
                    <a:pt x="23370" y="100004"/>
                    <a:pt x="20185" y="100513"/>
                    <a:pt x="16976" y="100775"/>
                  </a:cubicBezTo>
                  <a:lnTo>
                    <a:pt x="16976" y="100775"/>
                  </a:lnTo>
                  <a:lnTo>
                    <a:pt x="16976" y="122111"/>
                  </a:lnTo>
                  <a:lnTo>
                    <a:pt x="16976" y="122111"/>
                  </a:lnTo>
                  <a:lnTo>
                    <a:pt x="16976" y="122111"/>
                  </a:lnTo>
                  <a:close/>
                  <a:moveTo>
                    <a:pt x="7832" y="122206"/>
                  </a:moveTo>
                  <a:lnTo>
                    <a:pt x="16118" y="122206"/>
                  </a:lnTo>
                  <a:lnTo>
                    <a:pt x="16118" y="122206"/>
                  </a:lnTo>
                  <a:lnTo>
                    <a:pt x="16118" y="100870"/>
                  </a:lnTo>
                  <a:lnTo>
                    <a:pt x="16118" y="100394"/>
                  </a:lnTo>
                  <a:lnTo>
                    <a:pt x="16118" y="100394"/>
                  </a:lnTo>
                  <a:cubicBezTo>
                    <a:pt x="22246" y="99678"/>
                    <a:pt x="28224" y="98007"/>
                    <a:pt x="33835" y="95441"/>
                  </a:cubicBezTo>
                  <a:cubicBezTo>
                    <a:pt x="35168" y="94774"/>
                    <a:pt x="36597" y="94107"/>
                    <a:pt x="37835" y="93345"/>
                  </a:cubicBezTo>
                  <a:cubicBezTo>
                    <a:pt x="39127" y="92533"/>
                    <a:pt x="40368" y="91643"/>
                    <a:pt x="41550" y="90678"/>
                  </a:cubicBezTo>
                  <a:cubicBezTo>
                    <a:pt x="43988" y="88857"/>
                    <a:pt x="46195" y="86746"/>
                    <a:pt x="48122" y="84392"/>
                  </a:cubicBezTo>
                  <a:cubicBezTo>
                    <a:pt x="52025" y="79692"/>
                    <a:pt x="54999" y="74294"/>
                    <a:pt x="56885" y="68485"/>
                  </a:cubicBezTo>
                  <a:cubicBezTo>
                    <a:pt x="57856" y="65614"/>
                    <a:pt x="58495" y="62642"/>
                    <a:pt x="58790" y="59627"/>
                  </a:cubicBezTo>
                  <a:cubicBezTo>
                    <a:pt x="59030" y="56615"/>
                    <a:pt x="59030" y="53589"/>
                    <a:pt x="58790" y="50578"/>
                  </a:cubicBezTo>
                  <a:cubicBezTo>
                    <a:pt x="58338" y="44528"/>
                    <a:pt x="56584" y="38646"/>
                    <a:pt x="53647" y="33338"/>
                  </a:cubicBezTo>
                  <a:cubicBezTo>
                    <a:pt x="50679" y="28069"/>
                    <a:pt x="46735" y="23414"/>
                    <a:pt x="42026" y="19621"/>
                  </a:cubicBezTo>
                  <a:cubicBezTo>
                    <a:pt x="37365" y="15760"/>
                    <a:pt x="31897" y="12994"/>
                    <a:pt x="26024" y="11525"/>
                  </a:cubicBezTo>
                  <a:cubicBezTo>
                    <a:pt x="23078" y="10873"/>
                    <a:pt x="20084" y="10459"/>
                    <a:pt x="17071" y="10287"/>
                  </a:cubicBezTo>
                  <a:lnTo>
                    <a:pt x="7546" y="10287"/>
                  </a:lnTo>
                  <a:lnTo>
                    <a:pt x="8689" y="9144"/>
                  </a:lnTo>
                  <a:lnTo>
                    <a:pt x="8689" y="37719"/>
                  </a:lnTo>
                  <a:lnTo>
                    <a:pt x="8689" y="66294"/>
                  </a:lnTo>
                  <a:cubicBezTo>
                    <a:pt x="8689" y="75819"/>
                    <a:pt x="8689" y="85344"/>
                    <a:pt x="8689" y="94869"/>
                  </a:cubicBezTo>
                  <a:cubicBezTo>
                    <a:pt x="8689" y="104394"/>
                    <a:pt x="8022" y="112776"/>
                    <a:pt x="7832" y="122206"/>
                  </a:cubicBezTo>
                  <a:close/>
                </a:path>
              </a:pathLst>
            </a:custGeom>
            <a:solidFill>
              <a:srgbClr val="FFFFFF"/>
            </a:solid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FF9832E4-CBD3-4A9D-8F32-D7CB4F0C2910}"/>
                </a:ext>
              </a:extLst>
            </p:cNvPr>
            <p:cNvSpPr/>
            <p:nvPr/>
          </p:nvSpPr>
          <p:spPr>
            <a:xfrm>
              <a:off x="11371092" y="431826"/>
              <a:ext cx="90316" cy="162570"/>
            </a:xfrm>
            <a:custGeom>
              <a:avLst/>
              <a:gdLst>
                <a:gd name="connsiteX0" fmla="*/ 8287 w 47625"/>
                <a:gd name="connsiteY0" fmla="*/ 7144 h 85725"/>
                <a:gd name="connsiteX1" fmla="*/ 8763 w 47625"/>
                <a:gd name="connsiteY1" fmla="*/ 26194 h 85725"/>
                <a:gd name="connsiteX2" fmla="*/ 8763 w 47625"/>
                <a:gd name="connsiteY2" fmla="*/ 45244 h 85725"/>
                <a:gd name="connsiteX3" fmla="*/ 8763 w 47625"/>
                <a:gd name="connsiteY3" fmla="*/ 64294 h 85725"/>
                <a:gd name="connsiteX4" fmla="*/ 8763 w 47625"/>
                <a:gd name="connsiteY4" fmla="*/ 83344 h 85725"/>
                <a:gd name="connsiteX5" fmla="*/ 8192 w 47625"/>
                <a:gd name="connsiteY5" fmla="*/ 81629 h 85725"/>
                <a:gd name="connsiteX6" fmla="*/ 21622 w 47625"/>
                <a:gd name="connsiteY6" fmla="*/ 78200 h 85725"/>
                <a:gd name="connsiteX7" fmla="*/ 32766 w 47625"/>
                <a:gd name="connsiteY7" fmla="*/ 70199 h 85725"/>
                <a:gd name="connsiteX8" fmla="*/ 37147 w 47625"/>
                <a:gd name="connsiteY8" fmla="*/ 64770 h 85725"/>
                <a:gd name="connsiteX9" fmla="*/ 40291 w 47625"/>
                <a:gd name="connsiteY9" fmla="*/ 58674 h 85725"/>
                <a:gd name="connsiteX10" fmla="*/ 42863 w 47625"/>
                <a:gd name="connsiteY10" fmla="*/ 45149 h 85725"/>
                <a:gd name="connsiteX11" fmla="*/ 42386 w 47625"/>
                <a:gd name="connsiteY11" fmla="*/ 38195 h 85725"/>
                <a:gd name="connsiteX12" fmla="*/ 40672 w 47625"/>
                <a:gd name="connsiteY12" fmla="*/ 31433 h 85725"/>
                <a:gd name="connsiteX13" fmla="*/ 37528 w 47625"/>
                <a:gd name="connsiteY13" fmla="*/ 25146 h 85725"/>
                <a:gd name="connsiteX14" fmla="*/ 33242 w 47625"/>
                <a:gd name="connsiteY14" fmla="*/ 19717 h 85725"/>
                <a:gd name="connsiteX15" fmla="*/ 27908 w 47625"/>
                <a:gd name="connsiteY15" fmla="*/ 15050 h 85725"/>
                <a:gd name="connsiteX16" fmla="*/ 21907 w 47625"/>
                <a:gd name="connsiteY16" fmla="*/ 11430 h 85725"/>
                <a:gd name="connsiteX17" fmla="*/ 8287 w 47625"/>
                <a:gd name="connsiteY17" fmla="*/ 7144 h 85725"/>
                <a:gd name="connsiteX18" fmla="*/ 8287 w 47625"/>
                <a:gd name="connsiteY18" fmla="*/ 7144 h 85725"/>
                <a:gd name="connsiteX19" fmla="*/ 22193 w 47625"/>
                <a:gd name="connsiteY19" fmla="*/ 10382 h 85725"/>
                <a:gd name="connsiteX20" fmla="*/ 28575 w 47625"/>
                <a:gd name="connsiteY20" fmla="*/ 13811 h 85725"/>
                <a:gd name="connsiteX21" fmla="*/ 34195 w 47625"/>
                <a:gd name="connsiteY21" fmla="*/ 18479 h 85725"/>
                <a:gd name="connsiteX22" fmla="*/ 38862 w 47625"/>
                <a:gd name="connsiteY22" fmla="*/ 24479 h 85725"/>
                <a:gd name="connsiteX23" fmla="*/ 42291 w 47625"/>
                <a:gd name="connsiteY23" fmla="*/ 30956 h 85725"/>
                <a:gd name="connsiteX24" fmla="*/ 44291 w 47625"/>
                <a:gd name="connsiteY24" fmla="*/ 38005 h 85725"/>
                <a:gd name="connsiteX25" fmla="*/ 44958 w 47625"/>
                <a:gd name="connsiteY25" fmla="*/ 45339 h 85725"/>
                <a:gd name="connsiteX26" fmla="*/ 42386 w 47625"/>
                <a:gd name="connsiteY26" fmla="*/ 59722 h 85725"/>
                <a:gd name="connsiteX27" fmla="*/ 39053 w 47625"/>
                <a:gd name="connsiteY27" fmla="*/ 66294 h 85725"/>
                <a:gd name="connsiteX28" fmla="*/ 34576 w 47625"/>
                <a:gd name="connsiteY28" fmla="*/ 72104 h 85725"/>
                <a:gd name="connsiteX29" fmla="*/ 28956 w 47625"/>
                <a:gd name="connsiteY29" fmla="*/ 76962 h 85725"/>
                <a:gd name="connsiteX30" fmla="*/ 22574 w 47625"/>
                <a:gd name="connsiteY30" fmla="*/ 80582 h 85725"/>
                <a:gd name="connsiteX31" fmla="*/ 8382 w 47625"/>
                <a:gd name="connsiteY31" fmla="*/ 84106 h 85725"/>
                <a:gd name="connsiteX32" fmla="*/ 7144 w 47625"/>
                <a:gd name="connsiteY32" fmla="*/ 84106 h 85725"/>
                <a:gd name="connsiteX33" fmla="*/ 7144 w 47625"/>
                <a:gd name="connsiteY33" fmla="*/ 64008 h 85725"/>
                <a:gd name="connsiteX34" fmla="*/ 7144 w 47625"/>
                <a:gd name="connsiteY34" fmla="*/ 44958 h 85725"/>
                <a:gd name="connsiteX35" fmla="*/ 7144 w 47625"/>
                <a:gd name="connsiteY35" fmla="*/ 25908 h 85725"/>
                <a:gd name="connsiteX36" fmla="*/ 8287 w 47625"/>
                <a:gd name="connsiteY36"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7625" h="85725">
                  <a:moveTo>
                    <a:pt x="8287" y="7144"/>
                  </a:moveTo>
                  <a:cubicBezTo>
                    <a:pt x="8287" y="13430"/>
                    <a:pt x="8287" y="19717"/>
                    <a:pt x="8763" y="26194"/>
                  </a:cubicBezTo>
                  <a:cubicBezTo>
                    <a:pt x="9239" y="32671"/>
                    <a:pt x="8763" y="38767"/>
                    <a:pt x="8763" y="45244"/>
                  </a:cubicBezTo>
                  <a:cubicBezTo>
                    <a:pt x="8763" y="51721"/>
                    <a:pt x="8763" y="57721"/>
                    <a:pt x="8763" y="64294"/>
                  </a:cubicBezTo>
                  <a:lnTo>
                    <a:pt x="8763" y="83344"/>
                  </a:lnTo>
                  <a:lnTo>
                    <a:pt x="8192" y="81629"/>
                  </a:lnTo>
                  <a:cubicBezTo>
                    <a:pt x="12832" y="81267"/>
                    <a:pt x="17375" y="80107"/>
                    <a:pt x="21622" y="78200"/>
                  </a:cubicBezTo>
                  <a:cubicBezTo>
                    <a:pt x="25819" y="76278"/>
                    <a:pt x="29603" y="73561"/>
                    <a:pt x="32766" y="70199"/>
                  </a:cubicBezTo>
                  <a:cubicBezTo>
                    <a:pt x="34380" y="68519"/>
                    <a:pt x="35846" y="66702"/>
                    <a:pt x="37147" y="64770"/>
                  </a:cubicBezTo>
                  <a:cubicBezTo>
                    <a:pt x="38401" y="62851"/>
                    <a:pt x="39455" y="60808"/>
                    <a:pt x="40291" y="58674"/>
                  </a:cubicBezTo>
                  <a:cubicBezTo>
                    <a:pt x="41948" y="54355"/>
                    <a:pt x="42819" y="49774"/>
                    <a:pt x="42863" y="45149"/>
                  </a:cubicBezTo>
                  <a:cubicBezTo>
                    <a:pt x="42849" y="42823"/>
                    <a:pt x="42690" y="40501"/>
                    <a:pt x="42386" y="38195"/>
                  </a:cubicBezTo>
                  <a:cubicBezTo>
                    <a:pt x="42018" y="35894"/>
                    <a:pt x="41444" y="33631"/>
                    <a:pt x="40672" y="31433"/>
                  </a:cubicBezTo>
                  <a:cubicBezTo>
                    <a:pt x="39856" y="29229"/>
                    <a:pt x="38802" y="27121"/>
                    <a:pt x="37528" y="25146"/>
                  </a:cubicBezTo>
                  <a:cubicBezTo>
                    <a:pt x="36267" y="23210"/>
                    <a:pt x="34833" y="21393"/>
                    <a:pt x="33242" y="19717"/>
                  </a:cubicBezTo>
                  <a:cubicBezTo>
                    <a:pt x="31600" y="18012"/>
                    <a:pt x="29816" y="16451"/>
                    <a:pt x="27908" y="15050"/>
                  </a:cubicBezTo>
                  <a:cubicBezTo>
                    <a:pt x="26058" y="13610"/>
                    <a:pt x="24044" y="12395"/>
                    <a:pt x="21907" y="11430"/>
                  </a:cubicBezTo>
                  <a:cubicBezTo>
                    <a:pt x="17608" y="9325"/>
                    <a:pt x="13017" y="7880"/>
                    <a:pt x="8287" y="7144"/>
                  </a:cubicBezTo>
                  <a:close/>
                  <a:moveTo>
                    <a:pt x="8287" y="7144"/>
                  </a:moveTo>
                  <a:cubicBezTo>
                    <a:pt x="13069" y="7450"/>
                    <a:pt x="17768" y="8545"/>
                    <a:pt x="22193" y="10382"/>
                  </a:cubicBezTo>
                  <a:cubicBezTo>
                    <a:pt x="24427" y="11315"/>
                    <a:pt x="26564" y="12464"/>
                    <a:pt x="28575" y="13811"/>
                  </a:cubicBezTo>
                  <a:cubicBezTo>
                    <a:pt x="30574" y="15210"/>
                    <a:pt x="32453" y="16771"/>
                    <a:pt x="34195" y="18479"/>
                  </a:cubicBezTo>
                  <a:cubicBezTo>
                    <a:pt x="35954" y="20312"/>
                    <a:pt x="37518" y="22323"/>
                    <a:pt x="38862" y="24479"/>
                  </a:cubicBezTo>
                  <a:cubicBezTo>
                    <a:pt x="40246" y="26502"/>
                    <a:pt x="41397" y="28674"/>
                    <a:pt x="42291" y="30956"/>
                  </a:cubicBezTo>
                  <a:cubicBezTo>
                    <a:pt x="43233" y="33219"/>
                    <a:pt x="43904" y="35585"/>
                    <a:pt x="44291" y="38005"/>
                  </a:cubicBezTo>
                  <a:cubicBezTo>
                    <a:pt x="44753" y="40422"/>
                    <a:pt x="44977" y="42878"/>
                    <a:pt x="44958" y="45339"/>
                  </a:cubicBezTo>
                  <a:cubicBezTo>
                    <a:pt x="45011" y="50252"/>
                    <a:pt x="44139" y="55131"/>
                    <a:pt x="42386" y="59722"/>
                  </a:cubicBezTo>
                  <a:cubicBezTo>
                    <a:pt x="41506" y="62022"/>
                    <a:pt x="40389" y="64225"/>
                    <a:pt x="39053" y="66294"/>
                  </a:cubicBezTo>
                  <a:cubicBezTo>
                    <a:pt x="37698" y="68333"/>
                    <a:pt x="36202" y="70274"/>
                    <a:pt x="34576" y="72104"/>
                  </a:cubicBezTo>
                  <a:cubicBezTo>
                    <a:pt x="32837" y="73873"/>
                    <a:pt x="30958" y="75498"/>
                    <a:pt x="28956" y="76962"/>
                  </a:cubicBezTo>
                  <a:cubicBezTo>
                    <a:pt x="26985" y="78426"/>
                    <a:pt x="24842" y="79641"/>
                    <a:pt x="22574" y="80582"/>
                  </a:cubicBezTo>
                  <a:cubicBezTo>
                    <a:pt x="18093" y="82598"/>
                    <a:pt x="13286" y="83792"/>
                    <a:pt x="8382" y="84106"/>
                  </a:cubicBezTo>
                  <a:lnTo>
                    <a:pt x="7144" y="84106"/>
                  </a:lnTo>
                  <a:lnTo>
                    <a:pt x="7144" y="64008"/>
                  </a:lnTo>
                  <a:cubicBezTo>
                    <a:pt x="7144" y="57721"/>
                    <a:pt x="7144" y="51435"/>
                    <a:pt x="7144" y="44958"/>
                  </a:cubicBezTo>
                  <a:cubicBezTo>
                    <a:pt x="7144" y="38481"/>
                    <a:pt x="7144" y="32385"/>
                    <a:pt x="7144" y="25908"/>
                  </a:cubicBezTo>
                  <a:cubicBezTo>
                    <a:pt x="7144" y="19431"/>
                    <a:pt x="8096" y="13430"/>
                    <a:pt x="8287" y="7144"/>
                  </a:cubicBezTo>
                  <a:close/>
                </a:path>
              </a:pathLst>
            </a:custGeom>
            <a:solidFill>
              <a:srgbClr val="FFFFFF"/>
            </a:soli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0734B978-4A65-42A5-95FF-84B4DBCBCA46}"/>
                </a:ext>
              </a:extLst>
            </p:cNvPr>
            <p:cNvSpPr/>
            <p:nvPr/>
          </p:nvSpPr>
          <p:spPr>
            <a:xfrm>
              <a:off x="11517044" y="416822"/>
              <a:ext cx="144506" cy="234823"/>
            </a:xfrm>
            <a:custGeom>
              <a:avLst/>
              <a:gdLst>
                <a:gd name="connsiteX0" fmla="*/ 7144 w 76200"/>
                <a:gd name="connsiteY0" fmla="*/ 120212 h 123825"/>
                <a:gd name="connsiteX1" fmla="*/ 7144 w 76200"/>
                <a:gd name="connsiteY1" fmla="*/ 7150 h 123825"/>
                <a:gd name="connsiteX2" fmla="*/ 14764 w 76200"/>
                <a:gd name="connsiteY2" fmla="*/ 7150 h 123825"/>
                <a:gd name="connsiteX3" fmla="*/ 46863 w 76200"/>
                <a:gd name="connsiteY3" fmla="*/ 16675 h 123825"/>
                <a:gd name="connsiteX4" fmla="*/ 71628 w 76200"/>
                <a:gd name="connsiteY4" fmla="*/ 63157 h 123825"/>
                <a:gd name="connsiteX5" fmla="*/ 54673 w 76200"/>
                <a:gd name="connsiteY5" fmla="*/ 103638 h 123825"/>
                <a:gd name="connsiteX6" fmla="*/ 14097 w 76200"/>
                <a:gd name="connsiteY6" fmla="*/ 120307 h 123825"/>
                <a:gd name="connsiteX7" fmla="*/ 15430 w 76200"/>
                <a:gd name="connsiteY7" fmla="*/ 14865 h 123825"/>
                <a:gd name="connsiteX8" fmla="*/ 15430 w 76200"/>
                <a:gd name="connsiteY8" fmla="*/ 111735 h 123825"/>
                <a:gd name="connsiteX9" fmla="*/ 44005 w 76200"/>
                <a:gd name="connsiteY9" fmla="*/ 102210 h 123825"/>
                <a:gd name="connsiteX10" fmla="*/ 63055 w 76200"/>
                <a:gd name="connsiteY10" fmla="*/ 62967 h 123825"/>
                <a:gd name="connsiteX11" fmla="*/ 44005 w 76200"/>
                <a:gd name="connsiteY11" fmla="*/ 24867 h 123825"/>
                <a:gd name="connsiteX12" fmla="*/ 30480 w 76200"/>
                <a:gd name="connsiteY12" fmla="*/ 17151 h 123825"/>
                <a:gd name="connsiteX13" fmla="*/ 15430 w 76200"/>
                <a:gd name="connsiteY13" fmla="*/ 1486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200" h="123825">
                  <a:moveTo>
                    <a:pt x="7144" y="120212"/>
                  </a:moveTo>
                  <a:lnTo>
                    <a:pt x="7144" y="7150"/>
                  </a:lnTo>
                  <a:lnTo>
                    <a:pt x="14764" y="7150"/>
                  </a:lnTo>
                  <a:cubicBezTo>
                    <a:pt x="26184" y="6978"/>
                    <a:pt x="37385" y="10301"/>
                    <a:pt x="46863" y="16675"/>
                  </a:cubicBezTo>
                  <a:cubicBezTo>
                    <a:pt x="62682" y="26769"/>
                    <a:pt x="72074" y="44397"/>
                    <a:pt x="71628" y="63157"/>
                  </a:cubicBezTo>
                  <a:cubicBezTo>
                    <a:pt x="71878" y="78427"/>
                    <a:pt x="65731" y="93105"/>
                    <a:pt x="54673" y="103638"/>
                  </a:cubicBezTo>
                  <a:cubicBezTo>
                    <a:pt x="44009" y="114528"/>
                    <a:pt x="29337" y="120555"/>
                    <a:pt x="14097" y="120307"/>
                  </a:cubicBezTo>
                  <a:close/>
                  <a:moveTo>
                    <a:pt x="15430" y="14865"/>
                  </a:moveTo>
                  <a:lnTo>
                    <a:pt x="15430" y="111735"/>
                  </a:lnTo>
                  <a:cubicBezTo>
                    <a:pt x="25735" y="111735"/>
                    <a:pt x="35762" y="108392"/>
                    <a:pt x="44005" y="102210"/>
                  </a:cubicBezTo>
                  <a:cubicBezTo>
                    <a:pt x="56325" y="92977"/>
                    <a:pt x="63422" y="78358"/>
                    <a:pt x="63055" y="62967"/>
                  </a:cubicBezTo>
                  <a:cubicBezTo>
                    <a:pt x="63489" y="47877"/>
                    <a:pt x="56337" y="33573"/>
                    <a:pt x="44005" y="24867"/>
                  </a:cubicBezTo>
                  <a:cubicBezTo>
                    <a:pt x="39913" y="21626"/>
                    <a:pt x="35353" y="19025"/>
                    <a:pt x="30480" y="17151"/>
                  </a:cubicBezTo>
                  <a:cubicBezTo>
                    <a:pt x="25628" y="15548"/>
                    <a:pt x="20540" y="14776"/>
                    <a:pt x="15430" y="14865"/>
                  </a:cubicBezTo>
                  <a:close/>
                </a:path>
              </a:pathLst>
            </a:custGeom>
            <a:solidFill>
              <a:srgbClr val="FFFFFF"/>
            </a:solid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CA637DE0-ADE8-4927-B168-5935E6CCCC14}"/>
                </a:ext>
              </a:extLst>
            </p:cNvPr>
            <p:cNvSpPr/>
            <p:nvPr/>
          </p:nvSpPr>
          <p:spPr>
            <a:xfrm>
              <a:off x="11516864" y="413583"/>
              <a:ext cx="144506" cy="234823"/>
            </a:xfrm>
            <a:custGeom>
              <a:avLst/>
              <a:gdLst>
                <a:gd name="connsiteX0" fmla="*/ 7239 w 76200"/>
                <a:gd name="connsiteY0" fmla="*/ 121920 h 123825"/>
                <a:gd name="connsiteX1" fmla="*/ 7239 w 76200"/>
                <a:gd name="connsiteY1" fmla="*/ 93345 h 123825"/>
                <a:gd name="connsiteX2" fmla="*/ 7239 w 76200"/>
                <a:gd name="connsiteY2" fmla="*/ 79248 h 123825"/>
                <a:gd name="connsiteX3" fmla="*/ 7239 w 76200"/>
                <a:gd name="connsiteY3" fmla="*/ 65056 h 123825"/>
                <a:gd name="connsiteX4" fmla="*/ 7239 w 76200"/>
                <a:gd name="connsiteY4" fmla="*/ 36481 h 123825"/>
                <a:gd name="connsiteX5" fmla="*/ 7239 w 76200"/>
                <a:gd name="connsiteY5" fmla="*/ 7144 h 123825"/>
                <a:gd name="connsiteX6" fmla="*/ 8382 w 76200"/>
                <a:gd name="connsiteY6" fmla="*/ 7144 h 123825"/>
                <a:gd name="connsiteX7" fmla="*/ 20574 w 76200"/>
                <a:gd name="connsiteY7" fmla="*/ 7144 h 123825"/>
                <a:gd name="connsiteX8" fmla="*/ 32766 w 76200"/>
                <a:gd name="connsiteY8" fmla="*/ 9144 h 123825"/>
                <a:gd name="connsiteX9" fmla="*/ 44196 w 76200"/>
                <a:gd name="connsiteY9" fmla="*/ 13811 h 123825"/>
                <a:gd name="connsiteX10" fmla="*/ 49435 w 76200"/>
                <a:gd name="connsiteY10" fmla="*/ 17145 h 123825"/>
                <a:gd name="connsiteX11" fmla="*/ 51911 w 76200"/>
                <a:gd name="connsiteY11" fmla="*/ 18859 h 123825"/>
                <a:gd name="connsiteX12" fmla="*/ 54292 w 76200"/>
                <a:gd name="connsiteY12" fmla="*/ 20860 h 123825"/>
                <a:gd name="connsiteX13" fmla="*/ 69151 w 76200"/>
                <a:gd name="connsiteY13" fmla="*/ 40386 h 123825"/>
                <a:gd name="connsiteX14" fmla="*/ 71723 w 76200"/>
                <a:gd name="connsiteY14" fmla="*/ 53150 h 123825"/>
                <a:gd name="connsiteX15" fmla="*/ 72771 w 76200"/>
                <a:gd name="connsiteY15" fmla="*/ 65342 h 123825"/>
                <a:gd name="connsiteX16" fmla="*/ 72771 w 76200"/>
                <a:gd name="connsiteY16" fmla="*/ 68390 h 123825"/>
                <a:gd name="connsiteX17" fmla="*/ 72771 w 76200"/>
                <a:gd name="connsiteY17" fmla="*/ 71533 h 123825"/>
                <a:gd name="connsiteX18" fmla="*/ 71818 w 76200"/>
                <a:gd name="connsiteY18" fmla="*/ 77629 h 123825"/>
                <a:gd name="connsiteX19" fmla="*/ 67913 w 76200"/>
                <a:gd name="connsiteY19" fmla="*/ 89249 h 123825"/>
                <a:gd name="connsiteX20" fmla="*/ 61436 w 76200"/>
                <a:gd name="connsiteY20" fmla="*/ 99632 h 123825"/>
                <a:gd name="connsiteX21" fmla="*/ 52959 w 76200"/>
                <a:gd name="connsiteY21" fmla="*/ 108490 h 123825"/>
                <a:gd name="connsiteX22" fmla="*/ 43434 w 76200"/>
                <a:gd name="connsiteY22" fmla="*/ 115538 h 123825"/>
                <a:gd name="connsiteX23" fmla="*/ 32194 w 76200"/>
                <a:gd name="connsiteY23" fmla="*/ 120206 h 123825"/>
                <a:gd name="connsiteX24" fmla="*/ 20193 w 76200"/>
                <a:gd name="connsiteY24" fmla="*/ 122206 h 123825"/>
                <a:gd name="connsiteX25" fmla="*/ 7239 w 76200"/>
                <a:gd name="connsiteY25" fmla="*/ 121920 h 123825"/>
                <a:gd name="connsiteX26" fmla="*/ 7239 w 76200"/>
                <a:gd name="connsiteY26" fmla="*/ 121920 h 123825"/>
                <a:gd name="connsiteX27" fmla="*/ 19336 w 76200"/>
                <a:gd name="connsiteY27" fmla="*/ 121920 h 123825"/>
                <a:gd name="connsiteX28" fmla="*/ 31147 w 76200"/>
                <a:gd name="connsiteY28" fmla="*/ 119539 h 123825"/>
                <a:gd name="connsiteX29" fmla="*/ 51626 w 76200"/>
                <a:gd name="connsiteY29" fmla="*/ 107537 h 123825"/>
                <a:gd name="connsiteX30" fmla="*/ 59722 w 76200"/>
                <a:gd name="connsiteY30" fmla="*/ 98774 h 123825"/>
                <a:gd name="connsiteX31" fmla="*/ 65818 w 76200"/>
                <a:gd name="connsiteY31" fmla="*/ 88583 h 123825"/>
                <a:gd name="connsiteX32" fmla="*/ 69437 w 76200"/>
                <a:gd name="connsiteY32" fmla="*/ 77248 h 123825"/>
                <a:gd name="connsiteX33" fmla="*/ 70294 w 76200"/>
                <a:gd name="connsiteY33" fmla="*/ 71342 h 123825"/>
                <a:gd name="connsiteX34" fmla="*/ 70295 w 76200"/>
                <a:gd name="connsiteY34" fmla="*/ 68485 h 123825"/>
                <a:gd name="connsiteX35" fmla="*/ 70295 w 76200"/>
                <a:gd name="connsiteY35" fmla="*/ 65437 h 123825"/>
                <a:gd name="connsiteX36" fmla="*/ 69532 w 76200"/>
                <a:gd name="connsiteY36" fmla="*/ 53150 h 123825"/>
                <a:gd name="connsiteX37" fmla="*/ 65913 w 76200"/>
                <a:gd name="connsiteY37" fmla="*/ 41910 h 123825"/>
                <a:gd name="connsiteX38" fmla="*/ 51625 w 76200"/>
                <a:gd name="connsiteY38" fmla="*/ 23336 h 123825"/>
                <a:gd name="connsiteX39" fmla="*/ 49244 w 76200"/>
                <a:gd name="connsiteY39" fmla="*/ 21431 h 123825"/>
                <a:gd name="connsiteX40" fmla="*/ 46863 w 76200"/>
                <a:gd name="connsiteY40" fmla="*/ 19717 h 123825"/>
                <a:gd name="connsiteX41" fmla="*/ 41815 w 76200"/>
                <a:gd name="connsiteY41" fmla="*/ 16573 h 123825"/>
                <a:gd name="connsiteX42" fmla="*/ 30956 w 76200"/>
                <a:gd name="connsiteY42" fmla="*/ 12097 h 123825"/>
                <a:gd name="connsiteX43" fmla="*/ 19145 w 76200"/>
                <a:gd name="connsiteY43" fmla="*/ 10097 h 123825"/>
                <a:gd name="connsiteX44" fmla="*/ 7144 w 76200"/>
                <a:gd name="connsiteY44" fmla="*/ 10096 h 123825"/>
                <a:gd name="connsiteX45" fmla="*/ 8287 w 76200"/>
                <a:gd name="connsiteY45" fmla="*/ 9049 h 123825"/>
                <a:gd name="connsiteX46" fmla="*/ 8287 w 76200"/>
                <a:gd name="connsiteY46" fmla="*/ 37624 h 123825"/>
                <a:gd name="connsiteX47" fmla="*/ 8287 w 76200"/>
                <a:gd name="connsiteY47" fmla="*/ 66199 h 123825"/>
                <a:gd name="connsiteX48" fmla="*/ 8287 w 76200"/>
                <a:gd name="connsiteY48" fmla="*/ 80391 h 123825"/>
                <a:gd name="connsiteX49" fmla="*/ 8287 w 76200"/>
                <a:gd name="connsiteY49" fmla="*/ 94488 h 123825"/>
                <a:gd name="connsiteX50" fmla="*/ 7239 w 76200"/>
                <a:gd name="connsiteY50" fmla="*/ 12192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6200" h="123825">
                  <a:moveTo>
                    <a:pt x="7239" y="121920"/>
                  </a:moveTo>
                  <a:cubicBezTo>
                    <a:pt x="7239" y="112395"/>
                    <a:pt x="7239" y="102870"/>
                    <a:pt x="7239" y="93345"/>
                  </a:cubicBezTo>
                  <a:lnTo>
                    <a:pt x="7239" y="79248"/>
                  </a:lnTo>
                  <a:lnTo>
                    <a:pt x="7239" y="65056"/>
                  </a:lnTo>
                  <a:lnTo>
                    <a:pt x="7239" y="36481"/>
                  </a:lnTo>
                  <a:lnTo>
                    <a:pt x="7239" y="7144"/>
                  </a:lnTo>
                  <a:lnTo>
                    <a:pt x="8382" y="7144"/>
                  </a:lnTo>
                  <a:cubicBezTo>
                    <a:pt x="12382" y="7144"/>
                    <a:pt x="16383" y="7144"/>
                    <a:pt x="20574" y="7144"/>
                  </a:cubicBezTo>
                  <a:cubicBezTo>
                    <a:pt x="24691" y="7432"/>
                    <a:pt x="28773" y="8101"/>
                    <a:pt x="32766" y="9144"/>
                  </a:cubicBezTo>
                  <a:cubicBezTo>
                    <a:pt x="36735" y="10277"/>
                    <a:pt x="40568" y="11843"/>
                    <a:pt x="44196" y="13811"/>
                  </a:cubicBezTo>
                  <a:cubicBezTo>
                    <a:pt x="46019" y="14798"/>
                    <a:pt x="47769" y="15912"/>
                    <a:pt x="49435" y="17145"/>
                  </a:cubicBezTo>
                  <a:lnTo>
                    <a:pt x="51911" y="18859"/>
                  </a:lnTo>
                  <a:lnTo>
                    <a:pt x="54292" y="20860"/>
                  </a:lnTo>
                  <a:cubicBezTo>
                    <a:pt x="60666" y="26154"/>
                    <a:pt x="65748" y="32832"/>
                    <a:pt x="69151" y="40386"/>
                  </a:cubicBezTo>
                  <a:cubicBezTo>
                    <a:pt x="70560" y="44511"/>
                    <a:pt x="71425" y="48801"/>
                    <a:pt x="71723" y="53150"/>
                  </a:cubicBezTo>
                  <a:cubicBezTo>
                    <a:pt x="72454" y="57172"/>
                    <a:pt x="72805" y="61254"/>
                    <a:pt x="72771" y="65342"/>
                  </a:cubicBezTo>
                  <a:cubicBezTo>
                    <a:pt x="72771" y="66389"/>
                    <a:pt x="72771" y="67342"/>
                    <a:pt x="72771" y="68390"/>
                  </a:cubicBezTo>
                  <a:cubicBezTo>
                    <a:pt x="72771" y="69437"/>
                    <a:pt x="72771" y="70485"/>
                    <a:pt x="72771" y="71533"/>
                  </a:cubicBezTo>
                  <a:cubicBezTo>
                    <a:pt x="72586" y="73583"/>
                    <a:pt x="72267" y="75619"/>
                    <a:pt x="71818" y="77629"/>
                  </a:cubicBezTo>
                  <a:cubicBezTo>
                    <a:pt x="70949" y="81634"/>
                    <a:pt x="69639" y="85531"/>
                    <a:pt x="67913" y="89249"/>
                  </a:cubicBezTo>
                  <a:cubicBezTo>
                    <a:pt x="66164" y="92949"/>
                    <a:pt x="63991" y="96434"/>
                    <a:pt x="61436" y="99632"/>
                  </a:cubicBezTo>
                  <a:cubicBezTo>
                    <a:pt x="58936" y="102880"/>
                    <a:pt x="56094" y="105850"/>
                    <a:pt x="52959" y="108490"/>
                  </a:cubicBezTo>
                  <a:cubicBezTo>
                    <a:pt x="50083" y="111218"/>
                    <a:pt x="46884" y="113585"/>
                    <a:pt x="43434" y="115538"/>
                  </a:cubicBezTo>
                  <a:cubicBezTo>
                    <a:pt x="39880" y="117522"/>
                    <a:pt x="36108" y="119088"/>
                    <a:pt x="32194" y="120206"/>
                  </a:cubicBezTo>
                  <a:cubicBezTo>
                    <a:pt x="28288" y="121348"/>
                    <a:pt x="24259" y="122020"/>
                    <a:pt x="20193" y="122206"/>
                  </a:cubicBezTo>
                  <a:cubicBezTo>
                    <a:pt x="15335" y="122206"/>
                    <a:pt x="11239" y="122015"/>
                    <a:pt x="7239" y="121920"/>
                  </a:cubicBezTo>
                  <a:close/>
                  <a:moveTo>
                    <a:pt x="7239" y="121920"/>
                  </a:moveTo>
                  <a:cubicBezTo>
                    <a:pt x="11239" y="121920"/>
                    <a:pt x="15335" y="121920"/>
                    <a:pt x="19336" y="121920"/>
                  </a:cubicBezTo>
                  <a:cubicBezTo>
                    <a:pt x="23346" y="121550"/>
                    <a:pt x="27306" y="120751"/>
                    <a:pt x="31147" y="119539"/>
                  </a:cubicBezTo>
                  <a:cubicBezTo>
                    <a:pt x="38757" y="117058"/>
                    <a:pt x="45742" y="112965"/>
                    <a:pt x="51626" y="107537"/>
                  </a:cubicBezTo>
                  <a:cubicBezTo>
                    <a:pt x="54639" y="104923"/>
                    <a:pt x="57354" y="101984"/>
                    <a:pt x="59722" y="98774"/>
                  </a:cubicBezTo>
                  <a:cubicBezTo>
                    <a:pt x="62167" y="95642"/>
                    <a:pt x="64215" y="92219"/>
                    <a:pt x="65818" y="88583"/>
                  </a:cubicBezTo>
                  <a:cubicBezTo>
                    <a:pt x="67451" y="84954"/>
                    <a:pt x="68665" y="81151"/>
                    <a:pt x="69437" y="77248"/>
                  </a:cubicBezTo>
                  <a:cubicBezTo>
                    <a:pt x="69823" y="75295"/>
                    <a:pt x="70109" y="73324"/>
                    <a:pt x="70294" y="71342"/>
                  </a:cubicBezTo>
                  <a:cubicBezTo>
                    <a:pt x="70295" y="70390"/>
                    <a:pt x="70295" y="69437"/>
                    <a:pt x="70295" y="68485"/>
                  </a:cubicBezTo>
                  <a:cubicBezTo>
                    <a:pt x="70295" y="67532"/>
                    <a:pt x="70295" y="66389"/>
                    <a:pt x="70295" y="65437"/>
                  </a:cubicBezTo>
                  <a:cubicBezTo>
                    <a:pt x="70398" y="61327"/>
                    <a:pt x="70143" y="57215"/>
                    <a:pt x="69532" y="53150"/>
                  </a:cubicBezTo>
                  <a:cubicBezTo>
                    <a:pt x="68774" y="49273"/>
                    <a:pt x="67559" y="45500"/>
                    <a:pt x="65913" y="41910"/>
                  </a:cubicBezTo>
                  <a:cubicBezTo>
                    <a:pt x="62608" y="34723"/>
                    <a:pt x="57725" y="28374"/>
                    <a:pt x="51625" y="23336"/>
                  </a:cubicBezTo>
                  <a:lnTo>
                    <a:pt x="49244" y="21431"/>
                  </a:lnTo>
                  <a:lnTo>
                    <a:pt x="46863" y="19717"/>
                  </a:lnTo>
                  <a:cubicBezTo>
                    <a:pt x="45238" y="18580"/>
                    <a:pt x="43552" y="17530"/>
                    <a:pt x="41815" y="16573"/>
                  </a:cubicBezTo>
                  <a:cubicBezTo>
                    <a:pt x="38387" y="14653"/>
                    <a:pt x="34741" y="13150"/>
                    <a:pt x="30956" y="12097"/>
                  </a:cubicBezTo>
                  <a:cubicBezTo>
                    <a:pt x="27106" y="10994"/>
                    <a:pt x="23144" y="10323"/>
                    <a:pt x="19145" y="10097"/>
                  </a:cubicBezTo>
                  <a:cubicBezTo>
                    <a:pt x="15240" y="10096"/>
                    <a:pt x="11144" y="10096"/>
                    <a:pt x="7144" y="10096"/>
                  </a:cubicBezTo>
                  <a:lnTo>
                    <a:pt x="8287" y="9049"/>
                  </a:lnTo>
                  <a:lnTo>
                    <a:pt x="8287" y="37624"/>
                  </a:lnTo>
                  <a:lnTo>
                    <a:pt x="8287" y="66199"/>
                  </a:lnTo>
                  <a:lnTo>
                    <a:pt x="8287" y="80391"/>
                  </a:lnTo>
                  <a:lnTo>
                    <a:pt x="8287" y="94488"/>
                  </a:lnTo>
                  <a:cubicBezTo>
                    <a:pt x="7525" y="103061"/>
                    <a:pt x="7429" y="112490"/>
                    <a:pt x="7239" y="121920"/>
                  </a:cubicBezTo>
                  <a:close/>
                </a:path>
              </a:pathLst>
            </a:custGeom>
            <a:solidFill>
              <a:srgbClr val="FFFFFF"/>
            </a:solid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94FBD9A-8993-4D36-9D8D-60844A268D7D}"/>
                </a:ext>
              </a:extLst>
            </p:cNvPr>
            <p:cNvSpPr/>
            <p:nvPr/>
          </p:nvSpPr>
          <p:spPr>
            <a:xfrm>
              <a:off x="11530592" y="431363"/>
              <a:ext cx="108380" cy="198696"/>
            </a:xfrm>
            <a:custGeom>
              <a:avLst/>
              <a:gdLst>
                <a:gd name="connsiteX0" fmla="*/ 8287 w 57150"/>
                <a:gd name="connsiteY0" fmla="*/ 7197 h 104775"/>
                <a:gd name="connsiteX1" fmla="*/ 8763 w 57150"/>
                <a:gd name="connsiteY1" fmla="*/ 31486 h 104775"/>
                <a:gd name="connsiteX2" fmla="*/ 8763 w 57150"/>
                <a:gd name="connsiteY2" fmla="*/ 55680 h 104775"/>
                <a:gd name="connsiteX3" fmla="*/ 8763 w 57150"/>
                <a:gd name="connsiteY3" fmla="*/ 79873 h 104775"/>
                <a:gd name="connsiteX4" fmla="*/ 8763 w 57150"/>
                <a:gd name="connsiteY4" fmla="*/ 104067 h 104775"/>
                <a:gd name="connsiteX5" fmla="*/ 7620 w 57150"/>
                <a:gd name="connsiteY5" fmla="*/ 102924 h 104775"/>
                <a:gd name="connsiteX6" fmla="*/ 17145 w 57150"/>
                <a:gd name="connsiteY6" fmla="*/ 101876 h 104775"/>
                <a:gd name="connsiteX7" fmla="*/ 25908 w 57150"/>
                <a:gd name="connsiteY7" fmla="*/ 99114 h 104775"/>
                <a:gd name="connsiteX8" fmla="*/ 34004 w 57150"/>
                <a:gd name="connsiteY8" fmla="*/ 94637 h 104775"/>
                <a:gd name="connsiteX9" fmla="*/ 35814 w 57150"/>
                <a:gd name="connsiteY9" fmla="*/ 93303 h 104775"/>
                <a:gd name="connsiteX10" fmla="*/ 37624 w 57150"/>
                <a:gd name="connsiteY10" fmla="*/ 91779 h 104775"/>
                <a:gd name="connsiteX11" fmla="*/ 41053 w 57150"/>
                <a:gd name="connsiteY11" fmla="*/ 88731 h 104775"/>
                <a:gd name="connsiteX12" fmla="*/ 46958 w 57150"/>
                <a:gd name="connsiteY12" fmla="*/ 81683 h 104775"/>
                <a:gd name="connsiteX13" fmla="*/ 51340 w 57150"/>
                <a:gd name="connsiteY13" fmla="*/ 73587 h 104775"/>
                <a:gd name="connsiteX14" fmla="*/ 53912 w 57150"/>
                <a:gd name="connsiteY14" fmla="*/ 64728 h 104775"/>
                <a:gd name="connsiteX15" fmla="*/ 54769 w 57150"/>
                <a:gd name="connsiteY15" fmla="*/ 55203 h 104775"/>
                <a:gd name="connsiteX16" fmla="*/ 54102 w 57150"/>
                <a:gd name="connsiteY16" fmla="*/ 45678 h 104775"/>
                <a:gd name="connsiteX17" fmla="*/ 51626 w 57150"/>
                <a:gd name="connsiteY17" fmla="*/ 36725 h 104775"/>
                <a:gd name="connsiteX18" fmla="*/ 47339 w 57150"/>
                <a:gd name="connsiteY18" fmla="*/ 28533 h 104775"/>
                <a:gd name="connsiteX19" fmla="*/ 41339 w 57150"/>
                <a:gd name="connsiteY19" fmla="*/ 21390 h 104775"/>
                <a:gd name="connsiteX20" fmla="*/ 34195 w 57150"/>
                <a:gd name="connsiteY20" fmla="*/ 15389 h 104775"/>
                <a:gd name="connsiteX21" fmla="*/ 26289 w 57150"/>
                <a:gd name="connsiteY21" fmla="*/ 10531 h 104775"/>
                <a:gd name="connsiteX22" fmla="*/ 17431 w 57150"/>
                <a:gd name="connsiteY22" fmla="*/ 7483 h 104775"/>
                <a:gd name="connsiteX23" fmla="*/ 8287 w 57150"/>
                <a:gd name="connsiteY23" fmla="*/ 7197 h 104775"/>
                <a:gd name="connsiteX24" fmla="*/ 8287 w 57150"/>
                <a:gd name="connsiteY24" fmla="*/ 7197 h 104775"/>
                <a:gd name="connsiteX25" fmla="*/ 17812 w 57150"/>
                <a:gd name="connsiteY25" fmla="*/ 7769 h 104775"/>
                <a:gd name="connsiteX26" fmla="*/ 27337 w 57150"/>
                <a:gd name="connsiteY26" fmla="*/ 10436 h 104775"/>
                <a:gd name="connsiteX27" fmla="*/ 35623 w 57150"/>
                <a:gd name="connsiteY27" fmla="*/ 15198 h 104775"/>
                <a:gd name="connsiteX28" fmla="*/ 43053 w 57150"/>
                <a:gd name="connsiteY28" fmla="*/ 21104 h 104775"/>
                <a:gd name="connsiteX29" fmla="*/ 49435 w 57150"/>
                <a:gd name="connsiteY29" fmla="*/ 28343 h 104775"/>
                <a:gd name="connsiteX30" fmla="*/ 54102 w 57150"/>
                <a:gd name="connsiteY30" fmla="*/ 36725 h 104775"/>
                <a:gd name="connsiteX31" fmla="*/ 56864 w 57150"/>
                <a:gd name="connsiteY31" fmla="*/ 46250 h 104775"/>
                <a:gd name="connsiteX32" fmla="*/ 57721 w 57150"/>
                <a:gd name="connsiteY32" fmla="*/ 55775 h 104775"/>
                <a:gd name="connsiteX33" fmla="*/ 56864 w 57150"/>
                <a:gd name="connsiteY33" fmla="*/ 65300 h 104775"/>
                <a:gd name="connsiteX34" fmla="*/ 54197 w 57150"/>
                <a:gd name="connsiteY34" fmla="*/ 74825 h 104775"/>
                <a:gd name="connsiteX35" fmla="*/ 49720 w 57150"/>
                <a:gd name="connsiteY35" fmla="*/ 83397 h 104775"/>
                <a:gd name="connsiteX36" fmla="*/ 43529 w 57150"/>
                <a:gd name="connsiteY36" fmla="*/ 90827 h 104775"/>
                <a:gd name="connsiteX37" fmla="*/ 39910 w 57150"/>
                <a:gd name="connsiteY37" fmla="*/ 94065 h 104775"/>
                <a:gd name="connsiteX38" fmla="*/ 38100 w 57150"/>
                <a:gd name="connsiteY38" fmla="*/ 95589 h 104775"/>
                <a:gd name="connsiteX39" fmla="*/ 36100 w 57150"/>
                <a:gd name="connsiteY39" fmla="*/ 97018 h 104775"/>
                <a:gd name="connsiteX40" fmla="*/ 27623 w 57150"/>
                <a:gd name="connsiteY40" fmla="*/ 101685 h 104775"/>
                <a:gd name="connsiteX41" fmla="*/ 18098 w 57150"/>
                <a:gd name="connsiteY41" fmla="*/ 104543 h 104775"/>
                <a:gd name="connsiteX42" fmla="*/ 8573 w 57150"/>
                <a:gd name="connsiteY42" fmla="*/ 105591 h 104775"/>
                <a:gd name="connsiteX43" fmla="*/ 7144 w 57150"/>
                <a:gd name="connsiteY43" fmla="*/ 105591 h 104775"/>
                <a:gd name="connsiteX44" fmla="*/ 7144 w 57150"/>
                <a:gd name="connsiteY44" fmla="*/ 80159 h 104775"/>
                <a:gd name="connsiteX45" fmla="*/ 7144 w 57150"/>
                <a:gd name="connsiteY45" fmla="*/ 55965 h 104775"/>
                <a:gd name="connsiteX46" fmla="*/ 7144 w 57150"/>
                <a:gd name="connsiteY46" fmla="*/ 31772 h 104775"/>
                <a:gd name="connsiteX47" fmla="*/ 8287 w 57150"/>
                <a:gd name="connsiteY47" fmla="*/ 7197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7150" h="104775">
                  <a:moveTo>
                    <a:pt x="8287" y="7197"/>
                  </a:moveTo>
                  <a:cubicBezTo>
                    <a:pt x="8287" y="15294"/>
                    <a:pt x="8287" y="23390"/>
                    <a:pt x="8763" y="31486"/>
                  </a:cubicBezTo>
                  <a:cubicBezTo>
                    <a:pt x="9239" y="39582"/>
                    <a:pt x="8763" y="47583"/>
                    <a:pt x="8763" y="55680"/>
                  </a:cubicBezTo>
                  <a:lnTo>
                    <a:pt x="8763" y="79873"/>
                  </a:lnTo>
                  <a:lnTo>
                    <a:pt x="8763" y="104067"/>
                  </a:lnTo>
                  <a:lnTo>
                    <a:pt x="7620" y="102924"/>
                  </a:lnTo>
                  <a:cubicBezTo>
                    <a:pt x="10818" y="102836"/>
                    <a:pt x="14004" y="102485"/>
                    <a:pt x="17145" y="101876"/>
                  </a:cubicBezTo>
                  <a:cubicBezTo>
                    <a:pt x="20142" y="101214"/>
                    <a:pt x="23074" y="100290"/>
                    <a:pt x="25908" y="99114"/>
                  </a:cubicBezTo>
                  <a:cubicBezTo>
                    <a:pt x="28735" y="97867"/>
                    <a:pt x="31445" y="96369"/>
                    <a:pt x="34004" y="94637"/>
                  </a:cubicBezTo>
                  <a:lnTo>
                    <a:pt x="35814" y="93303"/>
                  </a:lnTo>
                  <a:lnTo>
                    <a:pt x="37624" y="91779"/>
                  </a:lnTo>
                  <a:cubicBezTo>
                    <a:pt x="38767" y="90827"/>
                    <a:pt x="40005" y="89779"/>
                    <a:pt x="41053" y="88731"/>
                  </a:cubicBezTo>
                  <a:cubicBezTo>
                    <a:pt x="43250" y="86583"/>
                    <a:pt x="45228" y="84222"/>
                    <a:pt x="46958" y="81683"/>
                  </a:cubicBezTo>
                  <a:cubicBezTo>
                    <a:pt x="48695" y="79143"/>
                    <a:pt x="50164" y="76430"/>
                    <a:pt x="51340" y="73587"/>
                  </a:cubicBezTo>
                  <a:cubicBezTo>
                    <a:pt x="52482" y="70724"/>
                    <a:pt x="53343" y="67757"/>
                    <a:pt x="53912" y="64728"/>
                  </a:cubicBezTo>
                  <a:cubicBezTo>
                    <a:pt x="54502" y="61588"/>
                    <a:pt x="54789" y="58398"/>
                    <a:pt x="54769" y="55203"/>
                  </a:cubicBezTo>
                  <a:cubicBezTo>
                    <a:pt x="54804" y="52015"/>
                    <a:pt x="54581" y="48830"/>
                    <a:pt x="54102" y="45678"/>
                  </a:cubicBezTo>
                  <a:cubicBezTo>
                    <a:pt x="53613" y="42611"/>
                    <a:pt x="52782" y="39608"/>
                    <a:pt x="51626" y="36725"/>
                  </a:cubicBezTo>
                  <a:cubicBezTo>
                    <a:pt x="50484" y="33853"/>
                    <a:pt x="49047" y="31108"/>
                    <a:pt x="47339" y="28533"/>
                  </a:cubicBezTo>
                  <a:cubicBezTo>
                    <a:pt x="45606" y="25940"/>
                    <a:pt x="43594" y="23544"/>
                    <a:pt x="41339" y="21390"/>
                  </a:cubicBezTo>
                  <a:cubicBezTo>
                    <a:pt x="39085" y="19242"/>
                    <a:pt x="36699" y="17237"/>
                    <a:pt x="34195" y="15389"/>
                  </a:cubicBezTo>
                  <a:cubicBezTo>
                    <a:pt x="31710" y="13536"/>
                    <a:pt x="29064" y="11911"/>
                    <a:pt x="26289" y="10531"/>
                  </a:cubicBezTo>
                  <a:cubicBezTo>
                    <a:pt x="23492" y="9108"/>
                    <a:pt x="20511" y="8082"/>
                    <a:pt x="17431" y="7483"/>
                  </a:cubicBezTo>
                  <a:cubicBezTo>
                    <a:pt x="14394" y="7167"/>
                    <a:pt x="11338" y="7072"/>
                    <a:pt x="8287" y="7197"/>
                  </a:cubicBezTo>
                  <a:close/>
                  <a:moveTo>
                    <a:pt x="8287" y="7197"/>
                  </a:moveTo>
                  <a:cubicBezTo>
                    <a:pt x="11472" y="7142"/>
                    <a:pt x="14656" y="7334"/>
                    <a:pt x="17812" y="7769"/>
                  </a:cubicBezTo>
                  <a:cubicBezTo>
                    <a:pt x="21101" y="8183"/>
                    <a:pt x="24311" y="9082"/>
                    <a:pt x="27337" y="10436"/>
                  </a:cubicBezTo>
                  <a:cubicBezTo>
                    <a:pt x="30232" y="11780"/>
                    <a:pt x="33005" y="13373"/>
                    <a:pt x="35623" y="15198"/>
                  </a:cubicBezTo>
                  <a:cubicBezTo>
                    <a:pt x="38266" y="16948"/>
                    <a:pt x="40752" y="18924"/>
                    <a:pt x="43053" y="21104"/>
                  </a:cubicBezTo>
                  <a:cubicBezTo>
                    <a:pt x="45427" y="23288"/>
                    <a:pt x="47565" y="25714"/>
                    <a:pt x="49435" y="28343"/>
                  </a:cubicBezTo>
                  <a:cubicBezTo>
                    <a:pt x="51285" y="30962"/>
                    <a:pt x="52850" y="33772"/>
                    <a:pt x="54102" y="36725"/>
                  </a:cubicBezTo>
                  <a:cubicBezTo>
                    <a:pt x="55372" y="39788"/>
                    <a:pt x="56298" y="42982"/>
                    <a:pt x="56864" y="46250"/>
                  </a:cubicBezTo>
                  <a:cubicBezTo>
                    <a:pt x="57385" y="49399"/>
                    <a:pt x="57672" y="52583"/>
                    <a:pt x="57721" y="55775"/>
                  </a:cubicBezTo>
                  <a:cubicBezTo>
                    <a:pt x="57720" y="58969"/>
                    <a:pt x="57433" y="62157"/>
                    <a:pt x="56864" y="65300"/>
                  </a:cubicBezTo>
                  <a:cubicBezTo>
                    <a:pt x="56325" y="68562"/>
                    <a:pt x="55430" y="71756"/>
                    <a:pt x="54197" y="74825"/>
                  </a:cubicBezTo>
                  <a:cubicBezTo>
                    <a:pt x="52934" y="77796"/>
                    <a:pt x="51437" y="80662"/>
                    <a:pt x="49720" y="83397"/>
                  </a:cubicBezTo>
                  <a:cubicBezTo>
                    <a:pt x="47896" y="86063"/>
                    <a:pt x="45823" y="88551"/>
                    <a:pt x="43529" y="90827"/>
                  </a:cubicBezTo>
                  <a:cubicBezTo>
                    <a:pt x="42386" y="91970"/>
                    <a:pt x="41148" y="93018"/>
                    <a:pt x="39910" y="94065"/>
                  </a:cubicBezTo>
                  <a:lnTo>
                    <a:pt x="38100" y="95589"/>
                  </a:lnTo>
                  <a:lnTo>
                    <a:pt x="36100" y="97018"/>
                  </a:lnTo>
                  <a:cubicBezTo>
                    <a:pt x="33447" y="98869"/>
                    <a:pt x="30605" y="100434"/>
                    <a:pt x="27623" y="101685"/>
                  </a:cubicBezTo>
                  <a:cubicBezTo>
                    <a:pt x="24546" y="102940"/>
                    <a:pt x="21357" y="103897"/>
                    <a:pt x="18098" y="104543"/>
                  </a:cubicBezTo>
                  <a:cubicBezTo>
                    <a:pt x="14960" y="105174"/>
                    <a:pt x="11772" y="105524"/>
                    <a:pt x="8573" y="105591"/>
                  </a:cubicBezTo>
                  <a:lnTo>
                    <a:pt x="7144" y="105591"/>
                  </a:lnTo>
                  <a:lnTo>
                    <a:pt x="7144" y="80159"/>
                  </a:lnTo>
                  <a:lnTo>
                    <a:pt x="7144" y="55965"/>
                  </a:lnTo>
                  <a:cubicBezTo>
                    <a:pt x="7144" y="47869"/>
                    <a:pt x="7144" y="39773"/>
                    <a:pt x="7144" y="31772"/>
                  </a:cubicBezTo>
                  <a:cubicBezTo>
                    <a:pt x="7144" y="23771"/>
                    <a:pt x="8096" y="15198"/>
                    <a:pt x="8287" y="7197"/>
                  </a:cubicBezTo>
                  <a:close/>
                </a:path>
              </a:pathLst>
            </a:custGeom>
            <a:solidFill>
              <a:srgbClr val="FFFFFF"/>
            </a:solid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894AD02E-586A-4A48-9451-9B950D88171E}"/>
                </a:ext>
              </a:extLst>
            </p:cNvPr>
            <p:cNvSpPr/>
            <p:nvPr/>
          </p:nvSpPr>
          <p:spPr>
            <a:xfrm>
              <a:off x="11702192" y="416827"/>
              <a:ext cx="108380" cy="234823"/>
            </a:xfrm>
            <a:custGeom>
              <a:avLst/>
              <a:gdLst>
                <a:gd name="connsiteX0" fmla="*/ 57436 w 57150"/>
                <a:gd name="connsiteY0" fmla="*/ 120209 h 123825"/>
                <a:gd name="connsiteX1" fmla="*/ 44387 w 57150"/>
                <a:gd name="connsiteY1" fmla="*/ 120209 h 123825"/>
                <a:gd name="connsiteX2" fmla="*/ 15145 w 57150"/>
                <a:gd name="connsiteY2" fmla="*/ 95825 h 123825"/>
                <a:gd name="connsiteX3" fmla="*/ 15145 w 57150"/>
                <a:gd name="connsiteY3" fmla="*/ 120209 h 123825"/>
                <a:gd name="connsiteX4" fmla="*/ 7144 w 57150"/>
                <a:gd name="connsiteY4" fmla="*/ 120209 h 123825"/>
                <a:gd name="connsiteX5" fmla="*/ 7144 w 57150"/>
                <a:gd name="connsiteY5" fmla="*/ 7147 h 123825"/>
                <a:gd name="connsiteX6" fmla="*/ 13240 w 57150"/>
                <a:gd name="connsiteY6" fmla="*/ 7147 h 123825"/>
                <a:gd name="connsiteX7" fmla="*/ 45244 w 57150"/>
                <a:gd name="connsiteY7" fmla="*/ 20197 h 123825"/>
                <a:gd name="connsiteX8" fmla="*/ 58579 w 57150"/>
                <a:gd name="connsiteY8" fmla="*/ 51915 h 123825"/>
                <a:gd name="connsiteX9" fmla="*/ 44482 w 57150"/>
                <a:gd name="connsiteY9" fmla="*/ 84776 h 123825"/>
                <a:gd name="connsiteX10" fmla="*/ 27146 w 57150"/>
                <a:gd name="connsiteY10" fmla="*/ 95158 h 123825"/>
                <a:gd name="connsiteX11" fmla="*/ 15145 w 57150"/>
                <a:gd name="connsiteY11" fmla="*/ 14863 h 123825"/>
                <a:gd name="connsiteX12" fmla="*/ 15145 w 57150"/>
                <a:gd name="connsiteY12" fmla="*/ 89539 h 123825"/>
                <a:gd name="connsiteX13" fmla="*/ 36195 w 57150"/>
                <a:gd name="connsiteY13" fmla="*/ 81633 h 123825"/>
                <a:gd name="connsiteX14" fmla="*/ 50482 w 57150"/>
                <a:gd name="connsiteY14" fmla="*/ 53058 h 123825"/>
                <a:gd name="connsiteX15" fmla="*/ 35719 w 57150"/>
                <a:gd name="connsiteY15" fmla="*/ 22864 h 123825"/>
                <a:gd name="connsiteX16" fmla="*/ 15145 w 57150"/>
                <a:gd name="connsiteY16" fmla="*/ 14863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7150" h="123825">
                  <a:moveTo>
                    <a:pt x="57436" y="120209"/>
                  </a:moveTo>
                  <a:lnTo>
                    <a:pt x="44387" y="120209"/>
                  </a:lnTo>
                  <a:lnTo>
                    <a:pt x="15145" y="95825"/>
                  </a:lnTo>
                  <a:lnTo>
                    <a:pt x="15145" y="120209"/>
                  </a:lnTo>
                  <a:lnTo>
                    <a:pt x="7144" y="120209"/>
                  </a:lnTo>
                  <a:lnTo>
                    <a:pt x="7144" y="7147"/>
                  </a:lnTo>
                  <a:lnTo>
                    <a:pt x="13240" y="7147"/>
                  </a:lnTo>
                  <a:cubicBezTo>
                    <a:pt x="25233" y="6994"/>
                    <a:pt x="36777" y="11702"/>
                    <a:pt x="45244" y="20197"/>
                  </a:cubicBezTo>
                  <a:cubicBezTo>
                    <a:pt x="53933" y="28436"/>
                    <a:pt x="58770" y="39941"/>
                    <a:pt x="58579" y="51915"/>
                  </a:cubicBezTo>
                  <a:cubicBezTo>
                    <a:pt x="58730" y="64368"/>
                    <a:pt x="53610" y="76304"/>
                    <a:pt x="44482" y="84776"/>
                  </a:cubicBezTo>
                  <a:cubicBezTo>
                    <a:pt x="39468" y="89378"/>
                    <a:pt x="33570" y="92911"/>
                    <a:pt x="27146" y="95158"/>
                  </a:cubicBezTo>
                  <a:close/>
                  <a:moveTo>
                    <a:pt x="15145" y="14863"/>
                  </a:moveTo>
                  <a:lnTo>
                    <a:pt x="15145" y="89539"/>
                  </a:lnTo>
                  <a:cubicBezTo>
                    <a:pt x="22771" y="88960"/>
                    <a:pt x="30073" y="86217"/>
                    <a:pt x="36195" y="81633"/>
                  </a:cubicBezTo>
                  <a:cubicBezTo>
                    <a:pt x="45286" y="74969"/>
                    <a:pt x="50606" y="64329"/>
                    <a:pt x="50482" y="53058"/>
                  </a:cubicBezTo>
                  <a:cubicBezTo>
                    <a:pt x="50735" y="41198"/>
                    <a:pt x="45234" y="29948"/>
                    <a:pt x="35719" y="22864"/>
                  </a:cubicBezTo>
                  <a:cubicBezTo>
                    <a:pt x="29744" y="18324"/>
                    <a:pt x="22616" y="15552"/>
                    <a:pt x="15145" y="14863"/>
                  </a:cubicBezTo>
                  <a:close/>
                </a:path>
              </a:pathLst>
            </a:custGeom>
            <a:solidFill>
              <a:srgbClr val="FFFFFF"/>
            </a:solid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059E67C1-B155-4D57-A708-6D1F3A72B656}"/>
                </a:ext>
              </a:extLst>
            </p:cNvPr>
            <p:cNvSpPr/>
            <p:nvPr/>
          </p:nvSpPr>
          <p:spPr>
            <a:xfrm>
              <a:off x="11700024" y="414305"/>
              <a:ext cx="126443" cy="234823"/>
            </a:xfrm>
            <a:custGeom>
              <a:avLst/>
              <a:gdLst>
                <a:gd name="connsiteX0" fmla="*/ 58579 w 66675"/>
                <a:gd name="connsiteY0" fmla="*/ 121539 h 123825"/>
                <a:gd name="connsiteX1" fmla="*/ 45530 w 66675"/>
                <a:gd name="connsiteY1" fmla="*/ 121539 h 123825"/>
                <a:gd name="connsiteX2" fmla="*/ 45530 w 66675"/>
                <a:gd name="connsiteY2" fmla="*/ 121539 h 123825"/>
                <a:gd name="connsiteX3" fmla="*/ 15907 w 66675"/>
                <a:gd name="connsiteY3" fmla="*/ 97631 h 123825"/>
                <a:gd name="connsiteX4" fmla="*/ 16955 w 66675"/>
                <a:gd name="connsiteY4" fmla="*/ 97155 h 123825"/>
                <a:gd name="connsiteX5" fmla="*/ 16955 w 66675"/>
                <a:gd name="connsiteY5" fmla="*/ 121539 h 123825"/>
                <a:gd name="connsiteX6" fmla="*/ 16955 w 66675"/>
                <a:gd name="connsiteY6" fmla="*/ 122396 h 123825"/>
                <a:gd name="connsiteX7" fmla="*/ 7144 w 66675"/>
                <a:gd name="connsiteY7" fmla="*/ 122396 h 123825"/>
                <a:gd name="connsiteX8" fmla="*/ 7144 w 66675"/>
                <a:gd name="connsiteY8" fmla="*/ 121444 h 123825"/>
                <a:gd name="connsiteX9" fmla="*/ 7144 w 66675"/>
                <a:gd name="connsiteY9" fmla="*/ 92869 h 123825"/>
                <a:gd name="connsiteX10" fmla="*/ 7144 w 66675"/>
                <a:gd name="connsiteY10" fmla="*/ 7144 h 123825"/>
                <a:gd name="connsiteX11" fmla="*/ 16669 w 66675"/>
                <a:gd name="connsiteY11" fmla="*/ 7144 h 123825"/>
                <a:gd name="connsiteX12" fmla="*/ 25146 w 66675"/>
                <a:gd name="connsiteY12" fmla="*/ 8192 h 123825"/>
                <a:gd name="connsiteX13" fmla="*/ 40958 w 66675"/>
                <a:gd name="connsiteY13" fmla="*/ 15049 h 123825"/>
                <a:gd name="connsiteX14" fmla="*/ 47530 w 66675"/>
                <a:gd name="connsiteY14" fmla="*/ 20479 h 123825"/>
                <a:gd name="connsiteX15" fmla="*/ 53150 w 66675"/>
                <a:gd name="connsiteY15" fmla="*/ 27051 h 123825"/>
                <a:gd name="connsiteX16" fmla="*/ 59817 w 66675"/>
                <a:gd name="connsiteY16" fmla="*/ 43244 h 123825"/>
                <a:gd name="connsiteX17" fmla="*/ 60865 w 66675"/>
                <a:gd name="connsiteY17" fmla="*/ 51816 h 123825"/>
                <a:gd name="connsiteX18" fmla="*/ 60865 w 66675"/>
                <a:gd name="connsiteY18" fmla="*/ 58198 h 123825"/>
                <a:gd name="connsiteX19" fmla="*/ 60865 w 66675"/>
                <a:gd name="connsiteY19" fmla="*/ 60389 h 123825"/>
                <a:gd name="connsiteX20" fmla="*/ 55245 w 66675"/>
                <a:gd name="connsiteY20" fmla="*/ 76486 h 123825"/>
                <a:gd name="connsiteX21" fmla="*/ 50197 w 66675"/>
                <a:gd name="connsiteY21" fmla="*/ 83344 h 123825"/>
                <a:gd name="connsiteX22" fmla="*/ 44101 w 66675"/>
                <a:gd name="connsiteY22" fmla="*/ 89345 h 123825"/>
                <a:gd name="connsiteX23" fmla="*/ 29147 w 66675"/>
                <a:gd name="connsiteY23" fmla="*/ 97346 h 123825"/>
                <a:gd name="connsiteX24" fmla="*/ 29147 w 66675"/>
                <a:gd name="connsiteY24" fmla="*/ 96393 h 123825"/>
                <a:gd name="connsiteX25" fmla="*/ 58579 w 66675"/>
                <a:gd name="connsiteY25" fmla="*/ 121539 h 123825"/>
                <a:gd name="connsiteX26" fmla="*/ 28194 w 66675"/>
                <a:gd name="connsiteY26" fmla="*/ 96869 h 123825"/>
                <a:gd name="connsiteX27" fmla="*/ 27337 w 66675"/>
                <a:gd name="connsiteY27" fmla="*/ 96298 h 123825"/>
                <a:gd name="connsiteX28" fmla="*/ 28099 w 66675"/>
                <a:gd name="connsiteY28" fmla="*/ 96298 h 123825"/>
                <a:gd name="connsiteX29" fmla="*/ 42577 w 66675"/>
                <a:gd name="connsiteY29" fmla="*/ 88202 h 123825"/>
                <a:gd name="connsiteX30" fmla="*/ 48387 w 66675"/>
                <a:gd name="connsiteY30" fmla="*/ 82296 h 123825"/>
                <a:gd name="connsiteX31" fmla="*/ 53150 w 66675"/>
                <a:gd name="connsiteY31" fmla="*/ 75533 h 123825"/>
                <a:gd name="connsiteX32" fmla="*/ 58293 w 66675"/>
                <a:gd name="connsiteY32" fmla="*/ 60008 h 123825"/>
                <a:gd name="connsiteX33" fmla="*/ 58293 w 66675"/>
                <a:gd name="connsiteY33" fmla="*/ 57912 h 123825"/>
                <a:gd name="connsiteX34" fmla="*/ 58293 w 66675"/>
                <a:gd name="connsiteY34" fmla="*/ 53816 h 123825"/>
                <a:gd name="connsiteX35" fmla="*/ 58293 w 66675"/>
                <a:gd name="connsiteY35" fmla="*/ 51816 h 123825"/>
                <a:gd name="connsiteX36" fmla="*/ 57817 w 66675"/>
                <a:gd name="connsiteY36" fmla="*/ 43244 h 123825"/>
                <a:gd name="connsiteX37" fmla="*/ 51149 w 66675"/>
                <a:gd name="connsiteY37" fmla="*/ 28385 h 123825"/>
                <a:gd name="connsiteX38" fmla="*/ 45815 w 66675"/>
                <a:gd name="connsiteY38" fmla="*/ 22193 h 123825"/>
                <a:gd name="connsiteX39" fmla="*/ 39434 w 66675"/>
                <a:gd name="connsiteY39" fmla="*/ 16955 h 123825"/>
                <a:gd name="connsiteX40" fmla="*/ 24479 w 66675"/>
                <a:gd name="connsiteY40" fmla="*/ 10573 h 123825"/>
                <a:gd name="connsiteX41" fmla="*/ 16383 w 66675"/>
                <a:gd name="connsiteY41" fmla="*/ 9620 h 123825"/>
                <a:gd name="connsiteX42" fmla="*/ 8287 w 66675"/>
                <a:gd name="connsiteY42" fmla="*/ 9620 h 123825"/>
                <a:gd name="connsiteX43" fmla="*/ 9525 w 66675"/>
                <a:gd name="connsiteY43" fmla="*/ 8477 h 123825"/>
                <a:gd name="connsiteX44" fmla="*/ 9525 w 66675"/>
                <a:gd name="connsiteY44" fmla="*/ 93250 h 123825"/>
                <a:gd name="connsiteX45" fmla="*/ 9525 w 66675"/>
                <a:gd name="connsiteY45" fmla="*/ 121825 h 123825"/>
                <a:gd name="connsiteX46" fmla="*/ 8287 w 66675"/>
                <a:gd name="connsiteY46" fmla="*/ 120682 h 123825"/>
                <a:gd name="connsiteX47" fmla="*/ 16574 w 66675"/>
                <a:gd name="connsiteY47" fmla="*/ 120682 h 123825"/>
                <a:gd name="connsiteX48" fmla="*/ 15812 w 66675"/>
                <a:gd name="connsiteY48" fmla="*/ 121444 h 123825"/>
                <a:gd name="connsiteX49" fmla="*/ 15812 w 66675"/>
                <a:gd name="connsiteY49" fmla="*/ 95631 h 123825"/>
                <a:gd name="connsiteX50" fmla="*/ 16859 w 66675"/>
                <a:gd name="connsiteY50" fmla="*/ 96584 h 123825"/>
                <a:gd name="connsiteX51" fmla="*/ 45434 w 66675"/>
                <a:gd name="connsiteY51" fmla="*/ 121349 h 123825"/>
                <a:gd name="connsiteX52" fmla="*/ 45434 w 66675"/>
                <a:gd name="connsiteY52" fmla="*/ 121349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6675" h="123825">
                  <a:moveTo>
                    <a:pt x="58579" y="121539"/>
                  </a:moveTo>
                  <a:lnTo>
                    <a:pt x="45530" y="121539"/>
                  </a:lnTo>
                  <a:lnTo>
                    <a:pt x="45530" y="121539"/>
                  </a:lnTo>
                  <a:lnTo>
                    <a:pt x="15907" y="97631"/>
                  </a:lnTo>
                  <a:lnTo>
                    <a:pt x="16955" y="97155"/>
                  </a:lnTo>
                  <a:lnTo>
                    <a:pt x="16955" y="121539"/>
                  </a:lnTo>
                  <a:lnTo>
                    <a:pt x="16955" y="122396"/>
                  </a:lnTo>
                  <a:lnTo>
                    <a:pt x="7144" y="122396"/>
                  </a:lnTo>
                  <a:lnTo>
                    <a:pt x="7144" y="121444"/>
                  </a:lnTo>
                  <a:lnTo>
                    <a:pt x="7144" y="92869"/>
                  </a:lnTo>
                  <a:lnTo>
                    <a:pt x="7144" y="7144"/>
                  </a:lnTo>
                  <a:lnTo>
                    <a:pt x="16669" y="7144"/>
                  </a:lnTo>
                  <a:cubicBezTo>
                    <a:pt x="19519" y="7252"/>
                    <a:pt x="22355" y="7602"/>
                    <a:pt x="25146" y="8192"/>
                  </a:cubicBezTo>
                  <a:cubicBezTo>
                    <a:pt x="30815" y="9418"/>
                    <a:pt x="36188" y="11748"/>
                    <a:pt x="40958" y="15049"/>
                  </a:cubicBezTo>
                  <a:cubicBezTo>
                    <a:pt x="43314" y="16648"/>
                    <a:pt x="45515" y="18466"/>
                    <a:pt x="47530" y="20479"/>
                  </a:cubicBezTo>
                  <a:cubicBezTo>
                    <a:pt x="49577" y="22515"/>
                    <a:pt x="51456" y="24713"/>
                    <a:pt x="53150" y="27051"/>
                  </a:cubicBezTo>
                  <a:cubicBezTo>
                    <a:pt x="56511" y="31906"/>
                    <a:pt x="58785" y="37429"/>
                    <a:pt x="59817" y="43244"/>
                  </a:cubicBezTo>
                  <a:cubicBezTo>
                    <a:pt x="60447" y="46060"/>
                    <a:pt x="60798" y="48931"/>
                    <a:pt x="60865" y="51816"/>
                  </a:cubicBezTo>
                  <a:lnTo>
                    <a:pt x="60865" y="58198"/>
                  </a:lnTo>
                  <a:lnTo>
                    <a:pt x="60865" y="60389"/>
                  </a:lnTo>
                  <a:cubicBezTo>
                    <a:pt x="60002" y="66055"/>
                    <a:pt x="58097" y="71513"/>
                    <a:pt x="55245" y="76486"/>
                  </a:cubicBezTo>
                  <a:cubicBezTo>
                    <a:pt x="53789" y="78930"/>
                    <a:pt x="52098" y="81227"/>
                    <a:pt x="50197" y="83344"/>
                  </a:cubicBezTo>
                  <a:cubicBezTo>
                    <a:pt x="48383" y="85554"/>
                    <a:pt x="46339" y="87566"/>
                    <a:pt x="44101" y="89345"/>
                  </a:cubicBezTo>
                  <a:cubicBezTo>
                    <a:pt x="39558" y="92767"/>
                    <a:pt x="34514" y="95466"/>
                    <a:pt x="29147" y="97346"/>
                  </a:cubicBezTo>
                  <a:lnTo>
                    <a:pt x="29147" y="96393"/>
                  </a:lnTo>
                  <a:close/>
                  <a:moveTo>
                    <a:pt x="58579" y="121539"/>
                  </a:moveTo>
                  <a:lnTo>
                    <a:pt x="28194" y="96869"/>
                  </a:lnTo>
                  <a:lnTo>
                    <a:pt x="27337" y="96298"/>
                  </a:lnTo>
                  <a:lnTo>
                    <a:pt x="28099" y="96298"/>
                  </a:lnTo>
                  <a:cubicBezTo>
                    <a:pt x="33296" y="94325"/>
                    <a:pt x="38175" y="91597"/>
                    <a:pt x="42577" y="88202"/>
                  </a:cubicBezTo>
                  <a:cubicBezTo>
                    <a:pt x="44701" y="86427"/>
                    <a:pt x="46647" y="84449"/>
                    <a:pt x="48387" y="82296"/>
                  </a:cubicBezTo>
                  <a:cubicBezTo>
                    <a:pt x="50197" y="80207"/>
                    <a:pt x="51793" y="77941"/>
                    <a:pt x="53150" y="75533"/>
                  </a:cubicBezTo>
                  <a:cubicBezTo>
                    <a:pt x="55890" y="70756"/>
                    <a:pt x="57640" y="65476"/>
                    <a:pt x="58293" y="60008"/>
                  </a:cubicBezTo>
                  <a:lnTo>
                    <a:pt x="58293" y="57912"/>
                  </a:lnTo>
                  <a:lnTo>
                    <a:pt x="58293" y="53816"/>
                  </a:lnTo>
                  <a:cubicBezTo>
                    <a:pt x="58341" y="53150"/>
                    <a:pt x="58341" y="52482"/>
                    <a:pt x="58293" y="51816"/>
                  </a:cubicBezTo>
                  <a:cubicBezTo>
                    <a:pt x="58396" y="48950"/>
                    <a:pt x="58236" y="46081"/>
                    <a:pt x="57817" y="43244"/>
                  </a:cubicBezTo>
                  <a:cubicBezTo>
                    <a:pt x="56569" y="37908"/>
                    <a:pt x="54305" y="32864"/>
                    <a:pt x="51149" y="28385"/>
                  </a:cubicBezTo>
                  <a:cubicBezTo>
                    <a:pt x="49555" y="26170"/>
                    <a:pt x="47770" y="24098"/>
                    <a:pt x="45815" y="22193"/>
                  </a:cubicBezTo>
                  <a:cubicBezTo>
                    <a:pt x="43818" y="20294"/>
                    <a:pt x="41686" y="18543"/>
                    <a:pt x="39434" y="16955"/>
                  </a:cubicBezTo>
                  <a:cubicBezTo>
                    <a:pt x="34905" y="13886"/>
                    <a:pt x="29828" y="11720"/>
                    <a:pt x="24479" y="10573"/>
                  </a:cubicBezTo>
                  <a:cubicBezTo>
                    <a:pt x="21813" y="10021"/>
                    <a:pt x="19104" y="9702"/>
                    <a:pt x="16383" y="9620"/>
                  </a:cubicBezTo>
                  <a:lnTo>
                    <a:pt x="8287" y="9620"/>
                  </a:lnTo>
                  <a:lnTo>
                    <a:pt x="9525" y="8477"/>
                  </a:lnTo>
                  <a:lnTo>
                    <a:pt x="9525" y="93250"/>
                  </a:lnTo>
                  <a:lnTo>
                    <a:pt x="9525" y="121825"/>
                  </a:lnTo>
                  <a:lnTo>
                    <a:pt x="8287" y="120682"/>
                  </a:lnTo>
                  <a:lnTo>
                    <a:pt x="16574" y="120682"/>
                  </a:lnTo>
                  <a:lnTo>
                    <a:pt x="15812" y="121444"/>
                  </a:lnTo>
                  <a:lnTo>
                    <a:pt x="15812" y="95631"/>
                  </a:lnTo>
                  <a:lnTo>
                    <a:pt x="16859" y="96584"/>
                  </a:lnTo>
                  <a:lnTo>
                    <a:pt x="45434" y="121349"/>
                  </a:lnTo>
                  <a:lnTo>
                    <a:pt x="45434" y="121349"/>
                  </a:lnTo>
                  <a:close/>
                </a:path>
              </a:pathLst>
            </a:custGeom>
            <a:solidFill>
              <a:srgbClr val="FFFFFF"/>
            </a:solid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1C7B8A83-1DA7-4920-B9F9-AEA61B29D1D9}"/>
                </a:ext>
              </a:extLst>
            </p:cNvPr>
            <p:cNvSpPr/>
            <p:nvPr/>
          </p:nvSpPr>
          <p:spPr>
            <a:xfrm>
              <a:off x="11714837" y="431466"/>
              <a:ext cx="90316" cy="162570"/>
            </a:xfrm>
            <a:custGeom>
              <a:avLst/>
              <a:gdLst>
                <a:gd name="connsiteX0" fmla="*/ 8477 w 47625"/>
                <a:gd name="connsiteY0" fmla="*/ 7144 h 85725"/>
                <a:gd name="connsiteX1" fmla="*/ 8477 w 47625"/>
                <a:gd name="connsiteY1" fmla="*/ 25718 h 85725"/>
                <a:gd name="connsiteX2" fmla="*/ 8477 w 47625"/>
                <a:gd name="connsiteY2" fmla="*/ 44291 h 85725"/>
                <a:gd name="connsiteX3" fmla="*/ 8477 w 47625"/>
                <a:gd name="connsiteY3" fmla="*/ 63341 h 85725"/>
                <a:gd name="connsiteX4" fmla="*/ 8477 w 47625"/>
                <a:gd name="connsiteY4" fmla="*/ 81820 h 85725"/>
                <a:gd name="connsiteX5" fmla="*/ 7239 w 47625"/>
                <a:gd name="connsiteY5" fmla="*/ 80677 h 85725"/>
                <a:gd name="connsiteX6" fmla="*/ 20479 w 47625"/>
                <a:gd name="connsiteY6" fmla="*/ 77248 h 85725"/>
                <a:gd name="connsiteX7" fmla="*/ 26384 w 47625"/>
                <a:gd name="connsiteY7" fmla="*/ 73819 h 85725"/>
                <a:gd name="connsiteX8" fmla="*/ 29051 w 47625"/>
                <a:gd name="connsiteY8" fmla="*/ 72295 h 85725"/>
                <a:gd name="connsiteX9" fmla="*/ 30385 w 47625"/>
                <a:gd name="connsiteY9" fmla="*/ 71152 h 85725"/>
                <a:gd name="connsiteX10" fmla="*/ 32957 w 47625"/>
                <a:gd name="connsiteY10" fmla="*/ 68866 h 85725"/>
                <a:gd name="connsiteX11" fmla="*/ 40481 w 47625"/>
                <a:gd name="connsiteY11" fmla="*/ 57531 h 85725"/>
                <a:gd name="connsiteX12" fmla="*/ 42863 w 47625"/>
                <a:gd name="connsiteY12" fmla="*/ 44196 h 85725"/>
                <a:gd name="connsiteX13" fmla="*/ 42863 w 47625"/>
                <a:gd name="connsiteY13" fmla="*/ 40767 h 85725"/>
                <a:gd name="connsiteX14" fmla="*/ 42863 w 47625"/>
                <a:gd name="connsiteY14" fmla="*/ 37338 h 85725"/>
                <a:gd name="connsiteX15" fmla="*/ 41148 w 47625"/>
                <a:gd name="connsiteY15" fmla="*/ 30670 h 85725"/>
                <a:gd name="connsiteX16" fmla="*/ 38005 w 47625"/>
                <a:gd name="connsiteY16" fmla="*/ 24575 h 85725"/>
                <a:gd name="connsiteX17" fmla="*/ 33814 w 47625"/>
                <a:gd name="connsiteY17" fmla="*/ 19050 h 85725"/>
                <a:gd name="connsiteX18" fmla="*/ 28670 w 47625"/>
                <a:gd name="connsiteY18" fmla="*/ 14383 h 85725"/>
                <a:gd name="connsiteX19" fmla="*/ 22765 w 47625"/>
                <a:gd name="connsiteY19" fmla="*/ 10858 h 85725"/>
                <a:gd name="connsiteX20" fmla="*/ 8477 w 47625"/>
                <a:gd name="connsiteY20" fmla="*/ 7144 h 85725"/>
                <a:gd name="connsiteX21" fmla="*/ 8477 w 47625"/>
                <a:gd name="connsiteY21" fmla="*/ 7144 h 85725"/>
                <a:gd name="connsiteX22" fmla="*/ 22288 w 47625"/>
                <a:gd name="connsiteY22" fmla="*/ 10287 h 85725"/>
                <a:gd name="connsiteX23" fmla="*/ 28575 w 47625"/>
                <a:gd name="connsiteY23" fmla="*/ 13716 h 85725"/>
                <a:gd name="connsiteX24" fmla="*/ 34004 w 47625"/>
                <a:gd name="connsiteY24" fmla="*/ 18288 h 85725"/>
                <a:gd name="connsiteX25" fmla="*/ 38576 w 47625"/>
                <a:gd name="connsiteY25" fmla="*/ 23908 h 85725"/>
                <a:gd name="connsiteX26" fmla="*/ 42005 w 47625"/>
                <a:gd name="connsiteY26" fmla="*/ 30194 h 85725"/>
                <a:gd name="connsiteX27" fmla="*/ 44101 w 47625"/>
                <a:gd name="connsiteY27" fmla="*/ 37147 h 85725"/>
                <a:gd name="connsiteX28" fmla="*/ 44672 w 47625"/>
                <a:gd name="connsiteY28" fmla="*/ 40767 h 85725"/>
                <a:gd name="connsiteX29" fmla="*/ 44672 w 47625"/>
                <a:gd name="connsiteY29" fmla="*/ 44387 h 85725"/>
                <a:gd name="connsiteX30" fmla="*/ 44101 w 47625"/>
                <a:gd name="connsiteY30" fmla="*/ 51626 h 85725"/>
                <a:gd name="connsiteX31" fmla="*/ 42196 w 47625"/>
                <a:gd name="connsiteY31" fmla="*/ 58579 h 85725"/>
                <a:gd name="connsiteX32" fmla="*/ 38862 w 47625"/>
                <a:gd name="connsiteY32" fmla="*/ 65056 h 85725"/>
                <a:gd name="connsiteX33" fmla="*/ 34290 w 47625"/>
                <a:gd name="connsiteY33" fmla="*/ 70676 h 85725"/>
                <a:gd name="connsiteX34" fmla="*/ 31623 w 47625"/>
                <a:gd name="connsiteY34" fmla="*/ 73247 h 85725"/>
                <a:gd name="connsiteX35" fmla="*/ 30290 w 47625"/>
                <a:gd name="connsiteY35" fmla="*/ 74390 h 85725"/>
                <a:gd name="connsiteX36" fmla="*/ 28766 w 47625"/>
                <a:gd name="connsiteY36" fmla="*/ 75438 h 85725"/>
                <a:gd name="connsiteX37" fmla="*/ 22384 w 47625"/>
                <a:gd name="connsiteY37" fmla="*/ 79058 h 85725"/>
                <a:gd name="connsiteX38" fmla="*/ 8477 w 47625"/>
                <a:gd name="connsiteY38" fmla="*/ 82582 h 85725"/>
                <a:gd name="connsiteX39" fmla="*/ 7144 w 47625"/>
                <a:gd name="connsiteY39" fmla="*/ 82582 h 85725"/>
                <a:gd name="connsiteX40" fmla="*/ 7144 w 47625"/>
                <a:gd name="connsiteY40" fmla="*/ 62770 h 85725"/>
                <a:gd name="connsiteX41" fmla="*/ 7144 w 47625"/>
                <a:gd name="connsiteY41" fmla="*/ 43720 h 85725"/>
                <a:gd name="connsiteX42" fmla="*/ 7144 w 47625"/>
                <a:gd name="connsiteY42" fmla="*/ 25146 h 85725"/>
                <a:gd name="connsiteX43" fmla="*/ 8477 w 47625"/>
                <a:gd name="connsiteY43"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7625" h="85725">
                  <a:moveTo>
                    <a:pt x="8477" y="7144"/>
                  </a:moveTo>
                  <a:cubicBezTo>
                    <a:pt x="8477" y="13335"/>
                    <a:pt x="8477" y="19526"/>
                    <a:pt x="8477" y="25718"/>
                  </a:cubicBezTo>
                  <a:cubicBezTo>
                    <a:pt x="8477" y="31909"/>
                    <a:pt x="8477" y="38100"/>
                    <a:pt x="8477" y="44291"/>
                  </a:cubicBezTo>
                  <a:cubicBezTo>
                    <a:pt x="8477" y="50482"/>
                    <a:pt x="8477" y="56674"/>
                    <a:pt x="8477" y="63341"/>
                  </a:cubicBezTo>
                  <a:lnTo>
                    <a:pt x="8477" y="81820"/>
                  </a:lnTo>
                  <a:lnTo>
                    <a:pt x="7239" y="80677"/>
                  </a:lnTo>
                  <a:cubicBezTo>
                    <a:pt x="11801" y="80211"/>
                    <a:pt x="16265" y="79055"/>
                    <a:pt x="20479" y="77248"/>
                  </a:cubicBezTo>
                  <a:cubicBezTo>
                    <a:pt x="22550" y="76291"/>
                    <a:pt x="24527" y="75143"/>
                    <a:pt x="26384" y="73819"/>
                  </a:cubicBezTo>
                  <a:lnTo>
                    <a:pt x="29051" y="72295"/>
                  </a:lnTo>
                  <a:lnTo>
                    <a:pt x="30385" y="71152"/>
                  </a:lnTo>
                  <a:lnTo>
                    <a:pt x="32957" y="68866"/>
                  </a:lnTo>
                  <a:cubicBezTo>
                    <a:pt x="36209" y="65638"/>
                    <a:pt x="38769" y="61781"/>
                    <a:pt x="40481" y="57531"/>
                  </a:cubicBezTo>
                  <a:cubicBezTo>
                    <a:pt x="42132" y="53282"/>
                    <a:pt x="42941" y="48753"/>
                    <a:pt x="42863" y="44196"/>
                  </a:cubicBezTo>
                  <a:lnTo>
                    <a:pt x="42863" y="40767"/>
                  </a:lnTo>
                  <a:cubicBezTo>
                    <a:pt x="42955" y="39626"/>
                    <a:pt x="42955" y="38479"/>
                    <a:pt x="42863" y="37338"/>
                  </a:cubicBezTo>
                  <a:cubicBezTo>
                    <a:pt x="42482" y="35071"/>
                    <a:pt x="41909" y="32840"/>
                    <a:pt x="41148" y="30670"/>
                  </a:cubicBezTo>
                  <a:cubicBezTo>
                    <a:pt x="40292" y="28545"/>
                    <a:pt x="39240" y="26504"/>
                    <a:pt x="38005" y="24575"/>
                  </a:cubicBezTo>
                  <a:cubicBezTo>
                    <a:pt x="36801" y="22594"/>
                    <a:pt x="35397" y="20743"/>
                    <a:pt x="33814" y="19050"/>
                  </a:cubicBezTo>
                  <a:cubicBezTo>
                    <a:pt x="32191" y="17396"/>
                    <a:pt x="30474" y="15838"/>
                    <a:pt x="28670" y="14383"/>
                  </a:cubicBezTo>
                  <a:cubicBezTo>
                    <a:pt x="26828" y="13008"/>
                    <a:pt x="24849" y="11827"/>
                    <a:pt x="22765" y="10858"/>
                  </a:cubicBezTo>
                  <a:cubicBezTo>
                    <a:pt x="18206" y="8937"/>
                    <a:pt x="13394" y="7686"/>
                    <a:pt x="8477" y="7144"/>
                  </a:cubicBezTo>
                  <a:close/>
                  <a:moveTo>
                    <a:pt x="8477" y="7144"/>
                  </a:moveTo>
                  <a:cubicBezTo>
                    <a:pt x="13215" y="7475"/>
                    <a:pt x="17874" y="8535"/>
                    <a:pt x="22288" y="10287"/>
                  </a:cubicBezTo>
                  <a:cubicBezTo>
                    <a:pt x="24482" y="11241"/>
                    <a:pt x="26586" y="12388"/>
                    <a:pt x="28575" y="13716"/>
                  </a:cubicBezTo>
                  <a:cubicBezTo>
                    <a:pt x="30530" y="15059"/>
                    <a:pt x="32348" y="16590"/>
                    <a:pt x="34004" y="18288"/>
                  </a:cubicBezTo>
                  <a:cubicBezTo>
                    <a:pt x="35709" y="20007"/>
                    <a:pt x="37240" y="21889"/>
                    <a:pt x="38576" y="23908"/>
                  </a:cubicBezTo>
                  <a:cubicBezTo>
                    <a:pt x="39904" y="25897"/>
                    <a:pt x="41052" y="28001"/>
                    <a:pt x="42005" y="30194"/>
                  </a:cubicBezTo>
                  <a:cubicBezTo>
                    <a:pt x="42933" y="32437"/>
                    <a:pt x="43635" y="34766"/>
                    <a:pt x="44101" y="37147"/>
                  </a:cubicBezTo>
                  <a:cubicBezTo>
                    <a:pt x="44101" y="38386"/>
                    <a:pt x="44101" y="39529"/>
                    <a:pt x="44672" y="40767"/>
                  </a:cubicBezTo>
                  <a:lnTo>
                    <a:pt x="44672" y="44387"/>
                  </a:lnTo>
                  <a:cubicBezTo>
                    <a:pt x="44666" y="46811"/>
                    <a:pt x="44475" y="49231"/>
                    <a:pt x="44101" y="51626"/>
                  </a:cubicBezTo>
                  <a:cubicBezTo>
                    <a:pt x="43701" y="54001"/>
                    <a:pt x="43063" y="56331"/>
                    <a:pt x="42196" y="58579"/>
                  </a:cubicBezTo>
                  <a:cubicBezTo>
                    <a:pt x="41335" y="60858"/>
                    <a:pt x="40216" y="63031"/>
                    <a:pt x="38862" y="65056"/>
                  </a:cubicBezTo>
                  <a:cubicBezTo>
                    <a:pt x="37520" y="67070"/>
                    <a:pt x="35989" y="68952"/>
                    <a:pt x="34290" y="70676"/>
                  </a:cubicBezTo>
                  <a:cubicBezTo>
                    <a:pt x="33433" y="71628"/>
                    <a:pt x="32480" y="72390"/>
                    <a:pt x="31623" y="73247"/>
                  </a:cubicBezTo>
                  <a:lnTo>
                    <a:pt x="30290" y="74390"/>
                  </a:lnTo>
                  <a:lnTo>
                    <a:pt x="28766" y="75438"/>
                  </a:lnTo>
                  <a:cubicBezTo>
                    <a:pt x="26782" y="76882"/>
                    <a:pt x="24641" y="78097"/>
                    <a:pt x="22384" y="79058"/>
                  </a:cubicBezTo>
                  <a:cubicBezTo>
                    <a:pt x="17972" y="80985"/>
                    <a:pt x="13274" y="82176"/>
                    <a:pt x="8477" y="82582"/>
                  </a:cubicBezTo>
                  <a:lnTo>
                    <a:pt x="7144" y="82582"/>
                  </a:lnTo>
                  <a:lnTo>
                    <a:pt x="7144" y="62770"/>
                  </a:lnTo>
                  <a:lnTo>
                    <a:pt x="7144" y="43720"/>
                  </a:lnTo>
                  <a:cubicBezTo>
                    <a:pt x="7144" y="37529"/>
                    <a:pt x="7144" y="31337"/>
                    <a:pt x="7144" y="25146"/>
                  </a:cubicBezTo>
                  <a:cubicBezTo>
                    <a:pt x="7144" y="18955"/>
                    <a:pt x="8287" y="13335"/>
                    <a:pt x="8477" y="7144"/>
                  </a:cubicBezTo>
                  <a:close/>
                </a:path>
              </a:pathLst>
            </a:custGeom>
            <a:solidFill>
              <a:srgbClr val="FFFFFF"/>
            </a:solid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178FDDF-9A56-414E-A2CD-3827F5112BD9}"/>
                </a:ext>
              </a:extLst>
            </p:cNvPr>
            <p:cNvSpPr/>
            <p:nvPr/>
          </p:nvSpPr>
          <p:spPr>
            <a:xfrm>
              <a:off x="11853383" y="416835"/>
              <a:ext cx="108380" cy="234823"/>
            </a:xfrm>
            <a:custGeom>
              <a:avLst/>
              <a:gdLst>
                <a:gd name="connsiteX0" fmla="*/ 58198 w 57150"/>
                <a:gd name="connsiteY0" fmla="*/ 120206 h 123825"/>
                <a:gd name="connsiteX1" fmla="*/ 49340 w 57150"/>
                <a:gd name="connsiteY1" fmla="*/ 120206 h 123825"/>
                <a:gd name="connsiteX2" fmla="*/ 33433 w 57150"/>
                <a:gd name="connsiteY2" fmla="*/ 59341 h 123825"/>
                <a:gd name="connsiteX3" fmla="*/ 16669 w 57150"/>
                <a:gd name="connsiteY3" fmla="*/ 120206 h 123825"/>
                <a:gd name="connsiteX4" fmla="*/ 7144 w 57150"/>
                <a:gd name="connsiteY4" fmla="*/ 120206 h 123825"/>
                <a:gd name="connsiteX5" fmla="*/ 28003 w 57150"/>
                <a:gd name="connsiteY5" fmla="*/ 49816 h 123825"/>
                <a:gd name="connsiteX6" fmla="*/ 15145 w 57150"/>
                <a:gd name="connsiteY6" fmla="*/ 7144 h 123825"/>
                <a:gd name="connsiteX7" fmla="*/ 24003 w 57150"/>
                <a:gd name="connsiteY7" fmla="*/ 7144 h 123825"/>
                <a:gd name="connsiteX8" fmla="*/ 32575 w 57150"/>
                <a:gd name="connsiteY8" fmla="*/ 38671 h 123825"/>
                <a:gd name="connsiteX9" fmla="*/ 40576 w 57150"/>
                <a:gd name="connsiteY9" fmla="*/ 7144 h 123825"/>
                <a:gd name="connsiteX10" fmla="*/ 49435 w 57150"/>
                <a:gd name="connsiteY10" fmla="*/ 7144 h 123825"/>
                <a:gd name="connsiteX11" fmla="*/ 37814 w 57150"/>
                <a:gd name="connsiteY11" fmla="*/ 4762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150" h="123825">
                  <a:moveTo>
                    <a:pt x="58198" y="120206"/>
                  </a:moveTo>
                  <a:lnTo>
                    <a:pt x="49340" y="120206"/>
                  </a:lnTo>
                  <a:lnTo>
                    <a:pt x="33433" y="59341"/>
                  </a:lnTo>
                  <a:lnTo>
                    <a:pt x="16669" y="120206"/>
                  </a:lnTo>
                  <a:lnTo>
                    <a:pt x="7144" y="120206"/>
                  </a:lnTo>
                  <a:lnTo>
                    <a:pt x="28003" y="49816"/>
                  </a:lnTo>
                  <a:lnTo>
                    <a:pt x="15145" y="7144"/>
                  </a:lnTo>
                  <a:lnTo>
                    <a:pt x="24003" y="7144"/>
                  </a:lnTo>
                  <a:lnTo>
                    <a:pt x="32575" y="38671"/>
                  </a:lnTo>
                  <a:lnTo>
                    <a:pt x="40576" y="7144"/>
                  </a:lnTo>
                  <a:lnTo>
                    <a:pt x="49435" y="7144"/>
                  </a:lnTo>
                  <a:lnTo>
                    <a:pt x="37814" y="47625"/>
                  </a:lnTo>
                  <a:close/>
                </a:path>
              </a:pathLst>
            </a:custGeom>
            <a:solidFill>
              <a:srgbClr val="FFFFFF"/>
            </a:solid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ACF31FFB-6507-4E29-98BA-071C81FB725B}"/>
                </a:ext>
              </a:extLst>
            </p:cNvPr>
            <p:cNvSpPr/>
            <p:nvPr/>
          </p:nvSpPr>
          <p:spPr>
            <a:xfrm>
              <a:off x="11851576" y="413583"/>
              <a:ext cx="108380" cy="234823"/>
            </a:xfrm>
            <a:custGeom>
              <a:avLst/>
              <a:gdLst>
                <a:gd name="connsiteX0" fmla="*/ 59150 w 57150"/>
                <a:gd name="connsiteY0" fmla="*/ 121920 h 123825"/>
                <a:gd name="connsiteX1" fmla="*/ 50197 w 57150"/>
                <a:gd name="connsiteY1" fmla="*/ 121920 h 123825"/>
                <a:gd name="connsiteX2" fmla="*/ 41910 w 57150"/>
                <a:gd name="connsiteY2" fmla="*/ 91250 h 123825"/>
                <a:gd name="connsiteX3" fmla="*/ 33719 w 57150"/>
                <a:gd name="connsiteY3" fmla="*/ 60865 h 123825"/>
                <a:gd name="connsiteX4" fmla="*/ 35052 w 57150"/>
                <a:gd name="connsiteY4" fmla="*/ 60865 h 123825"/>
                <a:gd name="connsiteX5" fmla="*/ 18574 w 57150"/>
                <a:gd name="connsiteY5" fmla="*/ 121825 h 123825"/>
                <a:gd name="connsiteX6" fmla="*/ 18574 w 57150"/>
                <a:gd name="connsiteY6" fmla="*/ 122587 h 123825"/>
                <a:gd name="connsiteX7" fmla="*/ 7144 w 57150"/>
                <a:gd name="connsiteY7" fmla="*/ 122587 h 123825"/>
                <a:gd name="connsiteX8" fmla="*/ 7144 w 57150"/>
                <a:gd name="connsiteY8" fmla="*/ 121158 h 123825"/>
                <a:gd name="connsiteX9" fmla="*/ 27908 w 57150"/>
                <a:gd name="connsiteY9" fmla="*/ 50768 h 123825"/>
                <a:gd name="connsiteX10" fmla="*/ 27908 w 57150"/>
                <a:gd name="connsiteY10" fmla="*/ 51435 h 123825"/>
                <a:gd name="connsiteX11" fmla="*/ 21431 w 57150"/>
                <a:gd name="connsiteY11" fmla="*/ 30099 h 123825"/>
                <a:gd name="connsiteX12" fmla="*/ 15050 w 57150"/>
                <a:gd name="connsiteY12" fmla="*/ 8668 h 123825"/>
                <a:gd name="connsiteX13" fmla="*/ 15050 w 57150"/>
                <a:gd name="connsiteY13" fmla="*/ 7144 h 123825"/>
                <a:gd name="connsiteX14" fmla="*/ 26384 w 57150"/>
                <a:gd name="connsiteY14" fmla="*/ 7144 h 123825"/>
                <a:gd name="connsiteX15" fmla="*/ 26384 w 57150"/>
                <a:gd name="connsiteY15" fmla="*/ 8001 h 123825"/>
                <a:gd name="connsiteX16" fmla="*/ 35052 w 57150"/>
                <a:gd name="connsiteY16" fmla="*/ 39624 h 123825"/>
                <a:gd name="connsiteX17" fmla="*/ 33147 w 57150"/>
                <a:gd name="connsiteY17" fmla="*/ 39624 h 123825"/>
                <a:gd name="connsiteX18" fmla="*/ 41243 w 57150"/>
                <a:gd name="connsiteY18" fmla="*/ 8096 h 123825"/>
                <a:gd name="connsiteX19" fmla="*/ 41243 w 57150"/>
                <a:gd name="connsiteY19" fmla="*/ 7334 h 123825"/>
                <a:gd name="connsiteX20" fmla="*/ 52197 w 57150"/>
                <a:gd name="connsiteY20" fmla="*/ 7334 h 123825"/>
                <a:gd name="connsiteX21" fmla="*/ 52197 w 57150"/>
                <a:gd name="connsiteY21" fmla="*/ 8572 h 123825"/>
                <a:gd name="connsiteX22" fmla="*/ 39910 w 57150"/>
                <a:gd name="connsiteY22" fmla="*/ 49054 h 123825"/>
                <a:gd name="connsiteX23" fmla="*/ 39910 w 57150"/>
                <a:gd name="connsiteY23" fmla="*/ 49054 h 123825"/>
                <a:gd name="connsiteX24" fmla="*/ 49435 w 57150"/>
                <a:gd name="connsiteY24" fmla="*/ 85439 h 123825"/>
                <a:gd name="connsiteX25" fmla="*/ 59150 w 57150"/>
                <a:gd name="connsiteY25" fmla="*/ 121920 h 123825"/>
                <a:gd name="connsiteX26" fmla="*/ 48578 w 57150"/>
                <a:gd name="connsiteY26" fmla="*/ 85725 h 123825"/>
                <a:gd name="connsiteX27" fmla="*/ 38100 w 57150"/>
                <a:gd name="connsiteY27" fmla="*/ 49530 h 123825"/>
                <a:gd name="connsiteX28" fmla="*/ 38100 w 57150"/>
                <a:gd name="connsiteY28" fmla="*/ 49530 h 123825"/>
                <a:gd name="connsiteX29" fmla="*/ 49911 w 57150"/>
                <a:gd name="connsiteY29" fmla="*/ 8954 h 123825"/>
                <a:gd name="connsiteX30" fmla="*/ 50864 w 57150"/>
                <a:gd name="connsiteY30" fmla="*/ 10192 h 123825"/>
                <a:gd name="connsiteX31" fmla="*/ 42005 w 57150"/>
                <a:gd name="connsiteY31" fmla="*/ 10192 h 123825"/>
                <a:gd name="connsiteX32" fmla="*/ 42958 w 57150"/>
                <a:gd name="connsiteY32" fmla="*/ 9430 h 123825"/>
                <a:gd name="connsiteX33" fmla="*/ 35147 w 57150"/>
                <a:gd name="connsiteY33" fmla="*/ 41053 h 123825"/>
                <a:gd name="connsiteX34" fmla="*/ 34100 w 57150"/>
                <a:gd name="connsiteY34" fmla="*/ 45053 h 123825"/>
                <a:gd name="connsiteX35" fmla="*/ 33147 w 57150"/>
                <a:gd name="connsiteY35" fmla="*/ 40672 h 123825"/>
                <a:gd name="connsiteX36" fmla="*/ 24479 w 57150"/>
                <a:gd name="connsiteY36" fmla="*/ 9144 h 123825"/>
                <a:gd name="connsiteX37" fmla="*/ 25622 w 57150"/>
                <a:gd name="connsiteY37" fmla="*/ 10001 h 123825"/>
                <a:gd name="connsiteX38" fmla="*/ 16764 w 57150"/>
                <a:gd name="connsiteY38" fmla="*/ 10001 h 123825"/>
                <a:gd name="connsiteX39" fmla="*/ 17907 w 57150"/>
                <a:gd name="connsiteY39" fmla="*/ 8477 h 123825"/>
                <a:gd name="connsiteX40" fmla="*/ 24384 w 57150"/>
                <a:gd name="connsiteY40" fmla="*/ 29813 h 123825"/>
                <a:gd name="connsiteX41" fmla="*/ 30766 w 57150"/>
                <a:gd name="connsiteY41" fmla="*/ 51244 h 123825"/>
                <a:gd name="connsiteX42" fmla="*/ 30766 w 57150"/>
                <a:gd name="connsiteY42" fmla="*/ 51244 h 123825"/>
                <a:gd name="connsiteX43" fmla="*/ 30766 w 57150"/>
                <a:gd name="connsiteY43" fmla="*/ 51244 h 123825"/>
                <a:gd name="connsiteX44" fmla="*/ 9716 w 57150"/>
                <a:gd name="connsiteY44" fmla="*/ 121539 h 123825"/>
                <a:gd name="connsiteX45" fmla="*/ 8668 w 57150"/>
                <a:gd name="connsiteY45" fmla="*/ 120206 h 123825"/>
                <a:gd name="connsiteX46" fmla="*/ 18193 w 57150"/>
                <a:gd name="connsiteY46" fmla="*/ 120206 h 123825"/>
                <a:gd name="connsiteX47" fmla="*/ 17145 w 57150"/>
                <a:gd name="connsiteY47" fmla="*/ 120968 h 123825"/>
                <a:gd name="connsiteX48" fmla="*/ 34290 w 57150"/>
                <a:gd name="connsiteY48" fmla="*/ 60198 h 123825"/>
                <a:gd name="connsiteX49" fmla="*/ 34957 w 57150"/>
                <a:gd name="connsiteY49" fmla="*/ 57721 h 123825"/>
                <a:gd name="connsiteX50" fmla="*/ 35624 w 57150"/>
                <a:gd name="connsiteY50" fmla="*/ 60198 h 123825"/>
                <a:gd name="connsiteX51" fmla="*/ 42672 w 57150"/>
                <a:gd name="connsiteY51" fmla="*/ 91250 h 123825"/>
                <a:gd name="connsiteX52" fmla="*/ 50292 w 57150"/>
                <a:gd name="connsiteY52" fmla="*/ 121825 h 123825"/>
                <a:gd name="connsiteX53" fmla="*/ 59055 w 57150"/>
                <a:gd name="connsiteY53" fmla="*/ 12182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7150" h="123825">
                  <a:moveTo>
                    <a:pt x="59150" y="121920"/>
                  </a:moveTo>
                  <a:lnTo>
                    <a:pt x="50197" y="121920"/>
                  </a:lnTo>
                  <a:lnTo>
                    <a:pt x="41910" y="91250"/>
                  </a:lnTo>
                  <a:lnTo>
                    <a:pt x="33719" y="60865"/>
                  </a:lnTo>
                  <a:lnTo>
                    <a:pt x="35052" y="60865"/>
                  </a:lnTo>
                  <a:lnTo>
                    <a:pt x="18574" y="121825"/>
                  </a:lnTo>
                  <a:lnTo>
                    <a:pt x="18574" y="122587"/>
                  </a:lnTo>
                  <a:lnTo>
                    <a:pt x="7144" y="122587"/>
                  </a:lnTo>
                  <a:lnTo>
                    <a:pt x="7144" y="121158"/>
                  </a:lnTo>
                  <a:lnTo>
                    <a:pt x="27908" y="50768"/>
                  </a:lnTo>
                  <a:lnTo>
                    <a:pt x="27908" y="51435"/>
                  </a:lnTo>
                  <a:lnTo>
                    <a:pt x="21431" y="30099"/>
                  </a:lnTo>
                  <a:lnTo>
                    <a:pt x="15050" y="8668"/>
                  </a:lnTo>
                  <a:lnTo>
                    <a:pt x="15050" y="7144"/>
                  </a:lnTo>
                  <a:lnTo>
                    <a:pt x="26384" y="7144"/>
                  </a:lnTo>
                  <a:lnTo>
                    <a:pt x="26384" y="8001"/>
                  </a:lnTo>
                  <a:lnTo>
                    <a:pt x="35052" y="39624"/>
                  </a:lnTo>
                  <a:lnTo>
                    <a:pt x="33147" y="39624"/>
                  </a:lnTo>
                  <a:lnTo>
                    <a:pt x="41243" y="8096"/>
                  </a:lnTo>
                  <a:lnTo>
                    <a:pt x="41243" y="7334"/>
                  </a:lnTo>
                  <a:lnTo>
                    <a:pt x="52197" y="7334"/>
                  </a:lnTo>
                  <a:lnTo>
                    <a:pt x="52197" y="8572"/>
                  </a:lnTo>
                  <a:lnTo>
                    <a:pt x="39910" y="49054"/>
                  </a:lnTo>
                  <a:lnTo>
                    <a:pt x="39910" y="49054"/>
                  </a:lnTo>
                  <a:lnTo>
                    <a:pt x="49435" y="85439"/>
                  </a:lnTo>
                  <a:close/>
                  <a:moveTo>
                    <a:pt x="59150" y="121920"/>
                  </a:moveTo>
                  <a:lnTo>
                    <a:pt x="48578" y="85725"/>
                  </a:lnTo>
                  <a:lnTo>
                    <a:pt x="38100" y="49530"/>
                  </a:lnTo>
                  <a:lnTo>
                    <a:pt x="38100" y="49530"/>
                  </a:lnTo>
                  <a:lnTo>
                    <a:pt x="49911" y="8954"/>
                  </a:lnTo>
                  <a:lnTo>
                    <a:pt x="50864" y="10192"/>
                  </a:lnTo>
                  <a:lnTo>
                    <a:pt x="42005" y="10192"/>
                  </a:lnTo>
                  <a:lnTo>
                    <a:pt x="42958" y="9430"/>
                  </a:lnTo>
                  <a:lnTo>
                    <a:pt x="35147" y="41053"/>
                  </a:lnTo>
                  <a:lnTo>
                    <a:pt x="34100" y="45053"/>
                  </a:lnTo>
                  <a:lnTo>
                    <a:pt x="33147" y="40672"/>
                  </a:lnTo>
                  <a:lnTo>
                    <a:pt x="24479" y="9144"/>
                  </a:lnTo>
                  <a:lnTo>
                    <a:pt x="25622" y="10001"/>
                  </a:lnTo>
                  <a:lnTo>
                    <a:pt x="16764" y="10001"/>
                  </a:lnTo>
                  <a:lnTo>
                    <a:pt x="17907" y="8477"/>
                  </a:lnTo>
                  <a:lnTo>
                    <a:pt x="24384" y="29813"/>
                  </a:lnTo>
                  <a:lnTo>
                    <a:pt x="30766" y="51244"/>
                  </a:lnTo>
                  <a:lnTo>
                    <a:pt x="30766" y="51244"/>
                  </a:lnTo>
                  <a:lnTo>
                    <a:pt x="30766" y="51244"/>
                  </a:lnTo>
                  <a:lnTo>
                    <a:pt x="9716" y="121539"/>
                  </a:lnTo>
                  <a:lnTo>
                    <a:pt x="8668" y="120206"/>
                  </a:lnTo>
                  <a:lnTo>
                    <a:pt x="18193" y="120206"/>
                  </a:lnTo>
                  <a:lnTo>
                    <a:pt x="17145" y="120968"/>
                  </a:lnTo>
                  <a:lnTo>
                    <a:pt x="34290" y="60198"/>
                  </a:lnTo>
                  <a:lnTo>
                    <a:pt x="34957" y="57721"/>
                  </a:lnTo>
                  <a:lnTo>
                    <a:pt x="35624" y="60198"/>
                  </a:lnTo>
                  <a:lnTo>
                    <a:pt x="42672" y="91250"/>
                  </a:lnTo>
                  <a:lnTo>
                    <a:pt x="50292" y="121825"/>
                  </a:lnTo>
                  <a:lnTo>
                    <a:pt x="59055" y="121825"/>
                  </a:lnTo>
                  <a:close/>
                </a:path>
              </a:pathLst>
            </a:custGeom>
            <a:solidFill>
              <a:srgbClr val="FFFFFF"/>
            </a:solidFill>
            <a:ln w="9525" cap="flat">
              <a:noFill/>
              <a:prstDash val="solid"/>
              <a:miter/>
            </a:ln>
          </p:spPr>
          <p:txBody>
            <a:bodyPr rtlCol="0" anchor="ctr"/>
            <a:lstStyle/>
            <a:p>
              <a:endParaRPr lang="en-US"/>
            </a:p>
          </p:txBody>
        </p:sp>
        <p:grpSp>
          <p:nvGrpSpPr>
            <p:cNvPr id="151" name="Group 150">
              <a:extLst>
                <a:ext uri="{FF2B5EF4-FFF2-40B4-BE49-F238E27FC236}">
                  <a16:creationId xmlns:a16="http://schemas.microsoft.com/office/drawing/2014/main" id="{14BB88F4-62FF-4DEA-B1CB-2868B8ACD466}"/>
                </a:ext>
              </a:extLst>
            </p:cNvPr>
            <p:cNvGrpSpPr/>
            <p:nvPr/>
          </p:nvGrpSpPr>
          <p:grpSpPr>
            <a:xfrm>
              <a:off x="11358990" y="670489"/>
              <a:ext cx="603495" cy="91337"/>
              <a:chOff x="6704534" y="4252264"/>
              <a:chExt cx="1397944" cy="211573"/>
            </a:xfrm>
            <a:solidFill>
              <a:schemeClr val="bg1"/>
            </a:solidFill>
          </p:grpSpPr>
          <p:sp>
            <p:nvSpPr>
              <p:cNvPr id="136" name="Freeform: Shape 135">
                <a:extLst>
                  <a:ext uri="{FF2B5EF4-FFF2-40B4-BE49-F238E27FC236}">
                    <a16:creationId xmlns:a16="http://schemas.microsoft.com/office/drawing/2014/main" id="{0A112D70-9F46-48B8-9568-614582DD384B}"/>
                  </a:ext>
                </a:extLst>
              </p:cNvPr>
              <p:cNvSpPr/>
              <p:nvPr/>
            </p:nvSpPr>
            <p:spPr>
              <a:xfrm>
                <a:off x="6704534" y="4252576"/>
                <a:ext cx="125526" cy="167368"/>
              </a:xfrm>
              <a:custGeom>
                <a:avLst/>
                <a:gdLst>
                  <a:gd name="connsiteX0" fmla="*/ 17526 w 28575"/>
                  <a:gd name="connsiteY0" fmla="*/ 7144 h 38100"/>
                  <a:gd name="connsiteX1" fmla="*/ 28956 w 28575"/>
                  <a:gd name="connsiteY1" fmla="*/ 15812 h 38100"/>
                  <a:gd name="connsiteX2" fmla="*/ 19525 w 28575"/>
                  <a:gd name="connsiteY2" fmla="*/ 25430 h 38100"/>
                  <a:gd name="connsiteX3" fmla="*/ 18098 w 28575"/>
                  <a:gd name="connsiteY3" fmla="*/ 25337 h 38100"/>
                  <a:gd name="connsiteX4" fmla="*/ 10192 w 28575"/>
                  <a:gd name="connsiteY4" fmla="*/ 25337 h 38100"/>
                  <a:gd name="connsiteX5" fmla="*/ 10192 w 28575"/>
                  <a:gd name="connsiteY5" fmla="*/ 40291 h 38100"/>
                  <a:gd name="connsiteX6" fmla="*/ 7144 w 28575"/>
                  <a:gd name="connsiteY6" fmla="*/ 40291 h 38100"/>
                  <a:gd name="connsiteX7" fmla="*/ 7144 w 28575"/>
                  <a:gd name="connsiteY7" fmla="*/ 7144 h 38100"/>
                  <a:gd name="connsiteX8" fmla="*/ 10192 w 28575"/>
                  <a:gd name="connsiteY8" fmla="*/ 10097 h 38100"/>
                  <a:gd name="connsiteX9" fmla="*/ 10192 w 28575"/>
                  <a:gd name="connsiteY9" fmla="*/ 22384 h 38100"/>
                  <a:gd name="connsiteX10" fmla="*/ 17717 w 28575"/>
                  <a:gd name="connsiteY10" fmla="*/ 22384 h 38100"/>
                  <a:gd name="connsiteX11" fmla="*/ 25193 w 28575"/>
                  <a:gd name="connsiteY11" fmla="*/ 16638 h 38100"/>
                  <a:gd name="connsiteX12" fmla="*/ 25241 w 28575"/>
                  <a:gd name="connsiteY12" fmla="*/ 16097 h 38100"/>
                  <a:gd name="connsiteX13" fmla="*/ 17431 w 28575"/>
                  <a:gd name="connsiteY13" fmla="*/ 1009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38100">
                    <a:moveTo>
                      <a:pt x="17526" y="7144"/>
                    </a:moveTo>
                    <a:cubicBezTo>
                      <a:pt x="22289" y="7144"/>
                      <a:pt x="28956" y="8477"/>
                      <a:pt x="28956" y="15812"/>
                    </a:cubicBezTo>
                    <a:cubicBezTo>
                      <a:pt x="29008" y="21072"/>
                      <a:pt x="24786" y="25378"/>
                      <a:pt x="19525" y="25430"/>
                    </a:cubicBezTo>
                    <a:cubicBezTo>
                      <a:pt x="19048" y="25435"/>
                      <a:pt x="18570" y="25403"/>
                      <a:pt x="18098" y="25337"/>
                    </a:cubicBezTo>
                    <a:lnTo>
                      <a:pt x="10192" y="25337"/>
                    </a:lnTo>
                    <a:lnTo>
                      <a:pt x="10192" y="40291"/>
                    </a:lnTo>
                    <a:lnTo>
                      <a:pt x="7144" y="40291"/>
                    </a:lnTo>
                    <a:lnTo>
                      <a:pt x="7144" y="7144"/>
                    </a:lnTo>
                    <a:close/>
                    <a:moveTo>
                      <a:pt x="10192" y="10097"/>
                    </a:moveTo>
                    <a:lnTo>
                      <a:pt x="10192" y="22384"/>
                    </a:lnTo>
                    <a:lnTo>
                      <a:pt x="17717" y="22384"/>
                    </a:lnTo>
                    <a:cubicBezTo>
                      <a:pt x="21368" y="22862"/>
                      <a:pt x="24715" y="20289"/>
                      <a:pt x="25193" y="16638"/>
                    </a:cubicBezTo>
                    <a:cubicBezTo>
                      <a:pt x="25216" y="16458"/>
                      <a:pt x="25232" y="16278"/>
                      <a:pt x="25241" y="16097"/>
                    </a:cubicBezTo>
                    <a:cubicBezTo>
                      <a:pt x="25241" y="10954"/>
                      <a:pt x="20288" y="10097"/>
                      <a:pt x="17431" y="10097"/>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531FBDB-A4DD-4AF4-B452-003ECCA61C01}"/>
                  </a:ext>
                </a:extLst>
              </p:cNvPr>
              <p:cNvSpPr/>
              <p:nvPr/>
            </p:nvSpPr>
            <p:spPr>
              <a:xfrm>
                <a:off x="6799099" y="4297278"/>
                <a:ext cx="125526" cy="125526"/>
              </a:xfrm>
              <a:custGeom>
                <a:avLst/>
                <a:gdLst>
                  <a:gd name="connsiteX0" fmla="*/ 25241 w 28575"/>
                  <a:gd name="connsiteY0" fmla="*/ 26210 h 28575"/>
                  <a:gd name="connsiteX1" fmla="*/ 26765 w 28575"/>
                  <a:gd name="connsiteY1" fmla="*/ 27924 h 28575"/>
                  <a:gd name="connsiteX2" fmla="*/ 28194 w 28575"/>
                  <a:gd name="connsiteY2" fmla="*/ 27924 h 28575"/>
                  <a:gd name="connsiteX3" fmla="*/ 28194 w 28575"/>
                  <a:gd name="connsiteY3" fmla="*/ 30305 h 28575"/>
                  <a:gd name="connsiteX4" fmla="*/ 25527 w 28575"/>
                  <a:gd name="connsiteY4" fmla="*/ 30305 h 28575"/>
                  <a:gd name="connsiteX5" fmla="*/ 22193 w 28575"/>
                  <a:gd name="connsiteY5" fmla="*/ 26114 h 28575"/>
                  <a:gd name="connsiteX6" fmla="*/ 22193 w 28575"/>
                  <a:gd name="connsiteY6" fmla="*/ 26114 h 28575"/>
                  <a:gd name="connsiteX7" fmla="*/ 14954 w 28575"/>
                  <a:gd name="connsiteY7" fmla="*/ 30591 h 28575"/>
                  <a:gd name="connsiteX8" fmla="*/ 7153 w 28575"/>
                  <a:gd name="connsiteY8" fmla="*/ 23961 h 28575"/>
                  <a:gd name="connsiteX9" fmla="*/ 7144 w 28575"/>
                  <a:gd name="connsiteY9" fmla="*/ 23828 h 28575"/>
                  <a:gd name="connsiteX10" fmla="*/ 20288 w 28575"/>
                  <a:gd name="connsiteY10" fmla="*/ 16208 h 28575"/>
                  <a:gd name="connsiteX11" fmla="*/ 22288 w 28575"/>
                  <a:gd name="connsiteY11" fmla="*/ 16208 h 28575"/>
                  <a:gd name="connsiteX12" fmla="*/ 16978 w 28575"/>
                  <a:gd name="connsiteY12" fmla="*/ 9938 h 28575"/>
                  <a:gd name="connsiteX13" fmla="*/ 16288 w 28575"/>
                  <a:gd name="connsiteY13" fmla="*/ 9922 h 28575"/>
                  <a:gd name="connsiteX14" fmla="*/ 9049 w 28575"/>
                  <a:gd name="connsiteY14" fmla="*/ 13065 h 28575"/>
                  <a:gd name="connsiteX15" fmla="*/ 9049 w 28575"/>
                  <a:gd name="connsiteY15" fmla="*/ 9636 h 28575"/>
                  <a:gd name="connsiteX16" fmla="*/ 16859 w 28575"/>
                  <a:gd name="connsiteY16" fmla="*/ 7160 h 28575"/>
                  <a:gd name="connsiteX17" fmla="*/ 25343 w 28575"/>
                  <a:gd name="connsiteY17" fmla="*/ 14647 h 28575"/>
                  <a:gd name="connsiteX18" fmla="*/ 25336 w 28575"/>
                  <a:gd name="connsiteY18" fmla="*/ 15732 h 28575"/>
                  <a:gd name="connsiteX19" fmla="*/ 22193 w 28575"/>
                  <a:gd name="connsiteY19" fmla="*/ 18590 h 28575"/>
                  <a:gd name="connsiteX20" fmla="*/ 20764 w 28575"/>
                  <a:gd name="connsiteY20" fmla="*/ 18590 h 28575"/>
                  <a:gd name="connsiteX21" fmla="*/ 10382 w 28575"/>
                  <a:gd name="connsiteY21" fmla="*/ 23828 h 28575"/>
                  <a:gd name="connsiteX22" fmla="*/ 15007 w 28575"/>
                  <a:gd name="connsiteY22" fmla="*/ 27747 h 28575"/>
                  <a:gd name="connsiteX23" fmla="*/ 15145 w 28575"/>
                  <a:gd name="connsiteY23" fmla="*/ 27734 h 28575"/>
                  <a:gd name="connsiteX24" fmla="*/ 22193 w 28575"/>
                  <a:gd name="connsiteY24" fmla="*/ 19733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575" h="28575">
                    <a:moveTo>
                      <a:pt x="25241" y="26210"/>
                    </a:moveTo>
                    <a:cubicBezTo>
                      <a:pt x="25241" y="26972"/>
                      <a:pt x="25241" y="27924"/>
                      <a:pt x="26765" y="27924"/>
                    </a:cubicBezTo>
                    <a:cubicBezTo>
                      <a:pt x="27236" y="28022"/>
                      <a:pt x="27723" y="28022"/>
                      <a:pt x="28194" y="27924"/>
                    </a:cubicBezTo>
                    <a:lnTo>
                      <a:pt x="28194" y="30305"/>
                    </a:lnTo>
                    <a:cubicBezTo>
                      <a:pt x="27310" y="30443"/>
                      <a:pt x="26411" y="30443"/>
                      <a:pt x="25527" y="30305"/>
                    </a:cubicBezTo>
                    <a:cubicBezTo>
                      <a:pt x="22479" y="30305"/>
                      <a:pt x="22193" y="28781"/>
                      <a:pt x="22193" y="26114"/>
                    </a:cubicBezTo>
                    <a:lnTo>
                      <a:pt x="22193" y="26114"/>
                    </a:lnTo>
                    <a:cubicBezTo>
                      <a:pt x="20858" y="28889"/>
                      <a:pt x="18033" y="30636"/>
                      <a:pt x="14954" y="30591"/>
                    </a:cubicBezTo>
                    <a:cubicBezTo>
                      <a:pt x="10969" y="30914"/>
                      <a:pt x="7477" y="27946"/>
                      <a:pt x="7153" y="23961"/>
                    </a:cubicBezTo>
                    <a:cubicBezTo>
                      <a:pt x="7150" y="23917"/>
                      <a:pt x="7147" y="23873"/>
                      <a:pt x="7144" y="23828"/>
                    </a:cubicBezTo>
                    <a:cubicBezTo>
                      <a:pt x="7144" y="18304"/>
                      <a:pt x="13049" y="17066"/>
                      <a:pt x="20288" y="16208"/>
                    </a:cubicBezTo>
                    <a:lnTo>
                      <a:pt x="22288" y="16208"/>
                    </a:lnTo>
                    <a:cubicBezTo>
                      <a:pt x="22554" y="13010"/>
                      <a:pt x="20176" y="10203"/>
                      <a:pt x="16978" y="9938"/>
                    </a:cubicBezTo>
                    <a:cubicBezTo>
                      <a:pt x="16749" y="9919"/>
                      <a:pt x="16518" y="9913"/>
                      <a:pt x="16288" y="9922"/>
                    </a:cubicBezTo>
                    <a:cubicBezTo>
                      <a:pt x="13598" y="10159"/>
                      <a:pt x="11058" y="11262"/>
                      <a:pt x="9049" y="13065"/>
                    </a:cubicBezTo>
                    <a:lnTo>
                      <a:pt x="9049" y="9636"/>
                    </a:lnTo>
                    <a:cubicBezTo>
                      <a:pt x="11362" y="8081"/>
                      <a:pt x="14072" y="7221"/>
                      <a:pt x="16859" y="7160"/>
                    </a:cubicBezTo>
                    <a:cubicBezTo>
                      <a:pt x="21269" y="6885"/>
                      <a:pt x="25068" y="10237"/>
                      <a:pt x="25343" y="14647"/>
                    </a:cubicBezTo>
                    <a:cubicBezTo>
                      <a:pt x="25365" y="15009"/>
                      <a:pt x="25363" y="15371"/>
                      <a:pt x="25336" y="15732"/>
                    </a:cubicBezTo>
                    <a:close/>
                    <a:moveTo>
                      <a:pt x="22193" y="18590"/>
                    </a:moveTo>
                    <a:lnTo>
                      <a:pt x="20764" y="18590"/>
                    </a:lnTo>
                    <a:cubicBezTo>
                      <a:pt x="14764" y="19256"/>
                      <a:pt x="10382" y="20209"/>
                      <a:pt x="10382" y="23828"/>
                    </a:cubicBezTo>
                    <a:cubicBezTo>
                      <a:pt x="10577" y="26187"/>
                      <a:pt x="12648" y="27942"/>
                      <a:pt x="15007" y="27747"/>
                    </a:cubicBezTo>
                    <a:cubicBezTo>
                      <a:pt x="15053" y="27743"/>
                      <a:pt x="15099" y="27739"/>
                      <a:pt x="15145" y="27734"/>
                    </a:cubicBezTo>
                    <a:cubicBezTo>
                      <a:pt x="19280" y="27428"/>
                      <a:pt x="22412" y="23873"/>
                      <a:pt x="22193" y="19733"/>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18A472D5-0730-424F-8CE6-5BF6905E3ACE}"/>
                  </a:ext>
                </a:extLst>
              </p:cNvPr>
              <p:cNvSpPr/>
              <p:nvPr/>
            </p:nvSpPr>
            <p:spPr>
              <a:xfrm>
                <a:off x="6894077" y="4269730"/>
                <a:ext cx="83684" cy="167368"/>
              </a:xfrm>
              <a:custGeom>
                <a:avLst/>
                <a:gdLst>
                  <a:gd name="connsiteX0" fmla="*/ 14097 w 19050"/>
                  <a:gd name="connsiteY0" fmla="*/ 7144 h 38100"/>
                  <a:gd name="connsiteX1" fmla="*/ 14097 w 19050"/>
                  <a:gd name="connsiteY1" fmla="*/ 13716 h 38100"/>
                  <a:gd name="connsiteX2" fmla="*/ 20003 w 19050"/>
                  <a:gd name="connsiteY2" fmla="*/ 13716 h 38100"/>
                  <a:gd name="connsiteX3" fmla="*/ 20003 w 19050"/>
                  <a:gd name="connsiteY3" fmla="*/ 16478 h 38100"/>
                  <a:gd name="connsiteX4" fmla="*/ 14097 w 19050"/>
                  <a:gd name="connsiteY4" fmla="*/ 16478 h 38100"/>
                  <a:gd name="connsiteX5" fmla="*/ 14097 w 19050"/>
                  <a:gd name="connsiteY5" fmla="*/ 30861 h 38100"/>
                  <a:gd name="connsiteX6" fmla="*/ 16955 w 19050"/>
                  <a:gd name="connsiteY6" fmla="*/ 34195 h 38100"/>
                  <a:gd name="connsiteX7" fmla="*/ 20003 w 19050"/>
                  <a:gd name="connsiteY7" fmla="*/ 33433 h 38100"/>
                  <a:gd name="connsiteX8" fmla="*/ 20003 w 19050"/>
                  <a:gd name="connsiteY8" fmla="*/ 36195 h 38100"/>
                  <a:gd name="connsiteX9" fmla="*/ 16478 w 19050"/>
                  <a:gd name="connsiteY9" fmla="*/ 36766 h 38100"/>
                  <a:gd name="connsiteX10" fmla="*/ 10954 w 19050"/>
                  <a:gd name="connsiteY10" fmla="*/ 31813 h 38100"/>
                  <a:gd name="connsiteX11" fmla="*/ 10954 w 19050"/>
                  <a:gd name="connsiteY11" fmla="*/ 16478 h 38100"/>
                  <a:gd name="connsiteX12" fmla="*/ 7144 w 19050"/>
                  <a:gd name="connsiteY12" fmla="*/ 16478 h 38100"/>
                  <a:gd name="connsiteX13" fmla="*/ 7144 w 19050"/>
                  <a:gd name="connsiteY13" fmla="*/ 13716 h 38100"/>
                  <a:gd name="connsiteX14" fmla="*/ 10954 w 19050"/>
                  <a:gd name="connsiteY14" fmla="*/ 13716 h 38100"/>
                  <a:gd name="connsiteX15" fmla="*/ 10954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03" y="13716"/>
                    </a:lnTo>
                    <a:lnTo>
                      <a:pt x="20003" y="16478"/>
                    </a:lnTo>
                    <a:lnTo>
                      <a:pt x="14097" y="16478"/>
                    </a:lnTo>
                    <a:lnTo>
                      <a:pt x="14097" y="30861"/>
                    </a:lnTo>
                    <a:cubicBezTo>
                      <a:pt x="14097" y="33052"/>
                      <a:pt x="14764" y="34195"/>
                      <a:pt x="16955" y="34195"/>
                    </a:cubicBezTo>
                    <a:cubicBezTo>
                      <a:pt x="18015" y="34173"/>
                      <a:pt x="19057" y="33913"/>
                      <a:pt x="20003" y="33433"/>
                    </a:cubicBezTo>
                    <a:lnTo>
                      <a:pt x="20003" y="36195"/>
                    </a:lnTo>
                    <a:cubicBezTo>
                      <a:pt x="18858" y="36541"/>
                      <a:pt x="17673" y="36734"/>
                      <a:pt x="16478" y="36766"/>
                    </a:cubicBezTo>
                    <a:cubicBezTo>
                      <a:pt x="13335" y="36766"/>
                      <a:pt x="10954" y="35338"/>
                      <a:pt x="10954" y="31813"/>
                    </a:cubicBezTo>
                    <a:lnTo>
                      <a:pt x="10954" y="16478"/>
                    </a:lnTo>
                    <a:lnTo>
                      <a:pt x="7144" y="16478"/>
                    </a:lnTo>
                    <a:lnTo>
                      <a:pt x="7144" y="13716"/>
                    </a:lnTo>
                    <a:lnTo>
                      <a:pt x="10954" y="13716"/>
                    </a:lnTo>
                    <a:lnTo>
                      <a:pt x="10954" y="7144"/>
                    </a:ln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AA347975-1620-475C-A714-B00941ED1E9F}"/>
                  </a:ext>
                </a:extLst>
              </p:cNvPr>
              <p:cNvSpPr/>
              <p:nvPr/>
            </p:nvSpPr>
            <p:spPr>
              <a:xfrm>
                <a:off x="6964793" y="4255084"/>
                <a:ext cx="41842" cy="167368"/>
              </a:xfrm>
              <a:custGeom>
                <a:avLst/>
                <a:gdLst>
                  <a:gd name="connsiteX0" fmla="*/ 10668 w 9525"/>
                  <a:gd name="connsiteY0" fmla="*/ 9906 h 38100"/>
                  <a:gd name="connsiteX1" fmla="*/ 8858 w 9525"/>
                  <a:gd name="connsiteY1" fmla="*/ 12668 h 38100"/>
                  <a:gd name="connsiteX2" fmla="*/ 7144 w 9525"/>
                  <a:gd name="connsiteY2" fmla="*/ 10001 h 38100"/>
                  <a:gd name="connsiteX3" fmla="*/ 8858 w 9525"/>
                  <a:gd name="connsiteY3" fmla="*/ 7144 h 38100"/>
                  <a:gd name="connsiteX4" fmla="*/ 10668 w 9525"/>
                  <a:gd name="connsiteY4" fmla="*/ 9906 h 38100"/>
                  <a:gd name="connsiteX5" fmla="*/ 10668 w 9525"/>
                  <a:gd name="connsiteY5" fmla="*/ 17145 h 38100"/>
                  <a:gd name="connsiteX6" fmla="*/ 10668 w 9525"/>
                  <a:gd name="connsiteY6" fmla="*/ 39719 h 38100"/>
                  <a:gd name="connsiteX7" fmla="*/ 7620 w 9525"/>
                  <a:gd name="connsiteY7" fmla="*/ 39719 h 38100"/>
                  <a:gd name="connsiteX8" fmla="*/ 7620 w 9525"/>
                  <a:gd name="connsiteY8" fmla="*/ 1714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38100">
                    <a:moveTo>
                      <a:pt x="10668" y="9906"/>
                    </a:moveTo>
                    <a:cubicBezTo>
                      <a:pt x="10668" y="11049"/>
                      <a:pt x="10192" y="12668"/>
                      <a:pt x="8858" y="12668"/>
                    </a:cubicBezTo>
                    <a:cubicBezTo>
                      <a:pt x="7525" y="12668"/>
                      <a:pt x="7144" y="10954"/>
                      <a:pt x="7144" y="10001"/>
                    </a:cubicBezTo>
                    <a:cubicBezTo>
                      <a:pt x="7144" y="9049"/>
                      <a:pt x="7144" y="7144"/>
                      <a:pt x="8858" y="7144"/>
                    </a:cubicBezTo>
                    <a:cubicBezTo>
                      <a:pt x="10573" y="7144"/>
                      <a:pt x="10668" y="8572"/>
                      <a:pt x="10668" y="9906"/>
                    </a:cubicBezTo>
                    <a:close/>
                    <a:moveTo>
                      <a:pt x="10668" y="17145"/>
                    </a:moveTo>
                    <a:lnTo>
                      <a:pt x="10668" y="39719"/>
                    </a:lnTo>
                    <a:lnTo>
                      <a:pt x="7620" y="39719"/>
                    </a:lnTo>
                    <a:lnTo>
                      <a:pt x="7620" y="17145"/>
                    </a:ln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9E692673-3BB6-4876-9D65-598C62C68195}"/>
                  </a:ext>
                </a:extLst>
              </p:cNvPr>
              <p:cNvSpPr/>
              <p:nvPr/>
            </p:nvSpPr>
            <p:spPr>
              <a:xfrm>
                <a:off x="6997340" y="4296509"/>
                <a:ext cx="125526" cy="125526"/>
              </a:xfrm>
              <a:custGeom>
                <a:avLst/>
                <a:gdLst>
                  <a:gd name="connsiteX0" fmla="*/ 10117 w 28575"/>
                  <a:gd name="connsiteY0" fmla="*/ 18098 h 28575"/>
                  <a:gd name="connsiteX1" fmla="*/ 18308 w 28575"/>
                  <a:gd name="connsiteY1" fmla="*/ 28099 h 28575"/>
                  <a:gd name="connsiteX2" fmla="*/ 26976 w 28575"/>
                  <a:gd name="connsiteY2" fmla="*/ 23527 h 28575"/>
                  <a:gd name="connsiteX3" fmla="*/ 26976 w 28575"/>
                  <a:gd name="connsiteY3" fmla="*/ 27242 h 28575"/>
                  <a:gd name="connsiteX4" fmla="*/ 18118 w 28575"/>
                  <a:gd name="connsiteY4" fmla="*/ 30861 h 28575"/>
                  <a:gd name="connsiteX5" fmla="*/ 7153 w 28575"/>
                  <a:gd name="connsiteY5" fmla="*/ 19354 h 28575"/>
                  <a:gd name="connsiteX6" fmla="*/ 7164 w 28575"/>
                  <a:gd name="connsiteY6" fmla="*/ 19050 h 28575"/>
                  <a:gd name="connsiteX7" fmla="*/ 17714 w 28575"/>
                  <a:gd name="connsiteY7" fmla="*/ 7161 h 28575"/>
                  <a:gd name="connsiteX8" fmla="*/ 18118 w 28575"/>
                  <a:gd name="connsiteY8" fmla="*/ 7144 h 28575"/>
                  <a:gd name="connsiteX9" fmla="*/ 25833 w 28575"/>
                  <a:gd name="connsiteY9" fmla="*/ 11335 h 28575"/>
                  <a:gd name="connsiteX10" fmla="*/ 27643 w 28575"/>
                  <a:gd name="connsiteY10" fmla="*/ 18097 h 28575"/>
                  <a:gd name="connsiteX11" fmla="*/ 23833 w 28575"/>
                  <a:gd name="connsiteY11" fmla="*/ 15526 h 28575"/>
                  <a:gd name="connsiteX12" fmla="*/ 17642 w 28575"/>
                  <a:gd name="connsiteY12" fmla="*/ 9811 h 28575"/>
                  <a:gd name="connsiteX13" fmla="*/ 10498 w 28575"/>
                  <a:gd name="connsiteY13" fmla="*/ 15526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28575">
                    <a:moveTo>
                      <a:pt x="10117" y="18098"/>
                    </a:moveTo>
                    <a:cubicBezTo>
                      <a:pt x="10117" y="27623"/>
                      <a:pt x="17165" y="28099"/>
                      <a:pt x="18308" y="28099"/>
                    </a:cubicBezTo>
                    <a:cubicBezTo>
                      <a:pt x="21691" y="27789"/>
                      <a:pt x="24810" y="26143"/>
                      <a:pt x="26976" y="23527"/>
                    </a:cubicBezTo>
                    <a:lnTo>
                      <a:pt x="26976" y="27242"/>
                    </a:lnTo>
                    <a:cubicBezTo>
                      <a:pt x="24496" y="29380"/>
                      <a:pt x="21386" y="30650"/>
                      <a:pt x="18118" y="30861"/>
                    </a:cubicBezTo>
                    <a:cubicBezTo>
                      <a:pt x="11912" y="30711"/>
                      <a:pt x="7003" y="25559"/>
                      <a:pt x="7153" y="19354"/>
                    </a:cubicBezTo>
                    <a:cubicBezTo>
                      <a:pt x="7155" y="19252"/>
                      <a:pt x="7159" y="19151"/>
                      <a:pt x="7164" y="19050"/>
                    </a:cubicBezTo>
                    <a:cubicBezTo>
                      <a:pt x="6794" y="12854"/>
                      <a:pt x="11517" y="7531"/>
                      <a:pt x="17714" y="7161"/>
                    </a:cubicBezTo>
                    <a:cubicBezTo>
                      <a:pt x="17848" y="7153"/>
                      <a:pt x="17983" y="7147"/>
                      <a:pt x="18118" y="7144"/>
                    </a:cubicBezTo>
                    <a:cubicBezTo>
                      <a:pt x="21218" y="7201"/>
                      <a:pt x="24097" y="8765"/>
                      <a:pt x="25833" y="11335"/>
                    </a:cubicBezTo>
                    <a:cubicBezTo>
                      <a:pt x="27160" y="13330"/>
                      <a:pt x="27796" y="15706"/>
                      <a:pt x="27643" y="18097"/>
                    </a:cubicBezTo>
                    <a:close/>
                    <a:moveTo>
                      <a:pt x="23833" y="15526"/>
                    </a:moveTo>
                    <a:cubicBezTo>
                      <a:pt x="23583" y="12294"/>
                      <a:pt x="20883" y="9801"/>
                      <a:pt x="17642" y="9811"/>
                    </a:cubicBezTo>
                    <a:cubicBezTo>
                      <a:pt x="14254" y="9915"/>
                      <a:pt x="11343" y="12244"/>
                      <a:pt x="10498" y="15526"/>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B98287C-6A32-4EA1-ADE8-E55365C4DC32}"/>
                  </a:ext>
                </a:extLst>
              </p:cNvPr>
              <p:cNvSpPr/>
              <p:nvPr/>
            </p:nvSpPr>
            <p:spPr>
              <a:xfrm>
                <a:off x="7103287" y="4296456"/>
                <a:ext cx="125526" cy="125526"/>
              </a:xfrm>
              <a:custGeom>
                <a:avLst/>
                <a:gdLst>
                  <a:gd name="connsiteX0" fmla="*/ 25241 w 28575"/>
                  <a:gd name="connsiteY0" fmla="*/ 30301 h 28575"/>
                  <a:gd name="connsiteX1" fmla="*/ 22193 w 28575"/>
                  <a:gd name="connsiteY1" fmla="*/ 30301 h 28575"/>
                  <a:gd name="connsiteX2" fmla="*/ 22193 w 28575"/>
                  <a:gd name="connsiteY2" fmla="*/ 15442 h 28575"/>
                  <a:gd name="connsiteX3" fmla="*/ 17847 w 28575"/>
                  <a:gd name="connsiteY3" fmla="*/ 9949 h 28575"/>
                  <a:gd name="connsiteX4" fmla="*/ 17145 w 28575"/>
                  <a:gd name="connsiteY4" fmla="*/ 9918 h 28575"/>
                  <a:gd name="connsiteX5" fmla="*/ 10096 w 28575"/>
                  <a:gd name="connsiteY5" fmla="*/ 18681 h 28575"/>
                  <a:gd name="connsiteX6" fmla="*/ 10097 w 28575"/>
                  <a:gd name="connsiteY6" fmla="*/ 30301 h 28575"/>
                  <a:gd name="connsiteX7" fmla="*/ 7144 w 28575"/>
                  <a:gd name="connsiteY7" fmla="*/ 30301 h 28575"/>
                  <a:gd name="connsiteX8" fmla="*/ 7144 w 28575"/>
                  <a:gd name="connsiteY8" fmla="*/ 7727 h 28575"/>
                  <a:gd name="connsiteX9" fmla="*/ 9906 w 28575"/>
                  <a:gd name="connsiteY9" fmla="*/ 7727 h 28575"/>
                  <a:gd name="connsiteX10" fmla="*/ 9906 w 28575"/>
                  <a:gd name="connsiteY10" fmla="*/ 11918 h 28575"/>
                  <a:gd name="connsiteX11" fmla="*/ 9906 w 28575"/>
                  <a:gd name="connsiteY11" fmla="*/ 11918 h 28575"/>
                  <a:gd name="connsiteX12" fmla="*/ 17145 w 28575"/>
                  <a:gd name="connsiteY12" fmla="*/ 7155 h 28575"/>
                  <a:gd name="connsiteX13" fmla="*/ 24975 w 28575"/>
                  <a:gd name="connsiteY13" fmla="*/ 14161 h 28575"/>
                  <a:gd name="connsiteX14" fmla="*/ 24955 w 28575"/>
                  <a:gd name="connsiteY14" fmla="*/ 1525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575" h="28575">
                    <a:moveTo>
                      <a:pt x="25241" y="30301"/>
                    </a:moveTo>
                    <a:lnTo>
                      <a:pt x="22193" y="30301"/>
                    </a:lnTo>
                    <a:lnTo>
                      <a:pt x="22193" y="15442"/>
                    </a:lnTo>
                    <a:cubicBezTo>
                      <a:pt x="22510" y="12725"/>
                      <a:pt x="20564" y="10266"/>
                      <a:pt x="17847" y="9949"/>
                    </a:cubicBezTo>
                    <a:cubicBezTo>
                      <a:pt x="17614" y="9922"/>
                      <a:pt x="17379" y="9912"/>
                      <a:pt x="17145" y="9918"/>
                    </a:cubicBezTo>
                    <a:cubicBezTo>
                      <a:pt x="12793" y="10416"/>
                      <a:pt x="9651" y="14323"/>
                      <a:pt x="10096" y="18681"/>
                    </a:cubicBezTo>
                    <a:lnTo>
                      <a:pt x="10097" y="30301"/>
                    </a:lnTo>
                    <a:lnTo>
                      <a:pt x="7144" y="30301"/>
                    </a:lnTo>
                    <a:lnTo>
                      <a:pt x="7144" y="7727"/>
                    </a:lnTo>
                    <a:lnTo>
                      <a:pt x="9906" y="7727"/>
                    </a:lnTo>
                    <a:lnTo>
                      <a:pt x="9906" y="11918"/>
                    </a:lnTo>
                    <a:lnTo>
                      <a:pt x="9906" y="11918"/>
                    </a:lnTo>
                    <a:cubicBezTo>
                      <a:pt x="11115" y="8997"/>
                      <a:pt x="13984" y="7110"/>
                      <a:pt x="17145" y="7155"/>
                    </a:cubicBezTo>
                    <a:cubicBezTo>
                      <a:pt x="21242" y="6928"/>
                      <a:pt x="24748" y="10065"/>
                      <a:pt x="24975" y="14161"/>
                    </a:cubicBezTo>
                    <a:cubicBezTo>
                      <a:pt x="24995" y="14525"/>
                      <a:pt x="24989" y="14889"/>
                      <a:pt x="24955" y="15252"/>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F5A8BFBB-749A-4A29-8AA2-CF4D524F0450}"/>
                  </a:ext>
                </a:extLst>
              </p:cNvPr>
              <p:cNvSpPr/>
              <p:nvPr/>
            </p:nvSpPr>
            <p:spPr>
              <a:xfrm>
                <a:off x="7197435" y="4269730"/>
                <a:ext cx="83684" cy="167368"/>
              </a:xfrm>
              <a:custGeom>
                <a:avLst/>
                <a:gdLst>
                  <a:gd name="connsiteX0" fmla="*/ 14097 w 19050"/>
                  <a:gd name="connsiteY0" fmla="*/ 7144 h 38100"/>
                  <a:gd name="connsiteX1" fmla="*/ 14097 w 19050"/>
                  <a:gd name="connsiteY1" fmla="*/ 13716 h 38100"/>
                  <a:gd name="connsiteX2" fmla="*/ 20003 w 19050"/>
                  <a:gd name="connsiteY2" fmla="*/ 13716 h 38100"/>
                  <a:gd name="connsiteX3" fmla="*/ 20003 w 19050"/>
                  <a:gd name="connsiteY3" fmla="*/ 16478 h 38100"/>
                  <a:gd name="connsiteX4" fmla="*/ 14097 w 19050"/>
                  <a:gd name="connsiteY4" fmla="*/ 16478 h 38100"/>
                  <a:gd name="connsiteX5" fmla="*/ 14097 w 19050"/>
                  <a:gd name="connsiteY5" fmla="*/ 30861 h 38100"/>
                  <a:gd name="connsiteX6" fmla="*/ 16955 w 19050"/>
                  <a:gd name="connsiteY6" fmla="*/ 34195 h 38100"/>
                  <a:gd name="connsiteX7" fmla="*/ 20003 w 19050"/>
                  <a:gd name="connsiteY7" fmla="*/ 33433 h 38100"/>
                  <a:gd name="connsiteX8" fmla="*/ 20003 w 19050"/>
                  <a:gd name="connsiteY8" fmla="*/ 36195 h 38100"/>
                  <a:gd name="connsiteX9" fmla="*/ 16478 w 19050"/>
                  <a:gd name="connsiteY9" fmla="*/ 36766 h 38100"/>
                  <a:gd name="connsiteX10" fmla="*/ 11049 w 19050"/>
                  <a:gd name="connsiteY10" fmla="*/ 31813 h 38100"/>
                  <a:gd name="connsiteX11" fmla="*/ 11049 w 19050"/>
                  <a:gd name="connsiteY11" fmla="*/ 16478 h 38100"/>
                  <a:gd name="connsiteX12" fmla="*/ 7144 w 19050"/>
                  <a:gd name="connsiteY12" fmla="*/ 16478 h 38100"/>
                  <a:gd name="connsiteX13" fmla="*/ 7144 w 19050"/>
                  <a:gd name="connsiteY13" fmla="*/ 13716 h 38100"/>
                  <a:gd name="connsiteX14" fmla="*/ 11049 w 19050"/>
                  <a:gd name="connsiteY14" fmla="*/ 13716 h 38100"/>
                  <a:gd name="connsiteX15" fmla="*/ 11049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03" y="13716"/>
                    </a:lnTo>
                    <a:lnTo>
                      <a:pt x="20003" y="16478"/>
                    </a:lnTo>
                    <a:lnTo>
                      <a:pt x="14097" y="16478"/>
                    </a:lnTo>
                    <a:lnTo>
                      <a:pt x="14097" y="30861"/>
                    </a:lnTo>
                    <a:cubicBezTo>
                      <a:pt x="14097" y="33052"/>
                      <a:pt x="14764" y="34195"/>
                      <a:pt x="16955" y="34195"/>
                    </a:cubicBezTo>
                    <a:cubicBezTo>
                      <a:pt x="18015" y="34173"/>
                      <a:pt x="19057" y="33913"/>
                      <a:pt x="20003" y="33433"/>
                    </a:cubicBezTo>
                    <a:lnTo>
                      <a:pt x="20003" y="36195"/>
                    </a:lnTo>
                    <a:cubicBezTo>
                      <a:pt x="18858" y="36541"/>
                      <a:pt x="17673" y="36734"/>
                      <a:pt x="16478" y="36766"/>
                    </a:cubicBezTo>
                    <a:cubicBezTo>
                      <a:pt x="13335" y="36766"/>
                      <a:pt x="11049" y="35338"/>
                      <a:pt x="11049" y="31813"/>
                    </a:cubicBezTo>
                    <a:lnTo>
                      <a:pt x="11049" y="16478"/>
                    </a:lnTo>
                    <a:lnTo>
                      <a:pt x="7144" y="16478"/>
                    </a:lnTo>
                    <a:lnTo>
                      <a:pt x="7144" y="13716"/>
                    </a:lnTo>
                    <a:lnTo>
                      <a:pt x="11049" y="13716"/>
                    </a:lnTo>
                    <a:lnTo>
                      <a:pt x="11049" y="7144"/>
                    </a:ln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176CBE7-C80F-48C7-9738-8B5950CE507C}"/>
                  </a:ext>
                </a:extLst>
              </p:cNvPr>
              <p:cNvSpPr/>
              <p:nvPr/>
            </p:nvSpPr>
            <p:spPr>
              <a:xfrm>
                <a:off x="7332164" y="4252264"/>
                <a:ext cx="167368" cy="167368"/>
              </a:xfrm>
              <a:custGeom>
                <a:avLst/>
                <a:gdLst>
                  <a:gd name="connsiteX0" fmla="*/ 17621 w 38100"/>
                  <a:gd name="connsiteY0" fmla="*/ 7214 h 38100"/>
                  <a:gd name="connsiteX1" fmla="*/ 29432 w 38100"/>
                  <a:gd name="connsiteY1" fmla="*/ 11119 h 38100"/>
                  <a:gd name="connsiteX2" fmla="*/ 34195 w 38100"/>
                  <a:gd name="connsiteY2" fmla="*/ 23502 h 38100"/>
                  <a:gd name="connsiteX3" fmla="*/ 19938 w 38100"/>
                  <a:gd name="connsiteY3" fmla="*/ 40377 h 38100"/>
                  <a:gd name="connsiteX4" fmla="*/ 17145 w 38100"/>
                  <a:gd name="connsiteY4" fmla="*/ 40361 h 38100"/>
                  <a:gd name="connsiteX5" fmla="*/ 7144 w 38100"/>
                  <a:gd name="connsiteY5" fmla="*/ 40361 h 38100"/>
                  <a:gd name="connsiteX6" fmla="*/ 7144 w 38100"/>
                  <a:gd name="connsiteY6" fmla="*/ 7214 h 38100"/>
                  <a:gd name="connsiteX7" fmla="*/ 10096 w 38100"/>
                  <a:gd name="connsiteY7" fmla="*/ 10072 h 38100"/>
                  <a:gd name="connsiteX8" fmla="*/ 10096 w 38100"/>
                  <a:gd name="connsiteY8" fmla="*/ 37504 h 38100"/>
                  <a:gd name="connsiteX9" fmla="*/ 18479 w 38100"/>
                  <a:gd name="connsiteY9" fmla="*/ 37504 h 38100"/>
                  <a:gd name="connsiteX10" fmla="*/ 30584 w 38100"/>
                  <a:gd name="connsiteY10" fmla="*/ 24850 h 38100"/>
                  <a:gd name="connsiteX11" fmla="*/ 30480 w 38100"/>
                  <a:gd name="connsiteY11" fmla="*/ 23502 h 38100"/>
                  <a:gd name="connsiteX12" fmla="*/ 26194 w 38100"/>
                  <a:gd name="connsiteY12" fmla="*/ 12929 h 38100"/>
                  <a:gd name="connsiteX13" fmla="*/ 16669 w 38100"/>
                  <a:gd name="connsiteY13" fmla="*/ 1007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 h="38100">
                    <a:moveTo>
                      <a:pt x="17621" y="7214"/>
                    </a:moveTo>
                    <a:cubicBezTo>
                      <a:pt x="21932" y="6801"/>
                      <a:pt x="26218" y="8218"/>
                      <a:pt x="29432" y="11119"/>
                    </a:cubicBezTo>
                    <a:cubicBezTo>
                      <a:pt x="32590" y="14458"/>
                      <a:pt x="34301" y="18908"/>
                      <a:pt x="34195" y="23502"/>
                    </a:cubicBezTo>
                    <a:cubicBezTo>
                      <a:pt x="34918" y="32099"/>
                      <a:pt x="28534" y="39654"/>
                      <a:pt x="19938" y="40377"/>
                    </a:cubicBezTo>
                    <a:cubicBezTo>
                      <a:pt x="19008" y="40455"/>
                      <a:pt x="18073" y="40450"/>
                      <a:pt x="17145" y="40361"/>
                    </a:cubicBezTo>
                    <a:lnTo>
                      <a:pt x="7144" y="40361"/>
                    </a:lnTo>
                    <a:lnTo>
                      <a:pt x="7144" y="7214"/>
                    </a:lnTo>
                    <a:close/>
                    <a:moveTo>
                      <a:pt x="10096" y="10072"/>
                    </a:moveTo>
                    <a:lnTo>
                      <a:pt x="10096" y="37504"/>
                    </a:lnTo>
                    <a:lnTo>
                      <a:pt x="18479" y="37504"/>
                    </a:lnTo>
                    <a:cubicBezTo>
                      <a:pt x="25316" y="37352"/>
                      <a:pt x="30735" y="31687"/>
                      <a:pt x="30584" y="24850"/>
                    </a:cubicBezTo>
                    <a:cubicBezTo>
                      <a:pt x="30574" y="24399"/>
                      <a:pt x="30539" y="23949"/>
                      <a:pt x="30480" y="23502"/>
                    </a:cubicBezTo>
                    <a:cubicBezTo>
                      <a:pt x="30547" y="19542"/>
                      <a:pt x="29000" y="15725"/>
                      <a:pt x="26194" y="12929"/>
                    </a:cubicBezTo>
                    <a:cubicBezTo>
                      <a:pt x="23525" y="10747"/>
                      <a:pt x="20098" y="9719"/>
                      <a:pt x="16669" y="10072"/>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A2A73A7B-6CAE-4054-97D5-41FF410B2139}"/>
                  </a:ext>
                </a:extLst>
              </p:cNvPr>
              <p:cNvSpPr/>
              <p:nvPr/>
            </p:nvSpPr>
            <p:spPr>
              <a:xfrm>
                <a:off x="7465223" y="4255084"/>
                <a:ext cx="41842" cy="167368"/>
              </a:xfrm>
              <a:custGeom>
                <a:avLst/>
                <a:gdLst>
                  <a:gd name="connsiteX0" fmla="*/ 10763 w 9525"/>
                  <a:gd name="connsiteY0" fmla="*/ 9906 h 38100"/>
                  <a:gd name="connsiteX1" fmla="*/ 8954 w 9525"/>
                  <a:gd name="connsiteY1" fmla="*/ 12668 h 38100"/>
                  <a:gd name="connsiteX2" fmla="*/ 7144 w 9525"/>
                  <a:gd name="connsiteY2" fmla="*/ 10001 h 38100"/>
                  <a:gd name="connsiteX3" fmla="*/ 8954 w 9525"/>
                  <a:gd name="connsiteY3" fmla="*/ 7144 h 38100"/>
                  <a:gd name="connsiteX4" fmla="*/ 10763 w 9525"/>
                  <a:gd name="connsiteY4" fmla="*/ 9906 h 38100"/>
                  <a:gd name="connsiteX5" fmla="*/ 10763 w 9525"/>
                  <a:gd name="connsiteY5" fmla="*/ 17145 h 38100"/>
                  <a:gd name="connsiteX6" fmla="*/ 10763 w 9525"/>
                  <a:gd name="connsiteY6" fmla="*/ 39719 h 38100"/>
                  <a:gd name="connsiteX7" fmla="*/ 7715 w 9525"/>
                  <a:gd name="connsiteY7" fmla="*/ 39719 h 38100"/>
                  <a:gd name="connsiteX8" fmla="*/ 7715 w 9525"/>
                  <a:gd name="connsiteY8" fmla="*/ 1714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38100">
                    <a:moveTo>
                      <a:pt x="10763" y="9906"/>
                    </a:moveTo>
                    <a:cubicBezTo>
                      <a:pt x="10763" y="11049"/>
                      <a:pt x="10763" y="12668"/>
                      <a:pt x="8954" y="12668"/>
                    </a:cubicBezTo>
                    <a:cubicBezTo>
                      <a:pt x="7144" y="12668"/>
                      <a:pt x="7144" y="10954"/>
                      <a:pt x="7144" y="10001"/>
                    </a:cubicBezTo>
                    <a:cubicBezTo>
                      <a:pt x="7144" y="9049"/>
                      <a:pt x="7144" y="7144"/>
                      <a:pt x="8954" y="7144"/>
                    </a:cubicBezTo>
                    <a:cubicBezTo>
                      <a:pt x="10763" y="7144"/>
                      <a:pt x="10763" y="8572"/>
                      <a:pt x="10763" y="9906"/>
                    </a:cubicBezTo>
                    <a:close/>
                    <a:moveTo>
                      <a:pt x="10763" y="17145"/>
                    </a:moveTo>
                    <a:lnTo>
                      <a:pt x="10763" y="39719"/>
                    </a:lnTo>
                    <a:lnTo>
                      <a:pt x="7715" y="39719"/>
                    </a:lnTo>
                    <a:lnTo>
                      <a:pt x="7715" y="17145"/>
                    </a:ln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DF538F78-AF79-4D6D-BFFB-921A317A734E}"/>
                  </a:ext>
                </a:extLst>
              </p:cNvPr>
              <p:cNvSpPr/>
              <p:nvPr/>
            </p:nvSpPr>
            <p:spPr>
              <a:xfrm>
                <a:off x="7505391" y="4297436"/>
                <a:ext cx="83684" cy="125526"/>
              </a:xfrm>
              <a:custGeom>
                <a:avLst/>
                <a:gdLst>
                  <a:gd name="connsiteX0" fmla="*/ 19336 w 19050"/>
                  <a:gd name="connsiteY0" fmla="*/ 10552 h 28575"/>
                  <a:gd name="connsiteX1" fmla="*/ 17050 w 19050"/>
                  <a:gd name="connsiteY1" fmla="*/ 10076 h 28575"/>
                  <a:gd name="connsiteX2" fmla="*/ 10287 w 19050"/>
                  <a:gd name="connsiteY2" fmla="*/ 19601 h 28575"/>
                  <a:gd name="connsiteX3" fmla="*/ 10287 w 19050"/>
                  <a:gd name="connsiteY3" fmla="*/ 30459 h 28575"/>
                  <a:gd name="connsiteX4" fmla="*/ 7144 w 19050"/>
                  <a:gd name="connsiteY4" fmla="*/ 30459 h 28575"/>
                  <a:gd name="connsiteX5" fmla="*/ 7144 w 19050"/>
                  <a:gd name="connsiteY5" fmla="*/ 7504 h 28575"/>
                  <a:gd name="connsiteX6" fmla="*/ 10001 w 19050"/>
                  <a:gd name="connsiteY6" fmla="*/ 7504 h 28575"/>
                  <a:gd name="connsiteX7" fmla="*/ 10001 w 19050"/>
                  <a:gd name="connsiteY7" fmla="*/ 11409 h 28575"/>
                  <a:gd name="connsiteX8" fmla="*/ 10001 w 19050"/>
                  <a:gd name="connsiteY8" fmla="*/ 11409 h 28575"/>
                  <a:gd name="connsiteX9" fmla="*/ 16478 w 19050"/>
                  <a:gd name="connsiteY9" fmla="*/ 7218 h 28575"/>
                  <a:gd name="connsiteX10" fmla="*/ 19050 w 19050"/>
                  <a:gd name="connsiteY10" fmla="*/ 7218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50" h="28575">
                    <a:moveTo>
                      <a:pt x="19336" y="10552"/>
                    </a:moveTo>
                    <a:cubicBezTo>
                      <a:pt x="18608" y="10258"/>
                      <a:pt x="17834" y="10097"/>
                      <a:pt x="17050" y="10076"/>
                    </a:cubicBezTo>
                    <a:cubicBezTo>
                      <a:pt x="12478" y="10076"/>
                      <a:pt x="10287" y="14933"/>
                      <a:pt x="10287" y="19601"/>
                    </a:cubicBezTo>
                    <a:lnTo>
                      <a:pt x="10287" y="30459"/>
                    </a:lnTo>
                    <a:lnTo>
                      <a:pt x="7144" y="30459"/>
                    </a:lnTo>
                    <a:lnTo>
                      <a:pt x="7144" y="7504"/>
                    </a:lnTo>
                    <a:lnTo>
                      <a:pt x="10001" y="7504"/>
                    </a:lnTo>
                    <a:lnTo>
                      <a:pt x="10001" y="11409"/>
                    </a:lnTo>
                    <a:lnTo>
                      <a:pt x="10001" y="11409"/>
                    </a:lnTo>
                    <a:cubicBezTo>
                      <a:pt x="11095" y="8815"/>
                      <a:pt x="13664" y="7153"/>
                      <a:pt x="16478" y="7218"/>
                    </a:cubicBezTo>
                    <a:cubicBezTo>
                      <a:pt x="17333" y="7119"/>
                      <a:pt x="18196" y="7119"/>
                      <a:pt x="19050" y="721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686044A6-5302-458A-9BB4-410636EF213E}"/>
                  </a:ext>
                </a:extLst>
              </p:cNvPr>
              <p:cNvSpPr/>
              <p:nvPr/>
            </p:nvSpPr>
            <p:spPr>
              <a:xfrm>
                <a:off x="7559696" y="4296509"/>
                <a:ext cx="125526" cy="125526"/>
              </a:xfrm>
              <a:custGeom>
                <a:avLst/>
                <a:gdLst>
                  <a:gd name="connsiteX0" fmla="*/ 10403 w 28575"/>
                  <a:gd name="connsiteY0" fmla="*/ 18098 h 28575"/>
                  <a:gd name="connsiteX1" fmla="*/ 18594 w 28575"/>
                  <a:gd name="connsiteY1" fmla="*/ 28099 h 28575"/>
                  <a:gd name="connsiteX2" fmla="*/ 27262 w 28575"/>
                  <a:gd name="connsiteY2" fmla="*/ 23527 h 28575"/>
                  <a:gd name="connsiteX3" fmla="*/ 27262 w 28575"/>
                  <a:gd name="connsiteY3" fmla="*/ 27242 h 28575"/>
                  <a:gd name="connsiteX4" fmla="*/ 18404 w 28575"/>
                  <a:gd name="connsiteY4" fmla="*/ 30861 h 28575"/>
                  <a:gd name="connsiteX5" fmla="*/ 7150 w 28575"/>
                  <a:gd name="connsiteY5" fmla="*/ 19636 h 28575"/>
                  <a:gd name="connsiteX6" fmla="*/ 7164 w 28575"/>
                  <a:gd name="connsiteY6" fmla="*/ 19050 h 28575"/>
                  <a:gd name="connsiteX7" fmla="*/ 17714 w 28575"/>
                  <a:gd name="connsiteY7" fmla="*/ 7161 h 28575"/>
                  <a:gd name="connsiteX8" fmla="*/ 18118 w 28575"/>
                  <a:gd name="connsiteY8" fmla="*/ 7144 h 28575"/>
                  <a:gd name="connsiteX9" fmla="*/ 25833 w 28575"/>
                  <a:gd name="connsiteY9" fmla="*/ 11335 h 28575"/>
                  <a:gd name="connsiteX10" fmla="*/ 27643 w 28575"/>
                  <a:gd name="connsiteY10" fmla="*/ 18097 h 28575"/>
                  <a:gd name="connsiteX11" fmla="*/ 24119 w 28575"/>
                  <a:gd name="connsiteY11" fmla="*/ 15526 h 28575"/>
                  <a:gd name="connsiteX12" fmla="*/ 17832 w 28575"/>
                  <a:gd name="connsiteY12" fmla="*/ 9811 h 28575"/>
                  <a:gd name="connsiteX13" fmla="*/ 10784 w 28575"/>
                  <a:gd name="connsiteY13" fmla="*/ 15526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28575">
                    <a:moveTo>
                      <a:pt x="10403" y="18098"/>
                    </a:moveTo>
                    <a:cubicBezTo>
                      <a:pt x="10403" y="27623"/>
                      <a:pt x="17451" y="28099"/>
                      <a:pt x="18594" y="28099"/>
                    </a:cubicBezTo>
                    <a:cubicBezTo>
                      <a:pt x="21977" y="27789"/>
                      <a:pt x="25096" y="26143"/>
                      <a:pt x="27262" y="23527"/>
                    </a:cubicBezTo>
                    <a:lnTo>
                      <a:pt x="27262" y="27242"/>
                    </a:lnTo>
                    <a:cubicBezTo>
                      <a:pt x="24771" y="29362"/>
                      <a:pt x="21667" y="30630"/>
                      <a:pt x="18404" y="30861"/>
                    </a:cubicBezTo>
                    <a:cubicBezTo>
                      <a:pt x="12196" y="30869"/>
                      <a:pt x="7158" y="25843"/>
                      <a:pt x="7150" y="19636"/>
                    </a:cubicBezTo>
                    <a:cubicBezTo>
                      <a:pt x="7149" y="19441"/>
                      <a:pt x="7154" y="19245"/>
                      <a:pt x="7164" y="19050"/>
                    </a:cubicBezTo>
                    <a:cubicBezTo>
                      <a:pt x="6794" y="12854"/>
                      <a:pt x="11517" y="7531"/>
                      <a:pt x="17714" y="7161"/>
                    </a:cubicBezTo>
                    <a:cubicBezTo>
                      <a:pt x="17848" y="7153"/>
                      <a:pt x="17983" y="7147"/>
                      <a:pt x="18118" y="7144"/>
                    </a:cubicBezTo>
                    <a:cubicBezTo>
                      <a:pt x="21219" y="7201"/>
                      <a:pt x="24097" y="8765"/>
                      <a:pt x="25833" y="11335"/>
                    </a:cubicBezTo>
                    <a:cubicBezTo>
                      <a:pt x="27160" y="13330"/>
                      <a:pt x="27796" y="15706"/>
                      <a:pt x="27643" y="18097"/>
                    </a:cubicBezTo>
                    <a:close/>
                    <a:moveTo>
                      <a:pt x="24119" y="15526"/>
                    </a:moveTo>
                    <a:cubicBezTo>
                      <a:pt x="23867" y="12257"/>
                      <a:pt x="21110" y="9751"/>
                      <a:pt x="17832" y="9811"/>
                    </a:cubicBezTo>
                    <a:cubicBezTo>
                      <a:pt x="14481" y="9957"/>
                      <a:pt x="11619" y="12277"/>
                      <a:pt x="10784" y="15526"/>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7DACC77A-9136-45EE-B196-E1A7F63A8912}"/>
                  </a:ext>
                </a:extLst>
              </p:cNvPr>
              <p:cNvSpPr/>
              <p:nvPr/>
            </p:nvSpPr>
            <p:spPr>
              <a:xfrm>
                <a:off x="7656137" y="4296469"/>
                <a:ext cx="125526" cy="167368"/>
              </a:xfrm>
              <a:custGeom>
                <a:avLst/>
                <a:gdLst>
                  <a:gd name="connsiteX0" fmla="*/ 26358 w 28575"/>
                  <a:gd name="connsiteY0" fmla="*/ 13629 h 38100"/>
                  <a:gd name="connsiteX1" fmla="*/ 18452 w 28575"/>
                  <a:gd name="connsiteY1" fmla="*/ 9915 h 38100"/>
                  <a:gd name="connsiteX2" fmla="*/ 10476 w 28575"/>
                  <a:gd name="connsiteY2" fmla="*/ 18684 h 38100"/>
                  <a:gd name="connsiteX3" fmla="*/ 10546 w 28575"/>
                  <a:gd name="connsiteY3" fmla="*/ 19440 h 38100"/>
                  <a:gd name="connsiteX4" fmla="*/ 17904 w 28575"/>
                  <a:gd name="connsiteY4" fmla="*/ 28905 h 38100"/>
                  <a:gd name="connsiteX5" fmla="*/ 18642 w 28575"/>
                  <a:gd name="connsiteY5" fmla="*/ 28965 h 38100"/>
                  <a:gd name="connsiteX6" fmla="*/ 26358 w 28575"/>
                  <a:gd name="connsiteY6" fmla="*/ 25155 h 38100"/>
                  <a:gd name="connsiteX7" fmla="*/ 26358 w 28575"/>
                  <a:gd name="connsiteY7" fmla="*/ 29155 h 38100"/>
                  <a:gd name="connsiteX8" fmla="*/ 18642 w 28575"/>
                  <a:gd name="connsiteY8" fmla="*/ 31727 h 38100"/>
                  <a:gd name="connsiteX9" fmla="*/ 7209 w 28575"/>
                  <a:gd name="connsiteY9" fmla="*/ 20110 h 38100"/>
                  <a:gd name="connsiteX10" fmla="*/ 7212 w 28575"/>
                  <a:gd name="connsiteY10" fmla="*/ 19916 h 38100"/>
                  <a:gd name="connsiteX11" fmla="*/ 17423 w 28575"/>
                  <a:gd name="connsiteY11" fmla="*/ 7211 h 38100"/>
                  <a:gd name="connsiteX12" fmla="*/ 19119 w 28575"/>
                  <a:gd name="connsiteY12" fmla="*/ 7152 h 38100"/>
                  <a:gd name="connsiteX13" fmla="*/ 26834 w 28575"/>
                  <a:gd name="connsiteY13" fmla="*/ 972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38100">
                    <a:moveTo>
                      <a:pt x="26358" y="13629"/>
                    </a:moveTo>
                    <a:cubicBezTo>
                      <a:pt x="24338" y="11367"/>
                      <a:pt x="21483" y="10026"/>
                      <a:pt x="18452" y="9915"/>
                    </a:cubicBezTo>
                    <a:cubicBezTo>
                      <a:pt x="13828" y="10134"/>
                      <a:pt x="10257" y="14060"/>
                      <a:pt x="10476" y="18684"/>
                    </a:cubicBezTo>
                    <a:cubicBezTo>
                      <a:pt x="10488" y="18937"/>
                      <a:pt x="10511" y="19189"/>
                      <a:pt x="10546" y="19440"/>
                    </a:cubicBezTo>
                    <a:cubicBezTo>
                      <a:pt x="9964" y="24085"/>
                      <a:pt x="13258" y="28323"/>
                      <a:pt x="17904" y="28905"/>
                    </a:cubicBezTo>
                    <a:cubicBezTo>
                      <a:pt x="18149" y="28936"/>
                      <a:pt x="18395" y="28956"/>
                      <a:pt x="18642" y="28965"/>
                    </a:cubicBezTo>
                    <a:cubicBezTo>
                      <a:pt x="21632" y="28823"/>
                      <a:pt x="24427" y="27442"/>
                      <a:pt x="26358" y="25155"/>
                    </a:cubicBezTo>
                    <a:lnTo>
                      <a:pt x="26358" y="29155"/>
                    </a:lnTo>
                    <a:cubicBezTo>
                      <a:pt x="24108" y="30778"/>
                      <a:pt x="21416" y="31675"/>
                      <a:pt x="18642" y="31727"/>
                    </a:cubicBezTo>
                    <a:cubicBezTo>
                      <a:pt x="12277" y="31676"/>
                      <a:pt x="7159" y="26475"/>
                      <a:pt x="7209" y="20110"/>
                    </a:cubicBezTo>
                    <a:cubicBezTo>
                      <a:pt x="7210" y="20046"/>
                      <a:pt x="7211" y="19981"/>
                      <a:pt x="7212" y="19916"/>
                    </a:cubicBezTo>
                    <a:cubicBezTo>
                      <a:pt x="6524" y="13588"/>
                      <a:pt x="11095" y="7900"/>
                      <a:pt x="17423" y="7211"/>
                    </a:cubicBezTo>
                    <a:cubicBezTo>
                      <a:pt x="17986" y="7150"/>
                      <a:pt x="18553" y="7130"/>
                      <a:pt x="19119" y="7152"/>
                    </a:cubicBezTo>
                    <a:cubicBezTo>
                      <a:pt x="21899" y="7166"/>
                      <a:pt x="24602" y="8067"/>
                      <a:pt x="26834" y="9724"/>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6F08E53E-7AC9-41A2-9250-D57512B5F307}"/>
                  </a:ext>
                </a:extLst>
              </p:cNvPr>
              <p:cNvSpPr/>
              <p:nvPr/>
            </p:nvSpPr>
            <p:spPr>
              <a:xfrm>
                <a:off x="7743471" y="4269730"/>
                <a:ext cx="83684" cy="167368"/>
              </a:xfrm>
              <a:custGeom>
                <a:avLst/>
                <a:gdLst>
                  <a:gd name="connsiteX0" fmla="*/ 14097 w 19050"/>
                  <a:gd name="connsiteY0" fmla="*/ 7144 h 38100"/>
                  <a:gd name="connsiteX1" fmla="*/ 14097 w 19050"/>
                  <a:gd name="connsiteY1" fmla="*/ 13716 h 38100"/>
                  <a:gd name="connsiteX2" fmla="*/ 20098 w 19050"/>
                  <a:gd name="connsiteY2" fmla="*/ 13716 h 38100"/>
                  <a:gd name="connsiteX3" fmla="*/ 20098 w 19050"/>
                  <a:gd name="connsiteY3" fmla="*/ 16478 h 38100"/>
                  <a:gd name="connsiteX4" fmla="*/ 14097 w 19050"/>
                  <a:gd name="connsiteY4" fmla="*/ 16478 h 38100"/>
                  <a:gd name="connsiteX5" fmla="*/ 14097 w 19050"/>
                  <a:gd name="connsiteY5" fmla="*/ 30861 h 38100"/>
                  <a:gd name="connsiteX6" fmla="*/ 16954 w 19050"/>
                  <a:gd name="connsiteY6" fmla="*/ 34195 h 38100"/>
                  <a:gd name="connsiteX7" fmla="*/ 20098 w 19050"/>
                  <a:gd name="connsiteY7" fmla="*/ 33433 h 38100"/>
                  <a:gd name="connsiteX8" fmla="*/ 20098 w 19050"/>
                  <a:gd name="connsiteY8" fmla="*/ 36195 h 38100"/>
                  <a:gd name="connsiteX9" fmla="*/ 16478 w 19050"/>
                  <a:gd name="connsiteY9" fmla="*/ 36766 h 38100"/>
                  <a:gd name="connsiteX10" fmla="*/ 11049 w 19050"/>
                  <a:gd name="connsiteY10" fmla="*/ 31813 h 38100"/>
                  <a:gd name="connsiteX11" fmla="*/ 11049 w 19050"/>
                  <a:gd name="connsiteY11" fmla="*/ 16478 h 38100"/>
                  <a:gd name="connsiteX12" fmla="*/ 7144 w 19050"/>
                  <a:gd name="connsiteY12" fmla="*/ 16478 h 38100"/>
                  <a:gd name="connsiteX13" fmla="*/ 7144 w 19050"/>
                  <a:gd name="connsiteY13" fmla="*/ 13716 h 38100"/>
                  <a:gd name="connsiteX14" fmla="*/ 11049 w 19050"/>
                  <a:gd name="connsiteY14" fmla="*/ 13716 h 38100"/>
                  <a:gd name="connsiteX15" fmla="*/ 11049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98" y="13716"/>
                    </a:lnTo>
                    <a:lnTo>
                      <a:pt x="20098" y="16478"/>
                    </a:lnTo>
                    <a:lnTo>
                      <a:pt x="14097" y="16478"/>
                    </a:lnTo>
                    <a:lnTo>
                      <a:pt x="14097" y="30861"/>
                    </a:lnTo>
                    <a:cubicBezTo>
                      <a:pt x="14097" y="33052"/>
                      <a:pt x="14764" y="34195"/>
                      <a:pt x="16954" y="34195"/>
                    </a:cubicBezTo>
                    <a:cubicBezTo>
                      <a:pt x="18043" y="34157"/>
                      <a:pt x="19113" y="33898"/>
                      <a:pt x="20098" y="33433"/>
                    </a:cubicBezTo>
                    <a:lnTo>
                      <a:pt x="20098" y="36195"/>
                    </a:lnTo>
                    <a:cubicBezTo>
                      <a:pt x="18919" y="36531"/>
                      <a:pt x="17703" y="36723"/>
                      <a:pt x="16478" y="36766"/>
                    </a:cubicBezTo>
                    <a:cubicBezTo>
                      <a:pt x="13335" y="36766"/>
                      <a:pt x="11049" y="35338"/>
                      <a:pt x="11049" y="31813"/>
                    </a:cubicBezTo>
                    <a:lnTo>
                      <a:pt x="11049" y="16478"/>
                    </a:lnTo>
                    <a:lnTo>
                      <a:pt x="7144" y="16478"/>
                    </a:lnTo>
                    <a:lnTo>
                      <a:pt x="7144" y="13716"/>
                    </a:lnTo>
                    <a:lnTo>
                      <a:pt x="11049" y="13716"/>
                    </a:lnTo>
                    <a:lnTo>
                      <a:pt x="11049" y="7144"/>
                    </a:ln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DA7B28A-C97B-40D6-B53C-4ADC1FED13A8}"/>
                  </a:ext>
                </a:extLst>
              </p:cNvPr>
              <p:cNvSpPr/>
              <p:nvPr/>
            </p:nvSpPr>
            <p:spPr>
              <a:xfrm>
                <a:off x="7872762" y="4252576"/>
                <a:ext cx="125526" cy="167368"/>
              </a:xfrm>
              <a:custGeom>
                <a:avLst/>
                <a:gdLst>
                  <a:gd name="connsiteX0" fmla="*/ 18098 w 28575"/>
                  <a:gd name="connsiteY0" fmla="*/ 7144 h 38100"/>
                  <a:gd name="connsiteX1" fmla="*/ 28861 w 28575"/>
                  <a:gd name="connsiteY1" fmla="*/ 15335 h 38100"/>
                  <a:gd name="connsiteX2" fmla="*/ 21241 w 28575"/>
                  <a:gd name="connsiteY2" fmla="*/ 24003 h 38100"/>
                  <a:gd name="connsiteX3" fmla="*/ 21241 w 28575"/>
                  <a:gd name="connsiteY3" fmla="*/ 24003 h 38100"/>
                  <a:gd name="connsiteX4" fmla="*/ 25718 w 28575"/>
                  <a:gd name="connsiteY4" fmla="*/ 28766 h 38100"/>
                  <a:gd name="connsiteX5" fmla="*/ 30004 w 28575"/>
                  <a:gd name="connsiteY5" fmla="*/ 40196 h 38100"/>
                  <a:gd name="connsiteX6" fmla="*/ 26194 w 28575"/>
                  <a:gd name="connsiteY6" fmla="*/ 40196 h 38100"/>
                  <a:gd name="connsiteX7" fmla="*/ 24003 w 28575"/>
                  <a:gd name="connsiteY7" fmla="*/ 33242 h 38100"/>
                  <a:gd name="connsiteX8" fmla="*/ 15335 w 28575"/>
                  <a:gd name="connsiteY8" fmla="*/ 24956 h 38100"/>
                  <a:gd name="connsiteX9" fmla="*/ 10382 w 28575"/>
                  <a:gd name="connsiteY9" fmla="*/ 24956 h 38100"/>
                  <a:gd name="connsiteX10" fmla="*/ 10382 w 28575"/>
                  <a:gd name="connsiteY10" fmla="*/ 40196 h 38100"/>
                  <a:gd name="connsiteX11" fmla="*/ 7144 w 28575"/>
                  <a:gd name="connsiteY11" fmla="*/ 40196 h 38100"/>
                  <a:gd name="connsiteX12" fmla="*/ 7144 w 28575"/>
                  <a:gd name="connsiteY12" fmla="*/ 7144 h 38100"/>
                  <a:gd name="connsiteX13" fmla="*/ 10382 w 28575"/>
                  <a:gd name="connsiteY13" fmla="*/ 10097 h 38100"/>
                  <a:gd name="connsiteX14" fmla="*/ 10382 w 28575"/>
                  <a:gd name="connsiteY14" fmla="*/ 22384 h 38100"/>
                  <a:gd name="connsiteX15" fmla="*/ 15526 w 28575"/>
                  <a:gd name="connsiteY15" fmla="*/ 22384 h 38100"/>
                  <a:gd name="connsiteX16" fmla="*/ 23622 w 28575"/>
                  <a:gd name="connsiteY16" fmla="*/ 20003 h 38100"/>
                  <a:gd name="connsiteX17" fmla="*/ 25718 w 28575"/>
                  <a:gd name="connsiteY17" fmla="*/ 15526 h 38100"/>
                  <a:gd name="connsiteX18" fmla="*/ 18669 w 28575"/>
                  <a:gd name="connsiteY18" fmla="*/ 10001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575" h="38100">
                    <a:moveTo>
                      <a:pt x="18098" y="7144"/>
                    </a:moveTo>
                    <a:cubicBezTo>
                      <a:pt x="22384" y="7144"/>
                      <a:pt x="28861" y="8287"/>
                      <a:pt x="28861" y="15335"/>
                    </a:cubicBezTo>
                    <a:cubicBezTo>
                      <a:pt x="28770" y="19694"/>
                      <a:pt x="25552" y="23355"/>
                      <a:pt x="21241" y="24003"/>
                    </a:cubicBezTo>
                    <a:lnTo>
                      <a:pt x="21241" y="24003"/>
                    </a:lnTo>
                    <a:cubicBezTo>
                      <a:pt x="23483" y="24666"/>
                      <a:pt x="25194" y="26486"/>
                      <a:pt x="25718" y="28766"/>
                    </a:cubicBezTo>
                    <a:lnTo>
                      <a:pt x="30004" y="40196"/>
                    </a:lnTo>
                    <a:lnTo>
                      <a:pt x="26194" y="40196"/>
                    </a:lnTo>
                    <a:lnTo>
                      <a:pt x="24003" y="33242"/>
                    </a:lnTo>
                    <a:cubicBezTo>
                      <a:pt x="21717" y="26289"/>
                      <a:pt x="20098" y="24956"/>
                      <a:pt x="15335" y="24956"/>
                    </a:cubicBezTo>
                    <a:lnTo>
                      <a:pt x="10382" y="24956"/>
                    </a:lnTo>
                    <a:lnTo>
                      <a:pt x="10382" y="40196"/>
                    </a:lnTo>
                    <a:lnTo>
                      <a:pt x="7144" y="40196"/>
                    </a:lnTo>
                    <a:lnTo>
                      <a:pt x="7144" y="7144"/>
                    </a:lnTo>
                    <a:close/>
                    <a:moveTo>
                      <a:pt x="10382" y="10097"/>
                    </a:moveTo>
                    <a:lnTo>
                      <a:pt x="10382" y="22384"/>
                    </a:lnTo>
                    <a:lnTo>
                      <a:pt x="15526" y="22384"/>
                    </a:lnTo>
                    <a:cubicBezTo>
                      <a:pt x="18429" y="22652"/>
                      <a:pt x="21326" y="21800"/>
                      <a:pt x="23622" y="20003"/>
                    </a:cubicBezTo>
                    <a:cubicBezTo>
                      <a:pt x="24894" y="18852"/>
                      <a:pt x="25649" y="17239"/>
                      <a:pt x="25718" y="15526"/>
                    </a:cubicBezTo>
                    <a:cubicBezTo>
                      <a:pt x="25718" y="12668"/>
                      <a:pt x="23431" y="10001"/>
                      <a:pt x="18669" y="1000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09E34FF2-655A-47E4-9992-454AF74F4898}"/>
                  </a:ext>
                </a:extLst>
              </p:cNvPr>
              <p:cNvSpPr/>
              <p:nvPr/>
            </p:nvSpPr>
            <p:spPr>
              <a:xfrm>
                <a:off x="7976952" y="4299022"/>
                <a:ext cx="125526" cy="125526"/>
              </a:xfrm>
              <a:custGeom>
                <a:avLst/>
                <a:gdLst>
                  <a:gd name="connsiteX0" fmla="*/ 11906 w 28575"/>
                  <a:gd name="connsiteY0" fmla="*/ 7144 h 28575"/>
                  <a:gd name="connsiteX1" fmla="*/ 17335 w 28575"/>
                  <a:gd name="connsiteY1" fmla="*/ 15526 h 28575"/>
                  <a:gd name="connsiteX2" fmla="*/ 22860 w 28575"/>
                  <a:gd name="connsiteY2" fmla="*/ 7144 h 28575"/>
                  <a:gd name="connsiteX3" fmla="*/ 26479 w 28575"/>
                  <a:gd name="connsiteY3" fmla="*/ 7144 h 28575"/>
                  <a:gd name="connsiteX4" fmla="*/ 19050 w 28575"/>
                  <a:gd name="connsiteY4" fmla="*/ 17621 h 28575"/>
                  <a:gd name="connsiteX5" fmla="*/ 27432 w 28575"/>
                  <a:gd name="connsiteY5" fmla="*/ 29718 h 28575"/>
                  <a:gd name="connsiteX6" fmla="*/ 23527 w 28575"/>
                  <a:gd name="connsiteY6" fmla="*/ 29718 h 28575"/>
                  <a:gd name="connsiteX7" fmla="*/ 17145 w 28575"/>
                  <a:gd name="connsiteY7" fmla="*/ 20193 h 28575"/>
                  <a:gd name="connsiteX8" fmla="*/ 10763 w 28575"/>
                  <a:gd name="connsiteY8" fmla="*/ 29718 h 28575"/>
                  <a:gd name="connsiteX9" fmla="*/ 7144 w 28575"/>
                  <a:gd name="connsiteY9" fmla="*/ 29718 h 28575"/>
                  <a:gd name="connsiteX10" fmla="*/ 15430 w 28575"/>
                  <a:gd name="connsiteY10" fmla="*/ 17621 h 28575"/>
                  <a:gd name="connsiteX11" fmla="*/ 8096 w 28575"/>
                  <a:gd name="connsiteY11"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75" h="28575">
                    <a:moveTo>
                      <a:pt x="11906" y="7144"/>
                    </a:moveTo>
                    <a:lnTo>
                      <a:pt x="17335" y="15526"/>
                    </a:lnTo>
                    <a:lnTo>
                      <a:pt x="22860" y="7144"/>
                    </a:lnTo>
                    <a:lnTo>
                      <a:pt x="26479" y="7144"/>
                    </a:lnTo>
                    <a:lnTo>
                      <a:pt x="19050" y="17621"/>
                    </a:lnTo>
                    <a:lnTo>
                      <a:pt x="27432" y="29718"/>
                    </a:lnTo>
                    <a:lnTo>
                      <a:pt x="23527" y="29718"/>
                    </a:lnTo>
                    <a:lnTo>
                      <a:pt x="17145" y="20193"/>
                    </a:lnTo>
                    <a:lnTo>
                      <a:pt x="10763" y="29718"/>
                    </a:lnTo>
                    <a:lnTo>
                      <a:pt x="7144" y="29718"/>
                    </a:lnTo>
                    <a:lnTo>
                      <a:pt x="15430" y="17621"/>
                    </a:lnTo>
                    <a:lnTo>
                      <a:pt x="8096" y="7144"/>
                    </a:lnTo>
                    <a:close/>
                  </a:path>
                </a:pathLst>
              </a:custGeom>
              <a:grpFill/>
              <a:ln w="9525" cap="flat">
                <a:noFill/>
                <a:prstDash val="solid"/>
                <a:miter/>
              </a:ln>
            </p:spPr>
            <p:txBody>
              <a:bodyPr rtlCol="0" anchor="ctr"/>
              <a:lstStyle/>
              <a:p>
                <a:endParaRPr lang="en-US"/>
              </a:p>
            </p:txBody>
          </p:sp>
        </p:grpSp>
      </p:grpSp>
      <p:sp>
        <p:nvSpPr>
          <p:cNvPr id="4" name="Rectangle 3">
            <a:extLst>
              <a:ext uri="{FF2B5EF4-FFF2-40B4-BE49-F238E27FC236}">
                <a16:creationId xmlns:a16="http://schemas.microsoft.com/office/drawing/2014/main" id="{34924302-2AC4-430F-A01A-F6CC61B0D9B6}"/>
              </a:ext>
            </a:extLst>
          </p:cNvPr>
          <p:cNvSpPr/>
          <p:nvPr/>
        </p:nvSpPr>
        <p:spPr>
          <a:xfrm>
            <a:off x="127380" y="280449"/>
            <a:ext cx="6596678" cy="523220"/>
          </a:xfrm>
          <a:prstGeom prst="rect">
            <a:avLst/>
          </a:prstGeom>
        </p:spPr>
        <p:txBody>
          <a:bodyPr wrap="none" anchor="ctr">
            <a:spAutoFit/>
          </a:bodyPr>
          <a:lstStyle/>
          <a:p>
            <a:r>
              <a:rPr lang="en-US" sz="2800" dirty="0">
                <a:solidFill>
                  <a:schemeClr val="bg1"/>
                </a:solidFill>
                <a:latin typeface="Poppins Black" panose="00000A00000000000000" pitchFamily="2" charset="0"/>
                <a:cs typeface="Poppins Black" panose="00000A00000000000000" pitchFamily="2" charset="0"/>
              </a:rPr>
              <a:t>PDRX / ELITE CARE BUSINESS MODEL</a:t>
            </a:r>
          </a:p>
        </p:txBody>
      </p:sp>
      <p:grpSp>
        <p:nvGrpSpPr>
          <p:cNvPr id="9" name="Group 8">
            <a:extLst>
              <a:ext uri="{FF2B5EF4-FFF2-40B4-BE49-F238E27FC236}">
                <a16:creationId xmlns:a16="http://schemas.microsoft.com/office/drawing/2014/main" id="{5EAC4563-D359-4D5C-A978-9706188EE659}"/>
              </a:ext>
            </a:extLst>
          </p:cNvPr>
          <p:cNvGrpSpPr/>
          <p:nvPr/>
        </p:nvGrpSpPr>
        <p:grpSpPr>
          <a:xfrm>
            <a:off x="0" y="217508"/>
            <a:ext cx="12192000" cy="649102"/>
            <a:chOff x="0" y="574717"/>
            <a:chExt cx="10106025" cy="649102"/>
          </a:xfrm>
        </p:grpSpPr>
        <p:cxnSp>
          <p:nvCxnSpPr>
            <p:cNvPr id="6" name="Straight Connector 5">
              <a:extLst>
                <a:ext uri="{FF2B5EF4-FFF2-40B4-BE49-F238E27FC236}">
                  <a16:creationId xmlns:a16="http://schemas.microsoft.com/office/drawing/2014/main" id="{9CFE3402-FA8C-498B-9843-2DEEF83BA239}"/>
                </a:ext>
              </a:extLst>
            </p:cNvPr>
            <p:cNvCxnSpPr>
              <a:cxnSpLocks/>
            </p:cNvCxnSpPr>
            <p:nvPr/>
          </p:nvCxnSpPr>
          <p:spPr>
            <a:xfrm>
              <a:off x="0" y="1223819"/>
              <a:ext cx="1010602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4F0090B-73EF-4F10-8AFE-6EC66143C71E}"/>
                </a:ext>
              </a:extLst>
            </p:cNvPr>
            <p:cNvCxnSpPr>
              <a:cxnSpLocks/>
            </p:cNvCxnSpPr>
            <p:nvPr/>
          </p:nvCxnSpPr>
          <p:spPr>
            <a:xfrm>
              <a:off x="0" y="574717"/>
              <a:ext cx="1010602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01" name="Group 100">
            <a:extLst>
              <a:ext uri="{FF2B5EF4-FFF2-40B4-BE49-F238E27FC236}">
                <a16:creationId xmlns:a16="http://schemas.microsoft.com/office/drawing/2014/main" id="{89C1916B-B5C7-4EDF-9E40-0A5846BC0AFF}"/>
              </a:ext>
            </a:extLst>
          </p:cNvPr>
          <p:cNvGrpSpPr/>
          <p:nvPr/>
        </p:nvGrpSpPr>
        <p:grpSpPr>
          <a:xfrm>
            <a:off x="7323624" y="3421623"/>
            <a:ext cx="7371987" cy="4117698"/>
            <a:chOff x="-3808" y="23009"/>
            <a:chExt cx="12196519" cy="6812489"/>
          </a:xfrm>
        </p:grpSpPr>
        <p:sp>
          <p:nvSpPr>
            <p:cNvPr id="102" name="Freeform: Shape 101">
              <a:extLst>
                <a:ext uri="{FF2B5EF4-FFF2-40B4-BE49-F238E27FC236}">
                  <a16:creationId xmlns:a16="http://schemas.microsoft.com/office/drawing/2014/main" id="{9EEB2881-1C99-415C-96C5-22DF75A95458}"/>
                </a:ext>
              </a:extLst>
            </p:cNvPr>
            <p:cNvSpPr/>
            <p:nvPr/>
          </p:nvSpPr>
          <p:spPr>
            <a:xfrm>
              <a:off x="583957" y="4773877"/>
              <a:ext cx="2061621" cy="2061621"/>
            </a:xfrm>
            <a:custGeom>
              <a:avLst/>
              <a:gdLst>
                <a:gd name="connsiteX0" fmla="*/ 2059031 w 2061620"/>
                <a:gd name="connsiteY0" fmla="*/ 690085 h 2061621"/>
                <a:gd name="connsiteX1" fmla="*/ 1372755 w 2061620"/>
                <a:gd name="connsiteY1" fmla="*/ 690085 h 2061621"/>
                <a:gd name="connsiteX2" fmla="*/ 1372755 w 2061620"/>
                <a:gd name="connsiteY2" fmla="*/ 3808 h 2061621"/>
                <a:gd name="connsiteX3" fmla="*/ 690034 w 2061620"/>
                <a:gd name="connsiteY3" fmla="*/ 3808 h 2061621"/>
                <a:gd name="connsiteX4" fmla="*/ 690034 w 2061620"/>
                <a:gd name="connsiteY4" fmla="*/ 690085 h 2061621"/>
                <a:gd name="connsiteX5" fmla="*/ 3808 w 2061620"/>
                <a:gd name="connsiteY5" fmla="*/ 690085 h 2061621"/>
                <a:gd name="connsiteX6" fmla="*/ 3808 w 2061620"/>
                <a:gd name="connsiteY6" fmla="*/ 1372755 h 2061621"/>
                <a:gd name="connsiteX7" fmla="*/ 690034 w 2061620"/>
                <a:gd name="connsiteY7" fmla="*/ 1372755 h 2061621"/>
                <a:gd name="connsiteX8" fmla="*/ 690034 w 2061620"/>
                <a:gd name="connsiteY8" fmla="*/ 2059031 h 2061621"/>
                <a:gd name="connsiteX9" fmla="*/ 1372755 w 2061620"/>
                <a:gd name="connsiteY9" fmla="*/ 2059031 h 2061621"/>
                <a:gd name="connsiteX10" fmla="*/ 1372755 w 2061620"/>
                <a:gd name="connsiteY10" fmla="*/ 1372755 h 2061621"/>
                <a:gd name="connsiteX11" fmla="*/ 2059031 w 2061620"/>
                <a:gd name="connsiteY11" fmla="*/ 1372755 h 2061621"/>
                <a:gd name="connsiteX12" fmla="*/ 2059031 w 2061620"/>
                <a:gd name="connsiteY12" fmla="*/ 690085 h 206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61620" h="2061621">
                  <a:moveTo>
                    <a:pt x="2059031" y="690085"/>
                  </a:moveTo>
                  <a:lnTo>
                    <a:pt x="1372755" y="690085"/>
                  </a:lnTo>
                  <a:lnTo>
                    <a:pt x="1372755" y="3808"/>
                  </a:lnTo>
                  <a:lnTo>
                    <a:pt x="690034" y="3808"/>
                  </a:lnTo>
                  <a:lnTo>
                    <a:pt x="690034" y="690085"/>
                  </a:lnTo>
                  <a:lnTo>
                    <a:pt x="3808" y="690085"/>
                  </a:lnTo>
                  <a:lnTo>
                    <a:pt x="3808" y="1372755"/>
                  </a:lnTo>
                  <a:lnTo>
                    <a:pt x="690034" y="1372755"/>
                  </a:lnTo>
                  <a:lnTo>
                    <a:pt x="690034" y="2059031"/>
                  </a:lnTo>
                  <a:lnTo>
                    <a:pt x="1372755" y="2059031"/>
                  </a:lnTo>
                  <a:lnTo>
                    <a:pt x="1372755" y="1372755"/>
                  </a:lnTo>
                  <a:lnTo>
                    <a:pt x="2059031" y="1372755"/>
                  </a:lnTo>
                  <a:lnTo>
                    <a:pt x="2059031" y="690085"/>
                  </a:lnTo>
                  <a:close/>
                </a:path>
              </a:pathLst>
            </a:custGeom>
            <a:solidFill>
              <a:schemeClr val="bg1">
                <a:alpha val="6000"/>
              </a:schemeClr>
            </a:solid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638E200A-E734-43D8-A182-E81666A8AADF}"/>
                </a:ext>
              </a:extLst>
            </p:cNvPr>
            <p:cNvSpPr/>
            <p:nvPr/>
          </p:nvSpPr>
          <p:spPr>
            <a:xfrm>
              <a:off x="6255344" y="4709845"/>
              <a:ext cx="497633" cy="497633"/>
            </a:xfrm>
            <a:custGeom>
              <a:avLst/>
              <a:gdLst>
                <a:gd name="connsiteX0" fmla="*/ 494992 w 497632"/>
                <a:gd name="connsiteY0" fmla="*/ 167774 h 497632"/>
                <a:gd name="connsiteX1" fmla="*/ 330977 w 497632"/>
                <a:gd name="connsiteY1" fmla="*/ 167774 h 497632"/>
                <a:gd name="connsiteX2" fmla="*/ 330977 w 497632"/>
                <a:gd name="connsiteY2" fmla="*/ 3808 h 497632"/>
                <a:gd name="connsiteX3" fmla="*/ 167824 w 497632"/>
                <a:gd name="connsiteY3" fmla="*/ 3808 h 497632"/>
                <a:gd name="connsiteX4" fmla="*/ 167824 w 497632"/>
                <a:gd name="connsiteY4" fmla="*/ 167774 h 497632"/>
                <a:gd name="connsiteX5" fmla="*/ 3808 w 497632"/>
                <a:gd name="connsiteY5" fmla="*/ 167774 h 497632"/>
                <a:gd name="connsiteX6" fmla="*/ 3808 w 497632"/>
                <a:gd name="connsiteY6" fmla="*/ 330976 h 497632"/>
                <a:gd name="connsiteX7" fmla="*/ 167824 w 497632"/>
                <a:gd name="connsiteY7" fmla="*/ 330976 h 497632"/>
                <a:gd name="connsiteX8" fmla="*/ 167824 w 497632"/>
                <a:gd name="connsiteY8" fmla="*/ 494992 h 497632"/>
                <a:gd name="connsiteX9" fmla="*/ 330977 w 497632"/>
                <a:gd name="connsiteY9" fmla="*/ 494992 h 497632"/>
                <a:gd name="connsiteX10" fmla="*/ 330977 w 497632"/>
                <a:gd name="connsiteY10" fmla="*/ 330976 h 497632"/>
                <a:gd name="connsiteX11" fmla="*/ 494992 w 497632"/>
                <a:gd name="connsiteY11" fmla="*/ 330976 h 497632"/>
                <a:gd name="connsiteX12" fmla="*/ 494992 w 497632"/>
                <a:gd name="connsiteY12" fmla="*/ 167774 h 49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632" h="497632">
                  <a:moveTo>
                    <a:pt x="494992" y="167774"/>
                  </a:moveTo>
                  <a:lnTo>
                    <a:pt x="330977" y="167774"/>
                  </a:lnTo>
                  <a:lnTo>
                    <a:pt x="330977" y="3808"/>
                  </a:lnTo>
                  <a:lnTo>
                    <a:pt x="167824" y="3808"/>
                  </a:lnTo>
                  <a:lnTo>
                    <a:pt x="167824" y="167774"/>
                  </a:lnTo>
                  <a:lnTo>
                    <a:pt x="3808" y="167774"/>
                  </a:lnTo>
                  <a:lnTo>
                    <a:pt x="3808" y="330976"/>
                  </a:lnTo>
                  <a:lnTo>
                    <a:pt x="167824" y="330976"/>
                  </a:lnTo>
                  <a:lnTo>
                    <a:pt x="167824" y="494992"/>
                  </a:lnTo>
                  <a:lnTo>
                    <a:pt x="330977" y="494992"/>
                  </a:lnTo>
                  <a:lnTo>
                    <a:pt x="330977" y="330976"/>
                  </a:lnTo>
                  <a:lnTo>
                    <a:pt x="494992" y="330976"/>
                  </a:lnTo>
                  <a:lnTo>
                    <a:pt x="494992" y="167774"/>
                  </a:lnTo>
                  <a:close/>
                </a:path>
              </a:pathLst>
            </a:custGeom>
            <a:solidFill>
              <a:schemeClr val="bg1">
                <a:alpha val="6000"/>
              </a:schemeClr>
            </a:solid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7849731-48EE-4570-A0AE-CA43AE4D93BB}"/>
                </a:ext>
              </a:extLst>
            </p:cNvPr>
            <p:cNvSpPr/>
            <p:nvPr/>
          </p:nvSpPr>
          <p:spPr>
            <a:xfrm>
              <a:off x="10683665" y="23009"/>
              <a:ext cx="396075" cy="396075"/>
            </a:xfrm>
            <a:custGeom>
              <a:avLst/>
              <a:gdLst>
                <a:gd name="connsiteX0" fmla="*/ 394551 w 396074"/>
                <a:gd name="connsiteY0" fmla="*/ 134259 h 396074"/>
                <a:gd name="connsiteX1" fmla="*/ 264101 w 396074"/>
                <a:gd name="connsiteY1" fmla="*/ 134259 h 396074"/>
                <a:gd name="connsiteX2" fmla="*/ 264101 w 396074"/>
                <a:gd name="connsiteY2" fmla="*/ 3808 h 396074"/>
                <a:gd name="connsiteX3" fmla="*/ 134310 w 396074"/>
                <a:gd name="connsiteY3" fmla="*/ 3808 h 396074"/>
                <a:gd name="connsiteX4" fmla="*/ 134310 w 396074"/>
                <a:gd name="connsiteY4" fmla="*/ 134259 h 396074"/>
                <a:gd name="connsiteX5" fmla="*/ 3808 w 396074"/>
                <a:gd name="connsiteY5" fmla="*/ 134259 h 396074"/>
                <a:gd name="connsiteX6" fmla="*/ 3808 w 396074"/>
                <a:gd name="connsiteY6" fmla="*/ 264050 h 396074"/>
                <a:gd name="connsiteX7" fmla="*/ 134310 w 396074"/>
                <a:gd name="connsiteY7" fmla="*/ 264050 h 396074"/>
                <a:gd name="connsiteX8" fmla="*/ 134310 w 396074"/>
                <a:gd name="connsiteY8" fmla="*/ 394501 h 396074"/>
                <a:gd name="connsiteX9" fmla="*/ 264101 w 396074"/>
                <a:gd name="connsiteY9" fmla="*/ 394501 h 396074"/>
                <a:gd name="connsiteX10" fmla="*/ 264101 w 396074"/>
                <a:gd name="connsiteY10" fmla="*/ 264050 h 396074"/>
                <a:gd name="connsiteX11" fmla="*/ 394551 w 396074"/>
                <a:gd name="connsiteY11" fmla="*/ 264050 h 396074"/>
                <a:gd name="connsiteX12" fmla="*/ 394551 w 396074"/>
                <a:gd name="connsiteY12" fmla="*/ 134259 h 39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6074" h="396074">
                  <a:moveTo>
                    <a:pt x="394551" y="134259"/>
                  </a:moveTo>
                  <a:lnTo>
                    <a:pt x="264101" y="134259"/>
                  </a:lnTo>
                  <a:lnTo>
                    <a:pt x="264101" y="3808"/>
                  </a:lnTo>
                  <a:lnTo>
                    <a:pt x="134310" y="3808"/>
                  </a:lnTo>
                  <a:lnTo>
                    <a:pt x="134310" y="134259"/>
                  </a:lnTo>
                  <a:lnTo>
                    <a:pt x="3808" y="134259"/>
                  </a:lnTo>
                  <a:lnTo>
                    <a:pt x="3808" y="264050"/>
                  </a:lnTo>
                  <a:lnTo>
                    <a:pt x="134310" y="264050"/>
                  </a:lnTo>
                  <a:lnTo>
                    <a:pt x="134310" y="394501"/>
                  </a:lnTo>
                  <a:lnTo>
                    <a:pt x="264101" y="394501"/>
                  </a:lnTo>
                  <a:lnTo>
                    <a:pt x="264101" y="264050"/>
                  </a:lnTo>
                  <a:lnTo>
                    <a:pt x="394551" y="264050"/>
                  </a:lnTo>
                  <a:lnTo>
                    <a:pt x="394551" y="134259"/>
                  </a:lnTo>
                  <a:close/>
                </a:path>
              </a:pathLst>
            </a:custGeom>
            <a:solidFill>
              <a:schemeClr val="bg1">
                <a:alpha val="6000"/>
              </a:schemeClr>
            </a:solid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85842280-E5B8-4D9F-B8DE-A2A4FE40F21A}"/>
                </a:ext>
              </a:extLst>
            </p:cNvPr>
            <p:cNvSpPr/>
            <p:nvPr/>
          </p:nvSpPr>
          <p:spPr>
            <a:xfrm>
              <a:off x="-3808" y="5743449"/>
              <a:ext cx="274206" cy="274206"/>
            </a:xfrm>
            <a:custGeom>
              <a:avLst/>
              <a:gdLst>
                <a:gd name="connsiteX0" fmla="*/ 274663 w 274205"/>
                <a:gd name="connsiteY0" fmla="*/ 94245 h 274205"/>
                <a:gd name="connsiteX1" fmla="*/ 184226 w 274205"/>
                <a:gd name="connsiteY1" fmla="*/ 94245 h 274205"/>
                <a:gd name="connsiteX2" fmla="*/ 184226 w 274205"/>
                <a:gd name="connsiteY2" fmla="*/ 3808 h 274205"/>
                <a:gd name="connsiteX3" fmla="*/ 94246 w 274205"/>
                <a:gd name="connsiteY3" fmla="*/ 3808 h 274205"/>
                <a:gd name="connsiteX4" fmla="*/ 94246 w 274205"/>
                <a:gd name="connsiteY4" fmla="*/ 94245 h 274205"/>
                <a:gd name="connsiteX5" fmla="*/ 3808 w 274205"/>
                <a:gd name="connsiteY5" fmla="*/ 94245 h 274205"/>
                <a:gd name="connsiteX6" fmla="*/ 3808 w 274205"/>
                <a:gd name="connsiteY6" fmla="*/ 184225 h 274205"/>
                <a:gd name="connsiteX7" fmla="*/ 94246 w 274205"/>
                <a:gd name="connsiteY7" fmla="*/ 184225 h 274205"/>
                <a:gd name="connsiteX8" fmla="*/ 94246 w 274205"/>
                <a:gd name="connsiteY8" fmla="*/ 274663 h 274205"/>
                <a:gd name="connsiteX9" fmla="*/ 184226 w 274205"/>
                <a:gd name="connsiteY9" fmla="*/ 274663 h 274205"/>
                <a:gd name="connsiteX10" fmla="*/ 184226 w 274205"/>
                <a:gd name="connsiteY10" fmla="*/ 184225 h 274205"/>
                <a:gd name="connsiteX11" fmla="*/ 274663 w 274205"/>
                <a:gd name="connsiteY11" fmla="*/ 184225 h 274205"/>
                <a:gd name="connsiteX12" fmla="*/ 274663 w 274205"/>
                <a:gd name="connsiteY12" fmla="*/ 94245 h 27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4205" h="274205">
                  <a:moveTo>
                    <a:pt x="274663" y="94245"/>
                  </a:moveTo>
                  <a:lnTo>
                    <a:pt x="184226" y="94245"/>
                  </a:lnTo>
                  <a:lnTo>
                    <a:pt x="184226" y="3808"/>
                  </a:lnTo>
                  <a:lnTo>
                    <a:pt x="94246" y="3808"/>
                  </a:lnTo>
                  <a:lnTo>
                    <a:pt x="94246" y="94245"/>
                  </a:lnTo>
                  <a:lnTo>
                    <a:pt x="3808" y="94245"/>
                  </a:lnTo>
                  <a:lnTo>
                    <a:pt x="3808" y="184225"/>
                  </a:lnTo>
                  <a:lnTo>
                    <a:pt x="94246" y="184225"/>
                  </a:lnTo>
                  <a:lnTo>
                    <a:pt x="94246" y="274663"/>
                  </a:lnTo>
                  <a:lnTo>
                    <a:pt x="184226" y="274663"/>
                  </a:lnTo>
                  <a:lnTo>
                    <a:pt x="184226" y="184225"/>
                  </a:lnTo>
                  <a:lnTo>
                    <a:pt x="274663" y="184225"/>
                  </a:lnTo>
                  <a:lnTo>
                    <a:pt x="274663" y="94245"/>
                  </a:lnTo>
                  <a:close/>
                </a:path>
              </a:pathLst>
            </a:custGeom>
            <a:solidFill>
              <a:schemeClr val="bg1">
                <a:alpha val="6000"/>
              </a:schemeClr>
            </a:solid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7F075D77-6692-40B1-9813-9A33AC87CC41}"/>
                </a:ext>
              </a:extLst>
            </p:cNvPr>
            <p:cNvSpPr/>
            <p:nvPr/>
          </p:nvSpPr>
          <p:spPr>
            <a:xfrm>
              <a:off x="4466507" y="2507973"/>
              <a:ext cx="1254237" cy="1254237"/>
            </a:xfrm>
            <a:custGeom>
              <a:avLst/>
              <a:gdLst>
                <a:gd name="connsiteX0" fmla="*/ 1252968 w 1254237"/>
                <a:gd name="connsiteY0" fmla="*/ 420906 h 1254237"/>
                <a:gd name="connsiteX1" fmla="*/ 835870 w 1254237"/>
                <a:gd name="connsiteY1" fmla="*/ 420906 h 1254237"/>
                <a:gd name="connsiteX2" fmla="*/ 835870 w 1254237"/>
                <a:gd name="connsiteY2" fmla="*/ 3808 h 1254237"/>
                <a:gd name="connsiteX3" fmla="*/ 420906 w 1254237"/>
                <a:gd name="connsiteY3" fmla="*/ 3808 h 1254237"/>
                <a:gd name="connsiteX4" fmla="*/ 420906 w 1254237"/>
                <a:gd name="connsiteY4" fmla="*/ 420906 h 1254237"/>
                <a:gd name="connsiteX5" fmla="*/ 3808 w 1254237"/>
                <a:gd name="connsiteY5" fmla="*/ 420906 h 1254237"/>
                <a:gd name="connsiteX6" fmla="*/ 3808 w 1254237"/>
                <a:gd name="connsiteY6" fmla="*/ 835870 h 1254237"/>
                <a:gd name="connsiteX7" fmla="*/ 420906 w 1254237"/>
                <a:gd name="connsiteY7" fmla="*/ 835870 h 1254237"/>
                <a:gd name="connsiteX8" fmla="*/ 420906 w 1254237"/>
                <a:gd name="connsiteY8" fmla="*/ 1252968 h 1254237"/>
                <a:gd name="connsiteX9" fmla="*/ 835870 w 1254237"/>
                <a:gd name="connsiteY9" fmla="*/ 1252968 h 1254237"/>
                <a:gd name="connsiteX10" fmla="*/ 835870 w 1254237"/>
                <a:gd name="connsiteY10" fmla="*/ 835870 h 1254237"/>
                <a:gd name="connsiteX11" fmla="*/ 1252968 w 1254237"/>
                <a:gd name="connsiteY11" fmla="*/ 835870 h 1254237"/>
                <a:gd name="connsiteX12" fmla="*/ 1252968 w 1254237"/>
                <a:gd name="connsiteY12" fmla="*/ 420906 h 125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37" h="1254237">
                  <a:moveTo>
                    <a:pt x="1252968" y="420906"/>
                  </a:moveTo>
                  <a:lnTo>
                    <a:pt x="835870" y="420906"/>
                  </a:lnTo>
                  <a:lnTo>
                    <a:pt x="835870" y="3808"/>
                  </a:lnTo>
                  <a:lnTo>
                    <a:pt x="420906" y="3808"/>
                  </a:lnTo>
                  <a:lnTo>
                    <a:pt x="420906" y="420906"/>
                  </a:lnTo>
                  <a:lnTo>
                    <a:pt x="3808" y="420906"/>
                  </a:lnTo>
                  <a:lnTo>
                    <a:pt x="3808" y="835870"/>
                  </a:lnTo>
                  <a:lnTo>
                    <a:pt x="420906" y="835870"/>
                  </a:lnTo>
                  <a:lnTo>
                    <a:pt x="420906" y="1252968"/>
                  </a:lnTo>
                  <a:lnTo>
                    <a:pt x="835870" y="1252968"/>
                  </a:lnTo>
                  <a:lnTo>
                    <a:pt x="835870" y="835870"/>
                  </a:lnTo>
                  <a:lnTo>
                    <a:pt x="1252968" y="835870"/>
                  </a:lnTo>
                  <a:lnTo>
                    <a:pt x="1252968" y="420906"/>
                  </a:lnTo>
                  <a:close/>
                </a:path>
              </a:pathLst>
            </a:custGeom>
            <a:solidFill>
              <a:schemeClr val="bg1">
                <a:alpha val="6000"/>
              </a:schemeClr>
            </a:solid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9C70151D-C36D-433A-B38F-198CFC5971C2}"/>
                </a:ext>
              </a:extLst>
            </p:cNvPr>
            <p:cNvSpPr/>
            <p:nvPr/>
          </p:nvSpPr>
          <p:spPr>
            <a:xfrm>
              <a:off x="7675171" y="2252708"/>
              <a:ext cx="1061278" cy="1061278"/>
            </a:xfrm>
            <a:custGeom>
              <a:avLst/>
              <a:gdLst>
                <a:gd name="connsiteX0" fmla="*/ 1061684 w 1061277"/>
                <a:gd name="connsiteY0" fmla="*/ 357026 h 1061277"/>
                <a:gd name="connsiteX1" fmla="*/ 708467 w 1061277"/>
                <a:gd name="connsiteY1" fmla="*/ 357026 h 1061277"/>
                <a:gd name="connsiteX2" fmla="*/ 708467 w 1061277"/>
                <a:gd name="connsiteY2" fmla="*/ 3808 h 1061277"/>
                <a:gd name="connsiteX3" fmla="*/ 357026 w 1061277"/>
                <a:gd name="connsiteY3" fmla="*/ 3808 h 1061277"/>
                <a:gd name="connsiteX4" fmla="*/ 357026 w 1061277"/>
                <a:gd name="connsiteY4" fmla="*/ 357026 h 1061277"/>
                <a:gd name="connsiteX5" fmla="*/ 3808 w 1061277"/>
                <a:gd name="connsiteY5" fmla="*/ 357026 h 1061277"/>
                <a:gd name="connsiteX6" fmla="*/ 3808 w 1061277"/>
                <a:gd name="connsiteY6" fmla="*/ 708466 h 1061277"/>
                <a:gd name="connsiteX7" fmla="*/ 357026 w 1061277"/>
                <a:gd name="connsiteY7" fmla="*/ 708466 h 1061277"/>
                <a:gd name="connsiteX8" fmla="*/ 357026 w 1061277"/>
                <a:gd name="connsiteY8" fmla="*/ 1061684 h 1061277"/>
                <a:gd name="connsiteX9" fmla="*/ 708467 w 1061277"/>
                <a:gd name="connsiteY9" fmla="*/ 1061684 h 1061277"/>
                <a:gd name="connsiteX10" fmla="*/ 708467 w 1061277"/>
                <a:gd name="connsiteY10" fmla="*/ 708466 h 1061277"/>
                <a:gd name="connsiteX11" fmla="*/ 1061684 w 1061277"/>
                <a:gd name="connsiteY11" fmla="*/ 708466 h 1061277"/>
                <a:gd name="connsiteX12" fmla="*/ 1061684 w 1061277"/>
                <a:gd name="connsiteY12" fmla="*/ 357026 h 106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1277" h="1061277">
                  <a:moveTo>
                    <a:pt x="1061684" y="357026"/>
                  </a:moveTo>
                  <a:lnTo>
                    <a:pt x="708467" y="357026"/>
                  </a:lnTo>
                  <a:lnTo>
                    <a:pt x="708467" y="3808"/>
                  </a:lnTo>
                  <a:lnTo>
                    <a:pt x="357026" y="3808"/>
                  </a:lnTo>
                  <a:lnTo>
                    <a:pt x="357026" y="357026"/>
                  </a:lnTo>
                  <a:lnTo>
                    <a:pt x="3808" y="357026"/>
                  </a:lnTo>
                  <a:lnTo>
                    <a:pt x="3808" y="708466"/>
                  </a:lnTo>
                  <a:lnTo>
                    <a:pt x="357026" y="708466"/>
                  </a:lnTo>
                  <a:lnTo>
                    <a:pt x="357026" y="1061684"/>
                  </a:lnTo>
                  <a:lnTo>
                    <a:pt x="708467" y="1061684"/>
                  </a:lnTo>
                  <a:lnTo>
                    <a:pt x="708467" y="708466"/>
                  </a:lnTo>
                  <a:lnTo>
                    <a:pt x="1061684" y="708466"/>
                  </a:lnTo>
                  <a:lnTo>
                    <a:pt x="1061684" y="357026"/>
                  </a:lnTo>
                  <a:close/>
                </a:path>
              </a:pathLst>
            </a:custGeom>
            <a:solidFill>
              <a:schemeClr val="bg1">
                <a:alpha val="6000"/>
              </a:schemeClr>
            </a:solid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D07F1583-A0CB-4A4C-9C99-2A754A37037E}"/>
                </a:ext>
              </a:extLst>
            </p:cNvPr>
            <p:cNvSpPr/>
            <p:nvPr/>
          </p:nvSpPr>
          <p:spPr>
            <a:xfrm>
              <a:off x="8745081" y="2898005"/>
              <a:ext cx="1970219" cy="1970219"/>
            </a:xfrm>
            <a:custGeom>
              <a:avLst/>
              <a:gdLst>
                <a:gd name="connsiteX0" fmla="*/ 1968138 w 1970219"/>
                <a:gd name="connsiteY0" fmla="*/ 659668 h 1970219"/>
                <a:gd name="connsiteX1" fmla="*/ 1312227 w 1970219"/>
                <a:gd name="connsiteY1" fmla="*/ 659668 h 1970219"/>
                <a:gd name="connsiteX2" fmla="*/ 1312227 w 1970219"/>
                <a:gd name="connsiteY2" fmla="*/ 3808 h 1970219"/>
                <a:gd name="connsiteX3" fmla="*/ 659719 w 1970219"/>
                <a:gd name="connsiteY3" fmla="*/ 3808 h 1970219"/>
                <a:gd name="connsiteX4" fmla="*/ 659719 w 1970219"/>
                <a:gd name="connsiteY4" fmla="*/ 659668 h 1970219"/>
                <a:gd name="connsiteX5" fmla="*/ 3808 w 1970219"/>
                <a:gd name="connsiteY5" fmla="*/ 659668 h 1970219"/>
                <a:gd name="connsiteX6" fmla="*/ 3808 w 1970219"/>
                <a:gd name="connsiteY6" fmla="*/ 1312176 h 1970219"/>
                <a:gd name="connsiteX7" fmla="*/ 659719 w 1970219"/>
                <a:gd name="connsiteY7" fmla="*/ 1312176 h 1970219"/>
                <a:gd name="connsiteX8" fmla="*/ 659719 w 1970219"/>
                <a:gd name="connsiteY8" fmla="*/ 1968087 h 1970219"/>
                <a:gd name="connsiteX9" fmla="*/ 1312227 w 1970219"/>
                <a:gd name="connsiteY9" fmla="*/ 1968087 h 1970219"/>
                <a:gd name="connsiteX10" fmla="*/ 1312227 w 1970219"/>
                <a:gd name="connsiteY10" fmla="*/ 1312176 h 1970219"/>
                <a:gd name="connsiteX11" fmla="*/ 1968138 w 1970219"/>
                <a:gd name="connsiteY11" fmla="*/ 1312176 h 1970219"/>
                <a:gd name="connsiteX12" fmla="*/ 1968138 w 1970219"/>
                <a:gd name="connsiteY12" fmla="*/ 659668 h 197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0219" h="1970219">
                  <a:moveTo>
                    <a:pt x="1968138" y="659668"/>
                  </a:moveTo>
                  <a:lnTo>
                    <a:pt x="1312227" y="659668"/>
                  </a:lnTo>
                  <a:lnTo>
                    <a:pt x="1312227" y="3808"/>
                  </a:lnTo>
                  <a:lnTo>
                    <a:pt x="659719" y="3808"/>
                  </a:lnTo>
                  <a:lnTo>
                    <a:pt x="659719" y="659668"/>
                  </a:lnTo>
                  <a:lnTo>
                    <a:pt x="3808" y="659668"/>
                  </a:lnTo>
                  <a:lnTo>
                    <a:pt x="3808" y="1312176"/>
                  </a:lnTo>
                  <a:lnTo>
                    <a:pt x="659719" y="1312176"/>
                  </a:lnTo>
                  <a:lnTo>
                    <a:pt x="659719" y="1968087"/>
                  </a:lnTo>
                  <a:lnTo>
                    <a:pt x="1312227" y="1968087"/>
                  </a:lnTo>
                  <a:lnTo>
                    <a:pt x="1312227" y="1312176"/>
                  </a:lnTo>
                  <a:lnTo>
                    <a:pt x="1968138" y="1312176"/>
                  </a:lnTo>
                  <a:lnTo>
                    <a:pt x="1968138" y="659668"/>
                  </a:lnTo>
                  <a:close/>
                </a:path>
              </a:pathLst>
            </a:custGeom>
            <a:solidFill>
              <a:schemeClr val="bg1">
                <a:alpha val="6000"/>
              </a:schemeClr>
            </a:solid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27212C52-186F-45C0-90CD-2CE4CB18A53F}"/>
                </a:ext>
              </a:extLst>
            </p:cNvPr>
            <p:cNvSpPr/>
            <p:nvPr/>
          </p:nvSpPr>
          <p:spPr>
            <a:xfrm>
              <a:off x="8260296" y="1163248"/>
              <a:ext cx="365608" cy="365608"/>
            </a:xfrm>
            <a:custGeom>
              <a:avLst/>
              <a:gdLst>
                <a:gd name="connsiteX0" fmla="*/ 362155 w 365607"/>
                <a:gd name="connsiteY0" fmla="*/ 123494 h 365607"/>
                <a:gd name="connsiteX1" fmla="*/ 242520 w 365607"/>
                <a:gd name="connsiteY1" fmla="*/ 123494 h 365607"/>
                <a:gd name="connsiteX2" fmla="*/ 242520 w 365607"/>
                <a:gd name="connsiteY2" fmla="*/ 3808 h 365607"/>
                <a:gd name="connsiteX3" fmla="*/ 123444 w 365607"/>
                <a:gd name="connsiteY3" fmla="*/ 3808 h 365607"/>
                <a:gd name="connsiteX4" fmla="*/ 123444 w 365607"/>
                <a:gd name="connsiteY4" fmla="*/ 123494 h 365607"/>
                <a:gd name="connsiteX5" fmla="*/ 3808 w 365607"/>
                <a:gd name="connsiteY5" fmla="*/ 123494 h 365607"/>
                <a:gd name="connsiteX6" fmla="*/ 3808 w 365607"/>
                <a:gd name="connsiteY6" fmla="*/ 242520 h 365607"/>
                <a:gd name="connsiteX7" fmla="*/ 123444 w 365607"/>
                <a:gd name="connsiteY7" fmla="*/ 242520 h 365607"/>
                <a:gd name="connsiteX8" fmla="*/ 123444 w 365607"/>
                <a:gd name="connsiteY8" fmla="*/ 362206 h 365607"/>
                <a:gd name="connsiteX9" fmla="*/ 242520 w 365607"/>
                <a:gd name="connsiteY9" fmla="*/ 362206 h 365607"/>
                <a:gd name="connsiteX10" fmla="*/ 242520 w 365607"/>
                <a:gd name="connsiteY10" fmla="*/ 242520 h 365607"/>
                <a:gd name="connsiteX11" fmla="*/ 362155 w 365607"/>
                <a:gd name="connsiteY11" fmla="*/ 242520 h 365607"/>
                <a:gd name="connsiteX12" fmla="*/ 362155 w 365607"/>
                <a:gd name="connsiteY12" fmla="*/ 123494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2155" y="123494"/>
                  </a:moveTo>
                  <a:lnTo>
                    <a:pt x="242520" y="123494"/>
                  </a:lnTo>
                  <a:lnTo>
                    <a:pt x="242520" y="3808"/>
                  </a:lnTo>
                  <a:lnTo>
                    <a:pt x="123444" y="3808"/>
                  </a:lnTo>
                  <a:lnTo>
                    <a:pt x="123444" y="123494"/>
                  </a:lnTo>
                  <a:lnTo>
                    <a:pt x="3808" y="123494"/>
                  </a:lnTo>
                  <a:lnTo>
                    <a:pt x="3808" y="242520"/>
                  </a:lnTo>
                  <a:lnTo>
                    <a:pt x="123444" y="242520"/>
                  </a:lnTo>
                  <a:lnTo>
                    <a:pt x="123444" y="362206"/>
                  </a:lnTo>
                  <a:lnTo>
                    <a:pt x="242520" y="362206"/>
                  </a:lnTo>
                  <a:lnTo>
                    <a:pt x="242520" y="242520"/>
                  </a:lnTo>
                  <a:lnTo>
                    <a:pt x="362155" y="242520"/>
                  </a:lnTo>
                  <a:lnTo>
                    <a:pt x="362155" y="123494"/>
                  </a:lnTo>
                  <a:close/>
                </a:path>
              </a:pathLst>
            </a:custGeom>
            <a:solidFill>
              <a:schemeClr val="bg1">
                <a:alpha val="6000"/>
              </a:schemeClr>
            </a:solid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FC22BA4D-71EB-46A0-8158-9682E5E565D1}"/>
                </a:ext>
              </a:extLst>
            </p:cNvPr>
            <p:cNvSpPr/>
            <p:nvPr/>
          </p:nvSpPr>
          <p:spPr>
            <a:xfrm>
              <a:off x="5518137" y="3771960"/>
              <a:ext cx="787072" cy="787072"/>
            </a:xfrm>
            <a:custGeom>
              <a:avLst/>
              <a:gdLst>
                <a:gd name="connsiteX0" fmla="*/ 787936 w 787072"/>
                <a:gd name="connsiteY0" fmla="*/ 265675 h 787072"/>
                <a:gd name="connsiteX1" fmla="*/ 526120 w 787072"/>
                <a:gd name="connsiteY1" fmla="*/ 265675 h 787072"/>
                <a:gd name="connsiteX2" fmla="*/ 526120 w 787072"/>
                <a:gd name="connsiteY2" fmla="*/ 3808 h 787072"/>
                <a:gd name="connsiteX3" fmla="*/ 265624 w 787072"/>
                <a:gd name="connsiteY3" fmla="*/ 3808 h 787072"/>
                <a:gd name="connsiteX4" fmla="*/ 265624 w 787072"/>
                <a:gd name="connsiteY4" fmla="*/ 265675 h 787072"/>
                <a:gd name="connsiteX5" fmla="*/ 3808 w 787072"/>
                <a:gd name="connsiteY5" fmla="*/ 265675 h 787072"/>
                <a:gd name="connsiteX6" fmla="*/ 3808 w 787072"/>
                <a:gd name="connsiteY6" fmla="*/ 526120 h 787072"/>
                <a:gd name="connsiteX7" fmla="*/ 265624 w 787072"/>
                <a:gd name="connsiteY7" fmla="*/ 526120 h 787072"/>
                <a:gd name="connsiteX8" fmla="*/ 265624 w 787072"/>
                <a:gd name="connsiteY8" fmla="*/ 787986 h 787072"/>
                <a:gd name="connsiteX9" fmla="*/ 526120 w 787072"/>
                <a:gd name="connsiteY9" fmla="*/ 787986 h 787072"/>
                <a:gd name="connsiteX10" fmla="*/ 526120 w 787072"/>
                <a:gd name="connsiteY10" fmla="*/ 526120 h 787072"/>
                <a:gd name="connsiteX11" fmla="*/ 787936 w 787072"/>
                <a:gd name="connsiteY11" fmla="*/ 526120 h 787072"/>
                <a:gd name="connsiteX12" fmla="*/ 787936 w 787072"/>
                <a:gd name="connsiteY12" fmla="*/ 265675 h 78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7072" h="787072">
                  <a:moveTo>
                    <a:pt x="787936" y="265675"/>
                  </a:moveTo>
                  <a:lnTo>
                    <a:pt x="526120" y="265675"/>
                  </a:lnTo>
                  <a:lnTo>
                    <a:pt x="526120" y="3808"/>
                  </a:lnTo>
                  <a:lnTo>
                    <a:pt x="265624" y="3808"/>
                  </a:lnTo>
                  <a:lnTo>
                    <a:pt x="265624" y="265675"/>
                  </a:lnTo>
                  <a:lnTo>
                    <a:pt x="3808" y="265675"/>
                  </a:lnTo>
                  <a:lnTo>
                    <a:pt x="3808" y="526120"/>
                  </a:lnTo>
                  <a:lnTo>
                    <a:pt x="265624" y="526120"/>
                  </a:lnTo>
                  <a:lnTo>
                    <a:pt x="265624" y="787986"/>
                  </a:lnTo>
                  <a:lnTo>
                    <a:pt x="526120" y="787986"/>
                  </a:lnTo>
                  <a:lnTo>
                    <a:pt x="526120" y="526120"/>
                  </a:lnTo>
                  <a:lnTo>
                    <a:pt x="787936" y="526120"/>
                  </a:lnTo>
                  <a:lnTo>
                    <a:pt x="787936" y="265675"/>
                  </a:lnTo>
                  <a:close/>
                </a:path>
              </a:pathLst>
            </a:custGeom>
            <a:solidFill>
              <a:schemeClr val="bg1">
                <a:alpha val="6000"/>
              </a:schemeClr>
            </a:solid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FB80979-6D78-46AB-A9FC-7A633C63213C}"/>
                </a:ext>
              </a:extLst>
            </p:cNvPr>
            <p:cNvSpPr/>
            <p:nvPr/>
          </p:nvSpPr>
          <p:spPr>
            <a:xfrm>
              <a:off x="583957" y="4827804"/>
              <a:ext cx="269128" cy="269128"/>
            </a:xfrm>
            <a:custGeom>
              <a:avLst/>
              <a:gdLst>
                <a:gd name="connsiteX0" fmla="*/ 269991 w 269127"/>
                <a:gd name="connsiteY0" fmla="*/ 92722 h 269127"/>
                <a:gd name="connsiteX1" fmla="*/ 181077 w 269127"/>
                <a:gd name="connsiteY1" fmla="*/ 92722 h 269127"/>
                <a:gd name="connsiteX2" fmla="*/ 181077 w 269127"/>
                <a:gd name="connsiteY2" fmla="*/ 3808 h 269127"/>
                <a:gd name="connsiteX3" fmla="*/ 92671 w 269127"/>
                <a:gd name="connsiteY3" fmla="*/ 3808 h 269127"/>
                <a:gd name="connsiteX4" fmla="*/ 92671 w 269127"/>
                <a:gd name="connsiteY4" fmla="*/ 92722 h 269127"/>
                <a:gd name="connsiteX5" fmla="*/ 3808 w 269127"/>
                <a:gd name="connsiteY5" fmla="*/ 92722 h 269127"/>
                <a:gd name="connsiteX6" fmla="*/ 3808 w 269127"/>
                <a:gd name="connsiteY6" fmla="*/ 181128 h 269127"/>
                <a:gd name="connsiteX7" fmla="*/ 92671 w 269127"/>
                <a:gd name="connsiteY7" fmla="*/ 181128 h 269127"/>
                <a:gd name="connsiteX8" fmla="*/ 92671 w 269127"/>
                <a:gd name="connsiteY8" fmla="*/ 269991 h 269127"/>
                <a:gd name="connsiteX9" fmla="*/ 181077 w 269127"/>
                <a:gd name="connsiteY9" fmla="*/ 269991 h 269127"/>
                <a:gd name="connsiteX10" fmla="*/ 181077 w 269127"/>
                <a:gd name="connsiteY10" fmla="*/ 181128 h 269127"/>
                <a:gd name="connsiteX11" fmla="*/ 269991 w 269127"/>
                <a:gd name="connsiteY11" fmla="*/ 181128 h 269127"/>
                <a:gd name="connsiteX12" fmla="*/ 269991 w 269127"/>
                <a:gd name="connsiteY12" fmla="*/ 92722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9991" y="92722"/>
                  </a:moveTo>
                  <a:lnTo>
                    <a:pt x="181077" y="92722"/>
                  </a:lnTo>
                  <a:lnTo>
                    <a:pt x="181077" y="3808"/>
                  </a:lnTo>
                  <a:lnTo>
                    <a:pt x="92671" y="3808"/>
                  </a:lnTo>
                  <a:lnTo>
                    <a:pt x="92671" y="92722"/>
                  </a:lnTo>
                  <a:lnTo>
                    <a:pt x="3808" y="92722"/>
                  </a:lnTo>
                  <a:lnTo>
                    <a:pt x="3808" y="181128"/>
                  </a:lnTo>
                  <a:lnTo>
                    <a:pt x="92671" y="181128"/>
                  </a:lnTo>
                  <a:lnTo>
                    <a:pt x="92671" y="269991"/>
                  </a:lnTo>
                  <a:lnTo>
                    <a:pt x="181077" y="269991"/>
                  </a:lnTo>
                  <a:lnTo>
                    <a:pt x="181077" y="181128"/>
                  </a:lnTo>
                  <a:lnTo>
                    <a:pt x="269991" y="181128"/>
                  </a:lnTo>
                  <a:lnTo>
                    <a:pt x="269991" y="92722"/>
                  </a:lnTo>
                  <a:close/>
                </a:path>
              </a:pathLst>
            </a:custGeom>
            <a:solidFill>
              <a:schemeClr val="bg1">
                <a:alpha val="6000"/>
              </a:schemeClr>
            </a:solid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9C77D642-95D3-4901-B520-017F271AD024}"/>
                </a:ext>
              </a:extLst>
            </p:cNvPr>
            <p:cNvSpPr/>
            <p:nvPr/>
          </p:nvSpPr>
          <p:spPr>
            <a:xfrm>
              <a:off x="2246507" y="4399536"/>
              <a:ext cx="319907" cy="319907"/>
            </a:xfrm>
            <a:custGeom>
              <a:avLst/>
              <a:gdLst>
                <a:gd name="connsiteX0" fmla="*/ 317825 w 319906"/>
                <a:gd name="connsiteY0" fmla="*/ 108667 h 319906"/>
                <a:gd name="connsiteX1" fmla="*/ 212966 w 319906"/>
                <a:gd name="connsiteY1" fmla="*/ 108667 h 319906"/>
                <a:gd name="connsiteX2" fmla="*/ 212966 w 319906"/>
                <a:gd name="connsiteY2" fmla="*/ 3808 h 319906"/>
                <a:gd name="connsiteX3" fmla="*/ 108667 w 319906"/>
                <a:gd name="connsiteY3" fmla="*/ 3808 h 319906"/>
                <a:gd name="connsiteX4" fmla="*/ 108667 w 319906"/>
                <a:gd name="connsiteY4" fmla="*/ 108667 h 319906"/>
                <a:gd name="connsiteX5" fmla="*/ 3808 w 319906"/>
                <a:gd name="connsiteY5" fmla="*/ 108667 h 319906"/>
                <a:gd name="connsiteX6" fmla="*/ 3808 w 319906"/>
                <a:gd name="connsiteY6" fmla="*/ 213017 h 319906"/>
                <a:gd name="connsiteX7" fmla="*/ 108667 w 319906"/>
                <a:gd name="connsiteY7" fmla="*/ 213017 h 319906"/>
                <a:gd name="connsiteX8" fmla="*/ 108667 w 319906"/>
                <a:gd name="connsiteY8" fmla="*/ 317875 h 319906"/>
                <a:gd name="connsiteX9" fmla="*/ 212966 w 319906"/>
                <a:gd name="connsiteY9" fmla="*/ 317875 h 319906"/>
                <a:gd name="connsiteX10" fmla="*/ 212966 w 319906"/>
                <a:gd name="connsiteY10" fmla="*/ 213017 h 319906"/>
                <a:gd name="connsiteX11" fmla="*/ 317825 w 319906"/>
                <a:gd name="connsiteY11" fmla="*/ 213017 h 319906"/>
                <a:gd name="connsiteX12" fmla="*/ 317825 w 319906"/>
                <a:gd name="connsiteY12" fmla="*/ 108667 h 31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906" h="319906">
                  <a:moveTo>
                    <a:pt x="317825" y="108667"/>
                  </a:moveTo>
                  <a:lnTo>
                    <a:pt x="212966" y="108667"/>
                  </a:lnTo>
                  <a:lnTo>
                    <a:pt x="212966" y="3808"/>
                  </a:lnTo>
                  <a:lnTo>
                    <a:pt x="108667" y="3808"/>
                  </a:lnTo>
                  <a:lnTo>
                    <a:pt x="108667" y="108667"/>
                  </a:lnTo>
                  <a:lnTo>
                    <a:pt x="3808" y="108667"/>
                  </a:lnTo>
                  <a:lnTo>
                    <a:pt x="3808" y="213017"/>
                  </a:lnTo>
                  <a:lnTo>
                    <a:pt x="108667" y="213017"/>
                  </a:lnTo>
                  <a:lnTo>
                    <a:pt x="108667" y="317875"/>
                  </a:lnTo>
                  <a:lnTo>
                    <a:pt x="212966" y="317875"/>
                  </a:lnTo>
                  <a:lnTo>
                    <a:pt x="212966" y="213017"/>
                  </a:lnTo>
                  <a:lnTo>
                    <a:pt x="317825" y="213017"/>
                  </a:lnTo>
                  <a:lnTo>
                    <a:pt x="317825" y="108667"/>
                  </a:lnTo>
                  <a:close/>
                </a:path>
              </a:pathLst>
            </a:custGeom>
            <a:solidFill>
              <a:schemeClr val="bg1">
                <a:alpha val="6000"/>
              </a:schemeClr>
            </a:solid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5699544E-B6F1-4E0B-AF84-04742A6F0A70}"/>
                </a:ext>
              </a:extLst>
            </p:cNvPr>
            <p:cNvSpPr/>
            <p:nvPr/>
          </p:nvSpPr>
          <p:spPr>
            <a:xfrm>
              <a:off x="2689654" y="3599362"/>
              <a:ext cx="355452" cy="355452"/>
            </a:xfrm>
            <a:custGeom>
              <a:avLst/>
              <a:gdLst>
                <a:gd name="connsiteX0" fmla="*/ 354030 w 355451"/>
                <a:gd name="connsiteY0" fmla="*/ 120752 h 355451"/>
                <a:gd name="connsiteX1" fmla="*/ 237086 w 355451"/>
                <a:gd name="connsiteY1" fmla="*/ 120752 h 355451"/>
                <a:gd name="connsiteX2" fmla="*/ 237086 w 355451"/>
                <a:gd name="connsiteY2" fmla="*/ 3808 h 355451"/>
                <a:gd name="connsiteX3" fmla="*/ 120752 w 355451"/>
                <a:gd name="connsiteY3" fmla="*/ 3808 h 355451"/>
                <a:gd name="connsiteX4" fmla="*/ 120752 w 355451"/>
                <a:gd name="connsiteY4" fmla="*/ 120752 h 355451"/>
                <a:gd name="connsiteX5" fmla="*/ 3808 w 355451"/>
                <a:gd name="connsiteY5" fmla="*/ 120752 h 355451"/>
                <a:gd name="connsiteX6" fmla="*/ 3808 w 355451"/>
                <a:gd name="connsiteY6" fmla="*/ 237086 h 355451"/>
                <a:gd name="connsiteX7" fmla="*/ 120752 w 355451"/>
                <a:gd name="connsiteY7" fmla="*/ 237086 h 355451"/>
                <a:gd name="connsiteX8" fmla="*/ 120752 w 355451"/>
                <a:gd name="connsiteY8" fmla="*/ 354030 h 355451"/>
                <a:gd name="connsiteX9" fmla="*/ 237086 w 355451"/>
                <a:gd name="connsiteY9" fmla="*/ 354030 h 355451"/>
                <a:gd name="connsiteX10" fmla="*/ 237086 w 355451"/>
                <a:gd name="connsiteY10" fmla="*/ 237086 h 355451"/>
                <a:gd name="connsiteX11" fmla="*/ 354030 w 355451"/>
                <a:gd name="connsiteY11" fmla="*/ 237086 h 355451"/>
                <a:gd name="connsiteX12" fmla="*/ 354030 w 355451"/>
                <a:gd name="connsiteY12" fmla="*/ 120752 h 35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5451" h="355451">
                  <a:moveTo>
                    <a:pt x="354030" y="120752"/>
                  </a:moveTo>
                  <a:lnTo>
                    <a:pt x="237086" y="120752"/>
                  </a:lnTo>
                  <a:lnTo>
                    <a:pt x="237086" y="3808"/>
                  </a:lnTo>
                  <a:lnTo>
                    <a:pt x="120752" y="3808"/>
                  </a:lnTo>
                  <a:lnTo>
                    <a:pt x="120752" y="120752"/>
                  </a:lnTo>
                  <a:lnTo>
                    <a:pt x="3808" y="120752"/>
                  </a:lnTo>
                  <a:lnTo>
                    <a:pt x="3808" y="237086"/>
                  </a:lnTo>
                  <a:lnTo>
                    <a:pt x="120752" y="237086"/>
                  </a:lnTo>
                  <a:lnTo>
                    <a:pt x="120752" y="354030"/>
                  </a:lnTo>
                  <a:lnTo>
                    <a:pt x="237086" y="354030"/>
                  </a:lnTo>
                  <a:lnTo>
                    <a:pt x="237086" y="237086"/>
                  </a:lnTo>
                  <a:lnTo>
                    <a:pt x="354030" y="237086"/>
                  </a:lnTo>
                  <a:lnTo>
                    <a:pt x="354030" y="120752"/>
                  </a:lnTo>
                  <a:close/>
                </a:path>
              </a:pathLst>
            </a:custGeom>
            <a:solidFill>
              <a:schemeClr val="bg1">
                <a:alpha val="6000"/>
              </a:schemeClr>
            </a:solid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987DC41-2161-4CD8-AE74-6FD9DA6AB98C}"/>
                </a:ext>
              </a:extLst>
            </p:cNvPr>
            <p:cNvSpPr/>
            <p:nvPr/>
          </p:nvSpPr>
          <p:spPr>
            <a:xfrm>
              <a:off x="6299217" y="4789771"/>
              <a:ext cx="1772182" cy="1772182"/>
            </a:xfrm>
            <a:custGeom>
              <a:avLst/>
              <a:gdLst>
                <a:gd name="connsiteX0" fmla="*/ 1769135 w 1772181"/>
                <a:gd name="connsiteY0" fmla="*/ 593250 h 1772181"/>
                <a:gd name="connsiteX1" fmla="*/ 1179694 w 1772181"/>
                <a:gd name="connsiteY1" fmla="*/ 593250 h 1772181"/>
                <a:gd name="connsiteX2" fmla="*/ 1179694 w 1772181"/>
                <a:gd name="connsiteY2" fmla="*/ 3808 h 1772181"/>
                <a:gd name="connsiteX3" fmla="*/ 593300 w 1772181"/>
                <a:gd name="connsiteY3" fmla="*/ 3808 h 1772181"/>
                <a:gd name="connsiteX4" fmla="*/ 593300 w 1772181"/>
                <a:gd name="connsiteY4" fmla="*/ 593250 h 1772181"/>
                <a:gd name="connsiteX5" fmla="*/ 3808 w 1772181"/>
                <a:gd name="connsiteY5" fmla="*/ 593250 h 1772181"/>
                <a:gd name="connsiteX6" fmla="*/ 3808 w 1772181"/>
                <a:gd name="connsiteY6" fmla="*/ 1179644 h 1772181"/>
                <a:gd name="connsiteX7" fmla="*/ 593300 w 1772181"/>
                <a:gd name="connsiteY7" fmla="*/ 1179644 h 1772181"/>
                <a:gd name="connsiteX8" fmla="*/ 593300 w 1772181"/>
                <a:gd name="connsiteY8" fmla="*/ 1769135 h 1772181"/>
                <a:gd name="connsiteX9" fmla="*/ 1179694 w 1772181"/>
                <a:gd name="connsiteY9" fmla="*/ 1769135 h 1772181"/>
                <a:gd name="connsiteX10" fmla="*/ 1179694 w 1772181"/>
                <a:gd name="connsiteY10" fmla="*/ 1179644 h 1772181"/>
                <a:gd name="connsiteX11" fmla="*/ 1769135 w 1772181"/>
                <a:gd name="connsiteY11" fmla="*/ 1179644 h 1772181"/>
                <a:gd name="connsiteX12" fmla="*/ 1769135 w 1772181"/>
                <a:gd name="connsiteY12" fmla="*/ 593250 h 1772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181" h="1772181">
                  <a:moveTo>
                    <a:pt x="1769135" y="593250"/>
                  </a:moveTo>
                  <a:lnTo>
                    <a:pt x="1179694" y="593250"/>
                  </a:lnTo>
                  <a:lnTo>
                    <a:pt x="1179694" y="3808"/>
                  </a:lnTo>
                  <a:lnTo>
                    <a:pt x="593300" y="3808"/>
                  </a:lnTo>
                  <a:lnTo>
                    <a:pt x="593300" y="593250"/>
                  </a:lnTo>
                  <a:lnTo>
                    <a:pt x="3808" y="593250"/>
                  </a:lnTo>
                  <a:lnTo>
                    <a:pt x="3808" y="1179644"/>
                  </a:lnTo>
                  <a:lnTo>
                    <a:pt x="593300" y="1179644"/>
                  </a:lnTo>
                  <a:lnTo>
                    <a:pt x="593300" y="1769135"/>
                  </a:lnTo>
                  <a:lnTo>
                    <a:pt x="1179694" y="1769135"/>
                  </a:lnTo>
                  <a:lnTo>
                    <a:pt x="1179694" y="1179644"/>
                  </a:lnTo>
                  <a:lnTo>
                    <a:pt x="1769135" y="1179644"/>
                  </a:lnTo>
                  <a:lnTo>
                    <a:pt x="1769135" y="593250"/>
                  </a:lnTo>
                  <a:close/>
                </a:path>
              </a:pathLst>
            </a:custGeom>
            <a:solidFill>
              <a:schemeClr val="bg1">
                <a:alpha val="6000"/>
              </a:schemeClr>
            </a:solid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5EABDE2A-FD6C-48AF-824E-E8772EB5C9B4}"/>
                </a:ext>
              </a:extLst>
            </p:cNvPr>
            <p:cNvSpPr/>
            <p:nvPr/>
          </p:nvSpPr>
          <p:spPr>
            <a:xfrm>
              <a:off x="3919263" y="2864440"/>
              <a:ext cx="385919" cy="385919"/>
            </a:xfrm>
            <a:custGeom>
              <a:avLst/>
              <a:gdLst>
                <a:gd name="connsiteX0" fmla="*/ 382212 w 385919"/>
                <a:gd name="connsiteY0" fmla="*/ 130146 h 385919"/>
                <a:gd name="connsiteX1" fmla="*/ 255874 w 385919"/>
                <a:gd name="connsiteY1" fmla="*/ 130146 h 385919"/>
                <a:gd name="connsiteX2" fmla="*/ 255874 w 385919"/>
                <a:gd name="connsiteY2" fmla="*/ 3808 h 385919"/>
                <a:gd name="connsiteX3" fmla="*/ 130146 w 385919"/>
                <a:gd name="connsiteY3" fmla="*/ 3808 h 385919"/>
                <a:gd name="connsiteX4" fmla="*/ 130146 w 385919"/>
                <a:gd name="connsiteY4" fmla="*/ 130146 h 385919"/>
                <a:gd name="connsiteX5" fmla="*/ 3808 w 385919"/>
                <a:gd name="connsiteY5" fmla="*/ 130146 h 385919"/>
                <a:gd name="connsiteX6" fmla="*/ 3808 w 385919"/>
                <a:gd name="connsiteY6" fmla="*/ 255824 h 385919"/>
                <a:gd name="connsiteX7" fmla="*/ 130146 w 385919"/>
                <a:gd name="connsiteY7" fmla="*/ 255824 h 385919"/>
                <a:gd name="connsiteX8" fmla="*/ 130146 w 385919"/>
                <a:gd name="connsiteY8" fmla="*/ 382162 h 385919"/>
                <a:gd name="connsiteX9" fmla="*/ 255874 w 385919"/>
                <a:gd name="connsiteY9" fmla="*/ 382162 h 385919"/>
                <a:gd name="connsiteX10" fmla="*/ 255874 w 385919"/>
                <a:gd name="connsiteY10" fmla="*/ 255824 h 385919"/>
                <a:gd name="connsiteX11" fmla="*/ 382212 w 385919"/>
                <a:gd name="connsiteY11" fmla="*/ 255824 h 385919"/>
                <a:gd name="connsiteX12" fmla="*/ 382212 w 385919"/>
                <a:gd name="connsiteY12" fmla="*/ 130146 h 38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5919" h="385919">
                  <a:moveTo>
                    <a:pt x="382212" y="130146"/>
                  </a:moveTo>
                  <a:lnTo>
                    <a:pt x="255874" y="130146"/>
                  </a:lnTo>
                  <a:lnTo>
                    <a:pt x="255874" y="3808"/>
                  </a:lnTo>
                  <a:lnTo>
                    <a:pt x="130146" y="3808"/>
                  </a:lnTo>
                  <a:lnTo>
                    <a:pt x="130146" y="130146"/>
                  </a:lnTo>
                  <a:lnTo>
                    <a:pt x="3808" y="130146"/>
                  </a:lnTo>
                  <a:lnTo>
                    <a:pt x="3808" y="255824"/>
                  </a:lnTo>
                  <a:lnTo>
                    <a:pt x="130146" y="255824"/>
                  </a:lnTo>
                  <a:lnTo>
                    <a:pt x="130146" y="382162"/>
                  </a:lnTo>
                  <a:lnTo>
                    <a:pt x="255874" y="382162"/>
                  </a:lnTo>
                  <a:lnTo>
                    <a:pt x="255874" y="255824"/>
                  </a:lnTo>
                  <a:lnTo>
                    <a:pt x="382212" y="255824"/>
                  </a:lnTo>
                  <a:lnTo>
                    <a:pt x="382212" y="130146"/>
                  </a:lnTo>
                  <a:close/>
                </a:path>
              </a:pathLst>
            </a:custGeom>
            <a:solidFill>
              <a:schemeClr val="bg1">
                <a:alpha val="6000"/>
              </a:schemeClr>
            </a:solid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C66CDE75-4BDC-4A4E-8CB6-BD9EF753DC86}"/>
                </a:ext>
              </a:extLst>
            </p:cNvPr>
            <p:cNvSpPr/>
            <p:nvPr/>
          </p:nvSpPr>
          <p:spPr>
            <a:xfrm>
              <a:off x="3073085" y="3387513"/>
              <a:ext cx="2279970" cy="2279970"/>
            </a:xfrm>
            <a:custGeom>
              <a:avLst/>
              <a:gdLst>
                <a:gd name="connsiteX0" fmla="*/ 2276212 w 2279970"/>
                <a:gd name="connsiteY0" fmla="*/ 762546 h 2279970"/>
                <a:gd name="connsiteX1" fmla="*/ 1517424 w 2279970"/>
                <a:gd name="connsiteY1" fmla="*/ 762546 h 2279970"/>
                <a:gd name="connsiteX2" fmla="*/ 1517424 w 2279970"/>
                <a:gd name="connsiteY2" fmla="*/ 3808 h 2279970"/>
                <a:gd name="connsiteX3" fmla="*/ 762597 w 2279970"/>
                <a:gd name="connsiteY3" fmla="*/ 3808 h 2279970"/>
                <a:gd name="connsiteX4" fmla="*/ 762597 w 2279970"/>
                <a:gd name="connsiteY4" fmla="*/ 762546 h 2279970"/>
                <a:gd name="connsiteX5" fmla="*/ 3808 w 2279970"/>
                <a:gd name="connsiteY5" fmla="*/ 762546 h 2279970"/>
                <a:gd name="connsiteX6" fmla="*/ 3808 w 2279970"/>
                <a:gd name="connsiteY6" fmla="*/ 1517424 h 2279970"/>
                <a:gd name="connsiteX7" fmla="*/ 762597 w 2279970"/>
                <a:gd name="connsiteY7" fmla="*/ 1517424 h 2279970"/>
                <a:gd name="connsiteX8" fmla="*/ 762597 w 2279970"/>
                <a:gd name="connsiteY8" fmla="*/ 2276212 h 2279970"/>
                <a:gd name="connsiteX9" fmla="*/ 1517424 w 2279970"/>
                <a:gd name="connsiteY9" fmla="*/ 2276212 h 2279970"/>
                <a:gd name="connsiteX10" fmla="*/ 1517424 w 2279970"/>
                <a:gd name="connsiteY10" fmla="*/ 1517424 h 2279970"/>
                <a:gd name="connsiteX11" fmla="*/ 2276212 w 2279970"/>
                <a:gd name="connsiteY11" fmla="*/ 1517424 h 2279970"/>
                <a:gd name="connsiteX12" fmla="*/ 2276212 w 2279970"/>
                <a:gd name="connsiteY12" fmla="*/ 762546 h 2279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9970" h="2279970">
                  <a:moveTo>
                    <a:pt x="2276212" y="762546"/>
                  </a:moveTo>
                  <a:lnTo>
                    <a:pt x="1517424" y="762546"/>
                  </a:lnTo>
                  <a:lnTo>
                    <a:pt x="1517424" y="3808"/>
                  </a:lnTo>
                  <a:lnTo>
                    <a:pt x="762597" y="3808"/>
                  </a:lnTo>
                  <a:lnTo>
                    <a:pt x="762597" y="762546"/>
                  </a:lnTo>
                  <a:lnTo>
                    <a:pt x="3808" y="762546"/>
                  </a:lnTo>
                  <a:lnTo>
                    <a:pt x="3808" y="1517424"/>
                  </a:lnTo>
                  <a:lnTo>
                    <a:pt x="762597" y="1517424"/>
                  </a:lnTo>
                  <a:lnTo>
                    <a:pt x="762597" y="2276212"/>
                  </a:lnTo>
                  <a:lnTo>
                    <a:pt x="1517424" y="2276212"/>
                  </a:lnTo>
                  <a:lnTo>
                    <a:pt x="1517424" y="1517424"/>
                  </a:lnTo>
                  <a:lnTo>
                    <a:pt x="2276212" y="1517424"/>
                  </a:lnTo>
                  <a:lnTo>
                    <a:pt x="2276212" y="762546"/>
                  </a:lnTo>
                  <a:close/>
                </a:path>
              </a:pathLst>
            </a:custGeom>
            <a:solidFill>
              <a:schemeClr val="bg1">
                <a:alpha val="6000"/>
              </a:schemeClr>
            </a:solid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FC5FAE1D-CF88-4E08-BFCE-709AEDBD3696}"/>
                </a:ext>
              </a:extLst>
            </p:cNvPr>
            <p:cNvSpPr/>
            <p:nvPr/>
          </p:nvSpPr>
          <p:spPr>
            <a:xfrm>
              <a:off x="7716404" y="3757132"/>
              <a:ext cx="980032" cy="980032"/>
            </a:xfrm>
            <a:custGeom>
              <a:avLst/>
              <a:gdLst>
                <a:gd name="connsiteX0" fmla="*/ 979219 w 980031"/>
                <a:gd name="connsiteY0" fmla="*/ 329504 h 980031"/>
                <a:gd name="connsiteX1" fmla="*/ 653524 w 980031"/>
                <a:gd name="connsiteY1" fmla="*/ 329504 h 980031"/>
                <a:gd name="connsiteX2" fmla="*/ 653524 w 980031"/>
                <a:gd name="connsiteY2" fmla="*/ 3808 h 980031"/>
                <a:gd name="connsiteX3" fmla="*/ 329504 w 980031"/>
                <a:gd name="connsiteY3" fmla="*/ 3808 h 980031"/>
                <a:gd name="connsiteX4" fmla="*/ 329504 w 980031"/>
                <a:gd name="connsiteY4" fmla="*/ 329504 h 980031"/>
                <a:gd name="connsiteX5" fmla="*/ 3808 w 980031"/>
                <a:gd name="connsiteY5" fmla="*/ 329504 h 980031"/>
                <a:gd name="connsiteX6" fmla="*/ 3808 w 980031"/>
                <a:gd name="connsiteY6" fmla="*/ 653524 h 980031"/>
                <a:gd name="connsiteX7" fmla="*/ 329504 w 980031"/>
                <a:gd name="connsiteY7" fmla="*/ 653524 h 980031"/>
                <a:gd name="connsiteX8" fmla="*/ 329504 w 980031"/>
                <a:gd name="connsiteY8" fmla="*/ 979219 h 980031"/>
                <a:gd name="connsiteX9" fmla="*/ 653524 w 980031"/>
                <a:gd name="connsiteY9" fmla="*/ 979219 h 980031"/>
                <a:gd name="connsiteX10" fmla="*/ 653524 w 980031"/>
                <a:gd name="connsiteY10" fmla="*/ 653524 h 980031"/>
                <a:gd name="connsiteX11" fmla="*/ 979219 w 980031"/>
                <a:gd name="connsiteY11" fmla="*/ 653524 h 980031"/>
                <a:gd name="connsiteX12" fmla="*/ 979219 w 980031"/>
                <a:gd name="connsiteY12" fmla="*/ 329504 h 98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0031" h="980031">
                  <a:moveTo>
                    <a:pt x="979219" y="329504"/>
                  </a:moveTo>
                  <a:lnTo>
                    <a:pt x="653524" y="329504"/>
                  </a:lnTo>
                  <a:lnTo>
                    <a:pt x="653524" y="3808"/>
                  </a:lnTo>
                  <a:lnTo>
                    <a:pt x="329504" y="3808"/>
                  </a:lnTo>
                  <a:lnTo>
                    <a:pt x="329504" y="329504"/>
                  </a:lnTo>
                  <a:lnTo>
                    <a:pt x="3808" y="329504"/>
                  </a:lnTo>
                  <a:lnTo>
                    <a:pt x="3808" y="653524"/>
                  </a:lnTo>
                  <a:lnTo>
                    <a:pt x="329504" y="653524"/>
                  </a:lnTo>
                  <a:lnTo>
                    <a:pt x="329504" y="979219"/>
                  </a:lnTo>
                  <a:lnTo>
                    <a:pt x="653524" y="979219"/>
                  </a:lnTo>
                  <a:lnTo>
                    <a:pt x="653524" y="653524"/>
                  </a:lnTo>
                  <a:lnTo>
                    <a:pt x="979219" y="653524"/>
                  </a:lnTo>
                  <a:lnTo>
                    <a:pt x="979219" y="329504"/>
                  </a:lnTo>
                  <a:close/>
                </a:path>
              </a:pathLst>
            </a:custGeom>
            <a:solidFill>
              <a:schemeClr val="bg1">
                <a:alpha val="6000"/>
              </a:schemeClr>
            </a:solid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00FA05A2-8659-47F5-BCD5-ED186DBF0388}"/>
                </a:ext>
              </a:extLst>
            </p:cNvPr>
            <p:cNvSpPr/>
            <p:nvPr/>
          </p:nvSpPr>
          <p:spPr>
            <a:xfrm>
              <a:off x="5570388" y="2252708"/>
              <a:ext cx="294517" cy="294517"/>
            </a:xfrm>
            <a:custGeom>
              <a:avLst/>
              <a:gdLst>
                <a:gd name="connsiteX0" fmla="*/ 294416 w 294517"/>
                <a:gd name="connsiteY0" fmla="*/ 100796 h 294517"/>
                <a:gd name="connsiteX1" fmla="*/ 197377 w 294517"/>
                <a:gd name="connsiteY1" fmla="*/ 100796 h 294517"/>
                <a:gd name="connsiteX2" fmla="*/ 197377 w 294517"/>
                <a:gd name="connsiteY2" fmla="*/ 3808 h 294517"/>
                <a:gd name="connsiteX3" fmla="*/ 100847 w 294517"/>
                <a:gd name="connsiteY3" fmla="*/ 3808 h 294517"/>
                <a:gd name="connsiteX4" fmla="*/ 100847 w 294517"/>
                <a:gd name="connsiteY4" fmla="*/ 100796 h 294517"/>
                <a:gd name="connsiteX5" fmla="*/ 3808 w 294517"/>
                <a:gd name="connsiteY5" fmla="*/ 100796 h 294517"/>
                <a:gd name="connsiteX6" fmla="*/ 3808 w 294517"/>
                <a:gd name="connsiteY6" fmla="*/ 197377 h 294517"/>
                <a:gd name="connsiteX7" fmla="*/ 100847 w 294517"/>
                <a:gd name="connsiteY7" fmla="*/ 197377 h 294517"/>
                <a:gd name="connsiteX8" fmla="*/ 100847 w 294517"/>
                <a:gd name="connsiteY8" fmla="*/ 294365 h 294517"/>
                <a:gd name="connsiteX9" fmla="*/ 197377 w 294517"/>
                <a:gd name="connsiteY9" fmla="*/ 294365 h 294517"/>
                <a:gd name="connsiteX10" fmla="*/ 197377 w 294517"/>
                <a:gd name="connsiteY10" fmla="*/ 197377 h 294517"/>
                <a:gd name="connsiteX11" fmla="*/ 294416 w 294517"/>
                <a:gd name="connsiteY11" fmla="*/ 197377 h 294517"/>
                <a:gd name="connsiteX12" fmla="*/ 294416 w 294517"/>
                <a:gd name="connsiteY12" fmla="*/ 100796 h 29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4517" h="294517">
                  <a:moveTo>
                    <a:pt x="294416" y="100796"/>
                  </a:moveTo>
                  <a:lnTo>
                    <a:pt x="197377" y="100796"/>
                  </a:lnTo>
                  <a:lnTo>
                    <a:pt x="197377" y="3808"/>
                  </a:lnTo>
                  <a:lnTo>
                    <a:pt x="100847" y="3808"/>
                  </a:lnTo>
                  <a:lnTo>
                    <a:pt x="100847" y="100796"/>
                  </a:lnTo>
                  <a:lnTo>
                    <a:pt x="3808" y="100796"/>
                  </a:lnTo>
                  <a:lnTo>
                    <a:pt x="3808" y="197377"/>
                  </a:lnTo>
                  <a:lnTo>
                    <a:pt x="100847" y="197377"/>
                  </a:lnTo>
                  <a:lnTo>
                    <a:pt x="100847" y="294365"/>
                  </a:lnTo>
                  <a:lnTo>
                    <a:pt x="197377" y="294365"/>
                  </a:lnTo>
                  <a:lnTo>
                    <a:pt x="197377" y="197377"/>
                  </a:lnTo>
                  <a:lnTo>
                    <a:pt x="294416" y="197377"/>
                  </a:lnTo>
                  <a:lnTo>
                    <a:pt x="294416" y="100796"/>
                  </a:lnTo>
                  <a:close/>
                </a:path>
              </a:pathLst>
            </a:custGeom>
            <a:solidFill>
              <a:schemeClr val="bg1">
                <a:alpha val="6000"/>
              </a:schemeClr>
            </a:solid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0E8AB6E3-4F7D-4632-8EC9-66F4844EAB66}"/>
                </a:ext>
              </a:extLst>
            </p:cNvPr>
            <p:cNvSpPr/>
            <p:nvPr/>
          </p:nvSpPr>
          <p:spPr>
            <a:xfrm>
              <a:off x="9549215" y="309147"/>
              <a:ext cx="365608" cy="365608"/>
            </a:xfrm>
            <a:custGeom>
              <a:avLst/>
              <a:gdLst>
                <a:gd name="connsiteX0" fmla="*/ 364643 w 365607"/>
                <a:gd name="connsiteY0" fmla="*/ 124307 h 365607"/>
                <a:gd name="connsiteX1" fmla="*/ 244144 w 365607"/>
                <a:gd name="connsiteY1" fmla="*/ 124307 h 365607"/>
                <a:gd name="connsiteX2" fmla="*/ 244144 w 365607"/>
                <a:gd name="connsiteY2" fmla="*/ 3808 h 365607"/>
                <a:gd name="connsiteX3" fmla="*/ 124256 w 365607"/>
                <a:gd name="connsiteY3" fmla="*/ 3808 h 365607"/>
                <a:gd name="connsiteX4" fmla="*/ 124256 w 365607"/>
                <a:gd name="connsiteY4" fmla="*/ 124307 h 365607"/>
                <a:gd name="connsiteX5" fmla="*/ 3808 w 365607"/>
                <a:gd name="connsiteY5" fmla="*/ 124307 h 365607"/>
                <a:gd name="connsiteX6" fmla="*/ 3808 w 365607"/>
                <a:gd name="connsiteY6" fmla="*/ 244145 h 365607"/>
                <a:gd name="connsiteX7" fmla="*/ 124256 w 365607"/>
                <a:gd name="connsiteY7" fmla="*/ 244145 h 365607"/>
                <a:gd name="connsiteX8" fmla="*/ 124256 w 365607"/>
                <a:gd name="connsiteY8" fmla="*/ 364643 h 365607"/>
                <a:gd name="connsiteX9" fmla="*/ 244144 w 365607"/>
                <a:gd name="connsiteY9" fmla="*/ 364643 h 365607"/>
                <a:gd name="connsiteX10" fmla="*/ 244144 w 365607"/>
                <a:gd name="connsiteY10" fmla="*/ 244145 h 365607"/>
                <a:gd name="connsiteX11" fmla="*/ 364643 w 365607"/>
                <a:gd name="connsiteY11" fmla="*/ 244145 h 365607"/>
                <a:gd name="connsiteX12" fmla="*/ 364643 w 365607"/>
                <a:gd name="connsiteY12" fmla="*/ 124307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4643" y="124307"/>
                  </a:moveTo>
                  <a:lnTo>
                    <a:pt x="244144" y="124307"/>
                  </a:lnTo>
                  <a:lnTo>
                    <a:pt x="244144" y="3808"/>
                  </a:lnTo>
                  <a:lnTo>
                    <a:pt x="124256" y="3808"/>
                  </a:lnTo>
                  <a:lnTo>
                    <a:pt x="124256" y="124307"/>
                  </a:lnTo>
                  <a:lnTo>
                    <a:pt x="3808" y="124307"/>
                  </a:lnTo>
                  <a:lnTo>
                    <a:pt x="3808" y="244145"/>
                  </a:lnTo>
                  <a:lnTo>
                    <a:pt x="124256" y="244145"/>
                  </a:lnTo>
                  <a:lnTo>
                    <a:pt x="124256" y="364643"/>
                  </a:lnTo>
                  <a:lnTo>
                    <a:pt x="244144" y="364643"/>
                  </a:lnTo>
                  <a:lnTo>
                    <a:pt x="244144" y="244145"/>
                  </a:lnTo>
                  <a:lnTo>
                    <a:pt x="364643" y="244145"/>
                  </a:lnTo>
                  <a:lnTo>
                    <a:pt x="364643" y="124307"/>
                  </a:lnTo>
                  <a:close/>
                </a:path>
              </a:pathLst>
            </a:custGeom>
            <a:solidFill>
              <a:schemeClr val="bg1">
                <a:alpha val="6000"/>
              </a:schemeClr>
            </a:solid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9FF09D05-BBEC-4B90-93A8-C5096C16BEAF}"/>
                </a:ext>
              </a:extLst>
            </p:cNvPr>
            <p:cNvSpPr/>
            <p:nvPr/>
          </p:nvSpPr>
          <p:spPr>
            <a:xfrm>
              <a:off x="1543474" y="4138888"/>
              <a:ext cx="335140" cy="335140"/>
            </a:xfrm>
            <a:custGeom>
              <a:avLst/>
              <a:gdLst>
                <a:gd name="connsiteX0" fmla="*/ 332551 w 335140"/>
                <a:gd name="connsiteY0" fmla="*/ 113592 h 335140"/>
                <a:gd name="connsiteX1" fmla="*/ 222767 w 335140"/>
                <a:gd name="connsiteY1" fmla="*/ 113592 h 335140"/>
                <a:gd name="connsiteX2" fmla="*/ 222767 w 335140"/>
                <a:gd name="connsiteY2" fmla="*/ 3808 h 335140"/>
                <a:gd name="connsiteX3" fmla="*/ 113592 w 335140"/>
                <a:gd name="connsiteY3" fmla="*/ 3808 h 335140"/>
                <a:gd name="connsiteX4" fmla="*/ 113592 w 335140"/>
                <a:gd name="connsiteY4" fmla="*/ 113592 h 335140"/>
                <a:gd name="connsiteX5" fmla="*/ 3808 w 335140"/>
                <a:gd name="connsiteY5" fmla="*/ 113592 h 335140"/>
                <a:gd name="connsiteX6" fmla="*/ 3808 w 335140"/>
                <a:gd name="connsiteY6" fmla="*/ 222767 h 335140"/>
                <a:gd name="connsiteX7" fmla="*/ 113592 w 335140"/>
                <a:gd name="connsiteY7" fmla="*/ 222767 h 335140"/>
                <a:gd name="connsiteX8" fmla="*/ 113592 w 335140"/>
                <a:gd name="connsiteY8" fmla="*/ 332551 h 335140"/>
                <a:gd name="connsiteX9" fmla="*/ 222767 w 335140"/>
                <a:gd name="connsiteY9" fmla="*/ 332551 h 335140"/>
                <a:gd name="connsiteX10" fmla="*/ 222767 w 335140"/>
                <a:gd name="connsiteY10" fmla="*/ 222767 h 335140"/>
                <a:gd name="connsiteX11" fmla="*/ 332551 w 335140"/>
                <a:gd name="connsiteY11" fmla="*/ 222767 h 335140"/>
                <a:gd name="connsiteX12" fmla="*/ 332551 w 335140"/>
                <a:gd name="connsiteY12" fmla="*/ 113592 h 33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5140" h="335140">
                  <a:moveTo>
                    <a:pt x="332551" y="113592"/>
                  </a:moveTo>
                  <a:lnTo>
                    <a:pt x="222767" y="113592"/>
                  </a:lnTo>
                  <a:lnTo>
                    <a:pt x="222767" y="3808"/>
                  </a:lnTo>
                  <a:lnTo>
                    <a:pt x="113592" y="3808"/>
                  </a:lnTo>
                  <a:lnTo>
                    <a:pt x="113592" y="113592"/>
                  </a:lnTo>
                  <a:lnTo>
                    <a:pt x="3808" y="113592"/>
                  </a:lnTo>
                  <a:lnTo>
                    <a:pt x="3808" y="222767"/>
                  </a:lnTo>
                  <a:lnTo>
                    <a:pt x="113592" y="222767"/>
                  </a:lnTo>
                  <a:lnTo>
                    <a:pt x="113592" y="332551"/>
                  </a:lnTo>
                  <a:lnTo>
                    <a:pt x="222767" y="332551"/>
                  </a:lnTo>
                  <a:lnTo>
                    <a:pt x="222767" y="222767"/>
                  </a:lnTo>
                  <a:lnTo>
                    <a:pt x="332551" y="222767"/>
                  </a:lnTo>
                  <a:lnTo>
                    <a:pt x="332551" y="113592"/>
                  </a:lnTo>
                  <a:close/>
                </a:path>
              </a:pathLst>
            </a:custGeom>
            <a:solidFill>
              <a:schemeClr val="bg1">
                <a:alpha val="6000"/>
              </a:schemeClr>
            </a:solid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8121BE9C-8ACE-4A2D-B823-0B2B9718FA19}"/>
                </a:ext>
              </a:extLst>
            </p:cNvPr>
            <p:cNvSpPr/>
            <p:nvPr/>
          </p:nvSpPr>
          <p:spPr>
            <a:xfrm>
              <a:off x="6480142" y="1356867"/>
              <a:ext cx="1371029" cy="1371029"/>
            </a:xfrm>
            <a:custGeom>
              <a:avLst/>
              <a:gdLst>
                <a:gd name="connsiteX0" fmla="*/ 1372044 w 1371028"/>
                <a:gd name="connsiteY0" fmla="*/ 460666 h 1371028"/>
                <a:gd name="connsiteX1" fmla="*/ 915187 w 1371028"/>
                <a:gd name="connsiteY1" fmla="*/ 460666 h 1371028"/>
                <a:gd name="connsiteX2" fmla="*/ 915187 w 1371028"/>
                <a:gd name="connsiteY2" fmla="*/ 3808 h 1371028"/>
                <a:gd name="connsiteX3" fmla="*/ 460666 w 1371028"/>
                <a:gd name="connsiteY3" fmla="*/ 3808 h 1371028"/>
                <a:gd name="connsiteX4" fmla="*/ 460666 w 1371028"/>
                <a:gd name="connsiteY4" fmla="*/ 460666 h 1371028"/>
                <a:gd name="connsiteX5" fmla="*/ 3808 w 1371028"/>
                <a:gd name="connsiteY5" fmla="*/ 460666 h 1371028"/>
                <a:gd name="connsiteX6" fmla="*/ 3808 w 1371028"/>
                <a:gd name="connsiteY6" fmla="*/ 915187 h 1371028"/>
                <a:gd name="connsiteX7" fmla="*/ 460666 w 1371028"/>
                <a:gd name="connsiteY7" fmla="*/ 915187 h 1371028"/>
                <a:gd name="connsiteX8" fmla="*/ 460666 w 1371028"/>
                <a:gd name="connsiteY8" fmla="*/ 1372095 h 1371028"/>
                <a:gd name="connsiteX9" fmla="*/ 915187 w 1371028"/>
                <a:gd name="connsiteY9" fmla="*/ 1372095 h 1371028"/>
                <a:gd name="connsiteX10" fmla="*/ 915187 w 1371028"/>
                <a:gd name="connsiteY10" fmla="*/ 915187 h 1371028"/>
                <a:gd name="connsiteX11" fmla="*/ 1372044 w 1371028"/>
                <a:gd name="connsiteY11" fmla="*/ 915187 h 1371028"/>
                <a:gd name="connsiteX12" fmla="*/ 1372044 w 1371028"/>
                <a:gd name="connsiteY12" fmla="*/ 460666 h 137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1028" h="1371028">
                  <a:moveTo>
                    <a:pt x="1372044" y="460666"/>
                  </a:moveTo>
                  <a:lnTo>
                    <a:pt x="915187" y="460666"/>
                  </a:lnTo>
                  <a:lnTo>
                    <a:pt x="915187" y="3808"/>
                  </a:lnTo>
                  <a:lnTo>
                    <a:pt x="460666" y="3808"/>
                  </a:lnTo>
                  <a:lnTo>
                    <a:pt x="460666" y="460666"/>
                  </a:lnTo>
                  <a:lnTo>
                    <a:pt x="3808" y="460666"/>
                  </a:lnTo>
                  <a:lnTo>
                    <a:pt x="3808" y="915187"/>
                  </a:lnTo>
                  <a:lnTo>
                    <a:pt x="460666" y="915187"/>
                  </a:lnTo>
                  <a:lnTo>
                    <a:pt x="460666" y="1372095"/>
                  </a:lnTo>
                  <a:lnTo>
                    <a:pt x="915187" y="1372095"/>
                  </a:lnTo>
                  <a:lnTo>
                    <a:pt x="915187" y="915187"/>
                  </a:lnTo>
                  <a:lnTo>
                    <a:pt x="1372044" y="915187"/>
                  </a:lnTo>
                  <a:lnTo>
                    <a:pt x="1372044" y="460666"/>
                  </a:lnTo>
                  <a:close/>
                </a:path>
              </a:pathLst>
            </a:custGeom>
            <a:solidFill>
              <a:schemeClr val="bg1">
                <a:alpha val="6000"/>
              </a:schemeClr>
            </a:solid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843C316C-8953-43D9-B04F-78BADC1ED2E3}"/>
                </a:ext>
              </a:extLst>
            </p:cNvPr>
            <p:cNvSpPr/>
            <p:nvPr/>
          </p:nvSpPr>
          <p:spPr>
            <a:xfrm>
              <a:off x="10295512" y="2625170"/>
              <a:ext cx="1239004" cy="1239004"/>
            </a:xfrm>
            <a:custGeom>
              <a:avLst/>
              <a:gdLst>
                <a:gd name="connsiteX0" fmla="*/ 1235500 w 1239003"/>
                <a:gd name="connsiteY0" fmla="*/ 415066 h 1239003"/>
                <a:gd name="connsiteX1" fmla="*/ 824243 w 1239003"/>
                <a:gd name="connsiteY1" fmla="*/ 415066 h 1239003"/>
                <a:gd name="connsiteX2" fmla="*/ 824243 w 1239003"/>
                <a:gd name="connsiteY2" fmla="*/ 3808 h 1239003"/>
                <a:gd name="connsiteX3" fmla="*/ 415066 w 1239003"/>
                <a:gd name="connsiteY3" fmla="*/ 3808 h 1239003"/>
                <a:gd name="connsiteX4" fmla="*/ 415066 w 1239003"/>
                <a:gd name="connsiteY4" fmla="*/ 415066 h 1239003"/>
                <a:gd name="connsiteX5" fmla="*/ 3808 w 1239003"/>
                <a:gd name="connsiteY5" fmla="*/ 415066 h 1239003"/>
                <a:gd name="connsiteX6" fmla="*/ 3808 w 1239003"/>
                <a:gd name="connsiteY6" fmla="*/ 824191 h 1239003"/>
                <a:gd name="connsiteX7" fmla="*/ 415066 w 1239003"/>
                <a:gd name="connsiteY7" fmla="*/ 824191 h 1239003"/>
                <a:gd name="connsiteX8" fmla="*/ 415066 w 1239003"/>
                <a:gd name="connsiteY8" fmla="*/ 1235500 h 1239003"/>
                <a:gd name="connsiteX9" fmla="*/ 824243 w 1239003"/>
                <a:gd name="connsiteY9" fmla="*/ 1235500 h 1239003"/>
                <a:gd name="connsiteX10" fmla="*/ 824243 w 1239003"/>
                <a:gd name="connsiteY10" fmla="*/ 824191 h 1239003"/>
                <a:gd name="connsiteX11" fmla="*/ 1235500 w 1239003"/>
                <a:gd name="connsiteY11" fmla="*/ 824191 h 1239003"/>
                <a:gd name="connsiteX12" fmla="*/ 1235500 w 1239003"/>
                <a:gd name="connsiteY12" fmla="*/ 415066 h 1239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9003" h="1239003">
                  <a:moveTo>
                    <a:pt x="1235500" y="415066"/>
                  </a:moveTo>
                  <a:lnTo>
                    <a:pt x="824243" y="415066"/>
                  </a:lnTo>
                  <a:lnTo>
                    <a:pt x="824243" y="3808"/>
                  </a:lnTo>
                  <a:lnTo>
                    <a:pt x="415066" y="3808"/>
                  </a:lnTo>
                  <a:lnTo>
                    <a:pt x="415066" y="415066"/>
                  </a:lnTo>
                  <a:lnTo>
                    <a:pt x="3808" y="415066"/>
                  </a:lnTo>
                  <a:lnTo>
                    <a:pt x="3808" y="824191"/>
                  </a:lnTo>
                  <a:lnTo>
                    <a:pt x="415066" y="824191"/>
                  </a:lnTo>
                  <a:lnTo>
                    <a:pt x="415066" y="1235500"/>
                  </a:lnTo>
                  <a:lnTo>
                    <a:pt x="824243" y="1235500"/>
                  </a:lnTo>
                  <a:lnTo>
                    <a:pt x="824243" y="824191"/>
                  </a:lnTo>
                  <a:lnTo>
                    <a:pt x="1235500" y="824191"/>
                  </a:lnTo>
                  <a:lnTo>
                    <a:pt x="1235500" y="415066"/>
                  </a:lnTo>
                  <a:close/>
                </a:path>
              </a:pathLst>
            </a:custGeom>
            <a:solidFill>
              <a:schemeClr val="bg1">
                <a:alpha val="6000"/>
              </a:schemeClr>
            </a:solid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1F6A4657-C8CE-4967-91BB-A750219155E2}"/>
                </a:ext>
              </a:extLst>
            </p:cNvPr>
            <p:cNvSpPr/>
            <p:nvPr/>
          </p:nvSpPr>
          <p:spPr>
            <a:xfrm>
              <a:off x="10288504" y="1161267"/>
              <a:ext cx="1904207" cy="1904207"/>
            </a:xfrm>
            <a:custGeom>
              <a:avLst/>
              <a:gdLst>
                <a:gd name="connsiteX0" fmla="*/ 1904918 w 1904206"/>
                <a:gd name="connsiteY0" fmla="*/ 638595 h 1904206"/>
                <a:gd name="connsiteX1" fmla="*/ 1270131 w 1904206"/>
                <a:gd name="connsiteY1" fmla="*/ 638595 h 1904206"/>
                <a:gd name="connsiteX2" fmla="*/ 1270131 w 1904206"/>
                <a:gd name="connsiteY2" fmla="*/ 3808 h 1904206"/>
                <a:gd name="connsiteX3" fmla="*/ 638645 w 1904206"/>
                <a:gd name="connsiteY3" fmla="*/ 3808 h 1904206"/>
                <a:gd name="connsiteX4" fmla="*/ 638645 w 1904206"/>
                <a:gd name="connsiteY4" fmla="*/ 638595 h 1904206"/>
                <a:gd name="connsiteX5" fmla="*/ 3808 w 1904206"/>
                <a:gd name="connsiteY5" fmla="*/ 638595 h 1904206"/>
                <a:gd name="connsiteX6" fmla="*/ 3808 w 1904206"/>
                <a:gd name="connsiteY6" fmla="*/ 1270131 h 1904206"/>
                <a:gd name="connsiteX7" fmla="*/ 638645 w 1904206"/>
                <a:gd name="connsiteY7" fmla="*/ 1270131 h 1904206"/>
                <a:gd name="connsiteX8" fmla="*/ 638645 w 1904206"/>
                <a:gd name="connsiteY8" fmla="*/ 1904918 h 1904206"/>
                <a:gd name="connsiteX9" fmla="*/ 1270131 w 1904206"/>
                <a:gd name="connsiteY9" fmla="*/ 1904918 h 1904206"/>
                <a:gd name="connsiteX10" fmla="*/ 1270131 w 1904206"/>
                <a:gd name="connsiteY10" fmla="*/ 1270131 h 1904206"/>
                <a:gd name="connsiteX11" fmla="*/ 1904918 w 1904206"/>
                <a:gd name="connsiteY11" fmla="*/ 1270131 h 1904206"/>
                <a:gd name="connsiteX12" fmla="*/ 1904918 w 1904206"/>
                <a:gd name="connsiteY12" fmla="*/ 638595 h 190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4206" h="1904206">
                  <a:moveTo>
                    <a:pt x="1904918" y="638595"/>
                  </a:moveTo>
                  <a:lnTo>
                    <a:pt x="1270131" y="638595"/>
                  </a:lnTo>
                  <a:lnTo>
                    <a:pt x="1270131" y="3808"/>
                  </a:lnTo>
                  <a:lnTo>
                    <a:pt x="638645" y="3808"/>
                  </a:lnTo>
                  <a:lnTo>
                    <a:pt x="638645" y="638595"/>
                  </a:lnTo>
                  <a:lnTo>
                    <a:pt x="3808" y="638595"/>
                  </a:lnTo>
                  <a:lnTo>
                    <a:pt x="3808" y="1270131"/>
                  </a:lnTo>
                  <a:lnTo>
                    <a:pt x="638645" y="1270131"/>
                  </a:lnTo>
                  <a:lnTo>
                    <a:pt x="638645" y="1904918"/>
                  </a:lnTo>
                  <a:lnTo>
                    <a:pt x="1270131" y="1904918"/>
                  </a:lnTo>
                  <a:lnTo>
                    <a:pt x="1270131" y="1270131"/>
                  </a:lnTo>
                  <a:lnTo>
                    <a:pt x="1904918" y="1270131"/>
                  </a:lnTo>
                  <a:lnTo>
                    <a:pt x="1904918" y="638595"/>
                  </a:lnTo>
                  <a:close/>
                </a:path>
              </a:pathLst>
            </a:custGeom>
            <a:solidFill>
              <a:schemeClr val="bg1">
                <a:alpha val="6000"/>
              </a:schemeClr>
            </a:solid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33BF07A0-2110-4778-AE10-1F025D62A9DB}"/>
                </a:ext>
              </a:extLst>
            </p:cNvPr>
            <p:cNvSpPr/>
            <p:nvPr/>
          </p:nvSpPr>
          <p:spPr>
            <a:xfrm>
              <a:off x="8272330" y="4605241"/>
              <a:ext cx="715982" cy="715982"/>
            </a:xfrm>
            <a:custGeom>
              <a:avLst/>
              <a:gdLst>
                <a:gd name="connsiteX0" fmla="*/ 715170 w 715981"/>
                <a:gd name="connsiteY0" fmla="*/ 241352 h 715981"/>
                <a:gd name="connsiteX1" fmla="*/ 477626 w 715981"/>
                <a:gd name="connsiteY1" fmla="*/ 241352 h 715981"/>
                <a:gd name="connsiteX2" fmla="*/ 477626 w 715981"/>
                <a:gd name="connsiteY2" fmla="*/ 3808 h 715981"/>
                <a:gd name="connsiteX3" fmla="*/ 241352 w 715981"/>
                <a:gd name="connsiteY3" fmla="*/ 3808 h 715981"/>
                <a:gd name="connsiteX4" fmla="*/ 241352 w 715981"/>
                <a:gd name="connsiteY4" fmla="*/ 241352 h 715981"/>
                <a:gd name="connsiteX5" fmla="*/ 3808 w 715981"/>
                <a:gd name="connsiteY5" fmla="*/ 241352 h 715981"/>
                <a:gd name="connsiteX6" fmla="*/ 3808 w 715981"/>
                <a:gd name="connsiteY6" fmla="*/ 477626 h 715981"/>
                <a:gd name="connsiteX7" fmla="*/ 241352 w 715981"/>
                <a:gd name="connsiteY7" fmla="*/ 477626 h 715981"/>
                <a:gd name="connsiteX8" fmla="*/ 241352 w 715981"/>
                <a:gd name="connsiteY8" fmla="*/ 715169 h 715981"/>
                <a:gd name="connsiteX9" fmla="*/ 477626 w 715981"/>
                <a:gd name="connsiteY9" fmla="*/ 715169 h 715981"/>
                <a:gd name="connsiteX10" fmla="*/ 477626 w 715981"/>
                <a:gd name="connsiteY10" fmla="*/ 477626 h 715981"/>
                <a:gd name="connsiteX11" fmla="*/ 715170 w 715981"/>
                <a:gd name="connsiteY11" fmla="*/ 477626 h 715981"/>
                <a:gd name="connsiteX12" fmla="*/ 715170 w 715981"/>
                <a:gd name="connsiteY12" fmla="*/ 241352 h 71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5981" h="715981">
                  <a:moveTo>
                    <a:pt x="715170" y="241352"/>
                  </a:moveTo>
                  <a:lnTo>
                    <a:pt x="477626" y="241352"/>
                  </a:lnTo>
                  <a:lnTo>
                    <a:pt x="477626" y="3808"/>
                  </a:lnTo>
                  <a:lnTo>
                    <a:pt x="241352" y="3808"/>
                  </a:lnTo>
                  <a:lnTo>
                    <a:pt x="241352" y="241352"/>
                  </a:lnTo>
                  <a:lnTo>
                    <a:pt x="3808" y="241352"/>
                  </a:lnTo>
                  <a:lnTo>
                    <a:pt x="3808" y="477626"/>
                  </a:lnTo>
                  <a:lnTo>
                    <a:pt x="241352" y="477626"/>
                  </a:lnTo>
                  <a:lnTo>
                    <a:pt x="241352" y="715169"/>
                  </a:lnTo>
                  <a:lnTo>
                    <a:pt x="477626" y="715169"/>
                  </a:lnTo>
                  <a:lnTo>
                    <a:pt x="477626" y="477626"/>
                  </a:lnTo>
                  <a:lnTo>
                    <a:pt x="715170" y="477626"/>
                  </a:lnTo>
                  <a:lnTo>
                    <a:pt x="715170" y="241352"/>
                  </a:lnTo>
                  <a:close/>
                </a:path>
              </a:pathLst>
            </a:custGeom>
            <a:solidFill>
              <a:schemeClr val="bg1">
                <a:alpha val="6000"/>
              </a:schemeClr>
            </a:solid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621B08A6-2674-4D06-90FB-E23BF3A21901}"/>
                </a:ext>
              </a:extLst>
            </p:cNvPr>
            <p:cNvSpPr/>
            <p:nvPr/>
          </p:nvSpPr>
          <p:spPr>
            <a:xfrm>
              <a:off x="11602052" y="3532030"/>
              <a:ext cx="269128" cy="269128"/>
            </a:xfrm>
            <a:custGeom>
              <a:avLst/>
              <a:gdLst>
                <a:gd name="connsiteX0" fmla="*/ 268011 w 269127"/>
                <a:gd name="connsiteY0" fmla="*/ 92011 h 269127"/>
                <a:gd name="connsiteX1" fmla="*/ 179807 w 269127"/>
                <a:gd name="connsiteY1" fmla="*/ 92011 h 269127"/>
                <a:gd name="connsiteX2" fmla="*/ 179807 w 269127"/>
                <a:gd name="connsiteY2" fmla="*/ 3808 h 269127"/>
                <a:gd name="connsiteX3" fmla="*/ 92011 w 269127"/>
                <a:gd name="connsiteY3" fmla="*/ 3808 h 269127"/>
                <a:gd name="connsiteX4" fmla="*/ 92011 w 269127"/>
                <a:gd name="connsiteY4" fmla="*/ 92011 h 269127"/>
                <a:gd name="connsiteX5" fmla="*/ 3808 w 269127"/>
                <a:gd name="connsiteY5" fmla="*/ 92011 h 269127"/>
                <a:gd name="connsiteX6" fmla="*/ 3808 w 269127"/>
                <a:gd name="connsiteY6" fmla="*/ 179808 h 269127"/>
                <a:gd name="connsiteX7" fmla="*/ 92011 w 269127"/>
                <a:gd name="connsiteY7" fmla="*/ 179808 h 269127"/>
                <a:gd name="connsiteX8" fmla="*/ 92011 w 269127"/>
                <a:gd name="connsiteY8" fmla="*/ 268011 h 269127"/>
                <a:gd name="connsiteX9" fmla="*/ 179807 w 269127"/>
                <a:gd name="connsiteY9" fmla="*/ 268011 h 269127"/>
                <a:gd name="connsiteX10" fmla="*/ 179807 w 269127"/>
                <a:gd name="connsiteY10" fmla="*/ 179808 h 269127"/>
                <a:gd name="connsiteX11" fmla="*/ 268011 w 269127"/>
                <a:gd name="connsiteY11" fmla="*/ 179808 h 269127"/>
                <a:gd name="connsiteX12" fmla="*/ 268011 w 269127"/>
                <a:gd name="connsiteY12" fmla="*/ 92011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8011" y="92011"/>
                  </a:moveTo>
                  <a:lnTo>
                    <a:pt x="179807" y="92011"/>
                  </a:lnTo>
                  <a:lnTo>
                    <a:pt x="179807" y="3808"/>
                  </a:lnTo>
                  <a:lnTo>
                    <a:pt x="92011" y="3808"/>
                  </a:lnTo>
                  <a:lnTo>
                    <a:pt x="92011" y="92011"/>
                  </a:lnTo>
                  <a:lnTo>
                    <a:pt x="3808" y="92011"/>
                  </a:lnTo>
                  <a:lnTo>
                    <a:pt x="3808" y="179808"/>
                  </a:lnTo>
                  <a:lnTo>
                    <a:pt x="92011" y="179808"/>
                  </a:lnTo>
                  <a:lnTo>
                    <a:pt x="92011" y="268011"/>
                  </a:lnTo>
                  <a:lnTo>
                    <a:pt x="179807" y="268011"/>
                  </a:lnTo>
                  <a:lnTo>
                    <a:pt x="179807" y="179808"/>
                  </a:lnTo>
                  <a:lnTo>
                    <a:pt x="268011" y="179808"/>
                  </a:lnTo>
                  <a:lnTo>
                    <a:pt x="268011" y="92011"/>
                  </a:lnTo>
                  <a:close/>
                </a:path>
              </a:pathLst>
            </a:custGeom>
            <a:solidFill>
              <a:schemeClr val="bg1">
                <a:alpha val="6000"/>
              </a:schemeClr>
            </a:solid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DD8D4A11-D2BA-454A-9F1E-CA6AFB476BE6}"/>
                </a:ext>
              </a:extLst>
            </p:cNvPr>
            <p:cNvSpPr/>
            <p:nvPr/>
          </p:nvSpPr>
          <p:spPr>
            <a:xfrm>
              <a:off x="8608689" y="1161267"/>
              <a:ext cx="1630001" cy="1630001"/>
            </a:xfrm>
            <a:custGeom>
              <a:avLst/>
              <a:gdLst>
                <a:gd name="connsiteX0" fmla="*/ 1630864 w 1630000"/>
                <a:gd name="connsiteY0" fmla="*/ 547091 h 1630000"/>
                <a:gd name="connsiteX1" fmla="*/ 1087582 w 1630000"/>
                <a:gd name="connsiteY1" fmla="*/ 547091 h 1630000"/>
                <a:gd name="connsiteX2" fmla="*/ 1087582 w 1630000"/>
                <a:gd name="connsiteY2" fmla="*/ 3808 h 1630000"/>
                <a:gd name="connsiteX3" fmla="*/ 547091 w 1630000"/>
                <a:gd name="connsiteY3" fmla="*/ 3808 h 1630000"/>
                <a:gd name="connsiteX4" fmla="*/ 547091 w 1630000"/>
                <a:gd name="connsiteY4" fmla="*/ 547091 h 1630000"/>
                <a:gd name="connsiteX5" fmla="*/ 3808 w 1630000"/>
                <a:gd name="connsiteY5" fmla="*/ 547091 h 1630000"/>
                <a:gd name="connsiteX6" fmla="*/ 3808 w 1630000"/>
                <a:gd name="connsiteY6" fmla="*/ 1087581 h 1630000"/>
                <a:gd name="connsiteX7" fmla="*/ 547091 w 1630000"/>
                <a:gd name="connsiteY7" fmla="*/ 1087581 h 1630000"/>
                <a:gd name="connsiteX8" fmla="*/ 547091 w 1630000"/>
                <a:gd name="connsiteY8" fmla="*/ 1630864 h 1630000"/>
                <a:gd name="connsiteX9" fmla="*/ 1087582 w 1630000"/>
                <a:gd name="connsiteY9" fmla="*/ 1630864 h 1630000"/>
                <a:gd name="connsiteX10" fmla="*/ 1087582 w 1630000"/>
                <a:gd name="connsiteY10" fmla="*/ 1087581 h 1630000"/>
                <a:gd name="connsiteX11" fmla="*/ 1630864 w 1630000"/>
                <a:gd name="connsiteY11" fmla="*/ 1087581 h 1630000"/>
                <a:gd name="connsiteX12" fmla="*/ 1630864 w 1630000"/>
                <a:gd name="connsiteY12" fmla="*/ 547091 h 163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000" h="1630000">
                  <a:moveTo>
                    <a:pt x="1630864" y="547091"/>
                  </a:moveTo>
                  <a:lnTo>
                    <a:pt x="1087582" y="547091"/>
                  </a:lnTo>
                  <a:lnTo>
                    <a:pt x="1087582" y="3808"/>
                  </a:lnTo>
                  <a:lnTo>
                    <a:pt x="547091" y="3808"/>
                  </a:lnTo>
                  <a:lnTo>
                    <a:pt x="547091" y="547091"/>
                  </a:lnTo>
                  <a:lnTo>
                    <a:pt x="3808" y="547091"/>
                  </a:lnTo>
                  <a:lnTo>
                    <a:pt x="3808" y="1087581"/>
                  </a:lnTo>
                  <a:lnTo>
                    <a:pt x="547091" y="1087581"/>
                  </a:lnTo>
                  <a:lnTo>
                    <a:pt x="547091" y="1630864"/>
                  </a:lnTo>
                  <a:lnTo>
                    <a:pt x="1087582" y="1630864"/>
                  </a:lnTo>
                  <a:lnTo>
                    <a:pt x="1087582" y="1087581"/>
                  </a:lnTo>
                  <a:lnTo>
                    <a:pt x="1630864" y="1087581"/>
                  </a:lnTo>
                  <a:lnTo>
                    <a:pt x="1630864" y="547091"/>
                  </a:lnTo>
                  <a:close/>
                </a:path>
              </a:pathLst>
            </a:custGeom>
            <a:solidFill>
              <a:schemeClr val="bg1">
                <a:alpha val="6000"/>
              </a:schemeClr>
            </a:solidFill>
            <a:ln w="9525" cap="flat">
              <a:noFill/>
              <a:prstDash val="solid"/>
              <a:miter/>
            </a:ln>
          </p:spPr>
          <p:txBody>
            <a:bodyPr rtlCol="0" anchor="ctr"/>
            <a:lstStyle/>
            <a:p>
              <a:endParaRPr lang="en-US"/>
            </a:p>
          </p:txBody>
        </p:sp>
        <p:grpSp>
          <p:nvGrpSpPr>
            <p:cNvPr id="160" name="Group 159">
              <a:extLst>
                <a:ext uri="{FF2B5EF4-FFF2-40B4-BE49-F238E27FC236}">
                  <a16:creationId xmlns:a16="http://schemas.microsoft.com/office/drawing/2014/main" id="{204E89B5-7C1F-4810-8AD7-6C011D5864F4}"/>
                </a:ext>
              </a:extLst>
            </p:cNvPr>
            <p:cNvGrpSpPr/>
            <p:nvPr/>
          </p:nvGrpSpPr>
          <p:grpSpPr>
            <a:xfrm>
              <a:off x="2403515" y="1010099"/>
              <a:ext cx="8232063" cy="5494271"/>
              <a:chOff x="2403515" y="1010099"/>
              <a:chExt cx="8232063" cy="5494271"/>
            </a:xfrm>
          </p:grpSpPr>
          <p:sp>
            <p:nvSpPr>
              <p:cNvPr id="161" name="Freeform: Shape 160">
                <a:extLst>
                  <a:ext uri="{FF2B5EF4-FFF2-40B4-BE49-F238E27FC236}">
                    <a16:creationId xmlns:a16="http://schemas.microsoft.com/office/drawing/2014/main" id="{1BCD1F20-2156-4E8D-833E-731F538D9806}"/>
                  </a:ext>
                </a:extLst>
              </p:cNvPr>
              <p:cNvSpPr/>
              <p:nvPr/>
            </p:nvSpPr>
            <p:spPr>
              <a:xfrm>
                <a:off x="4789816" y="5168886"/>
                <a:ext cx="1335484" cy="1335484"/>
              </a:xfrm>
              <a:custGeom>
                <a:avLst/>
                <a:gdLst>
                  <a:gd name="connsiteX0" fmla="*/ 1336651 w 1335483"/>
                  <a:gd name="connsiteY0" fmla="*/ 448885 h 1335483"/>
                  <a:gd name="connsiteX1" fmla="*/ 891626 w 1335483"/>
                  <a:gd name="connsiteY1" fmla="*/ 448885 h 1335483"/>
                  <a:gd name="connsiteX2" fmla="*/ 891626 w 1335483"/>
                  <a:gd name="connsiteY2" fmla="*/ 3808 h 1335483"/>
                  <a:gd name="connsiteX3" fmla="*/ 448834 w 1335483"/>
                  <a:gd name="connsiteY3" fmla="*/ 3808 h 1335483"/>
                  <a:gd name="connsiteX4" fmla="*/ 448834 w 1335483"/>
                  <a:gd name="connsiteY4" fmla="*/ 448885 h 1335483"/>
                  <a:gd name="connsiteX5" fmla="*/ 3808 w 1335483"/>
                  <a:gd name="connsiteY5" fmla="*/ 448885 h 1335483"/>
                  <a:gd name="connsiteX6" fmla="*/ 3808 w 1335483"/>
                  <a:gd name="connsiteY6" fmla="*/ 891626 h 1335483"/>
                  <a:gd name="connsiteX7" fmla="*/ 448834 w 1335483"/>
                  <a:gd name="connsiteY7" fmla="*/ 891626 h 1335483"/>
                  <a:gd name="connsiteX8" fmla="*/ 448834 w 1335483"/>
                  <a:gd name="connsiteY8" fmla="*/ 1336702 h 1335483"/>
                  <a:gd name="connsiteX9" fmla="*/ 891626 w 1335483"/>
                  <a:gd name="connsiteY9" fmla="*/ 1336702 h 1335483"/>
                  <a:gd name="connsiteX10" fmla="*/ 891626 w 1335483"/>
                  <a:gd name="connsiteY10" fmla="*/ 891626 h 1335483"/>
                  <a:gd name="connsiteX11" fmla="*/ 1336651 w 1335483"/>
                  <a:gd name="connsiteY11" fmla="*/ 891626 h 1335483"/>
                  <a:gd name="connsiteX12" fmla="*/ 1336651 w 1335483"/>
                  <a:gd name="connsiteY12" fmla="*/ 448885 h 1335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5483" h="1335483">
                    <a:moveTo>
                      <a:pt x="1336651" y="448885"/>
                    </a:moveTo>
                    <a:lnTo>
                      <a:pt x="891626" y="448885"/>
                    </a:lnTo>
                    <a:lnTo>
                      <a:pt x="891626" y="3808"/>
                    </a:lnTo>
                    <a:lnTo>
                      <a:pt x="448834" y="3808"/>
                    </a:lnTo>
                    <a:lnTo>
                      <a:pt x="448834" y="448885"/>
                    </a:lnTo>
                    <a:lnTo>
                      <a:pt x="3808" y="448885"/>
                    </a:lnTo>
                    <a:lnTo>
                      <a:pt x="3808" y="891626"/>
                    </a:lnTo>
                    <a:lnTo>
                      <a:pt x="448834" y="891626"/>
                    </a:lnTo>
                    <a:lnTo>
                      <a:pt x="448834" y="1336702"/>
                    </a:lnTo>
                    <a:lnTo>
                      <a:pt x="891626" y="1336702"/>
                    </a:lnTo>
                    <a:lnTo>
                      <a:pt x="891626" y="891626"/>
                    </a:lnTo>
                    <a:lnTo>
                      <a:pt x="1336651" y="891626"/>
                    </a:lnTo>
                    <a:lnTo>
                      <a:pt x="1336651" y="448885"/>
                    </a:lnTo>
                    <a:close/>
                  </a:path>
                </a:pathLst>
              </a:custGeom>
              <a:solidFill>
                <a:schemeClr val="bg1">
                  <a:alpha val="27000"/>
                </a:schemeClr>
              </a:solid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BAF9E6D-02D2-4394-92A8-A9FD564AE643}"/>
                  </a:ext>
                </a:extLst>
              </p:cNvPr>
              <p:cNvSpPr/>
              <p:nvPr/>
            </p:nvSpPr>
            <p:spPr>
              <a:xfrm>
                <a:off x="10183646" y="1010099"/>
                <a:ext cx="451932" cy="451932"/>
              </a:xfrm>
              <a:custGeom>
                <a:avLst/>
                <a:gdLst>
                  <a:gd name="connsiteX0" fmla="*/ 451272 w 451931"/>
                  <a:gd name="connsiteY0" fmla="*/ 153200 h 451931"/>
                  <a:gd name="connsiteX1" fmla="*/ 301829 w 451931"/>
                  <a:gd name="connsiteY1" fmla="*/ 153200 h 451931"/>
                  <a:gd name="connsiteX2" fmla="*/ 301829 w 451931"/>
                  <a:gd name="connsiteY2" fmla="*/ 3808 h 451931"/>
                  <a:gd name="connsiteX3" fmla="*/ 153200 w 451931"/>
                  <a:gd name="connsiteY3" fmla="*/ 3808 h 451931"/>
                  <a:gd name="connsiteX4" fmla="*/ 153200 w 451931"/>
                  <a:gd name="connsiteY4" fmla="*/ 153200 h 451931"/>
                  <a:gd name="connsiteX5" fmla="*/ 3808 w 451931"/>
                  <a:gd name="connsiteY5" fmla="*/ 153200 h 451931"/>
                  <a:gd name="connsiteX6" fmla="*/ 3808 w 451931"/>
                  <a:gd name="connsiteY6" fmla="*/ 301829 h 451931"/>
                  <a:gd name="connsiteX7" fmla="*/ 153200 w 451931"/>
                  <a:gd name="connsiteY7" fmla="*/ 301829 h 451931"/>
                  <a:gd name="connsiteX8" fmla="*/ 153200 w 451931"/>
                  <a:gd name="connsiteY8" fmla="*/ 451272 h 451931"/>
                  <a:gd name="connsiteX9" fmla="*/ 301829 w 451931"/>
                  <a:gd name="connsiteY9" fmla="*/ 451272 h 451931"/>
                  <a:gd name="connsiteX10" fmla="*/ 301829 w 451931"/>
                  <a:gd name="connsiteY10" fmla="*/ 301829 h 451931"/>
                  <a:gd name="connsiteX11" fmla="*/ 451272 w 451931"/>
                  <a:gd name="connsiteY11" fmla="*/ 301829 h 451931"/>
                  <a:gd name="connsiteX12" fmla="*/ 451272 w 451931"/>
                  <a:gd name="connsiteY12" fmla="*/ 153200 h 45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1931" h="451931">
                    <a:moveTo>
                      <a:pt x="451272" y="153200"/>
                    </a:moveTo>
                    <a:lnTo>
                      <a:pt x="301829" y="153200"/>
                    </a:lnTo>
                    <a:lnTo>
                      <a:pt x="301829" y="3808"/>
                    </a:lnTo>
                    <a:lnTo>
                      <a:pt x="153200" y="3808"/>
                    </a:lnTo>
                    <a:lnTo>
                      <a:pt x="153200" y="153200"/>
                    </a:lnTo>
                    <a:lnTo>
                      <a:pt x="3808" y="153200"/>
                    </a:lnTo>
                    <a:lnTo>
                      <a:pt x="3808" y="301829"/>
                    </a:lnTo>
                    <a:lnTo>
                      <a:pt x="153200" y="301829"/>
                    </a:lnTo>
                    <a:lnTo>
                      <a:pt x="153200" y="451272"/>
                    </a:lnTo>
                    <a:lnTo>
                      <a:pt x="301829" y="451272"/>
                    </a:lnTo>
                    <a:lnTo>
                      <a:pt x="301829" y="301829"/>
                    </a:lnTo>
                    <a:lnTo>
                      <a:pt x="451272" y="301829"/>
                    </a:lnTo>
                    <a:lnTo>
                      <a:pt x="451272" y="153200"/>
                    </a:lnTo>
                    <a:close/>
                  </a:path>
                </a:pathLst>
              </a:custGeom>
              <a:solidFill>
                <a:schemeClr val="bg1">
                  <a:alpha val="19000"/>
                </a:schemeClr>
              </a:solid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C4189C0D-C974-4E25-8110-6212F5558B0D}"/>
                  </a:ext>
                </a:extLst>
              </p:cNvPr>
              <p:cNvSpPr/>
              <p:nvPr/>
            </p:nvSpPr>
            <p:spPr>
              <a:xfrm>
                <a:off x="2403515" y="4607576"/>
                <a:ext cx="1142524" cy="1142524"/>
              </a:xfrm>
              <a:custGeom>
                <a:avLst/>
                <a:gdLst>
                  <a:gd name="connsiteX0" fmla="*/ 1139681 w 1142523"/>
                  <a:gd name="connsiteY0" fmla="*/ 383076 h 1142523"/>
                  <a:gd name="connsiteX1" fmla="*/ 760413 w 1142523"/>
                  <a:gd name="connsiteY1" fmla="*/ 383076 h 1142523"/>
                  <a:gd name="connsiteX2" fmla="*/ 760413 w 1142523"/>
                  <a:gd name="connsiteY2" fmla="*/ 3808 h 1142523"/>
                  <a:gd name="connsiteX3" fmla="*/ 383076 w 1142523"/>
                  <a:gd name="connsiteY3" fmla="*/ 3808 h 1142523"/>
                  <a:gd name="connsiteX4" fmla="*/ 383076 w 1142523"/>
                  <a:gd name="connsiteY4" fmla="*/ 383076 h 1142523"/>
                  <a:gd name="connsiteX5" fmla="*/ 3808 w 1142523"/>
                  <a:gd name="connsiteY5" fmla="*/ 383076 h 1142523"/>
                  <a:gd name="connsiteX6" fmla="*/ 3808 w 1142523"/>
                  <a:gd name="connsiteY6" fmla="*/ 760413 h 1142523"/>
                  <a:gd name="connsiteX7" fmla="*/ 383076 w 1142523"/>
                  <a:gd name="connsiteY7" fmla="*/ 760413 h 1142523"/>
                  <a:gd name="connsiteX8" fmla="*/ 383076 w 1142523"/>
                  <a:gd name="connsiteY8" fmla="*/ 1139681 h 1142523"/>
                  <a:gd name="connsiteX9" fmla="*/ 760413 w 1142523"/>
                  <a:gd name="connsiteY9" fmla="*/ 1139681 h 1142523"/>
                  <a:gd name="connsiteX10" fmla="*/ 760413 w 1142523"/>
                  <a:gd name="connsiteY10" fmla="*/ 760413 h 1142523"/>
                  <a:gd name="connsiteX11" fmla="*/ 1139681 w 1142523"/>
                  <a:gd name="connsiteY11" fmla="*/ 760413 h 1142523"/>
                  <a:gd name="connsiteX12" fmla="*/ 1139681 w 1142523"/>
                  <a:gd name="connsiteY12" fmla="*/ 383076 h 1142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2523" h="1142523">
                    <a:moveTo>
                      <a:pt x="1139681" y="383076"/>
                    </a:moveTo>
                    <a:lnTo>
                      <a:pt x="760413" y="383076"/>
                    </a:lnTo>
                    <a:lnTo>
                      <a:pt x="760413" y="3808"/>
                    </a:lnTo>
                    <a:lnTo>
                      <a:pt x="383076" y="3808"/>
                    </a:lnTo>
                    <a:lnTo>
                      <a:pt x="383076" y="383076"/>
                    </a:lnTo>
                    <a:lnTo>
                      <a:pt x="3808" y="383076"/>
                    </a:lnTo>
                    <a:lnTo>
                      <a:pt x="3808" y="760413"/>
                    </a:lnTo>
                    <a:lnTo>
                      <a:pt x="383076" y="760413"/>
                    </a:lnTo>
                    <a:lnTo>
                      <a:pt x="383076" y="1139681"/>
                    </a:lnTo>
                    <a:lnTo>
                      <a:pt x="760413" y="1139681"/>
                    </a:lnTo>
                    <a:lnTo>
                      <a:pt x="760413" y="760413"/>
                    </a:lnTo>
                    <a:lnTo>
                      <a:pt x="1139681" y="760413"/>
                    </a:lnTo>
                    <a:lnTo>
                      <a:pt x="1139681" y="383076"/>
                    </a:lnTo>
                    <a:close/>
                  </a:path>
                </a:pathLst>
              </a:custGeom>
              <a:solidFill>
                <a:schemeClr val="bg1">
                  <a:alpha val="17000"/>
                </a:schemeClr>
              </a:solid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32A05238-FB8F-41F7-85A6-6D16EA0713ED}"/>
                  </a:ext>
                </a:extLst>
              </p:cNvPr>
              <p:cNvSpPr/>
              <p:nvPr/>
            </p:nvSpPr>
            <p:spPr>
              <a:xfrm>
                <a:off x="5833524" y="2327454"/>
                <a:ext cx="2158101" cy="2158101"/>
              </a:xfrm>
              <a:custGeom>
                <a:avLst/>
                <a:gdLst>
                  <a:gd name="connsiteX0" fmla="*/ 2158964 w 2158100"/>
                  <a:gd name="connsiteY0" fmla="*/ 723446 h 2158100"/>
                  <a:gd name="connsiteX1" fmla="*/ 1439326 w 2158100"/>
                  <a:gd name="connsiteY1" fmla="*/ 723446 h 2158100"/>
                  <a:gd name="connsiteX2" fmla="*/ 1439326 w 2158100"/>
                  <a:gd name="connsiteY2" fmla="*/ 3808 h 2158100"/>
                  <a:gd name="connsiteX3" fmla="*/ 723446 w 2158100"/>
                  <a:gd name="connsiteY3" fmla="*/ 3808 h 2158100"/>
                  <a:gd name="connsiteX4" fmla="*/ 723446 w 2158100"/>
                  <a:gd name="connsiteY4" fmla="*/ 723446 h 2158100"/>
                  <a:gd name="connsiteX5" fmla="*/ 3808 w 2158100"/>
                  <a:gd name="connsiteY5" fmla="*/ 723446 h 2158100"/>
                  <a:gd name="connsiteX6" fmla="*/ 3808 w 2158100"/>
                  <a:gd name="connsiteY6" fmla="*/ 1439326 h 2158100"/>
                  <a:gd name="connsiteX7" fmla="*/ 723446 w 2158100"/>
                  <a:gd name="connsiteY7" fmla="*/ 1439326 h 2158100"/>
                  <a:gd name="connsiteX8" fmla="*/ 723446 w 2158100"/>
                  <a:gd name="connsiteY8" fmla="*/ 2159015 h 2158100"/>
                  <a:gd name="connsiteX9" fmla="*/ 1439326 w 2158100"/>
                  <a:gd name="connsiteY9" fmla="*/ 2159015 h 2158100"/>
                  <a:gd name="connsiteX10" fmla="*/ 1439326 w 2158100"/>
                  <a:gd name="connsiteY10" fmla="*/ 1439326 h 2158100"/>
                  <a:gd name="connsiteX11" fmla="*/ 2158964 w 2158100"/>
                  <a:gd name="connsiteY11" fmla="*/ 1439326 h 2158100"/>
                  <a:gd name="connsiteX12" fmla="*/ 2158964 w 2158100"/>
                  <a:gd name="connsiteY12" fmla="*/ 723446 h 215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8100" h="2158100">
                    <a:moveTo>
                      <a:pt x="2158964" y="723446"/>
                    </a:moveTo>
                    <a:lnTo>
                      <a:pt x="1439326" y="723446"/>
                    </a:lnTo>
                    <a:lnTo>
                      <a:pt x="1439326" y="3808"/>
                    </a:lnTo>
                    <a:lnTo>
                      <a:pt x="723446" y="3808"/>
                    </a:lnTo>
                    <a:lnTo>
                      <a:pt x="723446" y="723446"/>
                    </a:lnTo>
                    <a:lnTo>
                      <a:pt x="3808" y="723446"/>
                    </a:lnTo>
                    <a:lnTo>
                      <a:pt x="3808" y="1439326"/>
                    </a:lnTo>
                    <a:lnTo>
                      <a:pt x="723446" y="1439326"/>
                    </a:lnTo>
                    <a:lnTo>
                      <a:pt x="723446" y="2159015"/>
                    </a:lnTo>
                    <a:lnTo>
                      <a:pt x="1439326" y="2159015"/>
                    </a:lnTo>
                    <a:lnTo>
                      <a:pt x="1439326" y="1439326"/>
                    </a:lnTo>
                    <a:lnTo>
                      <a:pt x="2158964" y="1439326"/>
                    </a:lnTo>
                    <a:lnTo>
                      <a:pt x="2158964" y="723446"/>
                    </a:lnTo>
                    <a:close/>
                  </a:path>
                </a:pathLst>
              </a:custGeom>
              <a:solidFill>
                <a:schemeClr val="bg1">
                  <a:alpha val="30000"/>
                </a:schemeClr>
              </a:solidFill>
              <a:ln w="9525" cap="flat">
                <a:noFill/>
                <a:prstDash val="solid"/>
                <a:miter/>
              </a:ln>
            </p:spPr>
            <p:txBody>
              <a:bodyPr rtlCol="0" anchor="ctr"/>
              <a:lstStyle/>
              <a:p>
                <a:endParaRPr lang="en-US"/>
              </a:p>
            </p:txBody>
          </p:sp>
        </p:grpSp>
      </p:grpSp>
      <p:grpSp>
        <p:nvGrpSpPr>
          <p:cNvPr id="231" name="Group 230">
            <a:extLst>
              <a:ext uri="{FF2B5EF4-FFF2-40B4-BE49-F238E27FC236}">
                <a16:creationId xmlns:a16="http://schemas.microsoft.com/office/drawing/2014/main" id="{DBC2EB13-0D0F-4FC5-B97E-249237F1CA33}"/>
              </a:ext>
            </a:extLst>
          </p:cNvPr>
          <p:cNvGrpSpPr/>
          <p:nvPr/>
        </p:nvGrpSpPr>
        <p:grpSpPr>
          <a:xfrm>
            <a:off x="4254399" y="1295662"/>
            <a:ext cx="7555412" cy="1827121"/>
            <a:chOff x="4254399" y="1295662"/>
            <a:chExt cx="7555412" cy="1827121"/>
          </a:xfrm>
        </p:grpSpPr>
        <p:sp>
          <p:nvSpPr>
            <p:cNvPr id="225" name="Rectangle: Rounded Corners 224">
              <a:extLst>
                <a:ext uri="{FF2B5EF4-FFF2-40B4-BE49-F238E27FC236}">
                  <a16:creationId xmlns:a16="http://schemas.microsoft.com/office/drawing/2014/main" id="{0F06A5D3-B0EE-41B9-86EC-2F02D8885C3E}"/>
                </a:ext>
              </a:extLst>
            </p:cNvPr>
            <p:cNvSpPr/>
            <p:nvPr/>
          </p:nvSpPr>
          <p:spPr>
            <a:xfrm>
              <a:off x="4254399" y="1295662"/>
              <a:ext cx="7555412" cy="1827121"/>
            </a:xfrm>
            <a:prstGeom prst="roundRect">
              <a:avLst>
                <a:gd name="adj" fmla="val 3923"/>
              </a:avLst>
            </a:prstGeom>
            <a:solidFill>
              <a:schemeClr val="bg1">
                <a:alpha val="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B84B6636-136F-4931-9DBC-566A915F4281}"/>
                </a:ext>
              </a:extLst>
            </p:cNvPr>
            <p:cNvSpPr/>
            <p:nvPr/>
          </p:nvSpPr>
          <p:spPr>
            <a:xfrm>
              <a:off x="4477651" y="1496436"/>
              <a:ext cx="7180887" cy="1569660"/>
            </a:xfrm>
            <a:prstGeom prst="rect">
              <a:avLst/>
            </a:prstGeom>
          </p:spPr>
          <p:txBody>
            <a:bodyPr wrap="square" anchor="ctr">
              <a:spAutoFit/>
            </a:bodyPr>
            <a:lstStyle/>
            <a:p>
              <a:r>
                <a:rPr lang="en-US" sz="1600" b="1" dirty="0">
                  <a:solidFill>
                    <a:schemeClr val="bg1"/>
                  </a:solidFill>
                  <a:latin typeface="Poppins Medium" panose="00000600000000000000" pitchFamily="2" charset="0"/>
                  <a:cs typeface="Poppins Medium" panose="00000600000000000000" pitchFamily="2" charset="0"/>
                </a:rPr>
                <a:t>CLAIMS PURCHASE FEE STRUCTURE</a:t>
              </a:r>
            </a:p>
            <a:p>
              <a:endParaRPr lang="en-US" sz="1600" dirty="0">
                <a:solidFill>
                  <a:schemeClr val="bg1"/>
                </a:solidFill>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US" sz="1600" dirty="0">
                  <a:solidFill>
                    <a:schemeClr val="bg1"/>
                  </a:solidFill>
                  <a:latin typeface="Poppins Light" panose="00000400000000000000" pitchFamily="2" charset="0"/>
                  <a:cs typeface="Poppins Light" panose="00000400000000000000" pitchFamily="2" charset="0"/>
                </a:rPr>
                <a:t>Actual cost of medication Wholesale </a:t>
              </a:r>
            </a:p>
            <a:p>
              <a:pPr marL="285750" indent="-285750">
                <a:buFont typeface="Arial" panose="020B0604020202020204" pitchFamily="34" charset="0"/>
                <a:buChar char="•"/>
              </a:pPr>
              <a:r>
                <a:rPr lang="en-US" sz="1600" dirty="0">
                  <a:solidFill>
                    <a:schemeClr val="bg1"/>
                  </a:solidFill>
                  <a:latin typeface="Poppins Light" panose="00000400000000000000" pitchFamily="2" charset="0"/>
                  <a:cs typeface="Poppins Light" panose="00000400000000000000" pitchFamily="2" charset="0"/>
                </a:rPr>
                <a:t>$5.00 Pharmacy Dispense Fee </a:t>
              </a:r>
            </a:p>
            <a:p>
              <a:pPr marL="285750" indent="-285750">
                <a:buFont typeface="Arial" panose="020B0604020202020204" pitchFamily="34" charset="0"/>
                <a:buChar char="•"/>
              </a:pPr>
              <a:r>
                <a:rPr lang="en-US" sz="1600" dirty="0">
                  <a:solidFill>
                    <a:schemeClr val="bg1"/>
                  </a:solidFill>
                  <a:latin typeface="Poppins Light" panose="00000400000000000000" pitchFamily="2" charset="0"/>
                  <a:cs typeface="Poppins Light" panose="00000400000000000000" pitchFamily="2" charset="0"/>
                </a:rPr>
                <a:t>Actual cost of shipping - $7.00-$10.00 Avg </a:t>
              </a:r>
            </a:p>
            <a:p>
              <a:pPr marL="285750" indent="-285750">
                <a:buFont typeface="Arial" panose="020B0604020202020204" pitchFamily="34" charset="0"/>
                <a:buChar char="•"/>
              </a:pPr>
              <a:r>
                <a:rPr lang="en-US" sz="1600" dirty="0">
                  <a:solidFill>
                    <a:schemeClr val="bg1"/>
                  </a:solidFill>
                  <a:latin typeface="Poppins Light" panose="00000400000000000000" pitchFamily="2" charset="0"/>
                  <a:cs typeface="Poppins Light" panose="00000400000000000000" pitchFamily="2" charset="0"/>
                </a:rPr>
                <a:t>Deducted from Collections Avg 60 days</a:t>
              </a:r>
            </a:p>
          </p:txBody>
        </p:sp>
      </p:grpSp>
      <p:grpSp>
        <p:nvGrpSpPr>
          <p:cNvPr id="232" name="Group 231">
            <a:extLst>
              <a:ext uri="{FF2B5EF4-FFF2-40B4-BE49-F238E27FC236}">
                <a16:creationId xmlns:a16="http://schemas.microsoft.com/office/drawing/2014/main" id="{7FE2F8BB-40BD-4394-BA08-468150BCC5FB}"/>
              </a:ext>
            </a:extLst>
          </p:cNvPr>
          <p:cNvGrpSpPr/>
          <p:nvPr/>
        </p:nvGrpSpPr>
        <p:grpSpPr>
          <a:xfrm>
            <a:off x="4236662" y="3215818"/>
            <a:ext cx="7555412" cy="3373888"/>
            <a:chOff x="4254399" y="3250153"/>
            <a:chExt cx="7555412" cy="3373888"/>
          </a:xfrm>
        </p:grpSpPr>
        <p:sp>
          <p:nvSpPr>
            <p:cNvPr id="226" name="Rectangle: Rounded Corners 225">
              <a:extLst>
                <a:ext uri="{FF2B5EF4-FFF2-40B4-BE49-F238E27FC236}">
                  <a16:creationId xmlns:a16="http://schemas.microsoft.com/office/drawing/2014/main" id="{5D17FBA1-9168-4A97-A9F8-8673C03C32BD}"/>
                </a:ext>
              </a:extLst>
            </p:cNvPr>
            <p:cNvSpPr/>
            <p:nvPr/>
          </p:nvSpPr>
          <p:spPr>
            <a:xfrm>
              <a:off x="4254399" y="3250153"/>
              <a:ext cx="7555412" cy="3373888"/>
            </a:xfrm>
            <a:prstGeom prst="roundRect">
              <a:avLst>
                <a:gd name="adj" fmla="val 3923"/>
              </a:avLst>
            </a:prstGeom>
            <a:solidFill>
              <a:schemeClr val="bg1">
                <a:alpha val="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7615EF38-3A17-4B5F-AC4A-8DF1D613A27B}"/>
                </a:ext>
              </a:extLst>
            </p:cNvPr>
            <p:cNvSpPr/>
            <p:nvPr/>
          </p:nvSpPr>
          <p:spPr>
            <a:xfrm>
              <a:off x="4477651" y="4275379"/>
              <a:ext cx="7180887" cy="1323439"/>
            </a:xfrm>
            <a:prstGeom prst="rect">
              <a:avLst/>
            </a:prstGeom>
          </p:spPr>
          <p:txBody>
            <a:bodyPr wrap="square" anchor="ctr">
              <a:spAutoFit/>
            </a:bodyPr>
            <a:lstStyle/>
            <a:p>
              <a:r>
                <a:rPr lang="en-US" sz="1600" b="1" dirty="0">
                  <a:solidFill>
                    <a:schemeClr val="bg1"/>
                  </a:solidFill>
                  <a:latin typeface="Poppins Medium" panose="00000600000000000000" pitchFamily="2" charset="0"/>
                  <a:cs typeface="Poppins Medium" panose="00000600000000000000" pitchFamily="2" charset="0"/>
                </a:rPr>
                <a:t>MANAGEMENT FEE STRUCTURE</a:t>
              </a:r>
            </a:p>
            <a:p>
              <a:endParaRPr lang="en-US" sz="1600" dirty="0">
                <a:solidFill>
                  <a:schemeClr val="bg1"/>
                </a:solidFill>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US" sz="1600" dirty="0">
                  <a:solidFill>
                    <a:schemeClr val="bg1"/>
                  </a:solidFill>
                  <a:latin typeface="Poppins Light" panose="00000400000000000000" pitchFamily="2" charset="0"/>
                  <a:cs typeface="Poppins Light" panose="00000400000000000000" pitchFamily="2" charset="0"/>
                </a:rPr>
                <a:t>50% of net income</a:t>
              </a:r>
            </a:p>
            <a:p>
              <a:pPr marL="285750" indent="-285750">
                <a:buFont typeface="Arial" panose="020B0604020202020204" pitchFamily="34" charset="0"/>
                <a:buChar char="•"/>
              </a:pPr>
              <a:r>
                <a:rPr lang="en-US" sz="1600" dirty="0">
                  <a:solidFill>
                    <a:schemeClr val="bg1"/>
                  </a:solidFill>
                  <a:latin typeface="Poppins Light" panose="00000400000000000000" pitchFamily="2" charset="0"/>
                  <a:cs typeface="Poppins Light" panose="00000400000000000000" pitchFamily="2" charset="0"/>
                </a:rPr>
                <a:t>Net income is calculated as Gross collections less claim purchase fees</a:t>
              </a:r>
            </a:p>
          </p:txBody>
        </p:sp>
      </p:grpSp>
      <p:grpSp>
        <p:nvGrpSpPr>
          <p:cNvPr id="230" name="Group 229">
            <a:extLst>
              <a:ext uri="{FF2B5EF4-FFF2-40B4-BE49-F238E27FC236}">
                <a16:creationId xmlns:a16="http://schemas.microsoft.com/office/drawing/2014/main" id="{8327D3F8-0ABC-4069-878C-2428DA89F370}"/>
              </a:ext>
            </a:extLst>
          </p:cNvPr>
          <p:cNvGrpSpPr/>
          <p:nvPr/>
        </p:nvGrpSpPr>
        <p:grpSpPr>
          <a:xfrm>
            <a:off x="382189" y="1257302"/>
            <a:ext cx="3790009" cy="5366739"/>
            <a:chOff x="382189" y="1257302"/>
            <a:chExt cx="3790009" cy="5366739"/>
          </a:xfrm>
        </p:grpSpPr>
        <p:sp>
          <p:nvSpPr>
            <p:cNvPr id="87" name="Rectangle: Rounded Corners 86">
              <a:extLst>
                <a:ext uri="{FF2B5EF4-FFF2-40B4-BE49-F238E27FC236}">
                  <a16:creationId xmlns:a16="http://schemas.microsoft.com/office/drawing/2014/main" id="{6BEF7306-E163-4D6C-A3C0-9E94FE43F6D3}"/>
                </a:ext>
              </a:extLst>
            </p:cNvPr>
            <p:cNvSpPr/>
            <p:nvPr/>
          </p:nvSpPr>
          <p:spPr>
            <a:xfrm>
              <a:off x="382189" y="1257302"/>
              <a:ext cx="3790009" cy="5366739"/>
            </a:xfrm>
            <a:prstGeom prst="roundRect">
              <a:avLst>
                <a:gd name="adj" fmla="val 324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5DD3DE1F-2D33-4AB7-8B2C-E0E34AB96D2A}"/>
                </a:ext>
              </a:extLst>
            </p:cNvPr>
            <p:cNvSpPr/>
            <p:nvPr/>
          </p:nvSpPr>
          <p:spPr>
            <a:xfrm>
              <a:off x="774856" y="6218838"/>
              <a:ext cx="2873099" cy="366601"/>
            </a:xfrm>
            <a:prstGeom prst="rect">
              <a:avLst/>
            </a:prstGeom>
          </p:spPr>
          <p:txBody>
            <a:bodyPr wrap="none" anchor="ctr">
              <a:spAutoFit/>
            </a:bodyPr>
            <a:lstStyle/>
            <a:p>
              <a:pPr algn="ctr"/>
              <a:r>
                <a:rPr lang="en-US" sz="1600" dirty="0">
                  <a:gradFill>
                    <a:gsLst>
                      <a:gs pos="100000">
                        <a:srgbClr val="0A2C69"/>
                      </a:gs>
                      <a:gs pos="0">
                        <a:srgbClr val="3795AF"/>
                      </a:gs>
                    </a:gsLst>
                    <a:path path="circle">
                      <a:fillToRect l="100000" t="100000"/>
                    </a:path>
                  </a:gradFill>
                  <a:latin typeface="Poppins Black" panose="00000A00000000000000" pitchFamily="2" charset="0"/>
                  <a:cs typeface="Poppins Black" panose="00000A00000000000000" pitchFamily="2" charset="0"/>
                </a:rPr>
                <a:t>REQUIRED AGREEMENTS</a:t>
              </a:r>
            </a:p>
          </p:txBody>
        </p:sp>
        <p:sp>
          <p:nvSpPr>
            <p:cNvPr id="216" name="Rectangle: Rounded Corners 215">
              <a:extLst>
                <a:ext uri="{FF2B5EF4-FFF2-40B4-BE49-F238E27FC236}">
                  <a16:creationId xmlns:a16="http://schemas.microsoft.com/office/drawing/2014/main" id="{079A29D8-7C62-4F3B-BE6B-CB86671A960D}"/>
                </a:ext>
              </a:extLst>
            </p:cNvPr>
            <p:cNvSpPr/>
            <p:nvPr/>
          </p:nvSpPr>
          <p:spPr>
            <a:xfrm>
              <a:off x="602300" y="1461701"/>
              <a:ext cx="3366698" cy="308934"/>
            </a:xfrm>
            <a:prstGeom prst="roundRect">
              <a:avLst>
                <a:gd name="adj" fmla="val 3242"/>
              </a:avLst>
            </a:prstGeom>
            <a:gradFill>
              <a:gsLst>
                <a:gs pos="100000">
                  <a:srgbClr val="0A2C69"/>
                </a:gs>
                <a:gs pos="0">
                  <a:srgbClr val="3795A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Rounded Corners 217">
              <a:extLst>
                <a:ext uri="{FF2B5EF4-FFF2-40B4-BE49-F238E27FC236}">
                  <a16:creationId xmlns:a16="http://schemas.microsoft.com/office/drawing/2014/main" id="{8D862B15-87FD-4D10-A84E-D66F69776547}"/>
                </a:ext>
              </a:extLst>
            </p:cNvPr>
            <p:cNvSpPr/>
            <p:nvPr/>
          </p:nvSpPr>
          <p:spPr>
            <a:xfrm>
              <a:off x="602300" y="1835419"/>
              <a:ext cx="3366698" cy="1285730"/>
            </a:xfrm>
            <a:prstGeom prst="roundRect">
              <a:avLst>
                <a:gd name="adj" fmla="val 3242"/>
              </a:avLst>
            </a:prstGeom>
            <a:solidFill>
              <a:srgbClr val="3795AF">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Rounded Corners 216">
              <a:extLst>
                <a:ext uri="{FF2B5EF4-FFF2-40B4-BE49-F238E27FC236}">
                  <a16:creationId xmlns:a16="http://schemas.microsoft.com/office/drawing/2014/main" id="{327D4662-ABB1-4DD2-856A-DA248A288FE9}"/>
                </a:ext>
              </a:extLst>
            </p:cNvPr>
            <p:cNvSpPr/>
            <p:nvPr/>
          </p:nvSpPr>
          <p:spPr>
            <a:xfrm>
              <a:off x="602300" y="3236361"/>
              <a:ext cx="3366698" cy="308934"/>
            </a:xfrm>
            <a:prstGeom prst="roundRect">
              <a:avLst>
                <a:gd name="adj" fmla="val 3242"/>
              </a:avLst>
            </a:prstGeom>
            <a:gradFill>
              <a:gsLst>
                <a:gs pos="100000">
                  <a:srgbClr val="0A2C69"/>
                </a:gs>
                <a:gs pos="0">
                  <a:srgbClr val="3795A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Rounded Corners 218">
              <a:extLst>
                <a:ext uri="{FF2B5EF4-FFF2-40B4-BE49-F238E27FC236}">
                  <a16:creationId xmlns:a16="http://schemas.microsoft.com/office/drawing/2014/main" id="{FD8BB18C-78CB-45B1-825C-0A63FA62AF38}"/>
                </a:ext>
              </a:extLst>
            </p:cNvPr>
            <p:cNvSpPr/>
            <p:nvPr/>
          </p:nvSpPr>
          <p:spPr>
            <a:xfrm>
              <a:off x="602300" y="3642175"/>
              <a:ext cx="3366698" cy="2521174"/>
            </a:xfrm>
            <a:prstGeom prst="roundRect">
              <a:avLst>
                <a:gd name="adj" fmla="val 3242"/>
              </a:avLst>
            </a:prstGeom>
            <a:solidFill>
              <a:srgbClr val="3795AF">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82A231E0-3287-4022-BC38-3A6898891741}"/>
                </a:ext>
              </a:extLst>
            </p:cNvPr>
            <p:cNvSpPr/>
            <p:nvPr/>
          </p:nvSpPr>
          <p:spPr>
            <a:xfrm>
              <a:off x="817452" y="1463295"/>
              <a:ext cx="2929008" cy="307777"/>
            </a:xfrm>
            <a:prstGeom prst="rect">
              <a:avLst/>
            </a:prstGeom>
          </p:spPr>
          <p:txBody>
            <a:bodyPr wrap="none">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CLAIMS PURCHASE AGREEMENT</a:t>
              </a:r>
            </a:p>
          </p:txBody>
        </p:sp>
        <p:sp>
          <p:nvSpPr>
            <p:cNvPr id="221" name="Rectangle 220">
              <a:extLst>
                <a:ext uri="{FF2B5EF4-FFF2-40B4-BE49-F238E27FC236}">
                  <a16:creationId xmlns:a16="http://schemas.microsoft.com/office/drawing/2014/main" id="{D382E35C-2F98-4E89-8696-F59A98E6233E}"/>
                </a:ext>
              </a:extLst>
            </p:cNvPr>
            <p:cNvSpPr/>
            <p:nvPr/>
          </p:nvSpPr>
          <p:spPr>
            <a:xfrm>
              <a:off x="617614" y="2527014"/>
              <a:ext cx="3328683" cy="430887"/>
            </a:xfrm>
            <a:prstGeom prst="rect">
              <a:avLst/>
            </a:prstGeom>
          </p:spPr>
          <p:txBody>
            <a:bodyPr wrap="square">
              <a:spAutoFit/>
            </a:bodyPr>
            <a:lstStyle/>
            <a:p>
              <a:pPr algn="ctr"/>
              <a:r>
                <a:rPr lang="en-US" sz="1100" dirty="0">
                  <a:latin typeface="Poppins Light" panose="00000400000000000000" pitchFamily="2" charset="0"/>
                  <a:cs typeface="Poppins Light" panose="00000400000000000000" pitchFamily="2" charset="0"/>
                </a:rPr>
                <a:t>Claims Purchase: Medical Clinic agrees to purchase claims from Pharmacy</a:t>
              </a:r>
            </a:p>
          </p:txBody>
        </p:sp>
        <p:sp>
          <p:nvSpPr>
            <p:cNvPr id="86" name="Oval 85">
              <a:extLst>
                <a:ext uri="{FF2B5EF4-FFF2-40B4-BE49-F238E27FC236}">
                  <a16:creationId xmlns:a16="http://schemas.microsoft.com/office/drawing/2014/main" id="{4EDB120F-30C0-4185-91FA-27A2D8266EDA}"/>
                </a:ext>
              </a:extLst>
            </p:cNvPr>
            <p:cNvSpPr/>
            <p:nvPr/>
          </p:nvSpPr>
          <p:spPr>
            <a:xfrm>
              <a:off x="1974771" y="1950631"/>
              <a:ext cx="473268" cy="473268"/>
            </a:xfrm>
            <a:prstGeom prst="ellipse">
              <a:avLst/>
            </a:prstGeom>
            <a:gradFill>
              <a:gsLst>
                <a:gs pos="100000">
                  <a:srgbClr val="0A2C69"/>
                </a:gs>
                <a:gs pos="0">
                  <a:srgbClr val="3795AF"/>
                </a:gs>
              </a:gsLst>
              <a:path path="circle">
                <a:fillToRect l="100000" t="100000"/>
              </a:path>
            </a:gra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FDC58745-70C0-4B6D-ACF0-ED047E732B10}"/>
                </a:ext>
              </a:extLst>
            </p:cNvPr>
            <p:cNvSpPr/>
            <p:nvPr/>
          </p:nvSpPr>
          <p:spPr>
            <a:xfrm>
              <a:off x="520095" y="3247335"/>
              <a:ext cx="3523722" cy="307777"/>
            </a:xfrm>
            <a:prstGeom prst="rect">
              <a:avLst/>
            </a:prstGeom>
          </p:spPr>
          <p:txBody>
            <a:bodyPr wrap="none">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ELITE CARE MANAGEMENT AGREEMENT</a:t>
              </a:r>
            </a:p>
          </p:txBody>
        </p:sp>
        <p:sp>
          <p:nvSpPr>
            <p:cNvPr id="223" name="Rectangle 222">
              <a:extLst>
                <a:ext uri="{FF2B5EF4-FFF2-40B4-BE49-F238E27FC236}">
                  <a16:creationId xmlns:a16="http://schemas.microsoft.com/office/drawing/2014/main" id="{3174B8D0-3B2E-4797-B0EB-21A38600D7F7}"/>
                </a:ext>
              </a:extLst>
            </p:cNvPr>
            <p:cNvSpPr/>
            <p:nvPr/>
          </p:nvSpPr>
          <p:spPr>
            <a:xfrm>
              <a:off x="666562" y="4374336"/>
              <a:ext cx="3230787" cy="1615827"/>
            </a:xfrm>
            <a:prstGeom prst="rect">
              <a:avLst/>
            </a:prstGeom>
          </p:spPr>
          <p:txBody>
            <a:bodyPr wrap="square">
              <a:spAutoFit/>
            </a:bodyPr>
            <a:lstStyle/>
            <a:p>
              <a:pPr algn="ctr"/>
              <a:r>
                <a:rPr lang="en-US" sz="1100" dirty="0">
                  <a:latin typeface="Poppins Light" panose="00000400000000000000" pitchFamily="2" charset="0"/>
                  <a:cs typeface="Poppins Light" panose="00000400000000000000" pitchFamily="2" charset="0"/>
                </a:rPr>
                <a:t>Elite Care Rx manages claims and provides full suite revenue cycle management</a:t>
              </a:r>
            </a:p>
            <a:p>
              <a:pPr marL="171450" indent="-171450">
                <a:buFont typeface="Courier New" panose="02070309020205020404" pitchFamily="49" charset="0"/>
                <a:buChar char="o"/>
              </a:pPr>
              <a:endParaRPr lang="en-US" sz="1100" dirty="0">
                <a:latin typeface="Poppins Light" panose="00000400000000000000" pitchFamily="2" charset="0"/>
                <a:cs typeface="Poppins Light" panose="00000400000000000000" pitchFamily="2" charset="0"/>
              </a:endParaRPr>
            </a:p>
            <a:p>
              <a:pPr marL="171450" indent="-171450">
                <a:buFont typeface="Courier New" panose="02070309020205020404" pitchFamily="49" charset="0"/>
                <a:buChar char="o"/>
              </a:pPr>
              <a:r>
                <a:rPr lang="en-US" sz="1100" dirty="0">
                  <a:latin typeface="Poppins Light" panose="00000400000000000000" pitchFamily="2" charset="0"/>
                  <a:cs typeface="Poppins Light" panose="00000400000000000000" pitchFamily="2" charset="0"/>
                </a:rPr>
                <a:t>Billing</a:t>
              </a:r>
            </a:p>
            <a:p>
              <a:pPr marL="171450" indent="-171450">
                <a:buFont typeface="Courier New" panose="02070309020205020404" pitchFamily="49" charset="0"/>
                <a:buChar char="o"/>
              </a:pPr>
              <a:r>
                <a:rPr lang="en-US" sz="1100" dirty="0">
                  <a:latin typeface="Poppins Light" panose="00000400000000000000" pitchFamily="2" charset="0"/>
                  <a:cs typeface="Poppins Light" panose="00000400000000000000" pitchFamily="2" charset="0"/>
                </a:rPr>
                <a:t>Collection</a:t>
              </a:r>
            </a:p>
            <a:p>
              <a:pPr marL="171450" indent="-171450">
                <a:buFont typeface="Courier New" panose="02070309020205020404" pitchFamily="49" charset="0"/>
                <a:buChar char="o"/>
              </a:pPr>
              <a:r>
                <a:rPr lang="en-US" sz="1100" dirty="0">
                  <a:latin typeface="Poppins Light" panose="00000400000000000000" pitchFamily="2" charset="0"/>
                  <a:cs typeface="Poppins Light" panose="00000400000000000000" pitchFamily="2" charset="0"/>
                </a:rPr>
                <a:t>Claims follow-up</a:t>
              </a:r>
            </a:p>
            <a:p>
              <a:pPr marL="171450" indent="-171450">
                <a:buFont typeface="Courier New" panose="02070309020205020404" pitchFamily="49" charset="0"/>
                <a:buChar char="o"/>
              </a:pPr>
              <a:r>
                <a:rPr lang="en-US" sz="1100" dirty="0">
                  <a:latin typeface="Poppins Light" panose="00000400000000000000" pitchFamily="2" charset="0"/>
                  <a:cs typeface="Poppins Light" panose="00000400000000000000" pitchFamily="2" charset="0"/>
                </a:rPr>
                <a:t>Legal support</a:t>
              </a:r>
            </a:p>
            <a:p>
              <a:pPr marL="171450" indent="-171450">
                <a:buFont typeface="Courier New" panose="02070309020205020404" pitchFamily="49" charset="0"/>
                <a:buChar char="o"/>
              </a:pPr>
              <a:r>
                <a:rPr lang="en-US" sz="1100" dirty="0">
                  <a:latin typeface="Poppins Light" panose="00000400000000000000" pitchFamily="2" charset="0"/>
                  <a:cs typeface="Poppins Light" panose="00000400000000000000" pitchFamily="2" charset="0"/>
                </a:rPr>
                <a:t>A/R management</a:t>
              </a:r>
            </a:p>
            <a:p>
              <a:pPr marL="171450" indent="-171450">
                <a:buFont typeface="Courier New" panose="02070309020205020404" pitchFamily="49" charset="0"/>
                <a:buChar char="o"/>
              </a:pPr>
              <a:r>
                <a:rPr lang="en-US" sz="1100" dirty="0">
                  <a:latin typeface="Poppins Light" panose="00000400000000000000" pitchFamily="2" charset="0"/>
                  <a:cs typeface="Poppins Light" panose="00000400000000000000" pitchFamily="2" charset="0"/>
                </a:rPr>
                <a:t>Robust contract management</a:t>
              </a:r>
            </a:p>
          </p:txBody>
        </p:sp>
        <p:sp>
          <p:nvSpPr>
            <p:cNvPr id="224" name="Oval 223">
              <a:extLst>
                <a:ext uri="{FF2B5EF4-FFF2-40B4-BE49-F238E27FC236}">
                  <a16:creationId xmlns:a16="http://schemas.microsoft.com/office/drawing/2014/main" id="{2C213FCB-893F-4462-A5E4-A0C1EE70EC56}"/>
                </a:ext>
              </a:extLst>
            </p:cNvPr>
            <p:cNvSpPr/>
            <p:nvPr/>
          </p:nvSpPr>
          <p:spPr>
            <a:xfrm>
              <a:off x="1974771" y="3776622"/>
              <a:ext cx="473268" cy="473268"/>
            </a:xfrm>
            <a:prstGeom prst="ellipse">
              <a:avLst/>
            </a:prstGeom>
            <a:gradFill>
              <a:gsLst>
                <a:gs pos="100000">
                  <a:srgbClr val="0A2C69"/>
                </a:gs>
                <a:gs pos="0">
                  <a:srgbClr val="3795AF"/>
                </a:gs>
              </a:gsLst>
              <a:path path="circle">
                <a:fillToRect l="100000" t="100000"/>
              </a:path>
            </a:gra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a16="http://schemas.microsoft.com/office/drawing/2014/main" id="{95CE5419-F3E9-40DC-92F8-0D09FB5E25E5}"/>
                </a:ext>
              </a:extLst>
            </p:cNvPr>
            <p:cNvGrpSpPr/>
            <p:nvPr/>
          </p:nvGrpSpPr>
          <p:grpSpPr>
            <a:xfrm>
              <a:off x="2101486" y="2071298"/>
              <a:ext cx="219838" cy="2060131"/>
              <a:chOff x="2101486" y="2071298"/>
              <a:chExt cx="219838" cy="2060131"/>
            </a:xfrm>
          </p:grpSpPr>
          <p:pic>
            <p:nvPicPr>
              <p:cNvPr id="228" name="Picture 227">
                <a:extLst>
                  <a:ext uri="{FF2B5EF4-FFF2-40B4-BE49-F238E27FC236}">
                    <a16:creationId xmlns:a16="http://schemas.microsoft.com/office/drawing/2014/main" id="{476D0EFA-C908-442E-BEB1-D7B8FB196ACE}"/>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101486" y="2071298"/>
                <a:ext cx="219838" cy="219838"/>
              </a:xfrm>
              <a:prstGeom prst="rect">
                <a:avLst/>
              </a:prstGeom>
            </p:spPr>
          </p:pic>
          <p:pic>
            <p:nvPicPr>
              <p:cNvPr id="229" name="Picture 228">
                <a:extLst>
                  <a:ext uri="{FF2B5EF4-FFF2-40B4-BE49-F238E27FC236}">
                    <a16:creationId xmlns:a16="http://schemas.microsoft.com/office/drawing/2014/main" id="{8636747F-3C6D-4636-AC14-DC782197333D}"/>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101486" y="3911591"/>
                <a:ext cx="219838" cy="219838"/>
              </a:xfrm>
              <a:prstGeom prst="rect">
                <a:avLst/>
              </a:prstGeom>
            </p:spPr>
          </p:pic>
        </p:grpSp>
      </p:grpSp>
      <p:grpSp>
        <p:nvGrpSpPr>
          <p:cNvPr id="233" name="Group 232">
            <a:extLst>
              <a:ext uri="{FF2B5EF4-FFF2-40B4-BE49-F238E27FC236}">
                <a16:creationId xmlns:a16="http://schemas.microsoft.com/office/drawing/2014/main" id="{3A7DC581-45F3-4201-BD87-2AA35802CF8C}"/>
              </a:ext>
            </a:extLst>
          </p:cNvPr>
          <p:cNvGrpSpPr/>
          <p:nvPr/>
        </p:nvGrpSpPr>
        <p:grpSpPr>
          <a:xfrm>
            <a:off x="379267" y="9551057"/>
            <a:ext cx="1817432" cy="1992582"/>
            <a:chOff x="379267" y="3722122"/>
            <a:chExt cx="1817432" cy="1992582"/>
          </a:xfrm>
        </p:grpSpPr>
        <p:sp>
          <p:nvSpPr>
            <p:cNvPr id="234" name="Freeform: Shape 233">
              <a:extLst>
                <a:ext uri="{FF2B5EF4-FFF2-40B4-BE49-F238E27FC236}">
                  <a16:creationId xmlns:a16="http://schemas.microsoft.com/office/drawing/2014/main" id="{2BFE7D75-C689-4849-A1D1-B8CB7A3C0896}"/>
                </a:ext>
              </a:extLst>
            </p:cNvPr>
            <p:cNvSpPr/>
            <p:nvPr/>
          </p:nvSpPr>
          <p:spPr>
            <a:xfrm>
              <a:off x="529777" y="3722122"/>
              <a:ext cx="1653588" cy="1410143"/>
            </a:xfrm>
            <a:custGeom>
              <a:avLst/>
              <a:gdLst>
                <a:gd name="connsiteX0" fmla="*/ 1652681 w 1653588"/>
                <a:gd name="connsiteY0" fmla="*/ 585515 h 1410143"/>
                <a:gd name="connsiteX1" fmla="*/ 1411211 w 1653588"/>
                <a:gd name="connsiteY1" fmla="*/ 1169369 h 1410143"/>
                <a:gd name="connsiteX2" fmla="*/ 243502 w 1653588"/>
                <a:gd name="connsiteY2" fmla="*/ 1169369 h 1410143"/>
                <a:gd name="connsiteX3" fmla="*/ 243498 w 1653588"/>
                <a:gd name="connsiteY3" fmla="*/ 1665 h 1410143"/>
                <a:gd name="connsiteX4" fmla="*/ 363295 w 1653588"/>
                <a:gd name="connsiteY4" fmla="*/ 121407 h 1410143"/>
                <a:gd name="connsiteX5" fmla="*/ 363295 w 1653588"/>
                <a:gd name="connsiteY5" fmla="*/ 1049576 h 1410143"/>
                <a:gd name="connsiteX6" fmla="*/ 1291464 w 1653588"/>
                <a:gd name="connsiteY6" fmla="*/ 1049576 h 1410143"/>
                <a:gd name="connsiteX7" fmla="*/ 1291464 w 1653588"/>
                <a:gd name="connsiteY7" fmla="*/ 121407 h 1410143"/>
                <a:gd name="connsiteX8" fmla="*/ 1411211 w 1653588"/>
                <a:gd name="connsiteY8" fmla="*/ 1660 h 1410143"/>
                <a:gd name="connsiteX9" fmla="*/ 1652681 w 1653588"/>
                <a:gd name="connsiteY9" fmla="*/ 585515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681" y="585515"/>
                  </a:moveTo>
                  <a:cubicBezTo>
                    <a:pt x="1653063" y="804506"/>
                    <a:pt x="1566164" y="1014622"/>
                    <a:pt x="1411211" y="1169369"/>
                  </a:cubicBezTo>
                  <a:cubicBezTo>
                    <a:pt x="1089267" y="1491314"/>
                    <a:pt x="565447" y="1491314"/>
                    <a:pt x="243502" y="1169369"/>
                  </a:cubicBezTo>
                  <a:cubicBezTo>
                    <a:pt x="-78952" y="846918"/>
                    <a:pt x="-78954" y="324119"/>
                    <a:pt x="243498" y="1665"/>
                  </a:cubicBezTo>
                  <a:lnTo>
                    <a:pt x="363295" y="121407"/>
                  </a:lnTo>
                  <a:cubicBezTo>
                    <a:pt x="107357" y="377301"/>
                    <a:pt x="107357" y="793683"/>
                    <a:pt x="363295" y="1049576"/>
                  </a:cubicBezTo>
                  <a:cubicBezTo>
                    <a:pt x="619234" y="1305469"/>
                    <a:pt x="1035571" y="1305515"/>
                    <a:pt x="1291464" y="1049576"/>
                  </a:cubicBezTo>
                  <a:cubicBezTo>
                    <a:pt x="1547357" y="793638"/>
                    <a:pt x="1547357" y="377301"/>
                    <a:pt x="1291464" y="121407"/>
                  </a:cubicBezTo>
                  <a:lnTo>
                    <a:pt x="1411211" y="1660"/>
                  </a:lnTo>
                  <a:cubicBezTo>
                    <a:pt x="1566172" y="156402"/>
                    <a:pt x="1653073" y="366522"/>
                    <a:pt x="1652681" y="585515"/>
                  </a:cubicBezTo>
                  <a:close/>
                </a:path>
              </a:pathLst>
            </a:custGeom>
            <a:solidFill>
              <a:srgbClr val="FFFFFF"/>
            </a:solidFill>
            <a:ln w="4591"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DF58AA30-1A99-4A96-A422-2499BB15D55D}"/>
                </a:ext>
              </a:extLst>
            </p:cNvPr>
            <p:cNvSpPr/>
            <p:nvPr/>
          </p:nvSpPr>
          <p:spPr>
            <a:xfrm>
              <a:off x="783837" y="3744813"/>
              <a:ext cx="1143732" cy="1143732"/>
            </a:xfrm>
            <a:custGeom>
              <a:avLst/>
              <a:gdLst>
                <a:gd name="connsiteX0" fmla="*/ 1144933 w 1143732"/>
                <a:gd name="connsiteY0" fmla="*/ 573297 h 1143731"/>
                <a:gd name="connsiteX1" fmla="*/ 573297 w 1143732"/>
                <a:gd name="connsiteY1" fmla="*/ 1144933 h 1143731"/>
                <a:gd name="connsiteX2" fmla="*/ 1660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3" y="1144933"/>
                    <a:pt x="573297" y="1144933"/>
                  </a:cubicBezTo>
                  <a:cubicBezTo>
                    <a:pt x="257591" y="1144933"/>
                    <a:pt x="1660" y="889003"/>
                    <a:pt x="1660" y="573297"/>
                  </a:cubicBezTo>
                  <a:cubicBezTo>
                    <a:pt x="1660" y="257591"/>
                    <a:pt x="257591" y="1660"/>
                    <a:pt x="573297" y="1660"/>
                  </a:cubicBezTo>
                  <a:cubicBezTo>
                    <a:pt x="889003"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F0AA6111-D0A9-4C20-911C-19547E9843F3}"/>
                </a:ext>
              </a:extLst>
            </p:cNvPr>
            <p:cNvSpPr/>
            <p:nvPr/>
          </p:nvSpPr>
          <p:spPr>
            <a:xfrm>
              <a:off x="868538" y="3829513"/>
              <a:ext cx="973780" cy="973780"/>
            </a:xfrm>
            <a:custGeom>
              <a:avLst/>
              <a:gdLst>
                <a:gd name="connsiteX0" fmla="*/ 975532 w 973779"/>
                <a:gd name="connsiteY0" fmla="*/ 488596 h 973779"/>
                <a:gd name="connsiteX1" fmla="*/ 488596 w 973779"/>
                <a:gd name="connsiteY1" fmla="*/ 975532 h 973779"/>
                <a:gd name="connsiteX2" fmla="*/ 1660 w 973779"/>
                <a:gd name="connsiteY2" fmla="*/ 488596 h 973779"/>
                <a:gd name="connsiteX3" fmla="*/ 488596 w 973779"/>
                <a:gd name="connsiteY3" fmla="*/ 1660 h 973779"/>
                <a:gd name="connsiteX4" fmla="*/ 975532 w 973779"/>
                <a:gd name="connsiteY4" fmla="*/ 488596 h 9737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779" h="973779">
                  <a:moveTo>
                    <a:pt x="975532" y="488596"/>
                  </a:moveTo>
                  <a:cubicBezTo>
                    <a:pt x="975532" y="757524"/>
                    <a:pt x="757523" y="975532"/>
                    <a:pt x="488596" y="975532"/>
                  </a:cubicBezTo>
                  <a:cubicBezTo>
                    <a:pt x="219669" y="975532"/>
                    <a:pt x="1660" y="757524"/>
                    <a:pt x="1660" y="488596"/>
                  </a:cubicBezTo>
                  <a:cubicBezTo>
                    <a:pt x="1660" y="219669"/>
                    <a:pt x="219669" y="1660"/>
                    <a:pt x="488596" y="1660"/>
                  </a:cubicBezTo>
                  <a:cubicBezTo>
                    <a:pt x="757523" y="1660"/>
                    <a:pt x="975532" y="219669"/>
                    <a:pt x="975532" y="488596"/>
                  </a:cubicBezTo>
                  <a:close/>
                </a:path>
              </a:pathLst>
            </a:custGeom>
            <a:solidFill>
              <a:srgbClr val="FFFFFF"/>
            </a:solidFill>
            <a:ln w="4591" cap="flat">
              <a:noFill/>
              <a:prstDash val="solid"/>
              <a:miter/>
            </a:ln>
          </p:spPr>
          <p:txBody>
            <a:bodyPr rtlCol="0" anchor="ctr"/>
            <a:lstStyle/>
            <a:p>
              <a:endParaRPr lang="en-US"/>
            </a:p>
          </p:txBody>
        </p:sp>
        <p:sp>
          <p:nvSpPr>
            <p:cNvPr id="237" name="Rectangle 236">
              <a:extLst>
                <a:ext uri="{FF2B5EF4-FFF2-40B4-BE49-F238E27FC236}">
                  <a16:creationId xmlns:a16="http://schemas.microsoft.com/office/drawing/2014/main" id="{ED54CD29-FFD9-406B-83EE-D0590AB37F1B}"/>
                </a:ext>
              </a:extLst>
            </p:cNvPr>
            <p:cNvSpPr/>
            <p:nvPr/>
          </p:nvSpPr>
          <p:spPr>
            <a:xfrm>
              <a:off x="379267" y="5191484"/>
              <a:ext cx="1817432" cy="523220"/>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ACCOUNT REGISTRATION</a:t>
              </a:r>
            </a:p>
          </p:txBody>
        </p:sp>
        <p:pic>
          <p:nvPicPr>
            <p:cNvPr id="238" name="Picture 237">
              <a:extLst>
                <a:ext uri="{FF2B5EF4-FFF2-40B4-BE49-F238E27FC236}">
                  <a16:creationId xmlns:a16="http://schemas.microsoft.com/office/drawing/2014/main" id="{291AD08A-5063-4DFC-9276-3E78794B4F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01232" y="4128162"/>
              <a:ext cx="354050" cy="354050"/>
            </a:xfrm>
            <a:prstGeom prst="rect">
              <a:avLst/>
            </a:prstGeom>
          </p:spPr>
        </p:pic>
      </p:grpSp>
      <p:grpSp>
        <p:nvGrpSpPr>
          <p:cNvPr id="239" name="Group 238">
            <a:extLst>
              <a:ext uri="{FF2B5EF4-FFF2-40B4-BE49-F238E27FC236}">
                <a16:creationId xmlns:a16="http://schemas.microsoft.com/office/drawing/2014/main" id="{AD060AE4-AA0E-4FD6-83FD-49B22975DA3A}"/>
              </a:ext>
            </a:extLst>
          </p:cNvPr>
          <p:cNvGrpSpPr/>
          <p:nvPr/>
        </p:nvGrpSpPr>
        <p:grpSpPr>
          <a:xfrm>
            <a:off x="2477371" y="9550919"/>
            <a:ext cx="1817432" cy="1777277"/>
            <a:chOff x="2477371" y="3721984"/>
            <a:chExt cx="1817432" cy="1777277"/>
          </a:xfrm>
        </p:grpSpPr>
        <p:sp>
          <p:nvSpPr>
            <p:cNvPr id="240" name="Freeform: Shape 239">
              <a:extLst>
                <a:ext uri="{FF2B5EF4-FFF2-40B4-BE49-F238E27FC236}">
                  <a16:creationId xmlns:a16="http://schemas.microsoft.com/office/drawing/2014/main" id="{000B5E4E-B9AF-4BFC-984F-7C1C630CDFC7}"/>
                </a:ext>
              </a:extLst>
            </p:cNvPr>
            <p:cNvSpPr/>
            <p:nvPr/>
          </p:nvSpPr>
          <p:spPr>
            <a:xfrm>
              <a:off x="2625838" y="3721984"/>
              <a:ext cx="1653588" cy="1410143"/>
            </a:xfrm>
            <a:custGeom>
              <a:avLst/>
              <a:gdLst>
                <a:gd name="connsiteX0" fmla="*/ 1652681 w 1653588"/>
                <a:gd name="connsiteY0" fmla="*/ 585653 h 1410143"/>
                <a:gd name="connsiteX1" fmla="*/ 1411211 w 1653588"/>
                <a:gd name="connsiteY1" fmla="*/ 1169507 h 1410143"/>
                <a:gd name="connsiteX2" fmla="*/ 243502 w 1653588"/>
                <a:gd name="connsiteY2" fmla="*/ 1169507 h 1410143"/>
                <a:gd name="connsiteX3" fmla="*/ 243498 w 1653588"/>
                <a:gd name="connsiteY3" fmla="*/ 1803 h 1410143"/>
                <a:gd name="connsiteX4" fmla="*/ 363112 w 1653588"/>
                <a:gd name="connsiteY4" fmla="*/ 121408 h 1410143"/>
                <a:gd name="connsiteX5" fmla="*/ 363112 w 1653588"/>
                <a:gd name="connsiteY5" fmla="*/ 1049576 h 1410143"/>
                <a:gd name="connsiteX6" fmla="*/ 1291280 w 1653588"/>
                <a:gd name="connsiteY6" fmla="*/ 1049576 h 1410143"/>
                <a:gd name="connsiteX7" fmla="*/ 1291280 w 1653588"/>
                <a:gd name="connsiteY7" fmla="*/ 121408 h 1410143"/>
                <a:gd name="connsiteX8" fmla="*/ 1411028 w 1653588"/>
                <a:gd name="connsiteY8" fmla="*/ 1660 h 1410143"/>
                <a:gd name="connsiteX9" fmla="*/ 1652681 w 1653588"/>
                <a:gd name="connsiteY9" fmla="*/ 585653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681" y="585653"/>
                  </a:moveTo>
                  <a:cubicBezTo>
                    <a:pt x="1653063" y="804644"/>
                    <a:pt x="1566164" y="1014760"/>
                    <a:pt x="1411211" y="1169507"/>
                  </a:cubicBezTo>
                  <a:cubicBezTo>
                    <a:pt x="1089313" y="1491452"/>
                    <a:pt x="565447" y="1491452"/>
                    <a:pt x="243502" y="1169507"/>
                  </a:cubicBezTo>
                  <a:cubicBezTo>
                    <a:pt x="-78952" y="847055"/>
                    <a:pt x="-78954" y="324257"/>
                    <a:pt x="243498" y="1803"/>
                  </a:cubicBezTo>
                  <a:lnTo>
                    <a:pt x="363112" y="121408"/>
                  </a:lnTo>
                  <a:cubicBezTo>
                    <a:pt x="107219" y="377301"/>
                    <a:pt x="107219" y="793684"/>
                    <a:pt x="363112" y="1049576"/>
                  </a:cubicBezTo>
                  <a:cubicBezTo>
                    <a:pt x="619005" y="1305469"/>
                    <a:pt x="1035387" y="1305515"/>
                    <a:pt x="1291280" y="1049576"/>
                  </a:cubicBezTo>
                  <a:cubicBezTo>
                    <a:pt x="1547173" y="793638"/>
                    <a:pt x="1547173" y="377301"/>
                    <a:pt x="1291280" y="121408"/>
                  </a:cubicBezTo>
                  <a:lnTo>
                    <a:pt x="1411028" y="1660"/>
                  </a:lnTo>
                  <a:cubicBezTo>
                    <a:pt x="1566090" y="156406"/>
                    <a:pt x="1653061" y="366586"/>
                    <a:pt x="1652681" y="585653"/>
                  </a:cubicBezTo>
                  <a:close/>
                </a:path>
              </a:pathLst>
            </a:custGeom>
            <a:solidFill>
              <a:srgbClr val="FFFFFF"/>
            </a:solidFill>
            <a:ln w="4591"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FF7A29B7-98A0-48E1-BC7A-325108553045}"/>
                </a:ext>
              </a:extLst>
            </p:cNvPr>
            <p:cNvSpPr/>
            <p:nvPr/>
          </p:nvSpPr>
          <p:spPr>
            <a:xfrm>
              <a:off x="2879898" y="3744813"/>
              <a:ext cx="1143732" cy="1143732"/>
            </a:xfrm>
            <a:custGeom>
              <a:avLst/>
              <a:gdLst>
                <a:gd name="connsiteX0" fmla="*/ 1144933 w 1143732"/>
                <a:gd name="connsiteY0" fmla="*/ 573297 h 1143731"/>
                <a:gd name="connsiteX1" fmla="*/ 573297 w 1143732"/>
                <a:gd name="connsiteY1" fmla="*/ 1144933 h 1143731"/>
                <a:gd name="connsiteX2" fmla="*/ 1660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3" y="1144933"/>
                    <a:pt x="573297" y="1144933"/>
                  </a:cubicBezTo>
                  <a:cubicBezTo>
                    <a:pt x="257591" y="1144933"/>
                    <a:pt x="1660" y="889003"/>
                    <a:pt x="1660" y="573297"/>
                  </a:cubicBezTo>
                  <a:cubicBezTo>
                    <a:pt x="1660" y="257591"/>
                    <a:pt x="257590" y="1660"/>
                    <a:pt x="573297" y="1660"/>
                  </a:cubicBezTo>
                  <a:cubicBezTo>
                    <a:pt x="889003"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2DF70527-46D9-4C0E-9512-261BAA4A15FC}"/>
                </a:ext>
              </a:extLst>
            </p:cNvPr>
            <p:cNvSpPr/>
            <p:nvPr/>
          </p:nvSpPr>
          <p:spPr>
            <a:xfrm>
              <a:off x="2964599" y="3829513"/>
              <a:ext cx="973780" cy="973780"/>
            </a:xfrm>
            <a:custGeom>
              <a:avLst/>
              <a:gdLst>
                <a:gd name="connsiteX0" fmla="*/ 975532 w 973779"/>
                <a:gd name="connsiteY0" fmla="*/ 488596 h 973779"/>
                <a:gd name="connsiteX1" fmla="*/ 488596 w 973779"/>
                <a:gd name="connsiteY1" fmla="*/ 975532 h 973779"/>
                <a:gd name="connsiteX2" fmla="*/ 1660 w 973779"/>
                <a:gd name="connsiteY2" fmla="*/ 488596 h 973779"/>
                <a:gd name="connsiteX3" fmla="*/ 488596 w 973779"/>
                <a:gd name="connsiteY3" fmla="*/ 1660 h 973779"/>
                <a:gd name="connsiteX4" fmla="*/ 975532 w 973779"/>
                <a:gd name="connsiteY4" fmla="*/ 488596 h 9737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779" h="973779">
                  <a:moveTo>
                    <a:pt x="975532" y="488596"/>
                  </a:moveTo>
                  <a:cubicBezTo>
                    <a:pt x="975532" y="757524"/>
                    <a:pt x="757523" y="975532"/>
                    <a:pt x="488596" y="975532"/>
                  </a:cubicBezTo>
                  <a:cubicBezTo>
                    <a:pt x="219669" y="975532"/>
                    <a:pt x="1660" y="757524"/>
                    <a:pt x="1660" y="488596"/>
                  </a:cubicBezTo>
                  <a:cubicBezTo>
                    <a:pt x="1660" y="219669"/>
                    <a:pt x="219669" y="1660"/>
                    <a:pt x="488596" y="1660"/>
                  </a:cubicBezTo>
                  <a:cubicBezTo>
                    <a:pt x="757523" y="1660"/>
                    <a:pt x="975532" y="219669"/>
                    <a:pt x="975532" y="488596"/>
                  </a:cubicBezTo>
                  <a:close/>
                </a:path>
              </a:pathLst>
            </a:custGeom>
            <a:solidFill>
              <a:srgbClr val="FFFFFF"/>
            </a:solidFill>
            <a:ln w="4591" cap="flat">
              <a:noFill/>
              <a:prstDash val="solid"/>
              <a:miter/>
            </a:ln>
          </p:spPr>
          <p:txBody>
            <a:bodyPr rtlCol="0" anchor="ctr"/>
            <a:lstStyle/>
            <a:p>
              <a:endParaRPr lang="en-US"/>
            </a:p>
          </p:txBody>
        </p:sp>
        <p:sp>
          <p:nvSpPr>
            <p:cNvPr id="243" name="Rectangle 242">
              <a:extLst>
                <a:ext uri="{FF2B5EF4-FFF2-40B4-BE49-F238E27FC236}">
                  <a16:creationId xmlns:a16="http://schemas.microsoft.com/office/drawing/2014/main" id="{FAF68BFB-478F-474C-9FD1-6135335C06B1}"/>
                </a:ext>
              </a:extLst>
            </p:cNvPr>
            <p:cNvSpPr/>
            <p:nvPr/>
          </p:nvSpPr>
          <p:spPr>
            <a:xfrm>
              <a:off x="2477371" y="5191484"/>
              <a:ext cx="1817432" cy="307777"/>
            </a:xfrm>
            <a:prstGeom prst="rect">
              <a:avLst/>
            </a:prstGeom>
          </p:spPr>
          <p:txBody>
            <a:bodyPr wrap="square" anchor="t">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GO LIVE</a:t>
              </a:r>
            </a:p>
          </p:txBody>
        </p:sp>
        <p:pic>
          <p:nvPicPr>
            <p:cNvPr id="244" name="Picture 243">
              <a:extLst>
                <a:ext uri="{FF2B5EF4-FFF2-40B4-BE49-F238E27FC236}">
                  <a16:creationId xmlns:a16="http://schemas.microsoft.com/office/drawing/2014/main" id="{5FA78E70-1FC1-46D7-A630-684D2935F9C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07243" y="4128162"/>
              <a:ext cx="354050" cy="354050"/>
            </a:xfrm>
            <a:prstGeom prst="rect">
              <a:avLst/>
            </a:prstGeom>
          </p:spPr>
        </p:pic>
      </p:grpSp>
      <p:grpSp>
        <p:nvGrpSpPr>
          <p:cNvPr id="245" name="Group 244">
            <a:extLst>
              <a:ext uri="{FF2B5EF4-FFF2-40B4-BE49-F238E27FC236}">
                <a16:creationId xmlns:a16="http://schemas.microsoft.com/office/drawing/2014/main" id="{735334E8-B3D8-4819-AF25-1E0FB70A6FD4}"/>
              </a:ext>
            </a:extLst>
          </p:cNvPr>
          <p:cNvGrpSpPr/>
          <p:nvPr/>
        </p:nvGrpSpPr>
        <p:grpSpPr>
          <a:xfrm>
            <a:off x="4552828" y="9456034"/>
            <a:ext cx="1822675" cy="2087605"/>
            <a:chOff x="4552828" y="3627099"/>
            <a:chExt cx="1822675" cy="2087605"/>
          </a:xfrm>
        </p:grpSpPr>
        <p:sp>
          <p:nvSpPr>
            <p:cNvPr id="246" name="Freeform: Shape 245">
              <a:extLst>
                <a:ext uri="{FF2B5EF4-FFF2-40B4-BE49-F238E27FC236}">
                  <a16:creationId xmlns:a16="http://schemas.microsoft.com/office/drawing/2014/main" id="{B3ABA7A5-BB0A-4EFB-9212-B14216E1A083}"/>
                </a:ext>
              </a:extLst>
            </p:cNvPr>
            <p:cNvSpPr/>
            <p:nvPr/>
          </p:nvSpPr>
          <p:spPr>
            <a:xfrm>
              <a:off x="4721915" y="3722122"/>
              <a:ext cx="1653588" cy="1410143"/>
            </a:xfrm>
            <a:custGeom>
              <a:avLst/>
              <a:gdLst>
                <a:gd name="connsiteX0" fmla="*/ 1652298 w 1653588"/>
                <a:gd name="connsiteY0" fmla="*/ 585515 h 1410143"/>
                <a:gd name="connsiteX1" fmla="*/ 1410828 w 1653588"/>
                <a:gd name="connsiteY1" fmla="*/ 1169369 h 1410143"/>
                <a:gd name="connsiteX2" fmla="*/ 243119 w 1653588"/>
                <a:gd name="connsiteY2" fmla="*/ 1169369 h 1410143"/>
                <a:gd name="connsiteX3" fmla="*/ 243119 w 1653588"/>
                <a:gd name="connsiteY3" fmla="*/ 1660 h 1410143"/>
                <a:gd name="connsiteX4" fmla="*/ 362866 w 1653588"/>
                <a:gd name="connsiteY4" fmla="*/ 121407 h 1410143"/>
                <a:gd name="connsiteX5" fmla="*/ 362866 w 1653588"/>
                <a:gd name="connsiteY5" fmla="*/ 1049576 h 1410143"/>
                <a:gd name="connsiteX6" fmla="*/ 1291080 w 1653588"/>
                <a:gd name="connsiteY6" fmla="*/ 1049576 h 1410143"/>
                <a:gd name="connsiteX7" fmla="*/ 1291080 w 1653588"/>
                <a:gd name="connsiteY7" fmla="*/ 121407 h 1410143"/>
                <a:gd name="connsiteX8" fmla="*/ 1410828 w 1653588"/>
                <a:gd name="connsiteY8" fmla="*/ 1660 h 1410143"/>
                <a:gd name="connsiteX9" fmla="*/ 1652298 w 1653588"/>
                <a:gd name="connsiteY9" fmla="*/ 585515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298" y="585515"/>
                  </a:moveTo>
                  <a:cubicBezTo>
                    <a:pt x="1652659" y="804502"/>
                    <a:pt x="1565763" y="1014610"/>
                    <a:pt x="1410828" y="1169369"/>
                  </a:cubicBezTo>
                  <a:cubicBezTo>
                    <a:pt x="1088883" y="1491314"/>
                    <a:pt x="565064" y="1491314"/>
                    <a:pt x="243119" y="1169369"/>
                  </a:cubicBezTo>
                  <a:cubicBezTo>
                    <a:pt x="-78826" y="847425"/>
                    <a:pt x="-78826" y="323605"/>
                    <a:pt x="243119" y="1660"/>
                  </a:cubicBezTo>
                  <a:lnTo>
                    <a:pt x="362866" y="121407"/>
                  </a:lnTo>
                  <a:cubicBezTo>
                    <a:pt x="106973" y="377301"/>
                    <a:pt x="106973" y="793683"/>
                    <a:pt x="362866" y="1049576"/>
                  </a:cubicBezTo>
                  <a:cubicBezTo>
                    <a:pt x="618759" y="1305469"/>
                    <a:pt x="1035142" y="1305515"/>
                    <a:pt x="1291080" y="1049576"/>
                  </a:cubicBezTo>
                  <a:cubicBezTo>
                    <a:pt x="1547019" y="793638"/>
                    <a:pt x="1546973" y="377301"/>
                    <a:pt x="1291080" y="121407"/>
                  </a:cubicBezTo>
                  <a:lnTo>
                    <a:pt x="1410828" y="1660"/>
                  </a:lnTo>
                  <a:cubicBezTo>
                    <a:pt x="1565772" y="156414"/>
                    <a:pt x="1652670" y="366526"/>
                    <a:pt x="1652298" y="585515"/>
                  </a:cubicBezTo>
                  <a:close/>
                </a:path>
              </a:pathLst>
            </a:custGeom>
            <a:solidFill>
              <a:srgbClr val="FFFFFF"/>
            </a:solidFill>
            <a:ln w="4591"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6706A40A-8890-4788-BAEF-FFDD18F18AE6}"/>
                </a:ext>
              </a:extLst>
            </p:cNvPr>
            <p:cNvSpPr/>
            <p:nvPr/>
          </p:nvSpPr>
          <p:spPr>
            <a:xfrm>
              <a:off x="4975592" y="3744813"/>
              <a:ext cx="1143732" cy="1143732"/>
            </a:xfrm>
            <a:custGeom>
              <a:avLst/>
              <a:gdLst>
                <a:gd name="connsiteX0" fmla="*/ 1144933 w 1143732"/>
                <a:gd name="connsiteY0" fmla="*/ 573297 h 1143731"/>
                <a:gd name="connsiteX1" fmla="*/ 573297 w 1143732"/>
                <a:gd name="connsiteY1" fmla="*/ 1144933 h 1143731"/>
                <a:gd name="connsiteX2" fmla="*/ 1661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3" y="1144933"/>
                    <a:pt x="573297" y="1144933"/>
                  </a:cubicBezTo>
                  <a:cubicBezTo>
                    <a:pt x="257591" y="1144933"/>
                    <a:pt x="1661" y="889003"/>
                    <a:pt x="1661" y="573297"/>
                  </a:cubicBezTo>
                  <a:cubicBezTo>
                    <a:pt x="1661" y="257591"/>
                    <a:pt x="257591" y="1660"/>
                    <a:pt x="573297" y="1660"/>
                  </a:cubicBezTo>
                  <a:cubicBezTo>
                    <a:pt x="889003"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E98F880D-AB1E-4B87-B930-C4606EF33D77}"/>
                </a:ext>
              </a:extLst>
            </p:cNvPr>
            <p:cNvSpPr/>
            <p:nvPr/>
          </p:nvSpPr>
          <p:spPr>
            <a:xfrm>
              <a:off x="4857871" y="3627099"/>
              <a:ext cx="1377990" cy="1377990"/>
            </a:xfrm>
            <a:custGeom>
              <a:avLst/>
              <a:gdLst>
                <a:gd name="connsiteX0" fmla="*/ 1035295 w 1377990"/>
                <a:gd name="connsiteY0" fmla="*/ 346664 h 1377990"/>
                <a:gd name="connsiteX1" fmla="*/ 1035295 w 1377990"/>
                <a:gd name="connsiteY1" fmla="*/ 1035295 h 1377990"/>
                <a:gd name="connsiteX2" fmla="*/ 346664 w 1377990"/>
                <a:gd name="connsiteY2" fmla="*/ 1035295 h 1377990"/>
                <a:gd name="connsiteX3" fmla="*/ 346664 w 1377990"/>
                <a:gd name="connsiteY3" fmla="*/ 346664 h 1377990"/>
                <a:gd name="connsiteX4" fmla="*/ 1035295 w 1377990"/>
                <a:gd name="connsiteY4" fmla="*/ 346664 h 1377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990" h="1377990">
                  <a:moveTo>
                    <a:pt x="1035295" y="346664"/>
                  </a:moveTo>
                  <a:cubicBezTo>
                    <a:pt x="1225455" y="536824"/>
                    <a:pt x="1225455" y="845135"/>
                    <a:pt x="1035295" y="1035295"/>
                  </a:cubicBezTo>
                  <a:cubicBezTo>
                    <a:pt x="845135" y="1225456"/>
                    <a:pt x="536824" y="1225456"/>
                    <a:pt x="346664" y="1035295"/>
                  </a:cubicBezTo>
                  <a:cubicBezTo>
                    <a:pt x="156503" y="845135"/>
                    <a:pt x="156503" y="536824"/>
                    <a:pt x="346664" y="346664"/>
                  </a:cubicBezTo>
                  <a:cubicBezTo>
                    <a:pt x="536824" y="156504"/>
                    <a:pt x="845135" y="156504"/>
                    <a:pt x="1035295" y="346664"/>
                  </a:cubicBezTo>
                  <a:close/>
                </a:path>
              </a:pathLst>
            </a:custGeom>
            <a:solidFill>
              <a:srgbClr val="FFFFFF"/>
            </a:solidFill>
            <a:ln w="4591" cap="flat">
              <a:noFill/>
              <a:prstDash val="solid"/>
              <a:miter/>
            </a:ln>
          </p:spPr>
          <p:txBody>
            <a:bodyPr rtlCol="0" anchor="ctr"/>
            <a:lstStyle/>
            <a:p>
              <a:endParaRPr lang="en-US"/>
            </a:p>
          </p:txBody>
        </p:sp>
        <p:sp>
          <p:nvSpPr>
            <p:cNvPr id="249" name="Rectangle 248">
              <a:extLst>
                <a:ext uri="{FF2B5EF4-FFF2-40B4-BE49-F238E27FC236}">
                  <a16:creationId xmlns:a16="http://schemas.microsoft.com/office/drawing/2014/main" id="{8BF4CA6F-5D83-4677-8916-3AF411B08C1C}"/>
                </a:ext>
              </a:extLst>
            </p:cNvPr>
            <p:cNvSpPr/>
            <p:nvPr/>
          </p:nvSpPr>
          <p:spPr>
            <a:xfrm>
              <a:off x="4552828" y="5191484"/>
              <a:ext cx="1817432" cy="523220"/>
            </a:xfrm>
            <a:prstGeom prst="rect">
              <a:avLst/>
            </a:prstGeom>
          </p:spPr>
          <p:txBody>
            <a:bodyPr wrap="square" anchor="t">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SEND OVER DEMOGRAPHICS</a:t>
              </a:r>
            </a:p>
          </p:txBody>
        </p:sp>
        <p:pic>
          <p:nvPicPr>
            <p:cNvPr id="250" name="Picture 249">
              <a:extLst>
                <a:ext uri="{FF2B5EF4-FFF2-40B4-BE49-F238E27FC236}">
                  <a16:creationId xmlns:a16="http://schemas.microsoft.com/office/drawing/2014/main" id="{9CBB93CE-A6E8-45D1-BA1D-4C6F9031655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99918" y="4128162"/>
              <a:ext cx="354050" cy="354050"/>
            </a:xfrm>
            <a:prstGeom prst="rect">
              <a:avLst/>
            </a:prstGeom>
          </p:spPr>
        </p:pic>
      </p:grpSp>
      <p:grpSp>
        <p:nvGrpSpPr>
          <p:cNvPr id="251" name="Group 250">
            <a:extLst>
              <a:ext uri="{FF2B5EF4-FFF2-40B4-BE49-F238E27FC236}">
                <a16:creationId xmlns:a16="http://schemas.microsoft.com/office/drawing/2014/main" id="{8FC55339-F9B3-4776-A7CC-B8936240EC0D}"/>
              </a:ext>
            </a:extLst>
          </p:cNvPr>
          <p:cNvGrpSpPr/>
          <p:nvPr/>
        </p:nvGrpSpPr>
        <p:grpSpPr>
          <a:xfrm>
            <a:off x="6672580" y="9551057"/>
            <a:ext cx="1817432" cy="1992582"/>
            <a:chOff x="6672580" y="3722122"/>
            <a:chExt cx="1817432" cy="1992582"/>
          </a:xfrm>
        </p:grpSpPr>
        <p:sp>
          <p:nvSpPr>
            <p:cNvPr id="252" name="Freeform: Shape 251">
              <a:extLst>
                <a:ext uri="{FF2B5EF4-FFF2-40B4-BE49-F238E27FC236}">
                  <a16:creationId xmlns:a16="http://schemas.microsoft.com/office/drawing/2014/main" id="{93AF4433-4AB6-469D-8064-1BCA89A89284}"/>
                </a:ext>
              </a:extLst>
            </p:cNvPr>
            <p:cNvSpPr/>
            <p:nvPr/>
          </p:nvSpPr>
          <p:spPr>
            <a:xfrm>
              <a:off x="6817456" y="3722122"/>
              <a:ext cx="1653588" cy="1410143"/>
            </a:xfrm>
            <a:custGeom>
              <a:avLst/>
              <a:gdLst>
                <a:gd name="connsiteX0" fmla="*/ 1652681 w 1653588"/>
                <a:gd name="connsiteY0" fmla="*/ 585515 h 1410143"/>
                <a:gd name="connsiteX1" fmla="*/ 1411212 w 1653588"/>
                <a:gd name="connsiteY1" fmla="*/ 1169369 h 1410143"/>
                <a:gd name="connsiteX2" fmla="*/ 243502 w 1653588"/>
                <a:gd name="connsiteY2" fmla="*/ 1169369 h 1410143"/>
                <a:gd name="connsiteX3" fmla="*/ 243498 w 1653588"/>
                <a:gd name="connsiteY3" fmla="*/ 1665 h 1410143"/>
                <a:gd name="connsiteX4" fmla="*/ 363249 w 1653588"/>
                <a:gd name="connsiteY4" fmla="*/ 121407 h 1410143"/>
                <a:gd name="connsiteX5" fmla="*/ 363249 w 1653588"/>
                <a:gd name="connsiteY5" fmla="*/ 1049576 h 1410143"/>
                <a:gd name="connsiteX6" fmla="*/ 1291464 w 1653588"/>
                <a:gd name="connsiteY6" fmla="*/ 1049576 h 1410143"/>
                <a:gd name="connsiteX7" fmla="*/ 1291464 w 1653588"/>
                <a:gd name="connsiteY7" fmla="*/ 121407 h 1410143"/>
                <a:gd name="connsiteX8" fmla="*/ 1411211 w 1653588"/>
                <a:gd name="connsiteY8" fmla="*/ 1660 h 1410143"/>
                <a:gd name="connsiteX9" fmla="*/ 1652681 w 1653588"/>
                <a:gd name="connsiteY9" fmla="*/ 585515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681" y="585515"/>
                  </a:moveTo>
                  <a:cubicBezTo>
                    <a:pt x="1653064" y="804506"/>
                    <a:pt x="1566164" y="1014622"/>
                    <a:pt x="1411212" y="1169369"/>
                  </a:cubicBezTo>
                  <a:cubicBezTo>
                    <a:pt x="1089267" y="1491314"/>
                    <a:pt x="565446" y="1491314"/>
                    <a:pt x="243502" y="1169369"/>
                  </a:cubicBezTo>
                  <a:cubicBezTo>
                    <a:pt x="-78952" y="846918"/>
                    <a:pt x="-78954" y="324119"/>
                    <a:pt x="243498" y="1665"/>
                  </a:cubicBezTo>
                  <a:lnTo>
                    <a:pt x="363249" y="121407"/>
                  </a:lnTo>
                  <a:cubicBezTo>
                    <a:pt x="107357" y="377301"/>
                    <a:pt x="107357" y="793683"/>
                    <a:pt x="363249" y="1049576"/>
                  </a:cubicBezTo>
                  <a:cubicBezTo>
                    <a:pt x="619142" y="1305469"/>
                    <a:pt x="1035525" y="1305515"/>
                    <a:pt x="1291464" y="1049576"/>
                  </a:cubicBezTo>
                  <a:cubicBezTo>
                    <a:pt x="1547402" y="793638"/>
                    <a:pt x="1547357" y="377301"/>
                    <a:pt x="1291464" y="121407"/>
                  </a:cubicBezTo>
                  <a:lnTo>
                    <a:pt x="1411211" y="1660"/>
                  </a:lnTo>
                  <a:cubicBezTo>
                    <a:pt x="1566172" y="156402"/>
                    <a:pt x="1653074" y="366522"/>
                    <a:pt x="1652681" y="585515"/>
                  </a:cubicBezTo>
                  <a:close/>
                </a:path>
              </a:pathLst>
            </a:custGeom>
            <a:solidFill>
              <a:srgbClr val="FFFFFF"/>
            </a:solidFill>
            <a:ln w="4591"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929109D2-E20F-4F8A-9AB4-23FD4C978706}"/>
                </a:ext>
              </a:extLst>
            </p:cNvPr>
            <p:cNvSpPr/>
            <p:nvPr/>
          </p:nvSpPr>
          <p:spPr>
            <a:xfrm>
              <a:off x="7071515" y="3744813"/>
              <a:ext cx="1143732" cy="1143732"/>
            </a:xfrm>
            <a:custGeom>
              <a:avLst/>
              <a:gdLst>
                <a:gd name="connsiteX0" fmla="*/ 1144933 w 1143732"/>
                <a:gd name="connsiteY0" fmla="*/ 573297 h 1143731"/>
                <a:gd name="connsiteX1" fmla="*/ 573297 w 1143732"/>
                <a:gd name="connsiteY1" fmla="*/ 1144933 h 1143731"/>
                <a:gd name="connsiteX2" fmla="*/ 1661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3" y="1144933"/>
                    <a:pt x="573297" y="1144933"/>
                  </a:cubicBezTo>
                  <a:cubicBezTo>
                    <a:pt x="257591" y="1144933"/>
                    <a:pt x="1661" y="889003"/>
                    <a:pt x="1661" y="573297"/>
                  </a:cubicBezTo>
                  <a:cubicBezTo>
                    <a:pt x="1661" y="257591"/>
                    <a:pt x="257591" y="1660"/>
                    <a:pt x="573297" y="1660"/>
                  </a:cubicBezTo>
                  <a:cubicBezTo>
                    <a:pt x="889003"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D8A43425-BADA-4C2B-A734-C3B723B6512F}"/>
                </a:ext>
              </a:extLst>
            </p:cNvPr>
            <p:cNvSpPr/>
            <p:nvPr/>
          </p:nvSpPr>
          <p:spPr>
            <a:xfrm>
              <a:off x="7156216" y="3829513"/>
              <a:ext cx="973780" cy="973780"/>
            </a:xfrm>
            <a:custGeom>
              <a:avLst/>
              <a:gdLst>
                <a:gd name="connsiteX0" fmla="*/ 975532 w 973779"/>
                <a:gd name="connsiteY0" fmla="*/ 488596 h 973779"/>
                <a:gd name="connsiteX1" fmla="*/ 488596 w 973779"/>
                <a:gd name="connsiteY1" fmla="*/ 975532 h 973779"/>
                <a:gd name="connsiteX2" fmla="*/ 1660 w 973779"/>
                <a:gd name="connsiteY2" fmla="*/ 488596 h 973779"/>
                <a:gd name="connsiteX3" fmla="*/ 488596 w 973779"/>
                <a:gd name="connsiteY3" fmla="*/ 1660 h 973779"/>
                <a:gd name="connsiteX4" fmla="*/ 975532 w 973779"/>
                <a:gd name="connsiteY4" fmla="*/ 488596 h 9737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779" h="973779">
                  <a:moveTo>
                    <a:pt x="975532" y="488596"/>
                  </a:moveTo>
                  <a:cubicBezTo>
                    <a:pt x="975532" y="757524"/>
                    <a:pt x="757524" y="975532"/>
                    <a:pt x="488596" y="975532"/>
                  </a:cubicBezTo>
                  <a:cubicBezTo>
                    <a:pt x="219669" y="975532"/>
                    <a:pt x="1660" y="757524"/>
                    <a:pt x="1660" y="488596"/>
                  </a:cubicBezTo>
                  <a:cubicBezTo>
                    <a:pt x="1660" y="219669"/>
                    <a:pt x="219669" y="1660"/>
                    <a:pt x="488596" y="1660"/>
                  </a:cubicBezTo>
                  <a:cubicBezTo>
                    <a:pt x="757524" y="1660"/>
                    <a:pt x="975532" y="219669"/>
                    <a:pt x="975532" y="488596"/>
                  </a:cubicBezTo>
                  <a:close/>
                </a:path>
              </a:pathLst>
            </a:custGeom>
            <a:solidFill>
              <a:srgbClr val="FFFFFF"/>
            </a:solidFill>
            <a:ln w="4591" cap="flat">
              <a:noFill/>
              <a:prstDash val="solid"/>
              <a:miter/>
            </a:ln>
          </p:spPr>
          <p:txBody>
            <a:bodyPr rtlCol="0" anchor="ctr"/>
            <a:lstStyle/>
            <a:p>
              <a:endParaRPr lang="en-US"/>
            </a:p>
          </p:txBody>
        </p:sp>
        <p:sp>
          <p:nvSpPr>
            <p:cNvPr id="255" name="Rectangle 254">
              <a:extLst>
                <a:ext uri="{FF2B5EF4-FFF2-40B4-BE49-F238E27FC236}">
                  <a16:creationId xmlns:a16="http://schemas.microsoft.com/office/drawing/2014/main" id="{8DF38960-6A31-4EF8-AF8E-DF1C37AE52BE}"/>
                </a:ext>
              </a:extLst>
            </p:cNvPr>
            <p:cNvSpPr/>
            <p:nvPr/>
          </p:nvSpPr>
          <p:spPr>
            <a:xfrm>
              <a:off x="6672580" y="5191484"/>
              <a:ext cx="1817432" cy="523220"/>
            </a:xfrm>
            <a:prstGeom prst="rect">
              <a:avLst/>
            </a:prstGeom>
          </p:spPr>
          <p:txBody>
            <a:bodyPr wrap="square" anchor="t">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CLAIM BILLED BY ELITE</a:t>
              </a:r>
            </a:p>
          </p:txBody>
        </p:sp>
        <p:pic>
          <p:nvPicPr>
            <p:cNvPr id="256" name="Picture 255">
              <a:extLst>
                <a:ext uri="{FF2B5EF4-FFF2-40B4-BE49-F238E27FC236}">
                  <a16:creationId xmlns:a16="http://schemas.microsoft.com/office/drawing/2014/main" id="{04F47A6D-C659-4A21-B6C4-8BD2F6724BA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84693" y="4128162"/>
              <a:ext cx="354050" cy="354050"/>
            </a:xfrm>
            <a:prstGeom prst="rect">
              <a:avLst/>
            </a:prstGeom>
          </p:spPr>
        </p:pic>
      </p:grpSp>
      <p:grpSp>
        <p:nvGrpSpPr>
          <p:cNvPr id="257" name="Group 256">
            <a:extLst>
              <a:ext uri="{FF2B5EF4-FFF2-40B4-BE49-F238E27FC236}">
                <a16:creationId xmlns:a16="http://schemas.microsoft.com/office/drawing/2014/main" id="{2DE18EE9-BE7E-4224-859A-F8271B25BDCB}"/>
              </a:ext>
            </a:extLst>
          </p:cNvPr>
          <p:cNvGrpSpPr/>
          <p:nvPr/>
        </p:nvGrpSpPr>
        <p:grpSpPr>
          <a:xfrm>
            <a:off x="8755913" y="9456033"/>
            <a:ext cx="1817432" cy="2087606"/>
            <a:chOff x="8755913" y="3627098"/>
            <a:chExt cx="1817432" cy="2087606"/>
          </a:xfrm>
        </p:grpSpPr>
        <p:sp>
          <p:nvSpPr>
            <p:cNvPr id="258" name="Freeform: Shape 257">
              <a:extLst>
                <a:ext uri="{FF2B5EF4-FFF2-40B4-BE49-F238E27FC236}">
                  <a16:creationId xmlns:a16="http://schemas.microsoft.com/office/drawing/2014/main" id="{7A4E3F94-EFF1-40EA-8A30-6FC87CB6367D}"/>
                </a:ext>
              </a:extLst>
            </p:cNvPr>
            <p:cNvSpPr/>
            <p:nvPr/>
          </p:nvSpPr>
          <p:spPr>
            <a:xfrm>
              <a:off x="8913624" y="3721984"/>
              <a:ext cx="1653588" cy="1410143"/>
            </a:xfrm>
            <a:custGeom>
              <a:avLst/>
              <a:gdLst>
                <a:gd name="connsiteX0" fmla="*/ 1652160 w 1653588"/>
                <a:gd name="connsiteY0" fmla="*/ 585653 h 1410143"/>
                <a:gd name="connsiteX1" fmla="*/ 1410828 w 1653588"/>
                <a:gd name="connsiteY1" fmla="*/ 1169369 h 1410143"/>
                <a:gd name="connsiteX2" fmla="*/ 243119 w 1653588"/>
                <a:gd name="connsiteY2" fmla="*/ 1169369 h 1410143"/>
                <a:gd name="connsiteX3" fmla="*/ 243119 w 1653588"/>
                <a:gd name="connsiteY3" fmla="*/ 1660 h 1410143"/>
                <a:gd name="connsiteX4" fmla="*/ 362867 w 1653588"/>
                <a:gd name="connsiteY4" fmla="*/ 121408 h 1410143"/>
                <a:gd name="connsiteX5" fmla="*/ 362867 w 1653588"/>
                <a:gd name="connsiteY5" fmla="*/ 1049576 h 1410143"/>
                <a:gd name="connsiteX6" fmla="*/ 1291034 w 1653588"/>
                <a:gd name="connsiteY6" fmla="*/ 1049576 h 1410143"/>
                <a:gd name="connsiteX7" fmla="*/ 1291034 w 1653588"/>
                <a:gd name="connsiteY7" fmla="*/ 121408 h 1410143"/>
                <a:gd name="connsiteX8" fmla="*/ 1410828 w 1653588"/>
                <a:gd name="connsiteY8" fmla="*/ 1660 h 1410143"/>
                <a:gd name="connsiteX9" fmla="*/ 1652160 w 1653588"/>
                <a:gd name="connsiteY9" fmla="*/ 585653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160" y="585653"/>
                  </a:moveTo>
                  <a:cubicBezTo>
                    <a:pt x="1652527" y="804573"/>
                    <a:pt x="1565684" y="1014624"/>
                    <a:pt x="1410828" y="1169369"/>
                  </a:cubicBezTo>
                  <a:cubicBezTo>
                    <a:pt x="1088883" y="1491314"/>
                    <a:pt x="565064" y="1491314"/>
                    <a:pt x="243119" y="1169369"/>
                  </a:cubicBezTo>
                  <a:cubicBezTo>
                    <a:pt x="-78826" y="847425"/>
                    <a:pt x="-78826" y="323605"/>
                    <a:pt x="243119" y="1660"/>
                  </a:cubicBezTo>
                  <a:lnTo>
                    <a:pt x="362867" y="121408"/>
                  </a:lnTo>
                  <a:cubicBezTo>
                    <a:pt x="106973" y="377301"/>
                    <a:pt x="106973" y="793684"/>
                    <a:pt x="362867" y="1049576"/>
                  </a:cubicBezTo>
                  <a:cubicBezTo>
                    <a:pt x="618759" y="1305469"/>
                    <a:pt x="1035142" y="1305515"/>
                    <a:pt x="1291034" y="1049576"/>
                  </a:cubicBezTo>
                  <a:cubicBezTo>
                    <a:pt x="1546927" y="793638"/>
                    <a:pt x="1546927" y="377301"/>
                    <a:pt x="1291034" y="121408"/>
                  </a:cubicBezTo>
                  <a:lnTo>
                    <a:pt x="1410828" y="1660"/>
                  </a:lnTo>
                  <a:cubicBezTo>
                    <a:pt x="1565760" y="156467"/>
                    <a:pt x="1652610" y="366635"/>
                    <a:pt x="1652160" y="585653"/>
                  </a:cubicBezTo>
                  <a:close/>
                </a:path>
              </a:pathLst>
            </a:custGeom>
            <a:solidFill>
              <a:srgbClr val="FFFFFF"/>
            </a:solidFill>
            <a:ln w="4591"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94C442B0-CA12-411A-A9AC-F49C835D5CCB}"/>
                </a:ext>
              </a:extLst>
            </p:cNvPr>
            <p:cNvSpPr/>
            <p:nvPr/>
          </p:nvSpPr>
          <p:spPr>
            <a:xfrm>
              <a:off x="9167163" y="3744813"/>
              <a:ext cx="1143732" cy="1143732"/>
            </a:xfrm>
            <a:custGeom>
              <a:avLst/>
              <a:gdLst>
                <a:gd name="connsiteX0" fmla="*/ 1144933 w 1143732"/>
                <a:gd name="connsiteY0" fmla="*/ 573297 h 1143731"/>
                <a:gd name="connsiteX1" fmla="*/ 573297 w 1143732"/>
                <a:gd name="connsiteY1" fmla="*/ 1144933 h 1143731"/>
                <a:gd name="connsiteX2" fmla="*/ 1661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3" y="1144933"/>
                    <a:pt x="573297" y="1144933"/>
                  </a:cubicBezTo>
                  <a:cubicBezTo>
                    <a:pt x="257591" y="1144933"/>
                    <a:pt x="1661" y="889003"/>
                    <a:pt x="1661" y="573297"/>
                  </a:cubicBezTo>
                  <a:cubicBezTo>
                    <a:pt x="1661" y="257591"/>
                    <a:pt x="257591" y="1660"/>
                    <a:pt x="573297" y="1660"/>
                  </a:cubicBezTo>
                  <a:cubicBezTo>
                    <a:pt x="889004"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45AE5B2F-5C88-4ACA-B4CA-7E89F8F05718}"/>
                </a:ext>
              </a:extLst>
            </p:cNvPr>
            <p:cNvSpPr/>
            <p:nvPr/>
          </p:nvSpPr>
          <p:spPr>
            <a:xfrm>
              <a:off x="9049490" y="3627098"/>
              <a:ext cx="1377990" cy="1377990"/>
            </a:xfrm>
            <a:custGeom>
              <a:avLst/>
              <a:gdLst>
                <a:gd name="connsiteX0" fmla="*/ 1035295 w 1377990"/>
                <a:gd name="connsiteY0" fmla="*/ 346664 h 1377990"/>
                <a:gd name="connsiteX1" fmla="*/ 1035295 w 1377990"/>
                <a:gd name="connsiteY1" fmla="*/ 1035296 h 1377990"/>
                <a:gd name="connsiteX2" fmla="*/ 346663 w 1377990"/>
                <a:gd name="connsiteY2" fmla="*/ 1035296 h 1377990"/>
                <a:gd name="connsiteX3" fmla="*/ 346663 w 1377990"/>
                <a:gd name="connsiteY3" fmla="*/ 346664 h 1377990"/>
                <a:gd name="connsiteX4" fmla="*/ 1035295 w 1377990"/>
                <a:gd name="connsiteY4" fmla="*/ 346664 h 1377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990" h="1377990">
                  <a:moveTo>
                    <a:pt x="1035295" y="346664"/>
                  </a:moveTo>
                  <a:cubicBezTo>
                    <a:pt x="1225455" y="536825"/>
                    <a:pt x="1225455" y="845136"/>
                    <a:pt x="1035295" y="1035296"/>
                  </a:cubicBezTo>
                  <a:cubicBezTo>
                    <a:pt x="845135" y="1225456"/>
                    <a:pt x="536824" y="1225456"/>
                    <a:pt x="346663" y="1035296"/>
                  </a:cubicBezTo>
                  <a:cubicBezTo>
                    <a:pt x="156503" y="845135"/>
                    <a:pt x="156503" y="536824"/>
                    <a:pt x="346663" y="346664"/>
                  </a:cubicBezTo>
                  <a:cubicBezTo>
                    <a:pt x="536823" y="156504"/>
                    <a:pt x="845134" y="156504"/>
                    <a:pt x="1035295" y="346664"/>
                  </a:cubicBezTo>
                  <a:close/>
                </a:path>
              </a:pathLst>
            </a:custGeom>
            <a:solidFill>
              <a:srgbClr val="FFFFFF"/>
            </a:solidFill>
            <a:ln w="4591" cap="flat">
              <a:noFill/>
              <a:prstDash val="solid"/>
              <a:miter/>
            </a:ln>
          </p:spPr>
          <p:txBody>
            <a:bodyPr rtlCol="0" anchor="ctr"/>
            <a:lstStyle/>
            <a:p>
              <a:endParaRPr lang="en-US"/>
            </a:p>
          </p:txBody>
        </p:sp>
        <p:sp>
          <p:nvSpPr>
            <p:cNvPr id="261" name="Rectangle 260">
              <a:extLst>
                <a:ext uri="{FF2B5EF4-FFF2-40B4-BE49-F238E27FC236}">
                  <a16:creationId xmlns:a16="http://schemas.microsoft.com/office/drawing/2014/main" id="{5F526196-2811-49C4-8C66-EAAE16DE294E}"/>
                </a:ext>
              </a:extLst>
            </p:cNvPr>
            <p:cNvSpPr/>
            <p:nvPr/>
          </p:nvSpPr>
          <p:spPr>
            <a:xfrm>
              <a:off x="8755913" y="5191484"/>
              <a:ext cx="1817432" cy="523220"/>
            </a:xfrm>
            <a:prstGeom prst="rect">
              <a:avLst/>
            </a:prstGeom>
          </p:spPr>
          <p:txBody>
            <a:bodyPr wrap="square" anchor="t">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ACCOUNTING AND REPORTING</a:t>
              </a:r>
            </a:p>
          </p:txBody>
        </p:sp>
        <p:pic>
          <p:nvPicPr>
            <p:cNvPr id="262" name="Picture 261">
              <a:extLst>
                <a:ext uri="{FF2B5EF4-FFF2-40B4-BE49-F238E27FC236}">
                  <a16:creationId xmlns:a16="http://schemas.microsoft.com/office/drawing/2014/main" id="{C81F1AAF-B7CD-4D5B-A306-C86735906EB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97225" y="4128162"/>
              <a:ext cx="354050" cy="354050"/>
            </a:xfrm>
            <a:prstGeom prst="rect">
              <a:avLst/>
            </a:prstGeom>
          </p:spPr>
        </p:pic>
      </p:grpSp>
      <p:grpSp>
        <p:nvGrpSpPr>
          <p:cNvPr id="263" name="Group 262">
            <a:extLst>
              <a:ext uri="{FF2B5EF4-FFF2-40B4-BE49-F238E27FC236}">
                <a16:creationId xmlns:a16="http://schemas.microsoft.com/office/drawing/2014/main" id="{1946B5E7-1F9A-439B-9ECD-E66F42A319AE}"/>
              </a:ext>
            </a:extLst>
          </p:cNvPr>
          <p:cNvGrpSpPr/>
          <p:nvPr/>
        </p:nvGrpSpPr>
        <p:grpSpPr>
          <a:xfrm>
            <a:off x="1456525" y="-4169270"/>
            <a:ext cx="1817432" cy="2219320"/>
            <a:chOff x="1456525" y="1850895"/>
            <a:chExt cx="1817432" cy="2219320"/>
          </a:xfrm>
        </p:grpSpPr>
        <p:sp>
          <p:nvSpPr>
            <p:cNvPr id="264" name="Freeform: Shape 263">
              <a:extLst>
                <a:ext uri="{FF2B5EF4-FFF2-40B4-BE49-F238E27FC236}">
                  <a16:creationId xmlns:a16="http://schemas.microsoft.com/office/drawing/2014/main" id="{A8398943-BECE-47A8-ACB0-F089045DDF0B}"/>
                </a:ext>
              </a:extLst>
            </p:cNvPr>
            <p:cNvSpPr/>
            <p:nvPr/>
          </p:nvSpPr>
          <p:spPr>
            <a:xfrm>
              <a:off x="1578157" y="2432564"/>
              <a:ext cx="1653588" cy="1410143"/>
            </a:xfrm>
            <a:custGeom>
              <a:avLst/>
              <a:gdLst>
                <a:gd name="connsiteX0" fmla="*/ 1652309 w 1653588"/>
                <a:gd name="connsiteY0" fmla="*/ 826973 h 1410143"/>
                <a:gd name="connsiteX1" fmla="*/ 1410793 w 1653588"/>
                <a:gd name="connsiteY1" fmla="*/ 1410828 h 1410143"/>
                <a:gd name="connsiteX2" fmla="*/ 1291046 w 1653588"/>
                <a:gd name="connsiteY2" fmla="*/ 1291080 h 1410143"/>
                <a:gd name="connsiteX3" fmla="*/ 1291046 w 1653588"/>
                <a:gd name="connsiteY3" fmla="*/ 362912 h 1410143"/>
                <a:gd name="connsiteX4" fmla="*/ 362877 w 1653588"/>
                <a:gd name="connsiteY4" fmla="*/ 362912 h 1410143"/>
                <a:gd name="connsiteX5" fmla="*/ 362877 w 1653588"/>
                <a:gd name="connsiteY5" fmla="*/ 1291080 h 1410143"/>
                <a:gd name="connsiteX6" fmla="*/ 243084 w 1653588"/>
                <a:gd name="connsiteY6" fmla="*/ 1410828 h 1410143"/>
                <a:gd name="connsiteX7" fmla="*/ 243084 w 1653588"/>
                <a:gd name="connsiteY7" fmla="*/ 243119 h 1410143"/>
                <a:gd name="connsiteX8" fmla="*/ 1410793 w 1653588"/>
                <a:gd name="connsiteY8" fmla="*/ 243119 h 1410143"/>
                <a:gd name="connsiteX9" fmla="*/ 1652309 w 1653588"/>
                <a:gd name="connsiteY9" fmla="*/ 826973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309" y="826973"/>
                  </a:moveTo>
                  <a:cubicBezTo>
                    <a:pt x="1652689" y="1045973"/>
                    <a:pt x="1565772" y="1256093"/>
                    <a:pt x="1410793" y="1410828"/>
                  </a:cubicBezTo>
                  <a:lnTo>
                    <a:pt x="1291046" y="1291080"/>
                  </a:lnTo>
                  <a:cubicBezTo>
                    <a:pt x="1546939" y="1035188"/>
                    <a:pt x="1546939" y="618805"/>
                    <a:pt x="1291046" y="362912"/>
                  </a:cubicBezTo>
                  <a:cubicBezTo>
                    <a:pt x="1035153" y="107019"/>
                    <a:pt x="618770" y="106973"/>
                    <a:pt x="362877" y="362912"/>
                  </a:cubicBezTo>
                  <a:cubicBezTo>
                    <a:pt x="106985" y="618851"/>
                    <a:pt x="106985" y="1035188"/>
                    <a:pt x="362877" y="1291080"/>
                  </a:cubicBezTo>
                  <a:lnTo>
                    <a:pt x="243084" y="1410828"/>
                  </a:lnTo>
                  <a:cubicBezTo>
                    <a:pt x="-78814" y="1088883"/>
                    <a:pt x="-78814" y="565063"/>
                    <a:pt x="243084" y="243119"/>
                  </a:cubicBezTo>
                  <a:cubicBezTo>
                    <a:pt x="564983" y="-78826"/>
                    <a:pt x="1088895" y="-78826"/>
                    <a:pt x="1410793" y="243119"/>
                  </a:cubicBezTo>
                  <a:cubicBezTo>
                    <a:pt x="1565763" y="397859"/>
                    <a:pt x="1652679" y="607976"/>
                    <a:pt x="1652309" y="826973"/>
                  </a:cubicBezTo>
                  <a:close/>
                </a:path>
              </a:pathLst>
            </a:custGeom>
            <a:solidFill>
              <a:srgbClr val="3795AF"/>
            </a:solidFill>
            <a:ln w="4591"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9E0641D2-061B-4BE7-94BA-FED97D0A9AD2}"/>
                </a:ext>
              </a:extLst>
            </p:cNvPr>
            <p:cNvSpPr/>
            <p:nvPr/>
          </p:nvSpPr>
          <p:spPr>
            <a:xfrm>
              <a:off x="1594349" y="2448780"/>
              <a:ext cx="1621435" cy="1621435"/>
            </a:xfrm>
            <a:custGeom>
              <a:avLst/>
              <a:gdLst>
                <a:gd name="connsiteX0" fmla="*/ 1214972 w 1621435"/>
                <a:gd name="connsiteY0" fmla="*/ 406556 h 1621435"/>
                <a:gd name="connsiteX1" fmla="*/ 1214972 w 1621435"/>
                <a:gd name="connsiteY1" fmla="*/ 1214972 h 1621435"/>
                <a:gd name="connsiteX2" fmla="*/ 406556 w 1621435"/>
                <a:gd name="connsiteY2" fmla="*/ 1214972 h 1621435"/>
                <a:gd name="connsiteX3" fmla="*/ 406556 w 1621435"/>
                <a:gd name="connsiteY3" fmla="*/ 406556 h 1621435"/>
                <a:gd name="connsiteX4" fmla="*/ 1214972 w 1621435"/>
                <a:gd name="connsiteY4" fmla="*/ 406556 h 162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1435" h="1621435">
                  <a:moveTo>
                    <a:pt x="1214972" y="406556"/>
                  </a:moveTo>
                  <a:cubicBezTo>
                    <a:pt x="1438210" y="629794"/>
                    <a:pt x="1438210" y="991734"/>
                    <a:pt x="1214972" y="1214972"/>
                  </a:cubicBezTo>
                  <a:cubicBezTo>
                    <a:pt x="991734" y="1438210"/>
                    <a:pt x="629794" y="1438210"/>
                    <a:pt x="406556" y="1214972"/>
                  </a:cubicBezTo>
                  <a:cubicBezTo>
                    <a:pt x="183318" y="991734"/>
                    <a:pt x="183318" y="629794"/>
                    <a:pt x="406556" y="406556"/>
                  </a:cubicBezTo>
                  <a:cubicBezTo>
                    <a:pt x="629794" y="183318"/>
                    <a:pt x="991734" y="183318"/>
                    <a:pt x="1214972" y="406556"/>
                  </a:cubicBezTo>
                  <a:close/>
                </a:path>
              </a:pathLst>
            </a:custGeom>
            <a:solidFill>
              <a:schemeClr val="bg1">
                <a:alpha val="22000"/>
              </a:schemeClr>
            </a:solidFill>
            <a:ln w="4591"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94DE61DF-ED0C-4433-88CD-B63AC8C2370C}"/>
                </a:ext>
              </a:extLst>
            </p:cNvPr>
            <p:cNvSpPr/>
            <p:nvPr/>
          </p:nvSpPr>
          <p:spPr>
            <a:xfrm>
              <a:off x="1714134" y="2568565"/>
              <a:ext cx="1377990" cy="1377990"/>
            </a:xfrm>
            <a:custGeom>
              <a:avLst/>
              <a:gdLst>
                <a:gd name="connsiteX0" fmla="*/ 1035295 w 1377990"/>
                <a:gd name="connsiteY0" fmla="*/ 346664 h 1377990"/>
                <a:gd name="connsiteX1" fmla="*/ 1035295 w 1377990"/>
                <a:gd name="connsiteY1" fmla="*/ 1035295 h 1377990"/>
                <a:gd name="connsiteX2" fmla="*/ 346663 w 1377990"/>
                <a:gd name="connsiteY2" fmla="*/ 1035295 h 1377990"/>
                <a:gd name="connsiteX3" fmla="*/ 346663 w 1377990"/>
                <a:gd name="connsiteY3" fmla="*/ 346664 h 1377990"/>
                <a:gd name="connsiteX4" fmla="*/ 1035295 w 1377990"/>
                <a:gd name="connsiteY4" fmla="*/ 346664 h 1377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990" h="1377990">
                  <a:moveTo>
                    <a:pt x="1035295" y="346664"/>
                  </a:moveTo>
                  <a:cubicBezTo>
                    <a:pt x="1225455" y="536824"/>
                    <a:pt x="1225455" y="845135"/>
                    <a:pt x="1035295" y="1035295"/>
                  </a:cubicBezTo>
                  <a:cubicBezTo>
                    <a:pt x="845135" y="1225455"/>
                    <a:pt x="536824" y="1225455"/>
                    <a:pt x="346663" y="1035295"/>
                  </a:cubicBezTo>
                  <a:cubicBezTo>
                    <a:pt x="156503" y="845135"/>
                    <a:pt x="156503" y="536824"/>
                    <a:pt x="346663" y="346664"/>
                  </a:cubicBezTo>
                  <a:cubicBezTo>
                    <a:pt x="536824" y="156503"/>
                    <a:pt x="845135" y="156503"/>
                    <a:pt x="1035295" y="346664"/>
                  </a:cubicBezTo>
                  <a:close/>
                </a:path>
              </a:pathLst>
            </a:custGeom>
            <a:solidFill>
              <a:srgbClr val="FFFFFF"/>
            </a:solidFill>
            <a:ln w="4591" cap="flat">
              <a:noFill/>
              <a:prstDash val="solid"/>
              <a:miter/>
            </a:ln>
          </p:spPr>
          <p:txBody>
            <a:bodyPr rtlCol="0" anchor="ctr"/>
            <a:lstStyle/>
            <a:p>
              <a:endParaRPr lang="en-US"/>
            </a:p>
          </p:txBody>
        </p:sp>
        <p:sp>
          <p:nvSpPr>
            <p:cNvPr id="267" name="Rectangle 266">
              <a:extLst>
                <a:ext uri="{FF2B5EF4-FFF2-40B4-BE49-F238E27FC236}">
                  <a16:creationId xmlns:a16="http://schemas.microsoft.com/office/drawing/2014/main" id="{B7292FB7-067A-4E4F-9141-5612361E3CAC}"/>
                </a:ext>
              </a:extLst>
            </p:cNvPr>
            <p:cNvSpPr/>
            <p:nvPr/>
          </p:nvSpPr>
          <p:spPr>
            <a:xfrm>
              <a:off x="1456525" y="1850895"/>
              <a:ext cx="1817432" cy="523220"/>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IMPLEMENTATION AND TRAINING</a:t>
              </a:r>
            </a:p>
          </p:txBody>
        </p:sp>
        <p:pic>
          <p:nvPicPr>
            <p:cNvPr id="268" name="Picture 267">
              <a:extLst>
                <a:ext uri="{FF2B5EF4-FFF2-40B4-BE49-F238E27FC236}">
                  <a16:creationId xmlns:a16="http://schemas.microsoft.com/office/drawing/2014/main" id="{B2773351-CD45-4606-AF34-B712C5209FF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253195" y="3052224"/>
              <a:ext cx="354050" cy="354050"/>
            </a:xfrm>
            <a:prstGeom prst="rect">
              <a:avLst/>
            </a:prstGeom>
          </p:spPr>
        </p:pic>
      </p:grpSp>
      <p:grpSp>
        <p:nvGrpSpPr>
          <p:cNvPr id="269" name="Group 268">
            <a:extLst>
              <a:ext uri="{FF2B5EF4-FFF2-40B4-BE49-F238E27FC236}">
                <a16:creationId xmlns:a16="http://schemas.microsoft.com/office/drawing/2014/main" id="{9F5CEF43-7BAA-475D-8F7E-2D02EE25D8FC}"/>
              </a:ext>
            </a:extLst>
          </p:cNvPr>
          <p:cNvGrpSpPr/>
          <p:nvPr/>
        </p:nvGrpSpPr>
        <p:grpSpPr>
          <a:xfrm>
            <a:off x="3491090" y="-4169270"/>
            <a:ext cx="2020710" cy="1991813"/>
            <a:chOff x="3491090" y="1850895"/>
            <a:chExt cx="2020710" cy="1991813"/>
          </a:xfrm>
        </p:grpSpPr>
        <p:sp>
          <p:nvSpPr>
            <p:cNvPr id="270" name="Freeform: Shape 269">
              <a:extLst>
                <a:ext uri="{FF2B5EF4-FFF2-40B4-BE49-F238E27FC236}">
                  <a16:creationId xmlns:a16="http://schemas.microsoft.com/office/drawing/2014/main" id="{41DB8E0A-19D3-4F52-A7FB-5C9DDEA69184}"/>
                </a:ext>
              </a:extLst>
            </p:cNvPr>
            <p:cNvSpPr/>
            <p:nvPr/>
          </p:nvSpPr>
          <p:spPr>
            <a:xfrm>
              <a:off x="3673800" y="2432565"/>
              <a:ext cx="1653588" cy="1410143"/>
            </a:xfrm>
            <a:custGeom>
              <a:avLst/>
              <a:gdLst>
                <a:gd name="connsiteX0" fmla="*/ 1652681 w 1653588"/>
                <a:gd name="connsiteY0" fmla="*/ 826973 h 1410143"/>
                <a:gd name="connsiteX1" fmla="*/ 1411212 w 1653588"/>
                <a:gd name="connsiteY1" fmla="*/ 1410827 h 1410143"/>
                <a:gd name="connsiteX2" fmla="*/ 1291464 w 1653588"/>
                <a:gd name="connsiteY2" fmla="*/ 1291080 h 1410143"/>
                <a:gd name="connsiteX3" fmla="*/ 1291464 w 1653588"/>
                <a:gd name="connsiteY3" fmla="*/ 362911 h 1410143"/>
                <a:gd name="connsiteX4" fmla="*/ 363250 w 1653588"/>
                <a:gd name="connsiteY4" fmla="*/ 362911 h 1410143"/>
                <a:gd name="connsiteX5" fmla="*/ 363250 w 1653588"/>
                <a:gd name="connsiteY5" fmla="*/ 1291080 h 1410143"/>
                <a:gd name="connsiteX6" fmla="*/ 243502 w 1653588"/>
                <a:gd name="connsiteY6" fmla="*/ 1410827 h 1410143"/>
                <a:gd name="connsiteX7" fmla="*/ 243498 w 1653588"/>
                <a:gd name="connsiteY7" fmla="*/ 243123 h 1410143"/>
                <a:gd name="connsiteX8" fmla="*/ 1411211 w 1653588"/>
                <a:gd name="connsiteY8" fmla="*/ 243118 h 1410143"/>
                <a:gd name="connsiteX9" fmla="*/ 1652681 w 1653588"/>
                <a:gd name="connsiteY9" fmla="*/ 826973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681" y="826973"/>
                  </a:moveTo>
                  <a:cubicBezTo>
                    <a:pt x="1653074" y="1045966"/>
                    <a:pt x="1566173" y="1256085"/>
                    <a:pt x="1411212" y="1410827"/>
                  </a:cubicBezTo>
                  <a:lnTo>
                    <a:pt x="1291464" y="1291080"/>
                  </a:lnTo>
                  <a:cubicBezTo>
                    <a:pt x="1547357" y="1035187"/>
                    <a:pt x="1547357" y="618804"/>
                    <a:pt x="1291464" y="362911"/>
                  </a:cubicBezTo>
                  <a:cubicBezTo>
                    <a:pt x="1035571" y="107019"/>
                    <a:pt x="619189" y="106973"/>
                    <a:pt x="363250" y="362911"/>
                  </a:cubicBezTo>
                  <a:cubicBezTo>
                    <a:pt x="106956" y="619223"/>
                    <a:pt x="106956" y="1034768"/>
                    <a:pt x="363250" y="1291080"/>
                  </a:cubicBezTo>
                  <a:lnTo>
                    <a:pt x="243502" y="1410827"/>
                  </a:lnTo>
                  <a:cubicBezTo>
                    <a:pt x="-78952" y="1088376"/>
                    <a:pt x="-78954" y="565577"/>
                    <a:pt x="243498" y="243123"/>
                  </a:cubicBezTo>
                  <a:cubicBezTo>
                    <a:pt x="565447" y="-78826"/>
                    <a:pt x="1089267" y="-78826"/>
                    <a:pt x="1411211" y="243118"/>
                  </a:cubicBezTo>
                  <a:cubicBezTo>
                    <a:pt x="1566164" y="397866"/>
                    <a:pt x="1653063" y="607982"/>
                    <a:pt x="1652681" y="826973"/>
                  </a:cubicBezTo>
                  <a:close/>
                </a:path>
              </a:pathLst>
            </a:custGeom>
            <a:solidFill>
              <a:srgbClr val="3795AF"/>
            </a:solidFill>
            <a:ln w="4591"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2CC7601-29C0-42F0-9F62-1DEB569FF7A7}"/>
                </a:ext>
              </a:extLst>
            </p:cNvPr>
            <p:cNvSpPr/>
            <p:nvPr/>
          </p:nvSpPr>
          <p:spPr>
            <a:xfrm>
              <a:off x="3927860" y="2686241"/>
              <a:ext cx="1143732" cy="1143732"/>
            </a:xfrm>
            <a:custGeom>
              <a:avLst/>
              <a:gdLst>
                <a:gd name="connsiteX0" fmla="*/ 1144933 w 1143732"/>
                <a:gd name="connsiteY0" fmla="*/ 573297 h 1143731"/>
                <a:gd name="connsiteX1" fmla="*/ 573297 w 1143732"/>
                <a:gd name="connsiteY1" fmla="*/ 1144933 h 1143731"/>
                <a:gd name="connsiteX2" fmla="*/ 1660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3" y="1144933"/>
                    <a:pt x="573297" y="1144933"/>
                  </a:cubicBezTo>
                  <a:cubicBezTo>
                    <a:pt x="257591" y="1144933"/>
                    <a:pt x="1660" y="889003"/>
                    <a:pt x="1660" y="573297"/>
                  </a:cubicBezTo>
                  <a:cubicBezTo>
                    <a:pt x="1660" y="257591"/>
                    <a:pt x="257590" y="1660"/>
                    <a:pt x="573297" y="1660"/>
                  </a:cubicBezTo>
                  <a:cubicBezTo>
                    <a:pt x="889003"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2FDBA7FF-0ABF-4F60-9E7B-EDD943C93325}"/>
                </a:ext>
              </a:extLst>
            </p:cNvPr>
            <p:cNvSpPr/>
            <p:nvPr/>
          </p:nvSpPr>
          <p:spPr>
            <a:xfrm>
              <a:off x="4012560" y="2770941"/>
              <a:ext cx="973780" cy="973780"/>
            </a:xfrm>
            <a:custGeom>
              <a:avLst/>
              <a:gdLst>
                <a:gd name="connsiteX0" fmla="*/ 975532 w 973779"/>
                <a:gd name="connsiteY0" fmla="*/ 488596 h 973779"/>
                <a:gd name="connsiteX1" fmla="*/ 488596 w 973779"/>
                <a:gd name="connsiteY1" fmla="*/ 975532 h 973779"/>
                <a:gd name="connsiteX2" fmla="*/ 1660 w 973779"/>
                <a:gd name="connsiteY2" fmla="*/ 488596 h 973779"/>
                <a:gd name="connsiteX3" fmla="*/ 488596 w 973779"/>
                <a:gd name="connsiteY3" fmla="*/ 1660 h 973779"/>
                <a:gd name="connsiteX4" fmla="*/ 975532 w 973779"/>
                <a:gd name="connsiteY4" fmla="*/ 488596 h 9737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779" h="973779">
                  <a:moveTo>
                    <a:pt x="975532" y="488596"/>
                  </a:moveTo>
                  <a:cubicBezTo>
                    <a:pt x="975532" y="757523"/>
                    <a:pt x="757524" y="975532"/>
                    <a:pt x="488596" y="975532"/>
                  </a:cubicBezTo>
                  <a:cubicBezTo>
                    <a:pt x="219669" y="975532"/>
                    <a:pt x="1660" y="757523"/>
                    <a:pt x="1660" y="488596"/>
                  </a:cubicBezTo>
                  <a:cubicBezTo>
                    <a:pt x="1660" y="219669"/>
                    <a:pt x="219669" y="1660"/>
                    <a:pt x="488596" y="1660"/>
                  </a:cubicBezTo>
                  <a:cubicBezTo>
                    <a:pt x="757524" y="1660"/>
                    <a:pt x="975532" y="219669"/>
                    <a:pt x="975532" y="488596"/>
                  </a:cubicBezTo>
                  <a:close/>
                </a:path>
              </a:pathLst>
            </a:custGeom>
            <a:solidFill>
              <a:srgbClr val="FFFFFF"/>
            </a:solidFill>
            <a:ln w="4591" cap="flat">
              <a:noFill/>
              <a:prstDash val="solid"/>
              <a:miter/>
            </a:ln>
          </p:spPr>
          <p:txBody>
            <a:bodyPr rtlCol="0" anchor="ctr"/>
            <a:lstStyle/>
            <a:p>
              <a:endParaRPr lang="en-US"/>
            </a:p>
          </p:txBody>
        </p:sp>
        <p:sp>
          <p:nvSpPr>
            <p:cNvPr id="273" name="Rectangle 272">
              <a:extLst>
                <a:ext uri="{FF2B5EF4-FFF2-40B4-BE49-F238E27FC236}">
                  <a16:creationId xmlns:a16="http://schemas.microsoft.com/office/drawing/2014/main" id="{CCDE3758-3498-4DC0-BFA5-838941DC64CD}"/>
                </a:ext>
              </a:extLst>
            </p:cNvPr>
            <p:cNvSpPr/>
            <p:nvPr/>
          </p:nvSpPr>
          <p:spPr>
            <a:xfrm>
              <a:off x="3491090" y="1850895"/>
              <a:ext cx="2020710" cy="523220"/>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TRANSMIT TO PHARMACY VIA EMR</a:t>
              </a:r>
            </a:p>
          </p:txBody>
        </p:sp>
        <p:pic>
          <p:nvPicPr>
            <p:cNvPr id="274" name="Picture 273">
              <a:extLst>
                <a:ext uri="{FF2B5EF4-FFF2-40B4-BE49-F238E27FC236}">
                  <a16:creationId xmlns:a16="http://schemas.microsoft.com/office/drawing/2014/main" id="{5DC223B7-1C64-4FF3-A0F1-A1AB4843D56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359206" y="3052224"/>
              <a:ext cx="354050" cy="354050"/>
            </a:xfrm>
            <a:prstGeom prst="rect">
              <a:avLst/>
            </a:prstGeom>
          </p:spPr>
        </p:pic>
      </p:grpSp>
      <p:grpSp>
        <p:nvGrpSpPr>
          <p:cNvPr id="275" name="Group 274">
            <a:extLst>
              <a:ext uri="{FF2B5EF4-FFF2-40B4-BE49-F238E27FC236}">
                <a16:creationId xmlns:a16="http://schemas.microsoft.com/office/drawing/2014/main" id="{85ED6F89-09E6-4FC0-B8F0-E96BE6033C64}"/>
              </a:ext>
            </a:extLst>
          </p:cNvPr>
          <p:cNvGrpSpPr/>
          <p:nvPr/>
        </p:nvGrpSpPr>
        <p:grpSpPr>
          <a:xfrm>
            <a:off x="5630086" y="-4169270"/>
            <a:ext cx="1817432" cy="2219319"/>
            <a:chOff x="5630086" y="1850895"/>
            <a:chExt cx="1817432" cy="2219319"/>
          </a:xfrm>
        </p:grpSpPr>
        <p:sp>
          <p:nvSpPr>
            <p:cNvPr id="276" name="Freeform: Shape 275">
              <a:extLst>
                <a:ext uri="{FF2B5EF4-FFF2-40B4-BE49-F238E27FC236}">
                  <a16:creationId xmlns:a16="http://schemas.microsoft.com/office/drawing/2014/main" id="{6EC458A4-9A00-45EA-8A64-EE989B7FFE64}"/>
                </a:ext>
              </a:extLst>
            </p:cNvPr>
            <p:cNvSpPr/>
            <p:nvPr/>
          </p:nvSpPr>
          <p:spPr>
            <a:xfrm>
              <a:off x="5769785" y="2432564"/>
              <a:ext cx="1653588" cy="1410143"/>
            </a:xfrm>
            <a:custGeom>
              <a:avLst/>
              <a:gdLst>
                <a:gd name="connsiteX0" fmla="*/ 1652298 w 1653588"/>
                <a:gd name="connsiteY0" fmla="*/ 826973 h 1410143"/>
                <a:gd name="connsiteX1" fmla="*/ 1410828 w 1653588"/>
                <a:gd name="connsiteY1" fmla="*/ 1410828 h 1410143"/>
                <a:gd name="connsiteX2" fmla="*/ 1291080 w 1653588"/>
                <a:gd name="connsiteY2" fmla="*/ 1291080 h 1410143"/>
                <a:gd name="connsiteX3" fmla="*/ 1291080 w 1653588"/>
                <a:gd name="connsiteY3" fmla="*/ 362912 h 1410143"/>
                <a:gd name="connsiteX4" fmla="*/ 362912 w 1653588"/>
                <a:gd name="connsiteY4" fmla="*/ 362912 h 1410143"/>
                <a:gd name="connsiteX5" fmla="*/ 362912 w 1653588"/>
                <a:gd name="connsiteY5" fmla="*/ 1291080 h 1410143"/>
                <a:gd name="connsiteX6" fmla="*/ 243119 w 1653588"/>
                <a:gd name="connsiteY6" fmla="*/ 1410828 h 1410143"/>
                <a:gd name="connsiteX7" fmla="*/ 243119 w 1653588"/>
                <a:gd name="connsiteY7" fmla="*/ 243119 h 1410143"/>
                <a:gd name="connsiteX8" fmla="*/ 1410828 w 1653588"/>
                <a:gd name="connsiteY8" fmla="*/ 243119 h 1410143"/>
                <a:gd name="connsiteX9" fmla="*/ 1652298 w 1653588"/>
                <a:gd name="connsiteY9" fmla="*/ 826973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298" y="826973"/>
                  </a:moveTo>
                  <a:cubicBezTo>
                    <a:pt x="1652690" y="1045966"/>
                    <a:pt x="1565789" y="1256086"/>
                    <a:pt x="1410828" y="1410828"/>
                  </a:cubicBezTo>
                  <a:lnTo>
                    <a:pt x="1291080" y="1291080"/>
                  </a:lnTo>
                  <a:cubicBezTo>
                    <a:pt x="1546973" y="1035188"/>
                    <a:pt x="1546973" y="618805"/>
                    <a:pt x="1291080" y="362912"/>
                  </a:cubicBezTo>
                  <a:cubicBezTo>
                    <a:pt x="1035188" y="107019"/>
                    <a:pt x="618805" y="106973"/>
                    <a:pt x="362912" y="362912"/>
                  </a:cubicBezTo>
                  <a:cubicBezTo>
                    <a:pt x="107019" y="618851"/>
                    <a:pt x="106973" y="1035188"/>
                    <a:pt x="362912" y="1291080"/>
                  </a:cubicBezTo>
                  <a:lnTo>
                    <a:pt x="243119" y="1410828"/>
                  </a:lnTo>
                  <a:cubicBezTo>
                    <a:pt x="-78826" y="1088883"/>
                    <a:pt x="-78826" y="565063"/>
                    <a:pt x="243119" y="243119"/>
                  </a:cubicBezTo>
                  <a:cubicBezTo>
                    <a:pt x="565064" y="-78826"/>
                    <a:pt x="1088883" y="-78826"/>
                    <a:pt x="1410828" y="243119"/>
                  </a:cubicBezTo>
                  <a:cubicBezTo>
                    <a:pt x="1565781" y="397867"/>
                    <a:pt x="1652680" y="607982"/>
                    <a:pt x="1652298" y="826973"/>
                  </a:cubicBezTo>
                  <a:close/>
                </a:path>
              </a:pathLst>
            </a:custGeom>
            <a:solidFill>
              <a:srgbClr val="3795AF"/>
            </a:solidFill>
            <a:ln w="4591"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FD7E7F70-9F08-4FA9-9195-F499863AB59A}"/>
                </a:ext>
              </a:extLst>
            </p:cNvPr>
            <p:cNvSpPr/>
            <p:nvPr/>
          </p:nvSpPr>
          <p:spPr>
            <a:xfrm>
              <a:off x="5785968" y="2448779"/>
              <a:ext cx="1621435" cy="1621435"/>
            </a:xfrm>
            <a:custGeom>
              <a:avLst/>
              <a:gdLst>
                <a:gd name="connsiteX0" fmla="*/ 1214972 w 1621435"/>
                <a:gd name="connsiteY0" fmla="*/ 406556 h 1621435"/>
                <a:gd name="connsiteX1" fmla="*/ 1214972 w 1621435"/>
                <a:gd name="connsiteY1" fmla="*/ 1214972 h 1621435"/>
                <a:gd name="connsiteX2" fmla="*/ 406557 w 1621435"/>
                <a:gd name="connsiteY2" fmla="*/ 1214972 h 1621435"/>
                <a:gd name="connsiteX3" fmla="*/ 406556 w 1621435"/>
                <a:gd name="connsiteY3" fmla="*/ 406556 h 1621435"/>
                <a:gd name="connsiteX4" fmla="*/ 1214972 w 1621435"/>
                <a:gd name="connsiteY4" fmla="*/ 406556 h 162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1435" h="1621435">
                  <a:moveTo>
                    <a:pt x="1214972" y="406556"/>
                  </a:moveTo>
                  <a:cubicBezTo>
                    <a:pt x="1438210" y="629794"/>
                    <a:pt x="1438210" y="991734"/>
                    <a:pt x="1214972" y="1214972"/>
                  </a:cubicBezTo>
                  <a:cubicBezTo>
                    <a:pt x="991734" y="1438210"/>
                    <a:pt x="629795" y="1438210"/>
                    <a:pt x="406557" y="1214972"/>
                  </a:cubicBezTo>
                  <a:cubicBezTo>
                    <a:pt x="183319" y="991734"/>
                    <a:pt x="183319" y="629794"/>
                    <a:pt x="406556" y="406556"/>
                  </a:cubicBezTo>
                  <a:cubicBezTo>
                    <a:pt x="629794" y="183318"/>
                    <a:pt x="991734" y="183318"/>
                    <a:pt x="1214972" y="406556"/>
                  </a:cubicBezTo>
                  <a:close/>
                </a:path>
              </a:pathLst>
            </a:custGeom>
            <a:solidFill>
              <a:schemeClr val="bg1">
                <a:alpha val="22000"/>
              </a:schemeClr>
            </a:solidFill>
            <a:ln w="4591"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AAE850E5-CA5D-490B-895A-6CD215FF8D03}"/>
                </a:ext>
              </a:extLst>
            </p:cNvPr>
            <p:cNvSpPr/>
            <p:nvPr/>
          </p:nvSpPr>
          <p:spPr>
            <a:xfrm>
              <a:off x="5905752" y="2568563"/>
              <a:ext cx="1377990" cy="1377990"/>
            </a:xfrm>
            <a:custGeom>
              <a:avLst/>
              <a:gdLst>
                <a:gd name="connsiteX0" fmla="*/ 1035295 w 1377990"/>
                <a:gd name="connsiteY0" fmla="*/ 346664 h 1377990"/>
                <a:gd name="connsiteX1" fmla="*/ 1035295 w 1377990"/>
                <a:gd name="connsiteY1" fmla="*/ 1035295 h 1377990"/>
                <a:gd name="connsiteX2" fmla="*/ 346663 w 1377990"/>
                <a:gd name="connsiteY2" fmla="*/ 1035295 h 1377990"/>
                <a:gd name="connsiteX3" fmla="*/ 346663 w 1377990"/>
                <a:gd name="connsiteY3" fmla="*/ 346664 h 1377990"/>
                <a:gd name="connsiteX4" fmla="*/ 1035295 w 1377990"/>
                <a:gd name="connsiteY4" fmla="*/ 346664 h 1377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990" h="1377990">
                  <a:moveTo>
                    <a:pt x="1035295" y="346664"/>
                  </a:moveTo>
                  <a:cubicBezTo>
                    <a:pt x="1225455" y="536824"/>
                    <a:pt x="1225455" y="845135"/>
                    <a:pt x="1035295" y="1035295"/>
                  </a:cubicBezTo>
                  <a:cubicBezTo>
                    <a:pt x="845134" y="1225455"/>
                    <a:pt x="536824" y="1225455"/>
                    <a:pt x="346663" y="1035295"/>
                  </a:cubicBezTo>
                  <a:cubicBezTo>
                    <a:pt x="156503" y="845135"/>
                    <a:pt x="156503" y="536824"/>
                    <a:pt x="346663" y="346664"/>
                  </a:cubicBezTo>
                  <a:cubicBezTo>
                    <a:pt x="536824" y="156503"/>
                    <a:pt x="845134" y="156503"/>
                    <a:pt x="1035295" y="346664"/>
                  </a:cubicBezTo>
                  <a:close/>
                </a:path>
              </a:pathLst>
            </a:custGeom>
            <a:solidFill>
              <a:srgbClr val="FFFFFF"/>
            </a:solidFill>
            <a:ln w="4591" cap="flat">
              <a:noFill/>
              <a:prstDash val="solid"/>
              <a:miter/>
            </a:ln>
          </p:spPr>
          <p:txBody>
            <a:bodyPr rtlCol="0" anchor="ctr"/>
            <a:lstStyle/>
            <a:p>
              <a:endParaRPr lang="en-US"/>
            </a:p>
          </p:txBody>
        </p:sp>
        <p:sp>
          <p:nvSpPr>
            <p:cNvPr id="279" name="Rectangle 278">
              <a:extLst>
                <a:ext uri="{FF2B5EF4-FFF2-40B4-BE49-F238E27FC236}">
                  <a16:creationId xmlns:a16="http://schemas.microsoft.com/office/drawing/2014/main" id="{B9FB0614-C62B-46C0-8FEA-1FB6FAE36DEB}"/>
                </a:ext>
              </a:extLst>
            </p:cNvPr>
            <p:cNvSpPr/>
            <p:nvPr/>
          </p:nvSpPr>
          <p:spPr>
            <a:xfrm>
              <a:off x="5630086" y="1850895"/>
              <a:ext cx="1817432" cy="523220"/>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PRESCRIPTIONS MAILED</a:t>
              </a:r>
            </a:p>
          </p:txBody>
        </p:sp>
        <p:pic>
          <p:nvPicPr>
            <p:cNvPr id="280" name="Picture 279">
              <a:extLst>
                <a:ext uri="{FF2B5EF4-FFF2-40B4-BE49-F238E27FC236}">
                  <a16:creationId xmlns:a16="http://schemas.microsoft.com/office/drawing/2014/main" id="{B8B45AB6-3A77-4258-9521-6E4D33BF8D2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451881" y="3052224"/>
              <a:ext cx="354050" cy="354050"/>
            </a:xfrm>
            <a:prstGeom prst="rect">
              <a:avLst/>
            </a:prstGeom>
          </p:spPr>
        </p:pic>
      </p:grpSp>
      <p:grpSp>
        <p:nvGrpSpPr>
          <p:cNvPr id="281" name="Group 280">
            <a:extLst>
              <a:ext uri="{FF2B5EF4-FFF2-40B4-BE49-F238E27FC236}">
                <a16:creationId xmlns:a16="http://schemas.microsoft.com/office/drawing/2014/main" id="{988D7159-0AA4-4250-BB73-868105178E0C}"/>
              </a:ext>
            </a:extLst>
          </p:cNvPr>
          <p:cNvGrpSpPr/>
          <p:nvPr/>
        </p:nvGrpSpPr>
        <p:grpSpPr>
          <a:xfrm>
            <a:off x="7749838" y="-4169270"/>
            <a:ext cx="1817432" cy="1991813"/>
            <a:chOff x="7749838" y="1850895"/>
            <a:chExt cx="1817432" cy="1991813"/>
          </a:xfrm>
        </p:grpSpPr>
        <p:sp>
          <p:nvSpPr>
            <p:cNvPr id="282" name="Freeform: Shape 281">
              <a:extLst>
                <a:ext uri="{FF2B5EF4-FFF2-40B4-BE49-F238E27FC236}">
                  <a16:creationId xmlns:a16="http://schemas.microsoft.com/office/drawing/2014/main" id="{67198F20-F3AA-4E21-8FBA-D64D7C97082C}"/>
                </a:ext>
              </a:extLst>
            </p:cNvPr>
            <p:cNvSpPr/>
            <p:nvPr/>
          </p:nvSpPr>
          <p:spPr>
            <a:xfrm>
              <a:off x="7865417" y="2432565"/>
              <a:ext cx="1653588" cy="1410143"/>
            </a:xfrm>
            <a:custGeom>
              <a:avLst/>
              <a:gdLst>
                <a:gd name="connsiteX0" fmla="*/ 1652635 w 1653588"/>
                <a:gd name="connsiteY0" fmla="*/ 826973 h 1410143"/>
                <a:gd name="connsiteX1" fmla="*/ 1411211 w 1653588"/>
                <a:gd name="connsiteY1" fmla="*/ 1410827 h 1410143"/>
                <a:gd name="connsiteX2" fmla="*/ 1291418 w 1653588"/>
                <a:gd name="connsiteY2" fmla="*/ 1291080 h 1410143"/>
                <a:gd name="connsiteX3" fmla="*/ 1291418 w 1653588"/>
                <a:gd name="connsiteY3" fmla="*/ 362911 h 1410143"/>
                <a:gd name="connsiteX4" fmla="*/ 363249 w 1653588"/>
                <a:gd name="connsiteY4" fmla="*/ 362911 h 1410143"/>
                <a:gd name="connsiteX5" fmla="*/ 363249 w 1653588"/>
                <a:gd name="connsiteY5" fmla="*/ 1291080 h 1410143"/>
                <a:gd name="connsiteX6" fmla="*/ 243502 w 1653588"/>
                <a:gd name="connsiteY6" fmla="*/ 1410827 h 1410143"/>
                <a:gd name="connsiteX7" fmla="*/ 243498 w 1653588"/>
                <a:gd name="connsiteY7" fmla="*/ 243123 h 1410143"/>
                <a:gd name="connsiteX8" fmla="*/ 1411211 w 1653588"/>
                <a:gd name="connsiteY8" fmla="*/ 243118 h 1410143"/>
                <a:gd name="connsiteX9" fmla="*/ 1652635 w 1653588"/>
                <a:gd name="connsiteY9" fmla="*/ 826973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635" y="826973"/>
                  </a:moveTo>
                  <a:cubicBezTo>
                    <a:pt x="1653024" y="1045956"/>
                    <a:pt x="1566142" y="1256069"/>
                    <a:pt x="1411211" y="1410827"/>
                  </a:cubicBezTo>
                  <a:lnTo>
                    <a:pt x="1291418" y="1291080"/>
                  </a:lnTo>
                  <a:cubicBezTo>
                    <a:pt x="1547311" y="1035187"/>
                    <a:pt x="1547357" y="618804"/>
                    <a:pt x="1291418" y="362911"/>
                  </a:cubicBezTo>
                  <a:cubicBezTo>
                    <a:pt x="1035479" y="107019"/>
                    <a:pt x="619142" y="106973"/>
                    <a:pt x="363249" y="362911"/>
                  </a:cubicBezTo>
                  <a:cubicBezTo>
                    <a:pt x="106955" y="619223"/>
                    <a:pt x="106955" y="1034768"/>
                    <a:pt x="363249" y="1291080"/>
                  </a:cubicBezTo>
                  <a:lnTo>
                    <a:pt x="243502" y="1410827"/>
                  </a:lnTo>
                  <a:cubicBezTo>
                    <a:pt x="-78952" y="1088376"/>
                    <a:pt x="-78954" y="565577"/>
                    <a:pt x="243498" y="243123"/>
                  </a:cubicBezTo>
                  <a:cubicBezTo>
                    <a:pt x="565446" y="-78826"/>
                    <a:pt x="1089267" y="-78826"/>
                    <a:pt x="1411211" y="243118"/>
                  </a:cubicBezTo>
                  <a:cubicBezTo>
                    <a:pt x="1566133" y="397882"/>
                    <a:pt x="1653014" y="607991"/>
                    <a:pt x="1652635" y="826973"/>
                  </a:cubicBezTo>
                  <a:close/>
                </a:path>
              </a:pathLst>
            </a:custGeom>
            <a:solidFill>
              <a:srgbClr val="3795AF"/>
            </a:solidFill>
            <a:ln w="4591"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2BC539FE-8B06-47B8-B3AB-2DB5FCE03D8D}"/>
                </a:ext>
              </a:extLst>
            </p:cNvPr>
            <p:cNvSpPr/>
            <p:nvPr/>
          </p:nvSpPr>
          <p:spPr>
            <a:xfrm>
              <a:off x="8119477" y="2686241"/>
              <a:ext cx="1143732" cy="1143732"/>
            </a:xfrm>
            <a:custGeom>
              <a:avLst/>
              <a:gdLst>
                <a:gd name="connsiteX0" fmla="*/ 1144933 w 1143732"/>
                <a:gd name="connsiteY0" fmla="*/ 573297 h 1143731"/>
                <a:gd name="connsiteX1" fmla="*/ 573297 w 1143732"/>
                <a:gd name="connsiteY1" fmla="*/ 1144933 h 1143731"/>
                <a:gd name="connsiteX2" fmla="*/ 1661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3" y="1144933"/>
                    <a:pt x="573297" y="1144933"/>
                  </a:cubicBezTo>
                  <a:cubicBezTo>
                    <a:pt x="257591" y="1144933"/>
                    <a:pt x="1661" y="889003"/>
                    <a:pt x="1661" y="573297"/>
                  </a:cubicBezTo>
                  <a:cubicBezTo>
                    <a:pt x="1661" y="257591"/>
                    <a:pt x="257591" y="1660"/>
                    <a:pt x="573297" y="1660"/>
                  </a:cubicBezTo>
                  <a:cubicBezTo>
                    <a:pt x="889003"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009DBF7-172C-4025-BB0F-E26F57E9E896}"/>
                </a:ext>
              </a:extLst>
            </p:cNvPr>
            <p:cNvSpPr/>
            <p:nvPr/>
          </p:nvSpPr>
          <p:spPr>
            <a:xfrm>
              <a:off x="8204178" y="2770941"/>
              <a:ext cx="973780" cy="973780"/>
            </a:xfrm>
            <a:custGeom>
              <a:avLst/>
              <a:gdLst>
                <a:gd name="connsiteX0" fmla="*/ 975532 w 973779"/>
                <a:gd name="connsiteY0" fmla="*/ 488596 h 973779"/>
                <a:gd name="connsiteX1" fmla="*/ 488596 w 973779"/>
                <a:gd name="connsiteY1" fmla="*/ 975532 h 973779"/>
                <a:gd name="connsiteX2" fmla="*/ 1661 w 973779"/>
                <a:gd name="connsiteY2" fmla="*/ 488596 h 973779"/>
                <a:gd name="connsiteX3" fmla="*/ 488596 w 973779"/>
                <a:gd name="connsiteY3" fmla="*/ 1660 h 973779"/>
                <a:gd name="connsiteX4" fmla="*/ 975532 w 973779"/>
                <a:gd name="connsiteY4" fmla="*/ 488596 h 9737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779" h="973779">
                  <a:moveTo>
                    <a:pt x="975532" y="488596"/>
                  </a:moveTo>
                  <a:cubicBezTo>
                    <a:pt x="975532" y="757523"/>
                    <a:pt x="757524" y="975532"/>
                    <a:pt x="488596" y="975532"/>
                  </a:cubicBezTo>
                  <a:cubicBezTo>
                    <a:pt x="219669" y="975532"/>
                    <a:pt x="1661" y="757523"/>
                    <a:pt x="1661" y="488596"/>
                  </a:cubicBezTo>
                  <a:cubicBezTo>
                    <a:pt x="1661" y="219669"/>
                    <a:pt x="219669" y="1660"/>
                    <a:pt x="488596" y="1660"/>
                  </a:cubicBezTo>
                  <a:cubicBezTo>
                    <a:pt x="757524" y="1660"/>
                    <a:pt x="975532" y="219669"/>
                    <a:pt x="975532" y="488596"/>
                  </a:cubicBezTo>
                  <a:close/>
                </a:path>
              </a:pathLst>
            </a:custGeom>
            <a:solidFill>
              <a:srgbClr val="FFFFFF"/>
            </a:solidFill>
            <a:ln w="4591" cap="flat">
              <a:noFill/>
              <a:prstDash val="solid"/>
              <a:miter/>
            </a:ln>
          </p:spPr>
          <p:txBody>
            <a:bodyPr rtlCol="0" anchor="ctr"/>
            <a:lstStyle/>
            <a:p>
              <a:endParaRPr lang="en-US"/>
            </a:p>
          </p:txBody>
        </p:sp>
        <p:sp>
          <p:nvSpPr>
            <p:cNvPr id="285" name="Rectangle 284">
              <a:extLst>
                <a:ext uri="{FF2B5EF4-FFF2-40B4-BE49-F238E27FC236}">
                  <a16:creationId xmlns:a16="http://schemas.microsoft.com/office/drawing/2014/main" id="{A8B09A61-0270-4B82-AAAC-4D3F2FAF58DA}"/>
                </a:ext>
              </a:extLst>
            </p:cNvPr>
            <p:cNvSpPr/>
            <p:nvPr/>
          </p:nvSpPr>
          <p:spPr>
            <a:xfrm>
              <a:off x="7749838" y="1850895"/>
              <a:ext cx="1817432" cy="523220"/>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FUNDS COLLECTED BY ELITE</a:t>
              </a:r>
            </a:p>
          </p:txBody>
        </p:sp>
        <p:pic>
          <p:nvPicPr>
            <p:cNvPr id="286" name="Picture 285">
              <a:extLst>
                <a:ext uri="{FF2B5EF4-FFF2-40B4-BE49-F238E27FC236}">
                  <a16:creationId xmlns:a16="http://schemas.microsoft.com/office/drawing/2014/main" id="{50CA3B73-682D-4DB8-840D-6EFAD2377E6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536656" y="3052224"/>
              <a:ext cx="354050" cy="354050"/>
            </a:xfrm>
            <a:prstGeom prst="rect">
              <a:avLst/>
            </a:prstGeom>
          </p:spPr>
        </p:pic>
      </p:grpSp>
      <p:grpSp>
        <p:nvGrpSpPr>
          <p:cNvPr id="287" name="Group 286">
            <a:extLst>
              <a:ext uri="{FF2B5EF4-FFF2-40B4-BE49-F238E27FC236}">
                <a16:creationId xmlns:a16="http://schemas.microsoft.com/office/drawing/2014/main" id="{8DAD6BB0-62FF-4BB9-9D9E-40969CA02831}"/>
              </a:ext>
            </a:extLst>
          </p:cNvPr>
          <p:cNvGrpSpPr/>
          <p:nvPr/>
        </p:nvGrpSpPr>
        <p:grpSpPr>
          <a:xfrm>
            <a:off x="9644228" y="-4169270"/>
            <a:ext cx="2195318" cy="1991813"/>
            <a:chOff x="9644228" y="1850895"/>
            <a:chExt cx="2195318" cy="1991813"/>
          </a:xfrm>
        </p:grpSpPr>
        <p:sp>
          <p:nvSpPr>
            <p:cNvPr id="288" name="Freeform: Shape 287">
              <a:extLst>
                <a:ext uri="{FF2B5EF4-FFF2-40B4-BE49-F238E27FC236}">
                  <a16:creationId xmlns:a16="http://schemas.microsoft.com/office/drawing/2014/main" id="{E7EE18B5-D30F-40D9-9C2F-F5A65A7EC35E}"/>
                </a:ext>
              </a:extLst>
            </p:cNvPr>
            <p:cNvSpPr/>
            <p:nvPr/>
          </p:nvSpPr>
          <p:spPr>
            <a:xfrm>
              <a:off x="9961110" y="2432565"/>
              <a:ext cx="1653588" cy="1410143"/>
            </a:xfrm>
            <a:custGeom>
              <a:avLst/>
              <a:gdLst>
                <a:gd name="connsiteX0" fmla="*/ 1652681 w 1653588"/>
                <a:gd name="connsiteY0" fmla="*/ 826973 h 1410143"/>
                <a:gd name="connsiteX1" fmla="*/ 1411257 w 1653588"/>
                <a:gd name="connsiteY1" fmla="*/ 1410827 h 1410143"/>
                <a:gd name="connsiteX2" fmla="*/ 1291465 w 1653588"/>
                <a:gd name="connsiteY2" fmla="*/ 1291080 h 1410143"/>
                <a:gd name="connsiteX3" fmla="*/ 1291465 w 1653588"/>
                <a:gd name="connsiteY3" fmla="*/ 362911 h 1410143"/>
                <a:gd name="connsiteX4" fmla="*/ 363296 w 1653588"/>
                <a:gd name="connsiteY4" fmla="*/ 362911 h 1410143"/>
                <a:gd name="connsiteX5" fmla="*/ 363296 w 1653588"/>
                <a:gd name="connsiteY5" fmla="*/ 1291080 h 1410143"/>
                <a:gd name="connsiteX6" fmla="*/ 243502 w 1653588"/>
                <a:gd name="connsiteY6" fmla="*/ 1410827 h 1410143"/>
                <a:gd name="connsiteX7" fmla="*/ 243498 w 1653588"/>
                <a:gd name="connsiteY7" fmla="*/ 243123 h 1410143"/>
                <a:gd name="connsiteX8" fmla="*/ 1411257 w 1653588"/>
                <a:gd name="connsiteY8" fmla="*/ 243118 h 1410143"/>
                <a:gd name="connsiteX9" fmla="*/ 1652681 w 1653588"/>
                <a:gd name="connsiteY9" fmla="*/ 826973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681" y="826973"/>
                  </a:moveTo>
                  <a:cubicBezTo>
                    <a:pt x="1653071" y="1045956"/>
                    <a:pt x="1566189" y="1256069"/>
                    <a:pt x="1411257" y="1410827"/>
                  </a:cubicBezTo>
                  <a:lnTo>
                    <a:pt x="1291465" y="1291080"/>
                  </a:lnTo>
                  <a:cubicBezTo>
                    <a:pt x="1547357" y="1035187"/>
                    <a:pt x="1547357" y="618804"/>
                    <a:pt x="1291465" y="362911"/>
                  </a:cubicBezTo>
                  <a:cubicBezTo>
                    <a:pt x="1035572" y="107019"/>
                    <a:pt x="619189" y="106973"/>
                    <a:pt x="363296" y="362911"/>
                  </a:cubicBezTo>
                  <a:cubicBezTo>
                    <a:pt x="107002" y="619223"/>
                    <a:pt x="107002" y="1034768"/>
                    <a:pt x="363296" y="1291080"/>
                  </a:cubicBezTo>
                  <a:lnTo>
                    <a:pt x="243502" y="1410827"/>
                  </a:lnTo>
                  <a:cubicBezTo>
                    <a:pt x="-78952" y="1088376"/>
                    <a:pt x="-78954" y="565577"/>
                    <a:pt x="243498" y="243123"/>
                  </a:cubicBezTo>
                  <a:cubicBezTo>
                    <a:pt x="565447" y="-78826"/>
                    <a:pt x="1089313" y="-78826"/>
                    <a:pt x="1411257" y="243118"/>
                  </a:cubicBezTo>
                  <a:cubicBezTo>
                    <a:pt x="1566180" y="397882"/>
                    <a:pt x="1653060" y="607991"/>
                    <a:pt x="1652681" y="826973"/>
                  </a:cubicBezTo>
                  <a:close/>
                </a:path>
              </a:pathLst>
            </a:custGeom>
            <a:solidFill>
              <a:srgbClr val="3795AF"/>
            </a:solidFill>
            <a:ln w="4591"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62033A59-E5C9-4702-B0F2-1231576EC165}"/>
                </a:ext>
              </a:extLst>
            </p:cNvPr>
            <p:cNvSpPr/>
            <p:nvPr/>
          </p:nvSpPr>
          <p:spPr>
            <a:xfrm>
              <a:off x="10215171" y="2686241"/>
              <a:ext cx="1143732" cy="1143732"/>
            </a:xfrm>
            <a:custGeom>
              <a:avLst/>
              <a:gdLst>
                <a:gd name="connsiteX0" fmla="*/ 1144933 w 1143732"/>
                <a:gd name="connsiteY0" fmla="*/ 573297 h 1143731"/>
                <a:gd name="connsiteX1" fmla="*/ 573297 w 1143732"/>
                <a:gd name="connsiteY1" fmla="*/ 1144933 h 1143731"/>
                <a:gd name="connsiteX2" fmla="*/ 1661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2" y="1144933"/>
                    <a:pt x="573297" y="1144933"/>
                  </a:cubicBezTo>
                  <a:cubicBezTo>
                    <a:pt x="257590" y="1144933"/>
                    <a:pt x="1661" y="889003"/>
                    <a:pt x="1661" y="573297"/>
                  </a:cubicBezTo>
                  <a:cubicBezTo>
                    <a:pt x="1661" y="257591"/>
                    <a:pt x="257592" y="1660"/>
                    <a:pt x="573297" y="1660"/>
                  </a:cubicBezTo>
                  <a:cubicBezTo>
                    <a:pt x="889003"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0D4EEB94-74D8-45E8-A543-FB76484C4C16}"/>
                </a:ext>
              </a:extLst>
            </p:cNvPr>
            <p:cNvSpPr/>
            <p:nvPr/>
          </p:nvSpPr>
          <p:spPr>
            <a:xfrm>
              <a:off x="10299871" y="2770941"/>
              <a:ext cx="973780" cy="973780"/>
            </a:xfrm>
            <a:custGeom>
              <a:avLst/>
              <a:gdLst>
                <a:gd name="connsiteX0" fmla="*/ 975532 w 973779"/>
                <a:gd name="connsiteY0" fmla="*/ 488596 h 973779"/>
                <a:gd name="connsiteX1" fmla="*/ 488596 w 973779"/>
                <a:gd name="connsiteY1" fmla="*/ 975532 h 973779"/>
                <a:gd name="connsiteX2" fmla="*/ 1661 w 973779"/>
                <a:gd name="connsiteY2" fmla="*/ 488596 h 973779"/>
                <a:gd name="connsiteX3" fmla="*/ 488596 w 973779"/>
                <a:gd name="connsiteY3" fmla="*/ 1660 h 973779"/>
                <a:gd name="connsiteX4" fmla="*/ 975532 w 973779"/>
                <a:gd name="connsiteY4" fmla="*/ 488596 h 9737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779" h="973779">
                  <a:moveTo>
                    <a:pt x="975532" y="488596"/>
                  </a:moveTo>
                  <a:cubicBezTo>
                    <a:pt x="975532" y="757523"/>
                    <a:pt x="757523" y="975532"/>
                    <a:pt x="488596" y="975532"/>
                  </a:cubicBezTo>
                  <a:cubicBezTo>
                    <a:pt x="219670" y="975532"/>
                    <a:pt x="1661" y="757523"/>
                    <a:pt x="1661" y="488596"/>
                  </a:cubicBezTo>
                  <a:cubicBezTo>
                    <a:pt x="1661" y="219669"/>
                    <a:pt x="219670" y="1660"/>
                    <a:pt x="488596" y="1660"/>
                  </a:cubicBezTo>
                  <a:cubicBezTo>
                    <a:pt x="757523" y="1660"/>
                    <a:pt x="975532" y="219669"/>
                    <a:pt x="975532" y="488596"/>
                  </a:cubicBezTo>
                  <a:close/>
                </a:path>
              </a:pathLst>
            </a:custGeom>
            <a:solidFill>
              <a:srgbClr val="FFFFFF"/>
            </a:solidFill>
            <a:ln w="4591" cap="flat">
              <a:noFill/>
              <a:prstDash val="solid"/>
              <a:miter/>
            </a:ln>
          </p:spPr>
          <p:txBody>
            <a:bodyPr rtlCol="0" anchor="ctr"/>
            <a:lstStyle/>
            <a:p>
              <a:endParaRPr lang="en-US"/>
            </a:p>
          </p:txBody>
        </p:sp>
        <p:sp>
          <p:nvSpPr>
            <p:cNvPr id="291" name="Rectangle 290">
              <a:extLst>
                <a:ext uri="{FF2B5EF4-FFF2-40B4-BE49-F238E27FC236}">
                  <a16:creationId xmlns:a16="http://schemas.microsoft.com/office/drawing/2014/main" id="{E1A4398C-99F0-4AEB-9B08-AA309030883C}"/>
                </a:ext>
              </a:extLst>
            </p:cNvPr>
            <p:cNvSpPr/>
            <p:nvPr/>
          </p:nvSpPr>
          <p:spPr>
            <a:xfrm>
              <a:off x="9644228" y="1850895"/>
              <a:ext cx="2195318" cy="523220"/>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DELIVERY OF PAYMENT AND REPORTS</a:t>
              </a:r>
            </a:p>
          </p:txBody>
        </p:sp>
        <p:pic>
          <p:nvPicPr>
            <p:cNvPr id="292" name="Picture 291">
              <a:extLst>
                <a:ext uri="{FF2B5EF4-FFF2-40B4-BE49-F238E27FC236}">
                  <a16:creationId xmlns:a16="http://schemas.microsoft.com/office/drawing/2014/main" id="{1C680146-C888-470E-84AA-87385E60D73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649188" y="3052224"/>
              <a:ext cx="354050" cy="354050"/>
            </a:xfrm>
            <a:prstGeom prst="rect">
              <a:avLst/>
            </a:prstGeom>
          </p:spPr>
        </p:pic>
      </p:grpSp>
    </p:spTree>
    <p:extLst>
      <p:ext uri="{BB962C8B-B14F-4D97-AF65-F5344CB8AC3E}">
        <p14:creationId xmlns:p14="http://schemas.microsoft.com/office/powerpoint/2010/main" val="1120629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A2C69"/>
            </a:gs>
            <a:gs pos="0">
              <a:srgbClr val="3795AF"/>
            </a:gs>
          </a:gsLst>
          <a:path path="circle">
            <a:fillToRect t="100000" r="100000"/>
          </a:path>
          <a:tileRect l="-100000" b="-100000"/>
        </a:gradFill>
        <a:effectLst/>
      </p:bgPr>
    </p:bg>
    <p:spTree>
      <p:nvGrpSpPr>
        <p:cNvPr id="1" name=""/>
        <p:cNvGrpSpPr/>
        <p:nvPr/>
      </p:nvGrpSpPr>
      <p:grpSpPr>
        <a:xfrm>
          <a:off x="0" y="0"/>
          <a:ext cx="0" cy="0"/>
          <a:chOff x="0" y="0"/>
          <a:chExt cx="0" cy="0"/>
        </a:xfrm>
      </p:grpSpPr>
      <p:grpSp>
        <p:nvGrpSpPr>
          <p:cNvPr id="470" name="Group 469">
            <a:extLst>
              <a:ext uri="{FF2B5EF4-FFF2-40B4-BE49-F238E27FC236}">
                <a16:creationId xmlns:a16="http://schemas.microsoft.com/office/drawing/2014/main" id="{9A061072-BB5E-4DF8-BFDC-22A0CEB9CA8F}"/>
              </a:ext>
            </a:extLst>
          </p:cNvPr>
          <p:cNvGrpSpPr/>
          <p:nvPr/>
        </p:nvGrpSpPr>
        <p:grpSpPr>
          <a:xfrm flipH="1">
            <a:off x="-2366476" y="3421623"/>
            <a:ext cx="7371987" cy="4117698"/>
            <a:chOff x="-3808" y="23009"/>
            <a:chExt cx="12196519" cy="6812489"/>
          </a:xfrm>
        </p:grpSpPr>
        <p:sp>
          <p:nvSpPr>
            <p:cNvPr id="471" name="Freeform: Shape 470">
              <a:extLst>
                <a:ext uri="{FF2B5EF4-FFF2-40B4-BE49-F238E27FC236}">
                  <a16:creationId xmlns:a16="http://schemas.microsoft.com/office/drawing/2014/main" id="{EFCB571F-DB99-4326-8478-5EB3F24C001C}"/>
                </a:ext>
              </a:extLst>
            </p:cNvPr>
            <p:cNvSpPr/>
            <p:nvPr/>
          </p:nvSpPr>
          <p:spPr>
            <a:xfrm>
              <a:off x="583957" y="4773877"/>
              <a:ext cx="2061621" cy="2061621"/>
            </a:xfrm>
            <a:custGeom>
              <a:avLst/>
              <a:gdLst>
                <a:gd name="connsiteX0" fmla="*/ 2059031 w 2061620"/>
                <a:gd name="connsiteY0" fmla="*/ 690085 h 2061621"/>
                <a:gd name="connsiteX1" fmla="*/ 1372755 w 2061620"/>
                <a:gd name="connsiteY1" fmla="*/ 690085 h 2061621"/>
                <a:gd name="connsiteX2" fmla="*/ 1372755 w 2061620"/>
                <a:gd name="connsiteY2" fmla="*/ 3808 h 2061621"/>
                <a:gd name="connsiteX3" fmla="*/ 690034 w 2061620"/>
                <a:gd name="connsiteY3" fmla="*/ 3808 h 2061621"/>
                <a:gd name="connsiteX4" fmla="*/ 690034 w 2061620"/>
                <a:gd name="connsiteY4" fmla="*/ 690085 h 2061621"/>
                <a:gd name="connsiteX5" fmla="*/ 3808 w 2061620"/>
                <a:gd name="connsiteY5" fmla="*/ 690085 h 2061621"/>
                <a:gd name="connsiteX6" fmla="*/ 3808 w 2061620"/>
                <a:gd name="connsiteY6" fmla="*/ 1372755 h 2061621"/>
                <a:gd name="connsiteX7" fmla="*/ 690034 w 2061620"/>
                <a:gd name="connsiteY7" fmla="*/ 1372755 h 2061621"/>
                <a:gd name="connsiteX8" fmla="*/ 690034 w 2061620"/>
                <a:gd name="connsiteY8" fmla="*/ 2059031 h 2061621"/>
                <a:gd name="connsiteX9" fmla="*/ 1372755 w 2061620"/>
                <a:gd name="connsiteY9" fmla="*/ 2059031 h 2061621"/>
                <a:gd name="connsiteX10" fmla="*/ 1372755 w 2061620"/>
                <a:gd name="connsiteY10" fmla="*/ 1372755 h 2061621"/>
                <a:gd name="connsiteX11" fmla="*/ 2059031 w 2061620"/>
                <a:gd name="connsiteY11" fmla="*/ 1372755 h 2061621"/>
                <a:gd name="connsiteX12" fmla="*/ 2059031 w 2061620"/>
                <a:gd name="connsiteY12" fmla="*/ 690085 h 206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61620" h="2061621">
                  <a:moveTo>
                    <a:pt x="2059031" y="690085"/>
                  </a:moveTo>
                  <a:lnTo>
                    <a:pt x="1372755" y="690085"/>
                  </a:lnTo>
                  <a:lnTo>
                    <a:pt x="1372755" y="3808"/>
                  </a:lnTo>
                  <a:lnTo>
                    <a:pt x="690034" y="3808"/>
                  </a:lnTo>
                  <a:lnTo>
                    <a:pt x="690034" y="690085"/>
                  </a:lnTo>
                  <a:lnTo>
                    <a:pt x="3808" y="690085"/>
                  </a:lnTo>
                  <a:lnTo>
                    <a:pt x="3808" y="1372755"/>
                  </a:lnTo>
                  <a:lnTo>
                    <a:pt x="690034" y="1372755"/>
                  </a:lnTo>
                  <a:lnTo>
                    <a:pt x="690034" y="2059031"/>
                  </a:lnTo>
                  <a:lnTo>
                    <a:pt x="1372755" y="2059031"/>
                  </a:lnTo>
                  <a:lnTo>
                    <a:pt x="1372755" y="1372755"/>
                  </a:lnTo>
                  <a:lnTo>
                    <a:pt x="2059031" y="1372755"/>
                  </a:lnTo>
                  <a:lnTo>
                    <a:pt x="2059031" y="690085"/>
                  </a:lnTo>
                  <a:close/>
                </a:path>
              </a:pathLst>
            </a:custGeom>
            <a:solidFill>
              <a:schemeClr val="bg1">
                <a:alpha val="6000"/>
              </a:schemeClr>
            </a:solidFill>
            <a:ln w="9525" cap="flat">
              <a:noFill/>
              <a:prstDash val="solid"/>
              <a:miter/>
            </a:ln>
          </p:spPr>
          <p:txBody>
            <a:bodyPr rtlCol="0" anchor="ctr"/>
            <a:lstStyle/>
            <a:p>
              <a:endParaRPr lang="en-US"/>
            </a:p>
          </p:txBody>
        </p:sp>
        <p:sp>
          <p:nvSpPr>
            <p:cNvPr id="472" name="Freeform: Shape 471">
              <a:extLst>
                <a:ext uri="{FF2B5EF4-FFF2-40B4-BE49-F238E27FC236}">
                  <a16:creationId xmlns:a16="http://schemas.microsoft.com/office/drawing/2014/main" id="{098211B6-D597-4E99-A2CA-34B4CD4FB317}"/>
                </a:ext>
              </a:extLst>
            </p:cNvPr>
            <p:cNvSpPr/>
            <p:nvPr/>
          </p:nvSpPr>
          <p:spPr>
            <a:xfrm>
              <a:off x="6255344" y="4709845"/>
              <a:ext cx="497633" cy="497633"/>
            </a:xfrm>
            <a:custGeom>
              <a:avLst/>
              <a:gdLst>
                <a:gd name="connsiteX0" fmla="*/ 494992 w 497632"/>
                <a:gd name="connsiteY0" fmla="*/ 167774 h 497632"/>
                <a:gd name="connsiteX1" fmla="*/ 330977 w 497632"/>
                <a:gd name="connsiteY1" fmla="*/ 167774 h 497632"/>
                <a:gd name="connsiteX2" fmla="*/ 330977 w 497632"/>
                <a:gd name="connsiteY2" fmla="*/ 3808 h 497632"/>
                <a:gd name="connsiteX3" fmla="*/ 167824 w 497632"/>
                <a:gd name="connsiteY3" fmla="*/ 3808 h 497632"/>
                <a:gd name="connsiteX4" fmla="*/ 167824 w 497632"/>
                <a:gd name="connsiteY4" fmla="*/ 167774 h 497632"/>
                <a:gd name="connsiteX5" fmla="*/ 3808 w 497632"/>
                <a:gd name="connsiteY5" fmla="*/ 167774 h 497632"/>
                <a:gd name="connsiteX6" fmla="*/ 3808 w 497632"/>
                <a:gd name="connsiteY6" fmla="*/ 330976 h 497632"/>
                <a:gd name="connsiteX7" fmla="*/ 167824 w 497632"/>
                <a:gd name="connsiteY7" fmla="*/ 330976 h 497632"/>
                <a:gd name="connsiteX8" fmla="*/ 167824 w 497632"/>
                <a:gd name="connsiteY8" fmla="*/ 494992 h 497632"/>
                <a:gd name="connsiteX9" fmla="*/ 330977 w 497632"/>
                <a:gd name="connsiteY9" fmla="*/ 494992 h 497632"/>
                <a:gd name="connsiteX10" fmla="*/ 330977 w 497632"/>
                <a:gd name="connsiteY10" fmla="*/ 330976 h 497632"/>
                <a:gd name="connsiteX11" fmla="*/ 494992 w 497632"/>
                <a:gd name="connsiteY11" fmla="*/ 330976 h 497632"/>
                <a:gd name="connsiteX12" fmla="*/ 494992 w 497632"/>
                <a:gd name="connsiteY12" fmla="*/ 167774 h 49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632" h="497632">
                  <a:moveTo>
                    <a:pt x="494992" y="167774"/>
                  </a:moveTo>
                  <a:lnTo>
                    <a:pt x="330977" y="167774"/>
                  </a:lnTo>
                  <a:lnTo>
                    <a:pt x="330977" y="3808"/>
                  </a:lnTo>
                  <a:lnTo>
                    <a:pt x="167824" y="3808"/>
                  </a:lnTo>
                  <a:lnTo>
                    <a:pt x="167824" y="167774"/>
                  </a:lnTo>
                  <a:lnTo>
                    <a:pt x="3808" y="167774"/>
                  </a:lnTo>
                  <a:lnTo>
                    <a:pt x="3808" y="330976"/>
                  </a:lnTo>
                  <a:lnTo>
                    <a:pt x="167824" y="330976"/>
                  </a:lnTo>
                  <a:lnTo>
                    <a:pt x="167824" y="494992"/>
                  </a:lnTo>
                  <a:lnTo>
                    <a:pt x="330977" y="494992"/>
                  </a:lnTo>
                  <a:lnTo>
                    <a:pt x="330977" y="330976"/>
                  </a:lnTo>
                  <a:lnTo>
                    <a:pt x="494992" y="330976"/>
                  </a:lnTo>
                  <a:lnTo>
                    <a:pt x="494992" y="167774"/>
                  </a:lnTo>
                  <a:close/>
                </a:path>
              </a:pathLst>
            </a:custGeom>
            <a:solidFill>
              <a:schemeClr val="bg1">
                <a:alpha val="6000"/>
              </a:schemeClr>
            </a:solidFill>
            <a:ln w="9525" cap="flat">
              <a:noFill/>
              <a:prstDash val="solid"/>
              <a:miter/>
            </a:ln>
          </p:spPr>
          <p:txBody>
            <a:bodyPr rtlCol="0" anchor="ctr"/>
            <a:lstStyle/>
            <a:p>
              <a:endParaRPr lang="en-US"/>
            </a:p>
          </p:txBody>
        </p:sp>
        <p:sp>
          <p:nvSpPr>
            <p:cNvPr id="473" name="Freeform: Shape 472">
              <a:extLst>
                <a:ext uri="{FF2B5EF4-FFF2-40B4-BE49-F238E27FC236}">
                  <a16:creationId xmlns:a16="http://schemas.microsoft.com/office/drawing/2014/main" id="{F4612249-08FC-43DE-B761-5F7275FCB89E}"/>
                </a:ext>
              </a:extLst>
            </p:cNvPr>
            <p:cNvSpPr/>
            <p:nvPr/>
          </p:nvSpPr>
          <p:spPr>
            <a:xfrm>
              <a:off x="10683665" y="23009"/>
              <a:ext cx="396075" cy="396075"/>
            </a:xfrm>
            <a:custGeom>
              <a:avLst/>
              <a:gdLst>
                <a:gd name="connsiteX0" fmla="*/ 394551 w 396074"/>
                <a:gd name="connsiteY0" fmla="*/ 134259 h 396074"/>
                <a:gd name="connsiteX1" fmla="*/ 264101 w 396074"/>
                <a:gd name="connsiteY1" fmla="*/ 134259 h 396074"/>
                <a:gd name="connsiteX2" fmla="*/ 264101 w 396074"/>
                <a:gd name="connsiteY2" fmla="*/ 3808 h 396074"/>
                <a:gd name="connsiteX3" fmla="*/ 134310 w 396074"/>
                <a:gd name="connsiteY3" fmla="*/ 3808 h 396074"/>
                <a:gd name="connsiteX4" fmla="*/ 134310 w 396074"/>
                <a:gd name="connsiteY4" fmla="*/ 134259 h 396074"/>
                <a:gd name="connsiteX5" fmla="*/ 3808 w 396074"/>
                <a:gd name="connsiteY5" fmla="*/ 134259 h 396074"/>
                <a:gd name="connsiteX6" fmla="*/ 3808 w 396074"/>
                <a:gd name="connsiteY6" fmla="*/ 264050 h 396074"/>
                <a:gd name="connsiteX7" fmla="*/ 134310 w 396074"/>
                <a:gd name="connsiteY7" fmla="*/ 264050 h 396074"/>
                <a:gd name="connsiteX8" fmla="*/ 134310 w 396074"/>
                <a:gd name="connsiteY8" fmla="*/ 394501 h 396074"/>
                <a:gd name="connsiteX9" fmla="*/ 264101 w 396074"/>
                <a:gd name="connsiteY9" fmla="*/ 394501 h 396074"/>
                <a:gd name="connsiteX10" fmla="*/ 264101 w 396074"/>
                <a:gd name="connsiteY10" fmla="*/ 264050 h 396074"/>
                <a:gd name="connsiteX11" fmla="*/ 394551 w 396074"/>
                <a:gd name="connsiteY11" fmla="*/ 264050 h 396074"/>
                <a:gd name="connsiteX12" fmla="*/ 394551 w 396074"/>
                <a:gd name="connsiteY12" fmla="*/ 134259 h 39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6074" h="396074">
                  <a:moveTo>
                    <a:pt x="394551" y="134259"/>
                  </a:moveTo>
                  <a:lnTo>
                    <a:pt x="264101" y="134259"/>
                  </a:lnTo>
                  <a:lnTo>
                    <a:pt x="264101" y="3808"/>
                  </a:lnTo>
                  <a:lnTo>
                    <a:pt x="134310" y="3808"/>
                  </a:lnTo>
                  <a:lnTo>
                    <a:pt x="134310" y="134259"/>
                  </a:lnTo>
                  <a:lnTo>
                    <a:pt x="3808" y="134259"/>
                  </a:lnTo>
                  <a:lnTo>
                    <a:pt x="3808" y="264050"/>
                  </a:lnTo>
                  <a:lnTo>
                    <a:pt x="134310" y="264050"/>
                  </a:lnTo>
                  <a:lnTo>
                    <a:pt x="134310" y="394501"/>
                  </a:lnTo>
                  <a:lnTo>
                    <a:pt x="264101" y="394501"/>
                  </a:lnTo>
                  <a:lnTo>
                    <a:pt x="264101" y="264050"/>
                  </a:lnTo>
                  <a:lnTo>
                    <a:pt x="394551" y="264050"/>
                  </a:lnTo>
                  <a:lnTo>
                    <a:pt x="394551" y="134259"/>
                  </a:lnTo>
                  <a:close/>
                </a:path>
              </a:pathLst>
            </a:custGeom>
            <a:solidFill>
              <a:schemeClr val="bg1">
                <a:alpha val="6000"/>
              </a:schemeClr>
            </a:solidFill>
            <a:ln w="9525" cap="flat">
              <a:noFill/>
              <a:prstDash val="solid"/>
              <a:miter/>
            </a:ln>
          </p:spPr>
          <p:txBody>
            <a:bodyPr rtlCol="0" anchor="ctr"/>
            <a:lstStyle/>
            <a:p>
              <a:endParaRPr lang="en-US"/>
            </a:p>
          </p:txBody>
        </p:sp>
        <p:sp>
          <p:nvSpPr>
            <p:cNvPr id="474" name="Freeform: Shape 473">
              <a:extLst>
                <a:ext uri="{FF2B5EF4-FFF2-40B4-BE49-F238E27FC236}">
                  <a16:creationId xmlns:a16="http://schemas.microsoft.com/office/drawing/2014/main" id="{C95F4605-7CD9-4231-91AB-3B2F7B3B30A5}"/>
                </a:ext>
              </a:extLst>
            </p:cNvPr>
            <p:cNvSpPr/>
            <p:nvPr/>
          </p:nvSpPr>
          <p:spPr>
            <a:xfrm>
              <a:off x="-3808" y="5743449"/>
              <a:ext cx="274206" cy="274206"/>
            </a:xfrm>
            <a:custGeom>
              <a:avLst/>
              <a:gdLst>
                <a:gd name="connsiteX0" fmla="*/ 274663 w 274205"/>
                <a:gd name="connsiteY0" fmla="*/ 94245 h 274205"/>
                <a:gd name="connsiteX1" fmla="*/ 184226 w 274205"/>
                <a:gd name="connsiteY1" fmla="*/ 94245 h 274205"/>
                <a:gd name="connsiteX2" fmla="*/ 184226 w 274205"/>
                <a:gd name="connsiteY2" fmla="*/ 3808 h 274205"/>
                <a:gd name="connsiteX3" fmla="*/ 94246 w 274205"/>
                <a:gd name="connsiteY3" fmla="*/ 3808 h 274205"/>
                <a:gd name="connsiteX4" fmla="*/ 94246 w 274205"/>
                <a:gd name="connsiteY4" fmla="*/ 94245 h 274205"/>
                <a:gd name="connsiteX5" fmla="*/ 3808 w 274205"/>
                <a:gd name="connsiteY5" fmla="*/ 94245 h 274205"/>
                <a:gd name="connsiteX6" fmla="*/ 3808 w 274205"/>
                <a:gd name="connsiteY6" fmla="*/ 184225 h 274205"/>
                <a:gd name="connsiteX7" fmla="*/ 94246 w 274205"/>
                <a:gd name="connsiteY7" fmla="*/ 184225 h 274205"/>
                <a:gd name="connsiteX8" fmla="*/ 94246 w 274205"/>
                <a:gd name="connsiteY8" fmla="*/ 274663 h 274205"/>
                <a:gd name="connsiteX9" fmla="*/ 184226 w 274205"/>
                <a:gd name="connsiteY9" fmla="*/ 274663 h 274205"/>
                <a:gd name="connsiteX10" fmla="*/ 184226 w 274205"/>
                <a:gd name="connsiteY10" fmla="*/ 184225 h 274205"/>
                <a:gd name="connsiteX11" fmla="*/ 274663 w 274205"/>
                <a:gd name="connsiteY11" fmla="*/ 184225 h 274205"/>
                <a:gd name="connsiteX12" fmla="*/ 274663 w 274205"/>
                <a:gd name="connsiteY12" fmla="*/ 94245 h 27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4205" h="274205">
                  <a:moveTo>
                    <a:pt x="274663" y="94245"/>
                  </a:moveTo>
                  <a:lnTo>
                    <a:pt x="184226" y="94245"/>
                  </a:lnTo>
                  <a:lnTo>
                    <a:pt x="184226" y="3808"/>
                  </a:lnTo>
                  <a:lnTo>
                    <a:pt x="94246" y="3808"/>
                  </a:lnTo>
                  <a:lnTo>
                    <a:pt x="94246" y="94245"/>
                  </a:lnTo>
                  <a:lnTo>
                    <a:pt x="3808" y="94245"/>
                  </a:lnTo>
                  <a:lnTo>
                    <a:pt x="3808" y="184225"/>
                  </a:lnTo>
                  <a:lnTo>
                    <a:pt x="94246" y="184225"/>
                  </a:lnTo>
                  <a:lnTo>
                    <a:pt x="94246" y="274663"/>
                  </a:lnTo>
                  <a:lnTo>
                    <a:pt x="184226" y="274663"/>
                  </a:lnTo>
                  <a:lnTo>
                    <a:pt x="184226" y="184225"/>
                  </a:lnTo>
                  <a:lnTo>
                    <a:pt x="274663" y="184225"/>
                  </a:lnTo>
                  <a:lnTo>
                    <a:pt x="274663" y="94245"/>
                  </a:lnTo>
                  <a:close/>
                </a:path>
              </a:pathLst>
            </a:custGeom>
            <a:solidFill>
              <a:schemeClr val="bg1">
                <a:alpha val="6000"/>
              </a:schemeClr>
            </a:solidFill>
            <a:ln w="9525" cap="flat">
              <a:noFill/>
              <a:prstDash val="solid"/>
              <a:miter/>
            </a:ln>
          </p:spPr>
          <p:txBody>
            <a:bodyPr rtlCol="0" anchor="ctr"/>
            <a:lstStyle/>
            <a:p>
              <a:endParaRPr lang="en-US"/>
            </a:p>
          </p:txBody>
        </p:sp>
        <p:sp>
          <p:nvSpPr>
            <p:cNvPr id="475" name="Freeform: Shape 474">
              <a:extLst>
                <a:ext uri="{FF2B5EF4-FFF2-40B4-BE49-F238E27FC236}">
                  <a16:creationId xmlns:a16="http://schemas.microsoft.com/office/drawing/2014/main" id="{9216F445-58C1-4D50-8EC5-A772FC5EFB2D}"/>
                </a:ext>
              </a:extLst>
            </p:cNvPr>
            <p:cNvSpPr/>
            <p:nvPr/>
          </p:nvSpPr>
          <p:spPr>
            <a:xfrm>
              <a:off x="4466507" y="2507973"/>
              <a:ext cx="1254237" cy="1254237"/>
            </a:xfrm>
            <a:custGeom>
              <a:avLst/>
              <a:gdLst>
                <a:gd name="connsiteX0" fmla="*/ 1252968 w 1254237"/>
                <a:gd name="connsiteY0" fmla="*/ 420906 h 1254237"/>
                <a:gd name="connsiteX1" fmla="*/ 835870 w 1254237"/>
                <a:gd name="connsiteY1" fmla="*/ 420906 h 1254237"/>
                <a:gd name="connsiteX2" fmla="*/ 835870 w 1254237"/>
                <a:gd name="connsiteY2" fmla="*/ 3808 h 1254237"/>
                <a:gd name="connsiteX3" fmla="*/ 420906 w 1254237"/>
                <a:gd name="connsiteY3" fmla="*/ 3808 h 1254237"/>
                <a:gd name="connsiteX4" fmla="*/ 420906 w 1254237"/>
                <a:gd name="connsiteY4" fmla="*/ 420906 h 1254237"/>
                <a:gd name="connsiteX5" fmla="*/ 3808 w 1254237"/>
                <a:gd name="connsiteY5" fmla="*/ 420906 h 1254237"/>
                <a:gd name="connsiteX6" fmla="*/ 3808 w 1254237"/>
                <a:gd name="connsiteY6" fmla="*/ 835870 h 1254237"/>
                <a:gd name="connsiteX7" fmla="*/ 420906 w 1254237"/>
                <a:gd name="connsiteY7" fmla="*/ 835870 h 1254237"/>
                <a:gd name="connsiteX8" fmla="*/ 420906 w 1254237"/>
                <a:gd name="connsiteY8" fmla="*/ 1252968 h 1254237"/>
                <a:gd name="connsiteX9" fmla="*/ 835870 w 1254237"/>
                <a:gd name="connsiteY9" fmla="*/ 1252968 h 1254237"/>
                <a:gd name="connsiteX10" fmla="*/ 835870 w 1254237"/>
                <a:gd name="connsiteY10" fmla="*/ 835870 h 1254237"/>
                <a:gd name="connsiteX11" fmla="*/ 1252968 w 1254237"/>
                <a:gd name="connsiteY11" fmla="*/ 835870 h 1254237"/>
                <a:gd name="connsiteX12" fmla="*/ 1252968 w 1254237"/>
                <a:gd name="connsiteY12" fmla="*/ 420906 h 125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37" h="1254237">
                  <a:moveTo>
                    <a:pt x="1252968" y="420906"/>
                  </a:moveTo>
                  <a:lnTo>
                    <a:pt x="835870" y="420906"/>
                  </a:lnTo>
                  <a:lnTo>
                    <a:pt x="835870" y="3808"/>
                  </a:lnTo>
                  <a:lnTo>
                    <a:pt x="420906" y="3808"/>
                  </a:lnTo>
                  <a:lnTo>
                    <a:pt x="420906" y="420906"/>
                  </a:lnTo>
                  <a:lnTo>
                    <a:pt x="3808" y="420906"/>
                  </a:lnTo>
                  <a:lnTo>
                    <a:pt x="3808" y="835870"/>
                  </a:lnTo>
                  <a:lnTo>
                    <a:pt x="420906" y="835870"/>
                  </a:lnTo>
                  <a:lnTo>
                    <a:pt x="420906" y="1252968"/>
                  </a:lnTo>
                  <a:lnTo>
                    <a:pt x="835870" y="1252968"/>
                  </a:lnTo>
                  <a:lnTo>
                    <a:pt x="835870" y="835870"/>
                  </a:lnTo>
                  <a:lnTo>
                    <a:pt x="1252968" y="835870"/>
                  </a:lnTo>
                  <a:lnTo>
                    <a:pt x="1252968" y="420906"/>
                  </a:lnTo>
                  <a:close/>
                </a:path>
              </a:pathLst>
            </a:custGeom>
            <a:solidFill>
              <a:schemeClr val="bg1">
                <a:alpha val="6000"/>
              </a:schemeClr>
            </a:solidFill>
            <a:ln w="9525" cap="flat">
              <a:noFill/>
              <a:prstDash val="solid"/>
              <a:miter/>
            </a:ln>
          </p:spPr>
          <p:txBody>
            <a:bodyPr rtlCol="0" anchor="ctr"/>
            <a:lstStyle/>
            <a:p>
              <a:endParaRPr lang="en-US"/>
            </a:p>
          </p:txBody>
        </p:sp>
        <p:sp>
          <p:nvSpPr>
            <p:cNvPr id="476" name="Freeform: Shape 475">
              <a:extLst>
                <a:ext uri="{FF2B5EF4-FFF2-40B4-BE49-F238E27FC236}">
                  <a16:creationId xmlns:a16="http://schemas.microsoft.com/office/drawing/2014/main" id="{7AC6D2A0-008B-4A91-B662-F76DC4B2DCD2}"/>
                </a:ext>
              </a:extLst>
            </p:cNvPr>
            <p:cNvSpPr/>
            <p:nvPr/>
          </p:nvSpPr>
          <p:spPr>
            <a:xfrm>
              <a:off x="7675171" y="2252708"/>
              <a:ext cx="1061278" cy="1061278"/>
            </a:xfrm>
            <a:custGeom>
              <a:avLst/>
              <a:gdLst>
                <a:gd name="connsiteX0" fmla="*/ 1061684 w 1061277"/>
                <a:gd name="connsiteY0" fmla="*/ 357026 h 1061277"/>
                <a:gd name="connsiteX1" fmla="*/ 708467 w 1061277"/>
                <a:gd name="connsiteY1" fmla="*/ 357026 h 1061277"/>
                <a:gd name="connsiteX2" fmla="*/ 708467 w 1061277"/>
                <a:gd name="connsiteY2" fmla="*/ 3808 h 1061277"/>
                <a:gd name="connsiteX3" fmla="*/ 357026 w 1061277"/>
                <a:gd name="connsiteY3" fmla="*/ 3808 h 1061277"/>
                <a:gd name="connsiteX4" fmla="*/ 357026 w 1061277"/>
                <a:gd name="connsiteY4" fmla="*/ 357026 h 1061277"/>
                <a:gd name="connsiteX5" fmla="*/ 3808 w 1061277"/>
                <a:gd name="connsiteY5" fmla="*/ 357026 h 1061277"/>
                <a:gd name="connsiteX6" fmla="*/ 3808 w 1061277"/>
                <a:gd name="connsiteY6" fmla="*/ 708466 h 1061277"/>
                <a:gd name="connsiteX7" fmla="*/ 357026 w 1061277"/>
                <a:gd name="connsiteY7" fmla="*/ 708466 h 1061277"/>
                <a:gd name="connsiteX8" fmla="*/ 357026 w 1061277"/>
                <a:gd name="connsiteY8" fmla="*/ 1061684 h 1061277"/>
                <a:gd name="connsiteX9" fmla="*/ 708467 w 1061277"/>
                <a:gd name="connsiteY9" fmla="*/ 1061684 h 1061277"/>
                <a:gd name="connsiteX10" fmla="*/ 708467 w 1061277"/>
                <a:gd name="connsiteY10" fmla="*/ 708466 h 1061277"/>
                <a:gd name="connsiteX11" fmla="*/ 1061684 w 1061277"/>
                <a:gd name="connsiteY11" fmla="*/ 708466 h 1061277"/>
                <a:gd name="connsiteX12" fmla="*/ 1061684 w 1061277"/>
                <a:gd name="connsiteY12" fmla="*/ 357026 h 106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1277" h="1061277">
                  <a:moveTo>
                    <a:pt x="1061684" y="357026"/>
                  </a:moveTo>
                  <a:lnTo>
                    <a:pt x="708467" y="357026"/>
                  </a:lnTo>
                  <a:lnTo>
                    <a:pt x="708467" y="3808"/>
                  </a:lnTo>
                  <a:lnTo>
                    <a:pt x="357026" y="3808"/>
                  </a:lnTo>
                  <a:lnTo>
                    <a:pt x="357026" y="357026"/>
                  </a:lnTo>
                  <a:lnTo>
                    <a:pt x="3808" y="357026"/>
                  </a:lnTo>
                  <a:lnTo>
                    <a:pt x="3808" y="708466"/>
                  </a:lnTo>
                  <a:lnTo>
                    <a:pt x="357026" y="708466"/>
                  </a:lnTo>
                  <a:lnTo>
                    <a:pt x="357026" y="1061684"/>
                  </a:lnTo>
                  <a:lnTo>
                    <a:pt x="708467" y="1061684"/>
                  </a:lnTo>
                  <a:lnTo>
                    <a:pt x="708467" y="708466"/>
                  </a:lnTo>
                  <a:lnTo>
                    <a:pt x="1061684" y="708466"/>
                  </a:lnTo>
                  <a:lnTo>
                    <a:pt x="1061684" y="357026"/>
                  </a:lnTo>
                  <a:close/>
                </a:path>
              </a:pathLst>
            </a:custGeom>
            <a:solidFill>
              <a:schemeClr val="bg1">
                <a:alpha val="6000"/>
              </a:schemeClr>
            </a:solidFill>
            <a:ln w="9525" cap="flat">
              <a:noFill/>
              <a:prstDash val="solid"/>
              <a:miter/>
            </a:ln>
          </p:spPr>
          <p:txBody>
            <a:bodyPr rtlCol="0" anchor="ctr"/>
            <a:lstStyle/>
            <a:p>
              <a:endParaRPr lang="en-US"/>
            </a:p>
          </p:txBody>
        </p:sp>
        <p:sp>
          <p:nvSpPr>
            <p:cNvPr id="477" name="Freeform: Shape 476">
              <a:extLst>
                <a:ext uri="{FF2B5EF4-FFF2-40B4-BE49-F238E27FC236}">
                  <a16:creationId xmlns:a16="http://schemas.microsoft.com/office/drawing/2014/main" id="{01C412A8-0999-4B5E-94E2-B102E8576A58}"/>
                </a:ext>
              </a:extLst>
            </p:cNvPr>
            <p:cNvSpPr/>
            <p:nvPr/>
          </p:nvSpPr>
          <p:spPr>
            <a:xfrm>
              <a:off x="8745081" y="2898005"/>
              <a:ext cx="1970219" cy="1970219"/>
            </a:xfrm>
            <a:custGeom>
              <a:avLst/>
              <a:gdLst>
                <a:gd name="connsiteX0" fmla="*/ 1968138 w 1970219"/>
                <a:gd name="connsiteY0" fmla="*/ 659668 h 1970219"/>
                <a:gd name="connsiteX1" fmla="*/ 1312227 w 1970219"/>
                <a:gd name="connsiteY1" fmla="*/ 659668 h 1970219"/>
                <a:gd name="connsiteX2" fmla="*/ 1312227 w 1970219"/>
                <a:gd name="connsiteY2" fmla="*/ 3808 h 1970219"/>
                <a:gd name="connsiteX3" fmla="*/ 659719 w 1970219"/>
                <a:gd name="connsiteY3" fmla="*/ 3808 h 1970219"/>
                <a:gd name="connsiteX4" fmla="*/ 659719 w 1970219"/>
                <a:gd name="connsiteY4" fmla="*/ 659668 h 1970219"/>
                <a:gd name="connsiteX5" fmla="*/ 3808 w 1970219"/>
                <a:gd name="connsiteY5" fmla="*/ 659668 h 1970219"/>
                <a:gd name="connsiteX6" fmla="*/ 3808 w 1970219"/>
                <a:gd name="connsiteY6" fmla="*/ 1312176 h 1970219"/>
                <a:gd name="connsiteX7" fmla="*/ 659719 w 1970219"/>
                <a:gd name="connsiteY7" fmla="*/ 1312176 h 1970219"/>
                <a:gd name="connsiteX8" fmla="*/ 659719 w 1970219"/>
                <a:gd name="connsiteY8" fmla="*/ 1968087 h 1970219"/>
                <a:gd name="connsiteX9" fmla="*/ 1312227 w 1970219"/>
                <a:gd name="connsiteY9" fmla="*/ 1968087 h 1970219"/>
                <a:gd name="connsiteX10" fmla="*/ 1312227 w 1970219"/>
                <a:gd name="connsiteY10" fmla="*/ 1312176 h 1970219"/>
                <a:gd name="connsiteX11" fmla="*/ 1968138 w 1970219"/>
                <a:gd name="connsiteY11" fmla="*/ 1312176 h 1970219"/>
                <a:gd name="connsiteX12" fmla="*/ 1968138 w 1970219"/>
                <a:gd name="connsiteY12" fmla="*/ 659668 h 197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0219" h="1970219">
                  <a:moveTo>
                    <a:pt x="1968138" y="659668"/>
                  </a:moveTo>
                  <a:lnTo>
                    <a:pt x="1312227" y="659668"/>
                  </a:lnTo>
                  <a:lnTo>
                    <a:pt x="1312227" y="3808"/>
                  </a:lnTo>
                  <a:lnTo>
                    <a:pt x="659719" y="3808"/>
                  </a:lnTo>
                  <a:lnTo>
                    <a:pt x="659719" y="659668"/>
                  </a:lnTo>
                  <a:lnTo>
                    <a:pt x="3808" y="659668"/>
                  </a:lnTo>
                  <a:lnTo>
                    <a:pt x="3808" y="1312176"/>
                  </a:lnTo>
                  <a:lnTo>
                    <a:pt x="659719" y="1312176"/>
                  </a:lnTo>
                  <a:lnTo>
                    <a:pt x="659719" y="1968087"/>
                  </a:lnTo>
                  <a:lnTo>
                    <a:pt x="1312227" y="1968087"/>
                  </a:lnTo>
                  <a:lnTo>
                    <a:pt x="1312227" y="1312176"/>
                  </a:lnTo>
                  <a:lnTo>
                    <a:pt x="1968138" y="1312176"/>
                  </a:lnTo>
                  <a:lnTo>
                    <a:pt x="1968138" y="659668"/>
                  </a:lnTo>
                  <a:close/>
                </a:path>
              </a:pathLst>
            </a:custGeom>
            <a:solidFill>
              <a:schemeClr val="bg1">
                <a:alpha val="6000"/>
              </a:schemeClr>
            </a:solidFill>
            <a:ln w="9525" cap="flat">
              <a:noFill/>
              <a:prstDash val="solid"/>
              <a:miter/>
            </a:ln>
          </p:spPr>
          <p:txBody>
            <a:bodyPr rtlCol="0" anchor="ctr"/>
            <a:lstStyle/>
            <a:p>
              <a:endParaRPr lang="en-US"/>
            </a:p>
          </p:txBody>
        </p:sp>
        <p:sp>
          <p:nvSpPr>
            <p:cNvPr id="478" name="Freeform: Shape 477">
              <a:extLst>
                <a:ext uri="{FF2B5EF4-FFF2-40B4-BE49-F238E27FC236}">
                  <a16:creationId xmlns:a16="http://schemas.microsoft.com/office/drawing/2014/main" id="{2507E711-9B36-4481-92B3-651A25D52FFA}"/>
                </a:ext>
              </a:extLst>
            </p:cNvPr>
            <p:cNvSpPr/>
            <p:nvPr/>
          </p:nvSpPr>
          <p:spPr>
            <a:xfrm>
              <a:off x="8260296" y="1163248"/>
              <a:ext cx="365608" cy="365608"/>
            </a:xfrm>
            <a:custGeom>
              <a:avLst/>
              <a:gdLst>
                <a:gd name="connsiteX0" fmla="*/ 362155 w 365607"/>
                <a:gd name="connsiteY0" fmla="*/ 123494 h 365607"/>
                <a:gd name="connsiteX1" fmla="*/ 242520 w 365607"/>
                <a:gd name="connsiteY1" fmla="*/ 123494 h 365607"/>
                <a:gd name="connsiteX2" fmla="*/ 242520 w 365607"/>
                <a:gd name="connsiteY2" fmla="*/ 3808 h 365607"/>
                <a:gd name="connsiteX3" fmla="*/ 123444 w 365607"/>
                <a:gd name="connsiteY3" fmla="*/ 3808 h 365607"/>
                <a:gd name="connsiteX4" fmla="*/ 123444 w 365607"/>
                <a:gd name="connsiteY4" fmla="*/ 123494 h 365607"/>
                <a:gd name="connsiteX5" fmla="*/ 3808 w 365607"/>
                <a:gd name="connsiteY5" fmla="*/ 123494 h 365607"/>
                <a:gd name="connsiteX6" fmla="*/ 3808 w 365607"/>
                <a:gd name="connsiteY6" fmla="*/ 242520 h 365607"/>
                <a:gd name="connsiteX7" fmla="*/ 123444 w 365607"/>
                <a:gd name="connsiteY7" fmla="*/ 242520 h 365607"/>
                <a:gd name="connsiteX8" fmla="*/ 123444 w 365607"/>
                <a:gd name="connsiteY8" fmla="*/ 362206 h 365607"/>
                <a:gd name="connsiteX9" fmla="*/ 242520 w 365607"/>
                <a:gd name="connsiteY9" fmla="*/ 362206 h 365607"/>
                <a:gd name="connsiteX10" fmla="*/ 242520 w 365607"/>
                <a:gd name="connsiteY10" fmla="*/ 242520 h 365607"/>
                <a:gd name="connsiteX11" fmla="*/ 362155 w 365607"/>
                <a:gd name="connsiteY11" fmla="*/ 242520 h 365607"/>
                <a:gd name="connsiteX12" fmla="*/ 362155 w 365607"/>
                <a:gd name="connsiteY12" fmla="*/ 123494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2155" y="123494"/>
                  </a:moveTo>
                  <a:lnTo>
                    <a:pt x="242520" y="123494"/>
                  </a:lnTo>
                  <a:lnTo>
                    <a:pt x="242520" y="3808"/>
                  </a:lnTo>
                  <a:lnTo>
                    <a:pt x="123444" y="3808"/>
                  </a:lnTo>
                  <a:lnTo>
                    <a:pt x="123444" y="123494"/>
                  </a:lnTo>
                  <a:lnTo>
                    <a:pt x="3808" y="123494"/>
                  </a:lnTo>
                  <a:lnTo>
                    <a:pt x="3808" y="242520"/>
                  </a:lnTo>
                  <a:lnTo>
                    <a:pt x="123444" y="242520"/>
                  </a:lnTo>
                  <a:lnTo>
                    <a:pt x="123444" y="362206"/>
                  </a:lnTo>
                  <a:lnTo>
                    <a:pt x="242520" y="362206"/>
                  </a:lnTo>
                  <a:lnTo>
                    <a:pt x="242520" y="242520"/>
                  </a:lnTo>
                  <a:lnTo>
                    <a:pt x="362155" y="242520"/>
                  </a:lnTo>
                  <a:lnTo>
                    <a:pt x="362155" y="123494"/>
                  </a:lnTo>
                  <a:close/>
                </a:path>
              </a:pathLst>
            </a:custGeom>
            <a:solidFill>
              <a:schemeClr val="bg1">
                <a:alpha val="6000"/>
              </a:schemeClr>
            </a:solidFill>
            <a:ln w="9525" cap="flat">
              <a:noFill/>
              <a:prstDash val="solid"/>
              <a:miter/>
            </a:ln>
          </p:spPr>
          <p:txBody>
            <a:bodyPr rtlCol="0" anchor="ctr"/>
            <a:lstStyle/>
            <a:p>
              <a:endParaRPr lang="en-US"/>
            </a:p>
          </p:txBody>
        </p:sp>
        <p:sp>
          <p:nvSpPr>
            <p:cNvPr id="479" name="Freeform: Shape 478">
              <a:extLst>
                <a:ext uri="{FF2B5EF4-FFF2-40B4-BE49-F238E27FC236}">
                  <a16:creationId xmlns:a16="http://schemas.microsoft.com/office/drawing/2014/main" id="{E882399E-8EB7-4E24-90A5-E4B4CEA870CF}"/>
                </a:ext>
              </a:extLst>
            </p:cNvPr>
            <p:cNvSpPr/>
            <p:nvPr/>
          </p:nvSpPr>
          <p:spPr>
            <a:xfrm>
              <a:off x="5518137" y="3771960"/>
              <a:ext cx="787072" cy="787072"/>
            </a:xfrm>
            <a:custGeom>
              <a:avLst/>
              <a:gdLst>
                <a:gd name="connsiteX0" fmla="*/ 787936 w 787072"/>
                <a:gd name="connsiteY0" fmla="*/ 265675 h 787072"/>
                <a:gd name="connsiteX1" fmla="*/ 526120 w 787072"/>
                <a:gd name="connsiteY1" fmla="*/ 265675 h 787072"/>
                <a:gd name="connsiteX2" fmla="*/ 526120 w 787072"/>
                <a:gd name="connsiteY2" fmla="*/ 3808 h 787072"/>
                <a:gd name="connsiteX3" fmla="*/ 265624 w 787072"/>
                <a:gd name="connsiteY3" fmla="*/ 3808 h 787072"/>
                <a:gd name="connsiteX4" fmla="*/ 265624 w 787072"/>
                <a:gd name="connsiteY4" fmla="*/ 265675 h 787072"/>
                <a:gd name="connsiteX5" fmla="*/ 3808 w 787072"/>
                <a:gd name="connsiteY5" fmla="*/ 265675 h 787072"/>
                <a:gd name="connsiteX6" fmla="*/ 3808 w 787072"/>
                <a:gd name="connsiteY6" fmla="*/ 526120 h 787072"/>
                <a:gd name="connsiteX7" fmla="*/ 265624 w 787072"/>
                <a:gd name="connsiteY7" fmla="*/ 526120 h 787072"/>
                <a:gd name="connsiteX8" fmla="*/ 265624 w 787072"/>
                <a:gd name="connsiteY8" fmla="*/ 787986 h 787072"/>
                <a:gd name="connsiteX9" fmla="*/ 526120 w 787072"/>
                <a:gd name="connsiteY9" fmla="*/ 787986 h 787072"/>
                <a:gd name="connsiteX10" fmla="*/ 526120 w 787072"/>
                <a:gd name="connsiteY10" fmla="*/ 526120 h 787072"/>
                <a:gd name="connsiteX11" fmla="*/ 787936 w 787072"/>
                <a:gd name="connsiteY11" fmla="*/ 526120 h 787072"/>
                <a:gd name="connsiteX12" fmla="*/ 787936 w 787072"/>
                <a:gd name="connsiteY12" fmla="*/ 265675 h 78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7072" h="787072">
                  <a:moveTo>
                    <a:pt x="787936" y="265675"/>
                  </a:moveTo>
                  <a:lnTo>
                    <a:pt x="526120" y="265675"/>
                  </a:lnTo>
                  <a:lnTo>
                    <a:pt x="526120" y="3808"/>
                  </a:lnTo>
                  <a:lnTo>
                    <a:pt x="265624" y="3808"/>
                  </a:lnTo>
                  <a:lnTo>
                    <a:pt x="265624" y="265675"/>
                  </a:lnTo>
                  <a:lnTo>
                    <a:pt x="3808" y="265675"/>
                  </a:lnTo>
                  <a:lnTo>
                    <a:pt x="3808" y="526120"/>
                  </a:lnTo>
                  <a:lnTo>
                    <a:pt x="265624" y="526120"/>
                  </a:lnTo>
                  <a:lnTo>
                    <a:pt x="265624" y="787986"/>
                  </a:lnTo>
                  <a:lnTo>
                    <a:pt x="526120" y="787986"/>
                  </a:lnTo>
                  <a:lnTo>
                    <a:pt x="526120" y="526120"/>
                  </a:lnTo>
                  <a:lnTo>
                    <a:pt x="787936" y="526120"/>
                  </a:lnTo>
                  <a:lnTo>
                    <a:pt x="787936" y="265675"/>
                  </a:lnTo>
                  <a:close/>
                </a:path>
              </a:pathLst>
            </a:custGeom>
            <a:solidFill>
              <a:schemeClr val="bg1">
                <a:alpha val="6000"/>
              </a:schemeClr>
            </a:solidFill>
            <a:ln w="9525" cap="flat">
              <a:noFill/>
              <a:prstDash val="solid"/>
              <a:miter/>
            </a:ln>
          </p:spPr>
          <p:txBody>
            <a:bodyPr rtlCol="0" anchor="ctr"/>
            <a:lstStyle/>
            <a:p>
              <a:endParaRPr lang="en-US"/>
            </a:p>
          </p:txBody>
        </p:sp>
        <p:sp>
          <p:nvSpPr>
            <p:cNvPr id="480" name="Freeform: Shape 479">
              <a:extLst>
                <a:ext uri="{FF2B5EF4-FFF2-40B4-BE49-F238E27FC236}">
                  <a16:creationId xmlns:a16="http://schemas.microsoft.com/office/drawing/2014/main" id="{CA4FFF1C-F098-4BAD-8783-E27A80A68D0C}"/>
                </a:ext>
              </a:extLst>
            </p:cNvPr>
            <p:cNvSpPr/>
            <p:nvPr/>
          </p:nvSpPr>
          <p:spPr>
            <a:xfrm>
              <a:off x="583957" y="4827804"/>
              <a:ext cx="269128" cy="269128"/>
            </a:xfrm>
            <a:custGeom>
              <a:avLst/>
              <a:gdLst>
                <a:gd name="connsiteX0" fmla="*/ 269991 w 269127"/>
                <a:gd name="connsiteY0" fmla="*/ 92722 h 269127"/>
                <a:gd name="connsiteX1" fmla="*/ 181077 w 269127"/>
                <a:gd name="connsiteY1" fmla="*/ 92722 h 269127"/>
                <a:gd name="connsiteX2" fmla="*/ 181077 w 269127"/>
                <a:gd name="connsiteY2" fmla="*/ 3808 h 269127"/>
                <a:gd name="connsiteX3" fmla="*/ 92671 w 269127"/>
                <a:gd name="connsiteY3" fmla="*/ 3808 h 269127"/>
                <a:gd name="connsiteX4" fmla="*/ 92671 w 269127"/>
                <a:gd name="connsiteY4" fmla="*/ 92722 h 269127"/>
                <a:gd name="connsiteX5" fmla="*/ 3808 w 269127"/>
                <a:gd name="connsiteY5" fmla="*/ 92722 h 269127"/>
                <a:gd name="connsiteX6" fmla="*/ 3808 w 269127"/>
                <a:gd name="connsiteY6" fmla="*/ 181128 h 269127"/>
                <a:gd name="connsiteX7" fmla="*/ 92671 w 269127"/>
                <a:gd name="connsiteY7" fmla="*/ 181128 h 269127"/>
                <a:gd name="connsiteX8" fmla="*/ 92671 w 269127"/>
                <a:gd name="connsiteY8" fmla="*/ 269991 h 269127"/>
                <a:gd name="connsiteX9" fmla="*/ 181077 w 269127"/>
                <a:gd name="connsiteY9" fmla="*/ 269991 h 269127"/>
                <a:gd name="connsiteX10" fmla="*/ 181077 w 269127"/>
                <a:gd name="connsiteY10" fmla="*/ 181128 h 269127"/>
                <a:gd name="connsiteX11" fmla="*/ 269991 w 269127"/>
                <a:gd name="connsiteY11" fmla="*/ 181128 h 269127"/>
                <a:gd name="connsiteX12" fmla="*/ 269991 w 269127"/>
                <a:gd name="connsiteY12" fmla="*/ 92722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9991" y="92722"/>
                  </a:moveTo>
                  <a:lnTo>
                    <a:pt x="181077" y="92722"/>
                  </a:lnTo>
                  <a:lnTo>
                    <a:pt x="181077" y="3808"/>
                  </a:lnTo>
                  <a:lnTo>
                    <a:pt x="92671" y="3808"/>
                  </a:lnTo>
                  <a:lnTo>
                    <a:pt x="92671" y="92722"/>
                  </a:lnTo>
                  <a:lnTo>
                    <a:pt x="3808" y="92722"/>
                  </a:lnTo>
                  <a:lnTo>
                    <a:pt x="3808" y="181128"/>
                  </a:lnTo>
                  <a:lnTo>
                    <a:pt x="92671" y="181128"/>
                  </a:lnTo>
                  <a:lnTo>
                    <a:pt x="92671" y="269991"/>
                  </a:lnTo>
                  <a:lnTo>
                    <a:pt x="181077" y="269991"/>
                  </a:lnTo>
                  <a:lnTo>
                    <a:pt x="181077" y="181128"/>
                  </a:lnTo>
                  <a:lnTo>
                    <a:pt x="269991" y="181128"/>
                  </a:lnTo>
                  <a:lnTo>
                    <a:pt x="269991" y="92722"/>
                  </a:lnTo>
                  <a:close/>
                </a:path>
              </a:pathLst>
            </a:custGeom>
            <a:solidFill>
              <a:schemeClr val="bg1">
                <a:alpha val="6000"/>
              </a:schemeClr>
            </a:solidFill>
            <a:ln w="9525" cap="flat">
              <a:noFill/>
              <a:prstDash val="solid"/>
              <a:miter/>
            </a:ln>
          </p:spPr>
          <p:txBody>
            <a:bodyPr rtlCol="0" anchor="ctr"/>
            <a:lstStyle/>
            <a:p>
              <a:endParaRPr lang="en-US"/>
            </a:p>
          </p:txBody>
        </p:sp>
        <p:sp>
          <p:nvSpPr>
            <p:cNvPr id="481" name="Freeform: Shape 480">
              <a:extLst>
                <a:ext uri="{FF2B5EF4-FFF2-40B4-BE49-F238E27FC236}">
                  <a16:creationId xmlns:a16="http://schemas.microsoft.com/office/drawing/2014/main" id="{B806C7EA-5C93-4A91-9BB2-0B03D44C8BB6}"/>
                </a:ext>
              </a:extLst>
            </p:cNvPr>
            <p:cNvSpPr/>
            <p:nvPr/>
          </p:nvSpPr>
          <p:spPr>
            <a:xfrm>
              <a:off x="2246507" y="4399536"/>
              <a:ext cx="319907" cy="319907"/>
            </a:xfrm>
            <a:custGeom>
              <a:avLst/>
              <a:gdLst>
                <a:gd name="connsiteX0" fmla="*/ 317825 w 319906"/>
                <a:gd name="connsiteY0" fmla="*/ 108667 h 319906"/>
                <a:gd name="connsiteX1" fmla="*/ 212966 w 319906"/>
                <a:gd name="connsiteY1" fmla="*/ 108667 h 319906"/>
                <a:gd name="connsiteX2" fmla="*/ 212966 w 319906"/>
                <a:gd name="connsiteY2" fmla="*/ 3808 h 319906"/>
                <a:gd name="connsiteX3" fmla="*/ 108667 w 319906"/>
                <a:gd name="connsiteY3" fmla="*/ 3808 h 319906"/>
                <a:gd name="connsiteX4" fmla="*/ 108667 w 319906"/>
                <a:gd name="connsiteY4" fmla="*/ 108667 h 319906"/>
                <a:gd name="connsiteX5" fmla="*/ 3808 w 319906"/>
                <a:gd name="connsiteY5" fmla="*/ 108667 h 319906"/>
                <a:gd name="connsiteX6" fmla="*/ 3808 w 319906"/>
                <a:gd name="connsiteY6" fmla="*/ 213017 h 319906"/>
                <a:gd name="connsiteX7" fmla="*/ 108667 w 319906"/>
                <a:gd name="connsiteY7" fmla="*/ 213017 h 319906"/>
                <a:gd name="connsiteX8" fmla="*/ 108667 w 319906"/>
                <a:gd name="connsiteY8" fmla="*/ 317875 h 319906"/>
                <a:gd name="connsiteX9" fmla="*/ 212966 w 319906"/>
                <a:gd name="connsiteY9" fmla="*/ 317875 h 319906"/>
                <a:gd name="connsiteX10" fmla="*/ 212966 w 319906"/>
                <a:gd name="connsiteY10" fmla="*/ 213017 h 319906"/>
                <a:gd name="connsiteX11" fmla="*/ 317825 w 319906"/>
                <a:gd name="connsiteY11" fmla="*/ 213017 h 319906"/>
                <a:gd name="connsiteX12" fmla="*/ 317825 w 319906"/>
                <a:gd name="connsiteY12" fmla="*/ 108667 h 31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906" h="319906">
                  <a:moveTo>
                    <a:pt x="317825" y="108667"/>
                  </a:moveTo>
                  <a:lnTo>
                    <a:pt x="212966" y="108667"/>
                  </a:lnTo>
                  <a:lnTo>
                    <a:pt x="212966" y="3808"/>
                  </a:lnTo>
                  <a:lnTo>
                    <a:pt x="108667" y="3808"/>
                  </a:lnTo>
                  <a:lnTo>
                    <a:pt x="108667" y="108667"/>
                  </a:lnTo>
                  <a:lnTo>
                    <a:pt x="3808" y="108667"/>
                  </a:lnTo>
                  <a:lnTo>
                    <a:pt x="3808" y="213017"/>
                  </a:lnTo>
                  <a:lnTo>
                    <a:pt x="108667" y="213017"/>
                  </a:lnTo>
                  <a:lnTo>
                    <a:pt x="108667" y="317875"/>
                  </a:lnTo>
                  <a:lnTo>
                    <a:pt x="212966" y="317875"/>
                  </a:lnTo>
                  <a:lnTo>
                    <a:pt x="212966" y="213017"/>
                  </a:lnTo>
                  <a:lnTo>
                    <a:pt x="317825" y="213017"/>
                  </a:lnTo>
                  <a:lnTo>
                    <a:pt x="317825" y="108667"/>
                  </a:lnTo>
                  <a:close/>
                </a:path>
              </a:pathLst>
            </a:custGeom>
            <a:solidFill>
              <a:schemeClr val="bg1">
                <a:alpha val="6000"/>
              </a:schemeClr>
            </a:solidFill>
            <a:ln w="9525" cap="flat">
              <a:noFill/>
              <a:prstDash val="solid"/>
              <a:miter/>
            </a:ln>
          </p:spPr>
          <p:txBody>
            <a:bodyPr rtlCol="0" anchor="ctr"/>
            <a:lstStyle/>
            <a:p>
              <a:endParaRPr lang="en-US"/>
            </a:p>
          </p:txBody>
        </p:sp>
        <p:sp>
          <p:nvSpPr>
            <p:cNvPr id="482" name="Freeform: Shape 481">
              <a:extLst>
                <a:ext uri="{FF2B5EF4-FFF2-40B4-BE49-F238E27FC236}">
                  <a16:creationId xmlns:a16="http://schemas.microsoft.com/office/drawing/2014/main" id="{F5C196F0-EAC8-4D9F-9492-13D6A6896BDA}"/>
                </a:ext>
              </a:extLst>
            </p:cNvPr>
            <p:cNvSpPr/>
            <p:nvPr/>
          </p:nvSpPr>
          <p:spPr>
            <a:xfrm>
              <a:off x="2689654" y="3599362"/>
              <a:ext cx="355452" cy="355452"/>
            </a:xfrm>
            <a:custGeom>
              <a:avLst/>
              <a:gdLst>
                <a:gd name="connsiteX0" fmla="*/ 354030 w 355451"/>
                <a:gd name="connsiteY0" fmla="*/ 120752 h 355451"/>
                <a:gd name="connsiteX1" fmla="*/ 237086 w 355451"/>
                <a:gd name="connsiteY1" fmla="*/ 120752 h 355451"/>
                <a:gd name="connsiteX2" fmla="*/ 237086 w 355451"/>
                <a:gd name="connsiteY2" fmla="*/ 3808 h 355451"/>
                <a:gd name="connsiteX3" fmla="*/ 120752 w 355451"/>
                <a:gd name="connsiteY3" fmla="*/ 3808 h 355451"/>
                <a:gd name="connsiteX4" fmla="*/ 120752 w 355451"/>
                <a:gd name="connsiteY4" fmla="*/ 120752 h 355451"/>
                <a:gd name="connsiteX5" fmla="*/ 3808 w 355451"/>
                <a:gd name="connsiteY5" fmla="*/ 120752 h 355451"/>
                <a:gd name="connsiteX6" fmla="*/ 3808 w 355451"/>
                <a:gd name="connsiteY6" fmla="*/ 237086 h 355451"/>
                <a:gd name="connsiteX7" fmla="*/ 120752 w 355451"/>
                <a:gd name="connsiteY7" fmla="*/ 237086 h 355451"/>
                <a:gd name="connsiteX8" fmla="*/ 120752 w 355451"/>
                <a:gd name="connsiteY8" fmla="*/ 354030 h 355451"/>
                <a:gd name="connsiteX9" fmla="*/ 237086 w 355451"/>
                <a:gd name="connsiteY9" fmla="*/ 354030 h 355451"/>
                <a:gd name="connsiteX10" fmla="*/ 237086 w 355451"/>
                <a:gd name="connsiteY10" fmla="*/ 237086 h 355451"/>
                <a:gd name="connsiteX11" fmla="*/ 354030 w 355451"/>
                <a:gd name="connsiteY11" fmla="*/ 237086 h 355451"/>
                <a:gd name="connsiteX12" fmla="*/ 354030 w 355451"/>
                <a:gd name="connsiteY12" fmla="*/ 120752 h 35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5451" h="355451">
                  <a:moveTo>
                    <a:pt x="354030" y="120752"/>
                  </a:moveTo>
                  <a:lnTo>
                    <a:pt x="237086" y="120752"/>
                  </a:lnTo>
                  <a:lnTo>
                    <a:pt x="237086" y="3808"/>
                  </a:lnTo>
                  <a:lnTo>
                    <a:pt x="120752" y="3808"/>
                  </a:lnTo>
                  <a:lnTo>
                    <a:pt x="120752" y="120752"/>
                  </a:lnTo>
                  <a:lnTo>
                    <a:pt x="3808" y="120752"/>
                  </a:lnTo>
                  <a:lnTo>
                    <a:pt x="3808" y="237086"/>
                  </a:lnTo>
                  <a:lnTo>
                    <a:pt x="120752" y="237086"/>
                  </a:lnTo>
                  <a:lnTo>
                    <a:pt x="120752" y="354030"/>
                  </a:lnTo>
                  <a:lnTo>
                    <a:pt x="237086" y="354030"/>
                  </a:lnTo>
                  <a:lnTo>
                    <a:pt x="237086" y="237086"/>
                  </a:lnTo>
                  <a:lnTo>
                    <a:pt x="354030" y="237086"/>
                  </a:lnTo>
                  <a:lnTo>
                    <a:pt x="354030" y="120752"/>
                  </a:lnTo>
                  <a:close/>
                </a:path>
              </a:pathLst>
            </a:custGeom>
            <a:solidFill>
              <a:schemeClr val="bg1">
                <a:alpha val="6000"/>
              </a:schemeClr>
            </a:solidFill>
            <a:ln w="9525" cap="flat">
              <a:noFill/>
              <a:prstDash val="solid"/>
              <a:miter/>
            </a:ln>
          </p:spPr>
          <p:txBody>
            <a:bodyPr rtlCol="0" anchor="ctr"/>
            <a:lstStyle/>
            <a:p>
              <a:endParaRPr lang="en-US"/>
            </a:p>
          </p:txBody>
        </p:sp>
        <p:sp>
          <p:nvSpPr>
            <p:cNvPr id="483" name="Freeform: Shape 482">
              <a:extLst>
                <a:ext uri="{FF2B5EF4-FFF2-40B4-BE49-F238E27FC236}">
                  <a16:creationId xmlns:a16="http://schemas.microsoft.com/office/drawing/2014/main" id="{DE9FB214-06E4-424C-A475-5803078B0581}"/>
                </a:ext>
              </a:extLst>
            </p:cNvPr>
            <p:cNvSpPr/>
            <p:nvPr/>
          </p:nvSpPr>
          <p:spPr>
            <a:xfrm>
              <a:off x="6299217" y="4789771"/>
              <a:ext cx="1772182" cy="1772182"/>
            </a:xfrm>
            <a:custGeom>
              <a:avLst/>
              <a:gdLst>
                <a:gd name="connsiteX0" fmla="*/ 1769135 w 1772181"/>
                <a:gd name="connsiteY0" fmla="*/ 593250 h 1772181"/>
                <a:gd name="connsiteX1" fmla="*/ 1179694 w 1772181"/>
                <a:gd name="connsiteY1" fmla="*/ 593250 h 1772181"/>
                <a:gd name="connsiteX2" fmla="*/ 1179694 w 1772181"/>
                <a:gd name="connsiteY2" fmla="*/ 3808 h 1772181"/>
                <a:gd name="connsiteX3" fmla="*/ 593300 w 1772181"/>
                <a:gd name="connsiteY3" fmla="*/ 3808 h 1772181"/>
                <a:gd name="connsiteX4" fmla="*/ 593300 w 1772181"/>
                <a:gd name="connsiteY4" fmla="*/ 593250 h 1772181"/>
                <a:gd name="connsiteX5" fmla="*/ 3808 w 1772181"/>
                <a:gd name="connsiteY5" fmla="*/ 593250 h 1772181"/>
                <a:gd name="connsiteX6" fmla="*/ 3808 w 1772181"/>
                <a:gd name="connsiteY6" fmla="*/ 1179644 h 1772181"/>
                <a:gd name="connsiteX7" fmla="*/ 593300 w 1772181"/>
                <a:gd name="connsiteY7" fmla="*/ 1179644 h 1772181"/>
                <a:gd name="connsiteX8" fmla="*/ 593300 w 1772181"/>
                <a:gd name="connsiteY8" fmla="*/ 1769135 h 1772181"/>
                <a:gd name="connsiteX9" fmla="*/ 1179694 w 1772181"/>
                <a:gd name="connsiteY9" fmla="*/ 1769135 h 1772181"/>
                <a:gd name="connsiteX10" fmla="*/ 1179694 w 1772181"/>
                <a:gd name="connsiteY10" fmla="*/ 1179644 h 1772181"/>
                <a:gd name="connsiteX11" fmla="*/ 1769135 w 1772181"/>
                <a:gd name="connsiteY11" fmla="*/ 1179644 h 1772181"/>
                <a:gd name="connsiteX12" fmla="*/ 1769135 w 1772181"/>
                <a:gd name="connsiteY12" fmla="*/ 593250 h 1772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181" h="1772181">
                  <a:moveTo>
                    <a:pt x="1769135" y="593250"/>
                  </a:moveTo>
                  <a:lnTo>
                    <a:pt x="1179694" y="593250"/>
                  </a:lnTo>
                  <a:lnTo>
                    <a:pt x="1179694" y="3808"/>
                  </a:lnTo>
                  <a:lnTo>
                    <a:pt x="593300" y="3808"/>
                  </a:lnTo>
                  <a:lnTo>
                    <a:pt x="593300" y="593250"/>
                  </a:lnTo>
                  <a:lnTo>
                    <a:pt x="3808" y="593250"/>
                  </a:lnTo>
                  <a:lnTo>
                    <a:pt x="3808" y="1179644"/>
                  </a:lnTo>
                  <a:lnTo>
                    <a:pt x="593300" y="1179644"/>
                  </a:lnTo>
                  <a:lnTo>
                    <a:pt x="593300" y="1769135"/>
                  </a:lnTo>
                  <a:lnTo>
                    <a:pt x="1179694" y="1769135"/>
                  </a:lnTo>
                  <a:lnTo>
                    <a:pt x="1179694" y="1179644"/>
                  </a:lnTo>
                  <a:lnTo>
                    <a:pt x="1769135" y="1179644"/>
                  </a:lnTo>
                  <a:lnTo>
                    <a:pt x="1769135" y="593250"/>
                  </a:lnTo>
                  <a:close/>
                </a:path>
              </a:pathLst>
            </a:custGeom>
            <a:solidFill>
              <a:schemeClr val="bg1">
                <a:alpha val="6000"/>
              </a:schemeClr>
            </a:solidFill>
            <a:ln w="9525" cap="flat">
              <a:noFill/>
              <a:prstDash val="solid"/>
              <a:miter/>
            </a:ln>
          </p:spPr>
          <p:txBody>
            <a:bodyPr rtlCol="0" anchor="ctr"/>
            <a:lstStyle/>
            <a:p>
              <a:endParaRPr lang="en-US"/>
            </a:p>
          </p:txBody>
        </p:sp>
        <p:sp>
          <p:nvSpPr>
            <p:cNvPr id="484" name="Freeform: Shape 483">
              <a:extLst>
                <a:ext uri="{FF2B5EF4-FFF2-40B4-BE49-F238E27FC236}">
                  <a16:creationId xmlns:a16="http://schemas.microsoft.com/office/drawing/2014/main" id="{CE434E15-D5AB-4DA6-A05A-21D948050EFB}"/>
                </a:ext>
              </a:extLst>
            </p:cNvPr>
            <p:cNvSpPr/>
            <p:nvPr/>
          </p:nvSpPr>
          <p:spPr>
            <a:xfrm>
              <a:off x="3919263" y="2864440"/>
              <a:ext cx="385919" cy="385919"/>
            </a:xfrm>
            <a:custGeom>
              <a:avLst/>
              <a:gdLst>
                <a:gd name="connsiteX0" fmla="*/ 382212 w 385919"/>
                <a:gd name="connsiteY0" fmla="*/ 130146 h 385919"/>
                <a:gd name="connsiteX1" fmla="*/ 255874 w 385919"/>
                <a:gd name="connsiteY1" fmla="*/ 130146 h 385919"/>
                <a:gd name="connsiteX2" fmla="*/ 255874 w 385919"/>
                <a:gd name="connsiteY2" fmla="*/ 3808 h 385919"/>
                <a:gd name="connsiteX3" fmla="*/ 130146 w 385919"/>
                <a:gd name="connsiteY3" fmla="*/ 3808 h 385919"/>
                <a:gd name="connsiteX4" fmla="*/ 130146 w 385919"/>
                <a:gd name="connsiteY4" fmla="*/ 130146 h 385919"/>
                <a:gd name="connsiteX5" fmla="*/ 3808 w 385919"/>
                <a:gd name="connsiteY5" fmla="*/ 130146 h 385919"/>
                <a:gd name="connsiteX6" fmla="*/ 3808 w 385919"/>
                <a:gd name="connsiteY6" fmla="*/ 255824 h 385919"/>
                <a:gd name="connsiteX7" fmla="*/ 130146 w 385919"/>
                <a:gd name="connsiteY7" fmla="*/ 255824 h 385919"/>
                <a:gd name="connsiteX8" fmla="*/ 130146 w 385919"/>
                <a:gd name="connsiteY8" fmla="*/ 382162 h 385919"/>
                <a:gd name="connsiteX9" fmla="*/ 255874 w 385919"/>
                <a:gd name="connsiteY9" fmla="*/ 382162 h 385919"/>
                <a:gd name="connsiteX10" fmla="*/ 255874 w 385919"/>
                <a:gd name="connsiteY10" fmla="*/ 255824 h 385919"/>
                <a:gd name="connsiteX11" fmla="*/ 382212 w 385919"/>
                <a:gd name="connsiteY11" fmla="*/ 255824 h 385919"/>
                <a:gd name="connsiteX12" fmla="*/ 382212 w 385919"/>
                <a:gd name="connsiteY12" fmla="*/ 130146 h 38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5919" h="385919">
                  <a:moveTo>
                    <a:pt x="382212" y="130146"/>
                  </a:moveTo>
                  <a:lnTo>
                    <a:pt x="255874" y="130146"/>
                  </a:lnTo>
                  <a:lnTo>
                    <a:pt x="255874" y="3808"/>
                  </a:lnTo>
                  <a:lnTo>
                    <a:pt x="130146" y="3808"/>
                  </a:lnTo>
                  <a:lnTo>
                    <a:pt x="130146" y="130146"/>
                  </a:lnTo>
                  <a:lnTo>
                    <a:pt x="3808" y="130146"/>
                  </a:lnTo>
                  <a:lnTo>
                    <a:pt x="3808" y="255824"/>
                  </a:lnTo>
                  <a:lnTo>
                    <a:pt x="130146" y="255824"/>
                  </a:lnTo>
                  <a:lnTo>
                    <a:pt x="130146" y="382162"/>
                  </a:lnTo>
                  <a:lnTo>
                    <a:pt x="255874" y="382162"/>
                  </a:lnTo>
                  <a:lnTo>
                    <a:pt x="255874" y="255824"/>
                  </a:lnTo>
                  <a:lnTo>
                    <a:pt x="382212" y="255824"/>
                  </a:lnTo>
                  <a:lnTo>
                    <a:pt x="382212" y="130146"/>
                  </a:lnTo>
                  <a:close/>
                </a:path>
              </a:pathLst>
            </a:custGeom>
            <a:solidFill>
              <a:schemeClr val="bg1">
                <a:alpha val="6000"/>
              </a:schemeClr>
            </a:solidFill>
            <a:ln w="9525" cap="flat">
              <a:noFill/>
              <a:prstDash val="solid"/>
              <a:miter/>
            </a:ln>
          </p:spPr>
          <p:txBody>
            <a:bodyPr rtlCol="0" anchor="ctr"/>
            <a:lstStyle/>
            <a:p>
              <a:endParaRPr lang="en-US"/>
            </a:p>
          </p:txBody>
        </p:sp>
        <p:sp>
          <p:nvSpPr>
            <p:cNvPr id="485" name="Freeform: Shape 484">
              <a:extLst>
                <a:ext uri="{FF2B5EF4-FFF2-40B4-BE49-F238E27FC236}">
                  <a16:creationId xmlns:a16="http://schemas.microsoft.com/office/drawing/2014/main" id="{CF7ECC56-B3E1-4FCF-90E1-C1E8FB390D21}"/>
                </a:ext>
              </a:extLst>
            </p:cNvPr>
            <p:cNvSpPr/>
            <p:nvPr/>
          </p:nvSpPr>
          <p:spPr>
            <a:xfrm>
              <a:off x="3073085" y="3387513"/>
              <a:ext cx="2279970" cy="2279970"/>
            </a:xfrm>
            <a:custGeom>
              <a:avLst/>
              <a:gdLst>
                <a:gd name="connsiteX0" fmla="*/ 2276212 w 2279970"/>
                <a:gd name="connsiteY0" fmla="*/ 762546 h 2279970"/>
                <a:gd name="connsiteX1" fmla="*/ 1517424 w 2279970"/>
                <a:gd name="connsiteY1" fmla="*/ 762546 h 2279970"/>
                <a:gd name="connsiteX2" fmla="*/ 1517424 w 2279970"/>
                <a:gd name="connsiteY2" fmla="*/ 3808 h 2279970"/>
                <a:gd name="connsiteX3" fmla="*/ 762597 w 2279970"/>
                <a:gd name="connsiteY3" fmla="*/ 3808 h 2279970"/>
                <a:gd name="connsiteX4" fmla="*/ 762597 w 2279970"/>
                <a:gd name="connsiteY4" fmla="*/ 762546 h 2279970"/>
                <a:gd name="connsiteX5" fmla="*/ 3808 w 2279970"/>
                <a:gd name="connsiteY5" fmla="*/ 762546 h 2279970"/>
                <a:gd name="connsiteX6" fmla="*/ 3808 w 2279970"/>
                <a:gd name="connsiteY6" fmla="*/ 1517424 h 2279970"/>
                <a:gd name="connsiteX7" fmla="*/ 762597 w 2279970"/>
                <a:gd name="connsiteY7" fmla="*/ 1517424 h 2279970"/>
                <a:gd name="connsiteX8" fmla="*/ 762597 w 2279970"/>
                <a:gd name="connsiteY8" fmla="*/ 2276212 h 2279970"/>
                <a:gd name="connsiteX9" fmla="*/ 1517424 w 2279970"/>
                <a:gd name="connsiteY9" fmla="*/ 2276212 h 2279970"/>
                <a:gd name="connsiteX10" fmla="*/ 1517424 w 2279970"/>
                <a:gd name="connsiteY10" fmla="*/ 1517424 h 2279970"/>
                <a:gd name="connsiteX11" fmla="*/ 2276212 w 2279970"/>
                <a:gd name="connsiteY11" fmla="*/ 1517424 h 2279970"/>
                <a:gd name="connsiteX12" fmla="*/ 2276212 w 2279970"/>
                <a:gd name="connsiteY12" fmla="*/ 762546 h 2279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9970" h="2279970">
                  <a:moveTo>
                    <a:pt x="2276212" y="762546"/>
                  </a:moveTo>
                  <a:lnTo>
                    <a:pt x="1517424" y="762546"/>
                  </a:lnTo>
                  <a:lnTo>
                    <a:pt x="1517424" y="3808"/>
                  </a:lnTo>
                  <a:lnTo>
                    <a:pt x="762597" y="3808"/>
                  </a:lnTo>
                  <a:lnTo>
                    <a:pt x="762597" y="762546"/>
                  </a:lnTo>
                  <a:lnTo>
                    <a:pt x="3808" y="762546"/>
                  </a:lnTo>
                  <a:lnTo>
                    <a:pt x="3808" y="1517424"/>
                  </a:lnTo>
                  <a:lnTo>
                    <a:pt x="762597" y="1517424"/>
                  </a:lnTo>
                  <a:lnTo>
                    <a:pt x="762597" y="2276212"/>
                  </a:lnTo>
                  <a:lnTo>
                    <a:pt x="1517424" y="2276212"/>
                  </a:lnTo>
                  <a:lnTo>
                    <a:pt x="1517424" y="1517424"/>
                  </a:lnTo>
                  <a:lnTo>
                    <a:pt x="2276212" y="1517424"/>
                  </a:lnTo>
                  <a:lnTo>
                    <a:pt x="2276212" y="762546"/>
                  </a:lnTo>
                  <a:close/>
                </a:path>
              </a:pathLst>
            </a:custGeom>
            <a:solidFill>
              <a:schemeClr val="bg1">
                <a:alpha val="6000"/>
              </a:schemeClr>
            </a:solidFill>
            <a:ln w="9525" cap="flat">
              <a:noFill/>
              <a:prstDash val="solid"/>
              <a:miter/>
            </a:ln>
          </p:spPr>
          <p:txBody>
            <a:bodyPr rtlCol="0" anchor="ctr"/>
            <a:lstStyle/>
            <a:p>
              <a:endParaRPr lang="en-US"/>
            </a:p>
          </p:txBody>
        </p:sp>
        <p:sp>
          <p:nvSpPr>
            <p:cNvPr id="486" name="Freeform: Shape 485">
              <a:extLst>
                <a:ext uri="{FF2B5EF4-FFF2-40B4-BE49-F238E27FC236}">
                  <a16:creationId xmlns:a16="http://schemas.microsoft.com/office/drawing/2014/main" id="{CCE1E66A-BCF4-4106-9CF6-42D04C13A59B}"/>
                </a:ext>
              </a:extLst>
            </p:cNvPr>
            <p:cNvSpPr/>
            <p:nvPr/>
          </p:nvSpPr>
          <p:spPr>
            <a:xfrm>
              <a:off x="7716404" y="3757132"/>
              <a:ext cx="980032" cy="980032"/>
            </a:xfrm>
            <a:custGeom>
              <a:avLst/>
              <a:gdLst>
                <a:gd name="connsiteX0" fmla="*/ 979219 w 980031"/>
                <a:gd name="connsiteY0" fmla="*/ 329504 h 980031"/>
                <a:gd name="connsiteX1" fmla="*/ 653524 w 980031"/>
                <a:gd name="connsiteY1" fmla="*/ 329504 h 980031"/>
                <a:gd name="connsiteX2" fmla="*/ 653524 w 980031"/>
                <a:gd name="connsiteY2" fmla="*/ 3808 h 980031"/>
                <a:gd name="connsiteX3" fmla="*/ 329504 w 980031"/>
                <a:gd name="connsiteY3" fmla="*/ 3808 h 980031"/>
                <a:gd name="connsiteX4" fmla="*/ 329504 w 980031"/>
                <a:gd name="connsiteY4" fmla="*/ 329504 h 980031"/>
                <a:gd name="connsiteX5" fmla="*/ 3808 w 980031"/>
                <a:gd name="connsiteY5" fmla="*/ 329504 h 980031"/>
                <a:gd name="connsiteX6" fmla="*/ 3808 w 980031"/>
                <a:gd name="connsiteY6" fmla="*/ 653524 h 980031"/>
                <a:gd name="connsiteX7" fmla="*/ 329504 w 980031"/>
                <a:gd name="connsiteY7" fmla="*/ 653524 h 980031"/>
                <a:gd name="connsiteX8" fmla="*/ 329504 w 980031"/>
                <a:gd name="connsiteY8" fmla="*/ 979219 h 980031"/>
                <a:gd name="connsiteX9" fmla="*/ 653524 w 980031"/>
                <a:gd name="connsiteY9" fmla="*/ 979219 h 980031"/>
                <a:gd name="connsiteX10" fmla="*/ 653524 w 980031"/>
                <a:gd name="connsiteY10" fmla="*/ 653524 h 980031"/>
                <a:gd name="connsiteX11" fmla="*/ 979219 w 980031"/>
                <a:gd name="connsiteY11" fmla="*/ 653524 h 980031"/>
                <a:gd name="connsiteX12" fmla="*/ 979219 w 980031"/>
                <a:gd name="connsiteY12" fmla="*/ 329504 h 98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0031" h="980031">
                  <a:moveTo>
                    <a:pt x="979219" y="329504"/>
                  </a:moveTo>
                  <a:lnTo>
                    <a:pt x="653524" y="329504"/>
                  </a:lnTo>
                  <a:lnTo>
                    <a:pt x="653524" y="3808"/>
                  </a:lnTo>
                  <a:lnTo>
                    <a:pt x="329504" y="3808"/>
                  </a:lnTo>
                  <a:lnTo>
                    <a:pt x="329504" y="329504"/>
                  </a:lnTo>
                  <a:lnTo>
                    <a:pt x="3808" y="329504"/>
                  </a:lnTo>
                  <a:lnTo>
                    <a:pt x="3808" y="653524"/>
                  </a:lnTo>
                  <a:lnTo>
                    <a:pt x="329504" y="653524"/>
                  </a:lnTo>
                  <a:lnTo>
                    <a:pt x="329504" y="979219"/>
                  </a:lnTo>
                  <a:lnTo>
                    <a:pt x="653524" y="979219"/>
                  </a:lnTo>
                  <a:lnTo>
                    <a:pt x="653524" y="653524"/>
                  </a:lnTo>
                  <a:lnTo>
                    <a:pt x="979219" y="653524"/>
                  </a:lnTo>
                  <a:lnTo>
                    <a:pt x="979219" y="329504"/>
                  </a:lnTo>
                  <a:close/>
                </a:path>
              </a:pathLst>
            </a:custGeom>
            <a:solidFill>
              <a:schemeClr val="bg1">
                <a:alpha val="6000"/>
              </a:schemeClr>
            </a:solidFill>
            <a:ln w="9525" cap="flat">
              <a:noFill/>
              <a:prstDash val="solid"/>
              <a:miter/>
            </a:ln>
          </p:spPr>
          <p:txBody>
            <a:bodyPr rtlCol="0" anchor="ctr"/>
            <a:lstStyle/>
            <a:p>
              <a:endParaRPr lang="en-US"/>
            </a:p>
          </p:txBody>
        </p:sp>
        <p:sp>
          <p:nvSpPr>
            <p:cNvPr id="487" name="Freeform: Shape 486">
              <a:extLst>
                <a:ext uri="{FF2B5EF4-FFF2-40B4-BE49-F238E27FC236}">
                  <a16:creationId xmlns:a16="http://schemas.microsoft.com/office/drawing/2014/main" id="{979AC18D-1945-41CF-A641-1C14B1D94551}"/>
                </a:ext>
              </a:extLst>
            </p:cNvPr>
            <p:cNvSpPr/>
            <p:nvPr/>
          </p:nvSpPr>
          <p:spPr>
            <a:xfrm>
              <a:off x="5570388" y="2252708"/>
              <a:ext cx="294517" cy="294517"/>
            </a:xfrm>
            <a:custGeom>
              <a:avLst/>
              <a:gdLst>
                <a:gd name="connsiteX0" fmla="*/ 294416 w 294517"/>
                <a:gd name="connsiteY0" fmla="*/ 100796 h 294517"/>
                <a:gd name="connsiteX1" fmla="*/ 197377 w 294517"/>
                <a:gd name="connsiteY1" fmla="*/ 100796 h 294517"/>
                <a:gd name="connsiteX2" fmla="*/ 197377 w 294517"/>
                <a:gd name="connsiteY2" fmla="*/ 3808 h 294517"/>
                <a:gd name="connsiteX3" fmla="*/ 100847 w 294517"/>
                <a:gd name="connsiteY3" fmla="*/ 3808 h 294517"/>
                <a:gd name="connsiteX4" fmla="*/ 100847 w 294517"/>
                <a:gd name="connsiteY4" fmla="*/ 100796 h 294517"/>
                <a:gd name="connsiteX5" fmla="*/ 3808 w 294517"/>
                <a:gd name="connsiteY5" fmla="*/ 100796 h 294517"/>
                <a:gd name="connsiteX6" fmla="*/ 3808 w 294517"/>
                <a:gd name="connsiteY6" fmla="*/ 197377 h 294517"/>
                <a:gd name="connsiteX7" fmla="*/ 100847 w 294517"/>
                <a:gd name="connsiteY7" fmla="*/ 197377 h 294517"/>
                <a:gd name="connsiteX8" fmla="*/ 100847 w 294517"/>
                <a:gd name="connsiteY8" fmla="*/ 294365 h 294517"/>
                <a:gd name="connsiteX9" fmla="*/ 197377 w 294517"/>
                <a:gd name="connsiteY9" fmla="*/ 294365 h 294517"/>
                <a:gd name="connsiteX10" fmla="*/ 197377 w 294517"/>
                <a:gd name="connsiteY10" fmla="*/ 197377 h 294517"/>
                <a:gd name="connsiteX11" fmla="*/ 294416 w 294517"/>
                <a:gd name="connsiteY11" fmla="*/ 197377 h 294517"/>
                <a:gd name="connsiteX12" fmla="*/ 294416 w 294517"/>
                <a:gd name="connsiteY12" fmla="*/ 100796 h 29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4517" h="294517">
                  <a:moveTo>
                    <a:pt x="294416" y="100796"/>
                  </a:moveTo>
                  <a:lnTo>
                    <a:pt x="197377" y="100796"/>
                  </a:lnTo>
                  <a:lnTo>
                    <a:pt x="197377" y="3808"/>
                  </a:lnTo>
                  <a:lnTo>
                    <a:pt x="100847" y="3808"/>
                  </a:lnTo>
                  <a:lnTo>
                    <a:pt x="100847" y="100796"/>
                  </a:lnTo>
                  <a:lnTo>
                    <a:pt x="3808" y="100796"/>
                  </a:lnTo>
                  <a:lnTo>
                    <a:pt x="3808" y="197377"/>
                  </a:lnTo>
                  <a:lnTo>
                    <a:pt x="100847" y="197377"/>
                  </a:lnTo>
                  <a:lnTo>
                    <a:pt x="100847" y="294365"/>
                  </a:lnTo>
                  <a:lnTo>
                    <a:pt x="197377" y="294365"/>
                  </a:lnTo>
                  <a:lnTo>
                    <a:pt x="197377" y="197377"/>
                  </a:lnTo>
                  <a:lnTo>
                    <a:pt x="294416" y="197377"/>
                  </a:lnTo>
                  <a:lnTo>
                    <a:pt x="294416" y="100796"/>
                  </a:lnTo>
                  <a:close/>
                </a:path>
              </a:pathLst>
            </a:custGeom>
            <a:solidFill>
              <a:schemeClr val="bg1">
                <a:alpha val="6000"/>
              </a:schemeClr>
            </a:solidFill>
            <a:ln w="9525" cap="flat">
              <a:noFill/>
              <a:prstDash val="solid"/>
              <a:miter/>
            </a:ln>
          </p:spPr>
          <p:txBody>
            <a:bodyPr rtlCol="0" anchor="ctr"/>
            <a:lstStyle/>
            <a:p>
              <a:endParaRPr lang="en-US"/>
            </a:p>
          </p:txBody>
        </p:sp>
        <p:sp>
          <p:nvSpPr>
            <p:cNvPr id="488" name="Freeform: Shape 487">
              <a:extLst>
                <a:ext uri="{FF2B5EF4-FFF2-40B4-BE49-F238E27FC236}">
                  <a16:creationId xmlns:a16="http://schemas.microsoft.com/office/drawing/2014/main" id="{E04417A8-D364-4844-A6C2-22577B8C9908}"/>
                </a:ext>
              </a:extLst>
            </p:cNvPr>
            <p:cNvSpPr/>
            <p:nvPr/>
          </p:nvSpPr>
          <p:spPr>
            <a:xfrm>
              <a:off x="9549215" y="309147"/>
              <a:ext cx="365608" cy="365608"/>
            </a:xfrm>
            <a:custGeom>
              <a:avLst/>
              <a:gdLst>
                <a:gd name="connsiteX0" fmla="*/ 364643 w 365607"/>
                <a:gd name="connsiteY0" fmla="*/ 124307 h 365607"/>
                <a:gd name="connsiteX1" fmla="*/ 244144 w 365607"/>
                <a:gd name="connsiteY1" fmla="*/ 124307 h 365607"/>
                <a:gd name="connsiteX2" fmla="*/ 244144 w 365607"/>
                <a:gd name="connsiteY2" fmla="*/ 3808 h 365607"/>
                <a:gd name="connsiteX3" fmla="*/ 124256 w 365607"/>
                <a:gd name="connsiteY3" fmla="*/ 3808 h 365607"/>
                <a:gd name="connsiteX4" fmla="*/ 124256 w 365607"/>
                <a:gd name="connsiteY4" fmla="*/ 124307 h 365607"/>
                <a:gd name="connsiteX5" fmla="*/ 3808 w 365607"/>
                <a:gd name="connsiteY5" fmla="*/ 124307 h 365607"/>
                <a:gd name="connsiteX6" fmla="*/ 3808 w 365607"/>
                <a:gd name="connsiteY6" fmla="*/ 244145 h 365607"/>
                <a:gd name="connsiteX7" fmla="*/ 124256 w 365607"/>
                <a:gd name="connsiteY7" fmla="*/ 244145 h 365607"/>
                <a:gd name="connsiteX8" fmla="*/ 124256 w 365607"/>
                <a:gd name="connsiteY8" fmla="*/ 364643 h 365607"/>
                <a:gd name="connsiteX9" fmla="*/ 244144 w 365607"/>
                <a:gd name="connsiteY9" fmla="*/ 364643 h 365607"/>
                <a:gd name="connsiteX10" fmla="*/ 244144 w 365607"/>
                <a:gd name="connsiteY10" fmla="*/ 244145 h 365607"/>
                <a:gd name="connsiteX11" fmla="*/ 364643 w 365607"/>
                <a:gd name="connsiteY11" fmla="*/ 244145 h 365607"/>
                <a:gd name="connsiteX12" fmla="*/ 364643 w 365607"/>
                <a:gd name="connsiteY12" fmla="*/ 124307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4643" y="124307"/>
                  </a:moveTo>
                  <a:lnTo>
                    <a:pt x="244144" y="124307"/>
                  </a:lnTo>
                  <a:lnTo>
                    <a:pt x="244144" y="3808"/>
                  </a:lnTo>
                  <a:lnTo>
                    <a:pt x="124256" y="3808"/>
                  </a:lnTo>
                  <a:lnTo>
                    <a:pt x="124256" y="124307"/>
                  </a:lnTo>
                  <a:lnTo>
                    <a:pt x="3808" y="124307"/>
                  </a:lnTo>
                  <a:lnTo>
                    <a:pt x="3808" y="244145"/>
                  </a:lnTo>
                  <a:lnTo>
                    <a:pt x="124256" y="244145"/>
                  </a:lnTo>
                  <a:lnTo>
                    <a:pt x="124256" y="364643"/>
                  </a:lnTo>
                  <a:lnTo>
                    <a:pt x="244144" y="364643"/>
                  </a:lnTo>
                  <a:lnTo>
                    <a:pt x="244144" y="244145"/>
                  </a:lnTo>
                  <a:lnTo>
                    <a:pt x="364643" y="244145"/>
                  </a:lnTo>
                  <a:lnTo>
                    <a:pt x="364643" y="124307"/>
                  </a:lnTo>
                  <a:close/>
                </a:path>
              </a:pathLst>
            </a:custGeom>
            <a:solidFill>
              <a:schemeClr val="bg1">
                <a:alpha val="6000"/>
              </a:schemeClr>
            </a:solidFill>
            <a:ln w="9525" cap="flat">
              <a:noFill/>
              <a:prstDash val="solid"/>
              <a:miter/>
            </a:ln>
          </p:spPr>
          <p:txBody>
            <a:bodyPr rtlCol="0" anchor="ctr"/>
            <a:lstStyle/>
            <a:p>
              <a:endParaRPr lang="en-US"/>
            </a:p>
          </p:txBody>
        </p:sp>
        <p:sp>
          <p:nvSpPr>
            <p:cNvPr id="489" name="Freeform: Shape 488">
              <a:extLst>
                <a:ext uri="{FF2B5EF4-FFF2-40B4-BE49-F238E27FC236}">
                  <a16:creationId xmlns:a16="http://schemas.microsoft.com/office/drawing/2014/main" id="{EF8978CA-30F6-4734-925E-C97434A1F786}"/>
                </a:ext>
              </a:extLst>
            </p:cNvPr>
            <p:cNvSpPr/>
            <p:nvPr/>
          </p:nvSpPr>
          <p:spPr>
            <a:xfrm>
              <a:off x="1543474" y="4138888"/>
              <a:ext cx="335140" cy="335140"/>
            </a:xfrm>
            <a:custGeom>
              <a:avLst/>
              <a:gdLst>
                <a:gd name="connsiteX0" fmla="*/ 332551 w 335140"/>
                <a:gd name="connsiteY0" fmla="*/ 113592 h 335140"/>
                <a:gd name="connsiteX1" fmla="*/ 222767 w 335140"/>
                <a:gd name="connsiteY1" fmla="*/ 113592 h 335140"/>
                <a:gd name="connsiteX2" fmla="*/ 222767 w 335140"/>
                <a:gd name="connsiteY2" fmla="*/ 3808 h 335140"/>
                <a:gd name="connsiteX3" fmla="*/ 113592 w 335140"/>
                <a:gd name="connsiteY3" fmla="*/ 3808 h 335140"/>
                <a:gd name="connsiteX4" fmla="*/ 113592 w 335140"/>
                <a:gd name="connsiteY4" fmla="*/ 113592 h 335140"/>
                <a:gd name="connsiteX5" fmla="*/ 3808 w 335140"/>
                <a:gd name="connsiteY5" fmla="*/ 113592 h 335140"/>
                <a:gd name="connsiteX6" fmla="*/ 3808 w 335140"/>
                <a:gd name="connsiteY6" fmla="*/ 222767 h 335140"/>
                <a:gd name="connsiteX7" fmla="*/ 113592 w 335140"/>
                <a:gd name="connsiteY7" fmla="*/ 222767 h 335140"/>
                <a:gd name="connsiteX8" fmla="*/ 113592 w 335140"/>
                <a:gd name="connsiteY8" fmla="*/ 332551 h 335140"/>
                <a:gd name="connsiteX9" fmla="*/ 222767 w 335140"/>
                <a:gd name="connsiteY9" fmla="*/ 332551 h 335140"/>
                <a:gd name="connsiteX10" fmla="*/ 222767 w 335140"/>
                <a:gd name="connsiteY10" fmla="*/ 222767 h 335140"/>
                <a:gd name="connsiteX11" fmla="*/ 332551 w 335140"/>
                <a:gd name="connsiteY11" fmla="*/ 222767 h 335140"/>
                <a:gd name="connsiteX12" fmla="*/ 332551 w 335140"/>
                <a:gd name="connsiteY12" fmla="*/ 113592 h 33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5140" h="335140">
                  <a:moveTo>
                    <a:pt x="332551" y="113592"/>
                  </a:moveTo>
                  <a:lnTo>
                    <a:pt x="222767" y="113592"/>
                  </a:lnTo>
                  <a:lnTo>
                    <a:pt x="222767" y="3808"/>
                  </a:lnTo>
                  <a:lnTo>
                    <a:pt x="113592" y="3808"/>
                  </a:lnTo>
                  <a:lnTo>
                    <a:pt x="113592" y="113592"/>
                  </a:lnTo>
                  <a:lnTo>
                    <a:pt x="3808" y="113592"/>
                  </a:lnTo>
                  <a:lnTo>
                    <a:pt x="3808" y="222767"/>
                  </a:lnTo>
                  <a:lnTo>
                    <a:pt x="113592" y="222767"/>
                  </a:lnTo>
                  <a:lnTo>
                    <a:pt x="113592" y="332551"/>
                  </a:lnTo>
                  <a:lnTo>
                    <a:pt x="222767" y="332551"/>
                  </a:lnTo>
                  <a:lnTo>
                    <a:pt x="222767" y="222767"/>
                  </a:lnTo>
                  <a:lnTo>
                    <a:pt x="332551" y="222767"/>
                  </a:lnTo>
                  <a:lnTo>
                    <a:pt x="332551" y="113592"/>
                  </a:lnTo>
                  <a:close/>
                </a:path>
              </a:pathLst>
            </a:custGeom>
            <a:solidFill>
              <a:schemeClr val="bg1">
                <a:alpha val="6000"/>
              </a:schemeClr>
            </a:solidFill>
            <a:ln w="9525" cap="flat">
              <a:noFill/>
              <a:prstDash val="solid"/>
              <a:miter/>
            </a:ln>
          </p:spPr>
          <p:txBody>
            <a:bodyPr rtlCol="0" anchor="ctr"/>
            <a:lstStyle/>
            <a:p>
              <a:endParaRPr lang="en-US"/>
            </a:p>
          </p:txBody>
        </p:sp>
        <p:sp>
          <p:nvSpPr>
            <p:cNvPr id="490" name="Freeform: Shape 489">
              <a:extLst>
                <a:ext uri="{FF2B5EF4-FFF2-40B4-BE49-F238E27FC236}">
                  <a16:creationId xmlns:a16="http://schemas.microsoft.com/office/drawing/2014/main" id="{DDB925FC-B7C9-4D8A-A0A1-9A9C86F4034D}"/>
                </a:ext>
              </a:extLst>
            </p:cNvPr>
            <p:cNvSpPr/>
            <p:nvPr/>
          </p:nvSpPr>
          <p:spPr>
            <a:xfrm>
              <a:off x="6480142" y="1356867"/>
              <a:ext cx="1371029" cy="1371029"/>
            </a:xfrm>
            <a:custGeom>
              <a:avLst/>
              <a:gdLst>
                <a:gd name="connsiteX0" fmla="*/ 1372044 w 1371028"/>
                <a:gd name="connsiteY0" fmla="*/ 460666 h 1371028"/>
                <a:gd name="connsiteX1" fmla="*/ 915187 w 1371028"/>
                <a:gd name="connsiteY1" fmla="*/ 460666 h 1371028"/>
                <a:gd name="connsiteX2" fmla="*/ 915187 w 1371028"/>
                <a:gd name="connsiteY2" fmla="*/ 3808 h 1371028"/>
                <a:gd name="connsiteX3" fmla="*/ 460666 w 1371028"/>
                <a:gd name="connsiteY3" fmla="*/ 3808 h 1371028"/>
                <a:gd name="connsiteX4" fmla="*/ 460666 w 1371028"/>
                <a:gd name="connsiteY4" fmla="*/ 460666 h 1371028"/>
                <a:gd name="connsiteX5" fmla="*/ 3808 w 1371028"/>
                <a:gd name="connsiteY5" fmla="*/ 460666 h 1371028"/>
                <a:gd name="connsiteX6" fmla="*/ 3808 w 1371028"/>
                <a:gd name="connsiteY6" fmla="*/ 915187 h 1371028"/>
                <a:gd name="connsiteX7" fmla="*/ 460666 w 1371028"/>
                <a:gd name="connsiteY7" fmla="*/ 915187 h 1371028"/>
                <a:gd name="connsiteX8" fmla="*/ 460666 w 1371028"/>
                <a:gd name="connsiteY8" fmla="*/ 1372095 h 1371028"/>
                <a:gd name="connsiteX9" fmla="*/ 915187 w 1371028"/>
                <a:gd name="connsiteY9" fmla="*/ 1372095 h 1371028"/>
                <a:gd name="connsiteX10" fmla="*/ 915187 w 1371028"/>
                <a:gd name="connsiteY10" fmla="*/ 915187 h 1371028"/>
                <a:gd name="connsiteX11" fmla="*/ 1372044 w 1371028"/>
                <a:gd name="connsiteY11" fmla="*/ 915187 h 1371028"/>
                <a:gd name="connsiteX12" fmla="*/ 1372044 w 1371028"/>
                <a:gd name="connsiteY12" fmla="*/ 460666 h 137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1028" h="1371028">
                  <a:moveTo>
                    <a:pt x="1372044" y="460666"/>
                  </a:moveTo>
                  <a:lnTo>
                    <a:pt x="915187" y="460666"/>
                  </a:lnTo>
                  <a:lnTo>
                    <a:pt x="915187" y="3808"/>
                  </a:lnTo>
                  <a:lnTo>
                    <a:pt x="460666" y="3808"/>
                  </a:lnTo>
                  <a:lnTo>
                    <a:pt x="460666" y="460666"/>
                  </a:lnTo>
                  <a:lnTo>
                    <a:pt x="3808" y="460666"/>
                  </a:lnTo>
                  <a:lnTo>
                    <a:pt x="3808" y="915187"/>
                  </a:lnTo>
                  <a:lnTo>
                    <a:pt x="460666" y="915187"/>
                  </a:lnTo>
                  <a:lnTo>
                    <a:pt x="460666" y="1372095"/>
                  </a:lnTo>
                  <a:lnTo>
                    <a:pt x="915187" y="1372095"/>
                  </a:lnTo>
                  <a:lnTo>
                    <a:pt x="915187" y="915187"/>
                  </a:lnTo>
                  <a:lnTo>
                    <a:pt x="1372044" y="915187"/>
                  </a:lnTo>
                  <a:lnTo>
                    <a:pt x="1372044" y="460666"/>
                  </a:lnTo>
                  <a:close/>
                </a:path>
              </a:pathLst>
            </a:custGeom>
            <a:solidFill>
              <a:schemeClr val="bg1">
                <a:alpha val="6000"/>
              </a:schemeClr>
            </a:solidFill>
            <a:ln w="9525" cap="flat">
              <a:noFill/>
              <a:prstDash val="solid"/>
              <a:miter/>
            </a:ln>
          </p:spPr>
          <p:txBody>
            <a:bodyPr rtlCol="0" anchor="ctr"/>
            <a:lstStyle/>
            <a:p>
              <a:endParaRPr lang="en-US"/>
            </a:p>
          </p:txBody>
        </p:sp>
        <p:sp>
          <p:nvSpPr>
            <p:cNvPr id="491" name="Freeform: Shape 490">
              <a:extLst>
                <a:ext uri="{FF2B5EF4-FFF2-40B4-BE49-F238E27FC236}">
                  <a16:creationId xmlns:a16="http://schemas.microsoft.com/office/drawing/2014/main" id="{DB2465A3-397D-4C7A-962A-D6107F61B848}"/>
                </a:ext>
              </a:extLst>
            </p:cNvPr>
            <p:cNvSpPr/>
            <p:nvPr/>
          </p:nvSpPr>
          <p:spPr>
            <a:xfrm>
              <a:off x="10295512" y="2625170"/>
              <a:ext cx="1239004" cy="1239004"/>
            </a:xfrm>
            <a:custGeom>
              <a:avLst/>
              <a:gdLst>
                <a:gd name="connsiteX0" fmla="*/ 1235500 w 1239003"/>
                <a:gd name="connsiteY0" fmla="*/ 415066 h 1239003"/>
                <a:gd name="connsiteX1" fmla="*/ 824243 w 1239003"/>
                <a:gd name="connsiteY1" fmla="*/ 415066 h 1239003"/>
                <a:gd name="connsiteX2" fmla="*/ 824243 w 1239003"/>
                <a:gd name="connsiteY2" fmla="*/ 3808 h 1239003"/>
                <a:gd name="connsiteX3" fmla="*/ 415066 w 1239003"/>
                <a:gd name="connsiteY3" fmla="*/ 3808 h 1239003"/>
                <a:gd name="connsiteX4" fmla="*/ 415066 w 1239003"/>
                <a:gd name="connsiteY4" fmla="*/ 415066 h 1239003"/>
                <a:gd name="connsiteX5" fmla="*/ 3808 w 1239003"/>
                <a:gd name="connsiteY5" fmla="*/ 415066 h 1239003"/>
                <a:gd name="connsiteX6" fmla="*/ 3808 w 1239003"/>
                <a:gd name="connsiteY6" fmla="*/ 824191 h 1239003"/>
                <a:gd name="connsiteX7" fmla="*/ 415066 w 1239003"/>
                <a:gd name="connsiteY7" fmla="*/ 824191 h 1239003"/>
                <a:gd name="connsiteX8" fmla="*/ 415066 w 1239003"/>
                <a:gd name="connsiteY8" fmla="*/ 1235500 h 1239003"/>
                <a:gd name="connsiteX9" fmla="*/ 824243 w 1239003"/>
                <a:gd name="connsiteY9" fmla="*/ 1235500 h 1239003"/>
                <a:gd name="connsiteX10" fmla="*/ 824243 w 1239003"/>
                <a:gd name="connsiteY10" fmla="*/ 824191 h 1239003"/>
                <a:gd name="connsiteX11" fmla="*/ 1235500 w 1239003"/>
                <a:gd name="connsiteY11" fmla="*/ 824191 h 1239003"/>
                <a:gd name="connsiteX12" fmla="*/ 1235500 w 1239003"/>
                <a:gd name="connsiteY12" fmla="*/ 415066 h 1239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9003" h="1239003">
                  <a:moveTo>
                    <a:pt x="1235500" y="415066"/>
                  </a:moveTo>
                  <a:lnTo>
                    <a:pt x="824243" y="415066"/>
                  </a:lnTo>
                  <a:lnTo>
                    <a:pt x="824243" y="3808"/>
                  </a:lnTo>
                  <a:lnTo>
                    <a:pt x="415066" y="3808"/>
                  </a:lnTo>
                  <a:lnTo>
                    <a:pt x="415066" y="415066"/>
                  </a:lnTo>
                  <a:lnTo>
                    <a:pt x="3808" y="415066"/>
                  </a:lnTo>
                  <a:lnTo>
                    <a:pt x="3808" y="824191"/>
                  </a:lnTo>
                  <a:lnTo>
                    <a:pt x="415066" y="824191"/>
                  </a:lnTo>
                  <a:lnTo>
                    <a:pt x="415066" y="1235500"/>
                  </a:lnTo>
                  <a:lnTo>
                    <a:pt x="824243" y="1235500"/>
                  </a:lnTo>
                  <a:lnTo>
                    <a:pt x="824243" y="824191"/>
                  </a:lnTo>
                  <a:lnTo>
                    <a:pt x="1235500" y="824191"/>
                  </a:lnTo>
                  <a:lnTo>
                    <a:pt x="1235500" y="415066"/>
                  </a:lnTo>
                  <a:close/>
                </a:path>
              </a:pathLst>
            </a:custGeom>
            <a:solidFill>
              <a:schemeClr val="bg1">
                <a:alpha val="6000"/>
              </a:schemeClr>
            </a:solidFill>
            <a:ln w="9525"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BCADA319-44A1-4CB2-ADCA-84195137EB52}"/>
                </a:ext>
              </a:extLst>
            </p:cNvPr>
            <p:cNvSpPr/>
            <p:nvPr/>
          </p:nvSpPr>
          <p:spPr>
            <a:xfrm>
              <a:off x="10288504" y="1161267"/>
              <a:ext cx="1904207" cy="1904207"/>
            </a:xfrm>
            <a:custGeom>
              <a:avLst/>
              <a:gdLst>
                <a:gd name="connsiteX0" fmla="*/ 1904918 w 1904206"/>
                <a:gd name="connsiteY0" fmla="*/ 638595 h 1904206"/>
                <a:gd name="connsiteX1" fmla="*/ 1270131 w 1904206"/>
                <a:gd name="connsiteY1" fmla="*/ 638595 h 1904206"/>
                <a:gd name="connsiteX2" fmla="*/ 1270131 w 1904206"/>
                <a:gd name="connsiteY2" fmla="*/ 3808 h 1904206"/>
                <a:gd name="connsiteX3" fmla="*/ 638645 w 1904206"/>
                <a:gd name="connsiteY3" fmla="*/ 3808 h 1904206"/>
                <a:gd name="connsiteX4" fmla="*/ 638645 w 1904206"/>
                <a:gd name="connsiteY4" fmla="*/ 638595 h 1904206"/>
                <a:gd name="connsiteX5" fmla="*/ 3808 w 1904206"/>
                <a:gd name="connsiteY5" fmla="*/ 638595 h 1904206"/>
                <a:gd name="connsiteX6" fmla="*/ 3808 w 1904206"/>
                <a:gd name="connsiteY6" fmla="*/ 1270131 h 1904206"/>
                <a:gd name="connsiteX7" fmla="*/ 638645 w 1904206"/>
                <a:gd name="connsiteY7" fmla="*/ 1270131 h 1904206"/>
                <a:gd name="connsiteX8" fmla="*/ 638645 w 1904206"/>
                <a:gd name="connsiteY8" fmla="*/ 1904918 h 1904206"/>
                <a:gd name="connsiteX9" fmla="*/ 1270131 w 1904206"/>
                <a:gd name="connsiteY9" fmla="*/ 1904918 h 1904206"/>
                <a:gd name="connsiteX10" fmla="*/ 1270131 w 1904206"/>
                <a:gd name="connsiteY10" fmla="*/ 1270131 h 1904206"/>
                <a:gd name="connsiteX11" fmla="*/ 1904918 w 1904206"/>
                <a:gd name="connsiteY11" fmla="*/ 1270131 h 1904206"/>
                <a:gd name="connsiteX12" fmla="*/ 1904918 w 1904206"/>
                <a:gd name="connsiteY12" fmla="*/ 638595 h 190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4206" h="1904206">
                  <a:moveTo>
                    <a:pt x="1904918" y="638595"/>
                  </a:moveTo>
                  <a:lnTo>
                    <a:pt x="1270131" y="638595"/>
                  </a:lnTo>
                  <a:lnTo>
                    <a:pt x="1270131" y="3808"/>
                  </a:lnTo>
                  <a:lnTo>
                    <a:pt x="638645" y="3808"/>
                  </a:lnTo>
                  <a:lnTo>
                    <a:pt x="638645" y="638595"/>
                  </a:lnTo>
                  <a:lnTo>
                    <a:pt x="3808" y="638595"/>
                  </a:lnTo>
                  <a:lnTo>
                    <a:pt x="3808" y="1270131"/>
                  </a:lnTo>
                  <a:lnTo>
                    <a:pt x="638645" y="1270131"/>
                  </a:lnTo>
                  <a:lnTo>
                    <a:pt x="638645" y="1904918"/>
                  </a:lnTo>
                  <a:lnTo>
                    <a:pt x="1270131" y="1904918"/>
                  </a:lnTo>
                  <a:lnTo>
                    <a:pt x="1270131" y="1270131"/>
                  </a:lnTo>
                  <a:lnTo>
                    <a:pt x="1904918" y="1270131"/>
                  </a:lnTo>
                  <a:lnTo>
                    <a:pt x="1904918" y="638595"/>
                  </a:lnTo>
                  <a:close/>
                </a:path>
              </a:pathLst>
            </a:custGeom>
            <a:solidFill>
              <a:schemeClr val="bg1">
                <a:alpha val="6000"/>
              </a:schemeClr>
            </a:solidFill>
            <a:ln w="9525" cap="flat">
              <a:noFill/>
              <a:prstDash val="solid"/>
              <a:miter/>
            </a:ln>
          </p:spPr>
          <p:txBody>
            <a:bodyPr rtlCol="0" anchor="ctr"/>
            <a:lstStyle/>
            <a:p>
              <a:endParaRPr lang="en-US"/>
            </a:p>
          </p:txBody>
        </p:sp>
        <p:sp>
          <p:nvSpPr>
            <p:cNvPr id="493" name="Freeform: Shape 492">
              <a:extLst>
                <a:ext uri="{FF2B5EF4-FFF2-40B4-BE49-F238E27FC236}">
                  <a16:creationId xmlns:a16="http://schemas.microsoft.com/office/drawing/2014/main" id="{7C5C647B-FFD2-4AD4-84BA-BF592166758E}"/>
                </a:ext>
              </a:extLst>
            </p:cNvPr>
            <p:cNvSpPr/>
            <p:nvPr/>
          </p:nvSpPr>
          <p:spPr>
            <a:xfrm>
              <a:off x="8272330" y="4605241"/>
              <a:ext cx="715982" cy="715982"/>
            </a:xfrm>
            <a:custGeom>
              <a:avLst/>
              <a:gdLst>
                <a:gd name="connsiteX0" fmla="*/ 715170 w 715981"/>
                <a:gd name="connsiteY0" fmla="*/ 241352 h 715981"/>
                <a:gd name="connsiteX1" fmla="*/ 477626 w 715981"/>
                <a:gd name="connsiteY1" fmla="*/ 241352 h 715981"/>
                <a:gd name="connsiteX2" fmla="*/ 477626 w 715981"/>
                <a:gd name="connsiteY2" fmla="*/ 3808 h 715981"/>
                <a:gd name="connsiteX3" fmla="*/ 241352 w 715981"/>
                <a:gd name="connsiteY3" fmla="*/ 3808 h 715981"/>
                <a:gd name="connsiteX4" fmla="*/ 241352 w 715981"/>
                <a:gd name="connsiteY4" fmla="*/ 241352 h 715981"/>
                <a:gd name="connsiteX5" fmla="*/ 3808 w 715981"/>
                <a:gd name="connsiteY5" fmla="*/ 241352 h 715981"/>
                <a:gd name="connsiteX6" fmla="*/ 3808 w 715981"/>
                <a:gd name="connsiteY6" fmla="*/ 477626 h 715981"/>
                <a:gd name="connsiteX7" fmla="*/ 241352 w 715981"/>
                <a:gd name="connsiteY7" fmla="*/ 477626 h 715981"/>
                <a:gd name="connsiteX8" fmla="*/ 241352 w 715981"/>
                <a:gd name="connsiteY8" fmla="*/ 715169 h 715981"/>
                <a:gd name="connsiteX9" fmla="*/ 477626 w 715981"/>
                <a:gd name="connsiteY9" fmla="*/ 715169 h 715981"/>
                <a:gd name="connsiteX10" fmla="*/ 477626 w 715981"/>
                <a:gd name="connsiteY10" fmla="*/ 477626 h 715981"/>
                <a:gd name="connsiteX11" fmla="*/ 715170 w 715981"/>
                <a:gd name="connsiteY11" fmla="*/ 477626 h 715981"/>
                <a:gd name="connsiteX12" fmla="*/ 715170 w 715981"/>
                <a:gd name="connsiteY12" fmla="*/ 241352 h 71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5981" h="715981">
                  <a:moveTo>
                    <a:pt x="715170" y="241352"/>
                  </a:moveTo>
                  <a:lnTo>
                    <a:pt x="477626" y="241352"/>
                  </a:lnTo>
                  <a:lnTo>
                    <a:pt x="477626" y="3808"/>
                  </a:lnTo>
                  <a:lnTo>
                    <a:pt x="241352" y="3808"/>
                  </a:lnTo>
                  <a:lnTo>
                    <a:pt x="241352" y="241352"/>
                  </a:lnTo>
                  <a:lnTo>
                    <a:pt x="3808" y="241352"/>
                  </a:lnTo>
                  <a:lnTo>
                    <a:pt x="3808" y="477626"/>
                  </a:lnTo>
                  <a:lnTo>
                    <a:pt x="241352" y="477626"/>
                  </a:lnTo>
                  <a:lnTo>
                    <a:pt x="241352" y="715169"/>
                  </a:lnTo>
                  <a:lnTo>
                    <a:pt x="477626" y="715169"/>
                  </a:lnTo>
                  <a:lnTo>
                    <a:pt x="477626" y="477626"/>
                  </a:lnTo>
                  <a:lnTo>
                    <a:pt x="715170" y="477626"/>
                  </a:lnTo>
                  <a:lnTo>
                    <a:pt x="715170" y="241352"/>
                  </a:lnTo>
                  <a:close/>
                </a:path>
              </a:pathLst>
            </a:custGeom>
            <a:solidFill>
              <a:schemeClr val="bg1">
                <a:alpha val="6000"/>
              </a:schemeClr>
            </a:solidFill>
            <a:ln w="9525" cap="flat">
              <a:noFill/>
              <a:prstDash val="solid"/>
              <a:miter/>
            </a:ln>
          </p:spPr>
          <p:txBody>
            <a:bodyPr rtlCol="0" anchor="ctr"/>
            <a:lstStyle/>
            <a:p>
              <a:endParaRPr lang="en-US"/>
            </a:p>
          </p:txBody>
        </p:sp>
        <p:sp>
          <p:nvSpPr>
            <p:cNvPr id="494" name="Freeform: Shape 493">
              <a:extLst>
                <a:ext uri="{FF2B5EF4-FFF2-40B4-BE49-F238E27FC236}">
                  <a16:creationId xmlns:a16="http://schemas.microsoft.com/office/drawing/2014/main" id="{7FF4FF54-32DC-40F2-AC06-DA7111625225}"/>
                </a:ext>
              </a:extLst>
            </p:cNvPr>
            <p:cNvSpPr/>
            <p:nvPr/>
          </p:nvSpPr>
          <p:spPr>
            <a:xfrm>
              <a:off x="11602052" y="3532030"/>
              <a:ext cx="269128" cy="269128"/>
            </a:xfrm>
            <a:custGeom>
              <a:avLst/>
              <a:gdLst>
                <a:gd name="connsiteX0" fmla="*/ 268011 w 269127"/>
                <a:gd name="connsiteY0" fmla="*/ 92011 h 269127"/>
                <a:gd name="connsiteX1" fmla="*/ 179807 w 269127"/>
                <a:gd name="connsiteY1" fmla="*/ 92011 h 269127"/>
                <a:gd name="connsiteX2" fmla="*/ 179807 w 269127"/>
                <a:gd name="connsiteY2" fmla="*/ 3808 h 269127"/>
                <a:gd name="connsiteX3" fmla="*/ 92011 w 269127"/>
                <a:gd name="connsiteY3" fmla="*/ 3808 h 269127"/>
                <a:gd name="connsiteX4" fmla="*/ 92011 w 269127"/>
                <a:gd name="connsiteY4" fmla="*/ 92011 h 269127"/>
                <a:gd name="connsiteX5" fmla="*/ 3808 w 269127"/>
                <a:gd name="connsiteY5" fmla="*/ 92011 h 269127"/>
                <a:gd name="connsiteX6" fmla="*/ 3808 w 269127"/>
                <a:gd name="connsiteY6" fmla="*/ 179808 h 269127"/>
                <a:gd name="connsiteX7" fmla="*/ 92011 w 269127"/>
                <a:gd name="connsiteY7" fmla="*/ 179808 h 269127"/>
                <a:gd name="connsiteX8" fmla="*/ 92011 w 269127"/>
                <a:gd name="connsiteY8" fmla="*/ 268011 h 269127"/>
                <a:gd name="connsiteX9" fmla="*/ 179807 w 269127"/>
                <a:gd name="connsiteY9" fmla="*/ 268011 h 269127"/>
                <a:gd name="connsiteX10" fmla="*/ 179807 w 269127"/>
                <a:gd name="connsiteY10" fmla="*/ 179808 h 269127"/>
                <a:gd name="connsiteX11" fmla="*/ 268011 w 269127"/>
                <a:gd name="connsiteY11" fmla="*/ 179808 h 269127"/>
                <a:gd name="connsiteX12" fmla="*/ 268011 w 269127"/>
                <a:gd name="connsiteY12" fmla="*/ 92011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8011" y="92011"/>
                  </a:moveTo>
                  <a:lnTo>
                    <a:pt x="179807" y="92011"/>
                  </a:lnTo>
                  <a:lnTo>
                    <a:pt x="179807" y="3808"/>
                  </a:lnTo>
                  <a:lnTo>
                    <a:pt x="92011" y="3808"/>
                  </a:lnTo>
                  <a:lnTo>
                    <a:pt x="92011" y="92011"/>
                  </a:lnTo>
                  <a:lnTo>
                    <a:pt x="3808" y="92011"/>
                  </a:lnTo>
                  <a:lnTo>
                    <a:pt x="3808" y="179808"/>
                  </a:lnTo>
                  <a:lnTo>
                    <a:pt x="92011" y="179808"/>
                  </a:lnTo>
                  <a:lnTo>
                    <a:pt x="92011" y="268011"/>
                  </a:lnTo>
                  <a:lnTo>
                    <a:pt x="179807" y="268011"/>
                  </a:lnTo>
                  <a:lnTo>
                    <a:pt x="179807" y="179808"/>
                  </a:lnTo>
                  <a:lnTo>
                    <a:pt x="268011" y="179808"/>
                  </a:lnTo>
                  <a:lnTo>
                    <a:pt x="268011" y="92011"/>
                  </a:lnTo>
                  <a:close/>
                </a:path>
              </a:pathLst>
            </a:custGeom>
            <a:solidFill>
              <a:schemeClr val="bg1">
                <a:alpha val="6000"/>
              </a:schemeClr>
            </a:solidFill>
            <a:ln w="9525" cap="flat">
              <a:noFill/>
              <a:prstDash val="solid"/>
              <a:miter/>
            </a:ln>
          </p:spPr>
          <p:txBody>
            <a:bodyPr rtlCol="0" anchor="ctr"/>
            <a:lstStyle/>
            <a:p>
              <a:endParaRPr lang="en-US"/>
            </a:p>
          </p:txBody>
        </p:sp>
        <p:sp>
          <p:nvSpPr>
            <p:cNvPr id="495" name="Freeform: Shape 494">
              <a:extLst>
                <a:ext uri="{FF2B5EF4-FFF2-40B4-BE49-F238E27FC236}">
                  <a16:creationId xmlns:a16="http://schemas.microsoft.com/office/drawing/2014/main" id="{C8365EE3-DF6D-4356-80B5-B1D6470192B0}"/>
                </a:ext>
              </a:extLst>
            </p:cNvPr>
            <p:cNvSpPr/>
            <p:nvPr/>
          </p:nvSpPr>
          <p:spPr>
            <a:xfrm>
              <a:off x="8608689" y="1161267"/>
              <a:ext cx="1630001" cy="1630001"/>
            </a:xfrm>
            <a:custGeom>
              <a:avLst/>
              <a:gdLst>
                <a:gd name="connsiteX0" fmla="*/ 1630864 w 1630000"/>
                <a:gd name="connsiteY0" fmla="*/ 547091 h 1630000"/>
                <a:gd name="connsiteX1" fmla="*/ 1087582 w 1630000"/>
                <a:gd name="connsiteY1" fmla="*/ 547091 h 1630000"/>
                <a:gd name="connsiteX2" fmla="*/ 1087582 w 1630000"/>
                <a:gd name="connsiteY2" fmla="*/ 3808 h 1630000"/>
                <a:gd name="connsiteX3" fmla="*/ 547091 w 1630000"/>
                <a:gd name="connsiteY3" fmla="*/ 3808 h 1630000"/>
                <a:gd name="connsiteX4" fmla="*/ 547091 w 1630000"/>
                <a:gd name="connsiteY4" fmla="*/ 547091 h 1630000"/>
                <a:gd name="connsiteX5" fmla="*/ 3808 w 1630000"/>
                <a:gd name="connsiteY5" fmla="*/ 547091 h 1630000"/>
                <a:gd name="connsiteX6" fmla="*/ 3808 w 1630000"/>
                <a:gd name="connsiteY6" fmla="*/ 1087581 h 1630000"/>
                <a:gd name="connsiteX7" fmla="*/ 547091 w 1630000"/>
                <a:gd name="connsiteY7" fmla="*/ 1087581 h 1630000"/>
                <a:gd name="connsiteX8" fmla="*/ 547091 w 1630000"/>
                <a:gd name="connsiteY8" fmla="*/ 1630864 h 1630000"/>
                <a:gd name="connsiteX9" fmla="*/ 1087582 w 1630000"/>
                <a:gd name="connsiteY9" fmla="*/ 1630864 h 1630000"/>
                <a:gd name="connsiteX10" fmla="*/ 1087582 w 1630000"/>
                <a:gd name="connsiteY10" fmla="*/ 1087581 h 1630000"/>
                <a:gd name="connsiteX11" fmla="*/ 1630864 w 1630000"/>
                <a:gd name="connsiteY11" fmla="*/ 1087581 h 1630000"/>
                <a:gd name="connsiteX12" fmla="*/ 1630864 w 1630000"/>
                <a:gd name="connsiteY12" fmla="*/ 547091 h 163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000" h="1630000">
                  <a:moveTo>
                    <a:pt x="1630864" y="547091"/>
                  </a:moveTo>
                  <a:lnTo>
                    <a:pt x="1087582" y="547091"/>
                  </a:lnTo>
                  <a:lnTo>
                    <a:pt x="1087582" y="3808"/>
                  </a:lnTo>
                  <a:lnTo>
                    <a:pt x="547091" y="3808"/>
                  </a:lnTo>
                  <a:lnTo>
                    <a:pt x="547091" y="547091"/>
                  </a:lnTo>
                  <a:lnTo>
                    <a:pt x="3808" y="547091"/>
                  </a:lnTo>
                  <a:lnTo>
                    <a:pt x="3808" y="1087581"/>
                  </a:lnTo>
                  <a:lnTo>
                    <a:pt x="547091" y="1087581"/>
                  </a:lnTo>
                  <a:lnTo>
                    <a:pt x="547091" y="1630864"/>
                  </a:lnTo>
                  <a:lnTo>
                    <a:pt x="1087582" y="1630864"/>
                  </a:lnTo>
                  <a:lnTo>
                    <a:pt x="1087582" y="1087581"/>
                  </a:lnTo>
                  <a:lnTo>
                    <a:pt x="1630864" y="1087581"/>
                  </a:lnTo>
                  <a:lnTo>
                    <a:pt x="1630864" y="547091"/>
                  </a:lnTo>
                  <a:close/>
                </a:path>
              </a:pathLst>
            </a:custGeom>
            <a:solidFill>
              <a:schemeClr val="bg1">
                <a:alpha val="6000"/>
              </a:schemeClr>
            </a:solidFill>
            <a:ln w="9525" cap="flat">
              <a:noFill/>
              <a:prstDash val="solid"/>
              <a:miter/>
            </a:ln>
          </p:spPr>
          <p:txBody>
            <a:bodyPr rtlCol="0" anchor="ctr"/>
            <a:lstStyle/>
            <a:p>
              <a:endParaRPr lang="en-US" dirty="0"/>
            </a:p>
          </p:txBody>
        </p:sp>
        <p:grpSp>
          <p:nvGrpSpPr>
            <p:cNvPr id="496" name="Group 495">
              <a:extLst>
                <a:ext uri="{FF2B5EF4-FFF2-40B4-BE49-F238E27FC236}">
                  <a16:creationId xmlns:a16="http://schemas.microsoft.com/office/drawing/2014/main" id="{BAB43629-1506-4122-A391-74A40ED37D34}"/>
                </a:ext>
              </a:extLst>
            </p:cNvPr>
            <p:cNvGrpSpPr/>
            <p:nvPr/>
          </p:nvGrpSpPr>
          <p:grpSpPr>
            <a:xfrm>
              <a:off x="2403515" y="1010099"/>
              <a:ext cx="8232063" cy="5494271"/>
              <a:chOff x="2403515" y="1010099"/>
              <a:chExt cx="8232063" cy="5494271"/>
            </a:xfrm>
          </p:grpSpPr>
          <p:sp>
            <p:nvSpPr>
              <p:cNvPr id="497" name="Freeform: Shape 496">
                <a:extLst>
                  <a:ext uri="{FF2B5EF4-FFF2-40B4-BE49-F238E27FC236}">
                    <a16:creationId xmlns:a16="http://schemas.microsoft.com/office/drawing/2014/main" id="{E5121A51-C31F-46FB-B641-C0B348AE6013}"/>
                  </a:ext>
                </a:extLst>
              </p:cNvPr>
              <p:cNvSpPr/>
              <p:nvPr/>
            </p:nvSpPr>
            <p:spPr>
              <a:xfrm>
                <a:off x="4789816" y="5168886"/>
                <a:ext cx="1335484" cy="1335484"/>
              </a:xfrm>
              <a:custGeom>
                <a:avLst/>
                <a:gdLst>
                  <a:gd name="connsiteX0" fmla="*/ 1336651 w 1335483"/>
                  <a:gd name="connsiteY0" fmla="*/ 448885 h 1335483"/>
                  <a:gd name="connsiteX1" fmla="*/ 891626 w 1335483"/>
                  <a:gd name="connsiteY1" fmla="*/ 448885 h 1335483"/>
                  <a:gd name="connsiteX2" fmla="*/ 891626 w 1335483"/>
                  <a:gd name="connsiteY2" fmla="*/ 3808 h 1335483"/>
                  <a:gd name="connsiteX3" fmla="*/ 448834 w 1335483"/>
                  <a:gd name="connsiteY3" fmla="*/ 3808 h 1335483"/>
                  <a:gd name="connsiteX4" fmla="*/ 448834 w 1335483"/>
                  <a:gd name="connsiteY4" fmla="*/ 448885 h 1335483"/>
                  <a:gd name="connsiteX5" fmla="*/ 3808 w 1335483"/>
                  <a:gd name="connsiteY5" fmla="*/ 448885 h 1335483"/>
                  <a:gd name="connsiteX6" fmla="*/ 3808 w 1335483"/>
                  <a:gd name="connsiteY6" fmla="*/ 891626 h 1335483"/>
                  <a:gd name="connsiteX7" fmla="*/ 448834 w 1335483"/>
                  <a:gd name="connsiteY7" fmla="*/ 891626 h 1335483"/>
                  <a:gd name="connsiteX8" fmla="*/ 448834 w 1335483"/>
                  <a:gd name="connsiteY8" fmla="*/ 1336702 h 1335483"/>
                  <a:gd name="connsiteX9" fmla="*/ 891626 w 1335483"/>
                  <a:gd name="connsiteY9" fmla="*/ 1336702 h 1335483"/>
                  <a:gd name="connsiteX10" fmla="*/ 891626 w 1335483"/>
                  <a:gd name="connsiteY10" fmla="*/ 891626 h 1335483"/>
                  <a:gd name="connsiteX11" fmla="*/ 1336651 w 1335483"/>
                  <a:gd name="connsiteY11" fmla="*/ 891626 h 1335483"/>
                  <a:gd name="connsiteX12" fmla="*/ 1336651 w 1335483"/>
                  <a:gd name="connsiteY12" fmla="*/ 448885 h 1335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5483" h="1335483">
                    <a:moveTo>
                      <a:pt x="1336651" y="448885"/>
                    </a:moveTo>
                    <a:lnTo>
                      <a:pt x="891626" y="448885"/>
                    </a:lnTo>
                    <a:lnTo>
                      <a:pt x="891626" y="3808"/>
                    </a:lnTo>
                    <a:lnTo>
                      <a:pt x="448834" y="3808"/>
                    </a:lnTo>
                    <a:lnTo>
                      <a:pt x="448834" y="448885"/>
                    </a:lnTo>
                    <a:lnTo>
                      <a:pt x="3808" y="448885"/>
                    </a:lnTo>
                    <a:lnTo>
                      <a:pt x="3808" y="891626"/>
                    </a:lnTo>
                    <a:lnTo>
                      <a:pt x="448834" y="891626"/>
                    </a:lnTo>
                    <a:lnTo>
                      <a:pt x="448834" y="1336702"/>
                    </a:lnTo>
                    <a:lnTo>
                      <a:pt x="891626" y="1336702"/>
                    </a:lnTo>
                    <a:lnTo>
                      <a:pt x="891626" y="891626"/>
                    </a:lnTo>
                    <a:lnTo>
                      <a:pt x="1336651" y="891626"/>
                    </a:lnTo>
                    <a:lnTo>
                      <a:pt x="1336651" y="448885"/>
                    </a:lnTo>
                    <a:close/>
                  </a:path>
                </a:pathLst>
              </a:custGeom>
              <a:solidFill>
                <a:schemeClr val="bg1">
                  <a:alpha val="27000"/>
                </a:schemeClr>
              </a:solidFill>
              <a:ln w="9525" cap="flat">
                <a:noFill/>
                <a:prstDash val="solid"/>
                <a:miter/>
              </a:ln>
            </p:spPr>
            <p:txBody>
              <a:bodyPr rtlCol="0" anchor="ctr"/>
              <a:lstStyle/>
              <a:p>
                <a:endParaRPr lang="en-US"/>
              </a:p>
            </p:txBody>
          </p:sp>
          <p:sp>
            <p:nvSpPr>
              <p:cNvPr id="498" name="Freeform: Shape 497">
                <a:extLst>
                  <a:ext uri="{FF2B5EF4-FFF2-40B4-BE49-F238E27FC236}">
                    <a16:creationId xmlns:a16="http://schemas.microsoft.com/office/drawing/2014/main" id="{A92527BB-D613-4370-9648-A74F1B3475A1}"/>
                  </a:ext>
                </a:extLst>
              </p:cNvPr>
              <p:cNvSpPr/>
              <p:nvPr/>
            </p:nvSpPr>
            <p:spPr>
              <a:xfrm>
                <a:off x="10183646" y="1010099"/>
                <a:ext cx="451932" cy="451932"/>
              </a:xfrm>
              <a:custGeom>
                <a:avLst/>
                <a:gdLst>
                  <a:gd name="connsiteX0" fmla="*/ 451272 w 451931"/>
                  <a:gd name="connsiteY0" fmla="*/ 153200 h 451931"/>
                  <a:gd name="connsiteX1" fmla="*/ 301829 w 451931"/>
                  <a:gd name="connsiteY1" fmla="*/ 153200 h 451931"/>
                  <a:gd name="connsiteX2" fmla="*/ 301829 w 451931"/>
                  <a:gd name="connsiteY2" fmla="*/ 3808 h 451931"/>
                  <a:gd name="connsiteX3" fmla="*/ 153200 w 451931"/>
                  <a:gd name="connsiteY3" fmla="*/ 3808 h 451931"/>
                  <a:gd name="connsiteX4" fmla="*/ 153200 w 451931"/>
                  <a:gd name="connsiteY4" fmla="*/ 153200 h 451931"/>
                  <a:gd name="connsiteX5" fmla="*/ 3808 w 451931"/>
                  <a:gd name="connsiteY5" fmla="*/ 153200 h 451931"/>
                  <a:gd name="connsiteX6" fmla="*/ 3808 w 451931"/>
                  <a:gd name="connsiteY6" fmla="*/ 301829 h 451931"/>
                  <a:gd name="connsiteX7" fmla="*/ 153200 w 451931"/>
                  <a:gd name="connsiteY7" fmla="*/ 301829 h 451931"/>
                  <a:gd name="connsiteX8" fmla="*/ 153200 w 451931"/>
                  <a:gd name="connsiteY8" fmla="*/ 451272 h 451931"/>
                  <a:gd name="connsiteX9" fmla="*/ 301829 w 451931"/>
                  <a:gd name="connsiteY9" fmla="*/ 451272 h 451931"/>
                  <a:gd name="connsiteX10" fmla="*/ 301829 w 451931"/>
                  <a:gd name="connsiteY10" fmla="*/ 301829 h 451931"/>
                  <a:gd name="connsiteX11" fmla="*/ 451272 w 451931"/>
                  <a:gd name="connsiteY11" fmla="*/ 301829 h 451931"/>
                  <a:gd name="connsiteX12" fmla="*/ 451272 w 451931"/>
                  <a:gd name="connsiteY12" fmla="*/ 153200 h 45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1931" h="451931">
                    <a:moveTo>
                      <a:pt x="451272" y="153200"/>
                    </a:moveTo>
                    <a:lnTo>
                      <a:pt x="301829" y="153200"/>
                    </a:lnTo>
                    <a:lnTo>
                      <a:pt x="301829" y="3808"/>
                    </a:lnTo>
                    <a:lnTo>
                      <a:pt x="153200" y="3808"/>
                    </a:lnTo>
                    <a:lnTo>
                      <a:pt x="153200" y="153200"/>
                    </a:lnTo>
                    <a:lnTo>
                      <a:pt x="3808" y="153200"/>
                    </a:lnTo>
                    <a:lnTo>
                      <a:pt x="3808" y="301829"/>
                    </a:lnTo>
                    <a:lnTo>
                      <a:pt x="153200" y="301829"/>
                    </a:lnTo>
                    <a:lnTo>
                      <a:pt x="153200" y="451272"/>
                    </a:lnTo>
                    <a:lnTo>
                      <a:pt x="301829" y="451272"/>
                    </a:lnTo>
                    <a:lnTo>
                      <a:pt x="301829" y="301829"/>
                    </a:lnTo>
                    <a:lnTo>
                      <a:pt x="451272" y="301829"/>
                    </a:lnTo>
                    <a:lnTo>
                      <a:pt x="451272" y="153200"/>
                    </a:lnTo>
                    <a:close/>
                  </a:path>
                </a:pathLst>
              </a:custGeom>
              <a:solidFill>
                <a:schemeClr val="bg1">
                  <a:alpha val="19000"/>
                </a:schemeClr>
              </a:solidFill>
              <a:ln w="9525" cap="flat">
                <a:noFill/>
                <a:prstDash val="solid"/>
                <a:miter/>
              </a:ln>
            </p:spPr>
            <p:txBody>
              <a:bodyPr rtlCol="0" anchor="ctr"/>
              <a:lstStyle/>
              <a:p>
                <a:endParaRPr lang="en-US"/>
              </a:p>
            </p:txBody>
          </p:sp>
          <p:sp>
            <p:nvSpPr>
              <p:cNvPr id="499" name="Freeform: Shape 498">
                <a:extLst>
                  <a:ext uri="{FF2B5EF4-FFF2-40B4-BE49-F238E27FC236}">
                    <a16:creationId xmlns:a16="http://schemas.microsoft.com/office/drawing/2014/main" id="{4C988345-1C42-4438-AED7-5D98D027B9A1}"/>
                  </a:ext>
                </a:extLst>
              </p:cNvPr>
              <p:cNvSpPr/>
              <p:nvPr/>
            </p:nvSpPr>
            <p:spPr>
              <a:xfrm>
                <a:off x="2403515" y="4607576"/>
                <a:ext cx="1142524" cy="1142524"/>
              </a:xfrm>
              <a:custGeom>
                <a:avLst/>
                <a:gdLst>
                  <a:gd name="connsiteX0" fmla="*/ 1139681 w 1142523"/>
                  <a:gd name="connsiteY0" fmla="*/ 383076 h 1142523"/>
                  <a:gd name="connsiteX1" fmla="*/ 760413 w 1142523"/>
                  <a:gd name="connsiteY1" fmla="*/ 383076 h 1142523"/>
                  <a:gd name="connsiteX2" fmla="*/ 760413 w 1142523"/>
                  <a:gd name="connsiteY2" fmla="*/ 3808 h 1142523"/>
                  <a:gd name="connsiteX3" fmla="*/ 383076 w 1142523"/>
                  <a:gd name="connsiteY3" fmla="*/ 3808 h 1142523"/>
                  <a:gd name="connsiteX4" fmla="*/ 383076 w 1142523"/>
                  <a:gd name="connsiteY4" fmla="*/ 383076 h 1142523"/>
                  <a:gd name="connsiteX5" fmla="*/ 3808 w 1142523"/>
                  <a:gd name="connsiteY5" fmla="*/ 383076 h 1142523"/>
                  <a:gd name="connsiteX6" fmla="*/ 3808 w 1142523"/>
                  <a:gd name="connsiteY6" fmla="*/ 760413 h 1142523"/>
                  <a:gd name="connsiteX7" fmla="*/ 383076 w 1142523"/>
                  <a:gd name="connsiteY7" fmla="*/ 760413 h 1142523"/>
                  <a:gd name="connsiteX8" fmla="*/ 383076 w 1142523"/>
                  <a:gd name="connsiteY8" fmla="*/ 1139681 h 1142523"/>
                  <a:gd name="connsiteX9" fmla="*/ 760413 w 1142523"/>
                  <a:gd name="connsiteY9" fmla="*/ 1139681 h 1142523"/>
                  <a:gd name="connsiteX10" fmla="*/ 760413 w 1142523"/>
                  <a:gd name="connsiteY10" fmla="*/ 760413 h 1142523"/>
                  <a:gd name="connsiteX11" fmla="*/ 1139681 w 1142523"/>
                  <a:gd name="connsiteY11" fmla="*/ 760413 h 1142523"/>
                  <a:gd name="connsiteX12" fmla="*/ 1139681 w 1142523"/>
                  <a:gd name="connsiteY12" fmla="*/ 383076 h 1142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2523" h="1142523">
                    <a:moveTo>
                      <a:pt x="1139681" y="383076"/>
                    </a:moveTo>
                    <a:lnTo>
                      <a:pt x="760413" y="383076"/>
                    </a:lnTo>
                    <a:lnTo>
                      <a:pt x="760413" y="3808"/>
                    </a:lnTo>
                    <a:lnTo>
                      <a:pt x="383076" y="3808"/>
                    </a:lnTo>
                    <a:lnTo>
                      <a:pt x="383076" y="383076"/>
                    </a:lnTo>
                    <a:lnTo>
                      <a:pt x="3808" y="383076"/>
                    </a:lnTo>
                    <a:lnTo>
                      <a:pt x="3808" y="760413"/>
                    </a:lnTo>
                    <a:lnTo>
                      <a:pt x="383076" y="760413"/>
                    </a:lnTo>
                    <a:lnTo>
                      <a:pt x="383076" y="1139681"/>
                    </a:lnTo>
                    <a:lnTo>
                      <a:pt x="760413" y="1139681"/>
                    </a:lnTo>
                    <a:lnTo>
                      <a:pt x="760413" y="760413"/>
                    </a:lnTo>
                    <a:lnTo>
                      <a:pt x="1139681" y="760413"/>
                    </a:lnTo>
                    <a:lnTo>
                      <a:pt x="1139681" y="383076"/>
                    </a:lnTo>
                    <a:close/>
                  </a:path>
                </a:pathLst>
              </a:custGeom>
              <a:solidFill>
                <a:schemeClr val="bg1">
                  <a:alpha val="17000"/>
                </a:schemeClr>
              </a:solidFill>
              <a:ln w="9525" cap="flat">
                <a:noFill/>
                <a:prstDash val="solid"/>
                <a:miter/>
              </a:ln>
            </p:spPr>
            <p:txBody>
              <a:bodyPr rtlCol="0" anchor="ctr"/>
              <a:lstStyle/>
              <a:p>
                <a:endParaRPr lang="en-US"/>
              </a:p>
            </p:txBody>
          </p:sp>
          <p:sp>
            <p:nvSpPr>
              <p:cNvPr id="500" name="Freeform: Shape 499">
                <a:extLst>
                  <a:ext uri="{FF2B5EF4-FFF2-40B4-BE49-F238E27FC236}">
                    <a16:creationId xmlns:a16="http://schemas.microsoft.com/office/drawing/2014/main" id="{F33D04F7-9986-42DC-984A-770C686E2E55}"/>
                  </a:ext>
                </a:extLst>
              </p:cNvPr>
              <p:cNvSpPr/>
              <p:nvPr/>
            </p:nvSpPr>
            <p:spPr>
              <a:xfrm>
                <a:off x="5833524" y="2327454"/>
                <a:ext cx="2158101" cy="2158101"/>
              </a:xfrm>
              <a:custGeom>
                <a:avLst/>
                <a:gdLst>
                  <a:gd name="connsiteX0" fmla="*/ 2158964 w 2158100"/>
                  <a:gd name="connsiteY0" fmla="*/ 723446 h 2158100"/>
                  <a:gd name="connsiteX1" fmla="*/ 1439326 w 2158100"/>
                  <a:gd name="connsiteY1" fmla="*/ 723446 h 2158100"/>
                  <a:gd name="connsiteX2" fmla="*/ 1439326 w 2158100"/>
                  <a:gd name="connsiteY2" fmla="*/ 3808 h 2158100"/>
                  <a:gd name="connsiteX3" fmla="*/ 723446 w 2158100"/>
                  <a:gd name="connsiteY3" fmla="*/ 3808 h 2158100"/>
                  <a:gd name="connsiteX4" fmla="*/ 723446 w 2158100"/>
                  <a:gd name="connsiteY4" fmla="*/ 723446 h 2158100"/>
                  <a:gd name="connsiteX5" fmla="*/ 3808 w 2158100"/>
                  <a:gd name="connsiteY5" fmla="*/ 723446 h 2158100"/>
                  <a:gd name="connsiteX6" fmla="*/ 3808 w 2158100"/>
                  <a:gd name="connsiteY6" fmla="*/ 1439326 h 2158100"/>
                  <a:gd name="connsiteX7" fmla="*/ 723446 w 2158100"/>
                  <a:gd name="connsiteY7" fmla="*/ 1439326 h 2158100"/>
                  <a:gd name="connsiteX8" fmla="*/ 723446 w 2158100"/>
                  <a:gd name="connsiteY8" fmla="*/ 2159015 h 2158100"/>
                  <a:gd name="connsiteX9" fmla="*/ 1439326 w 2158100"/>
                  <a:gd name="connsiteY9" fmla="*/ 2159015 h 2158100"/>
                  <a:gd name="connsiteX10" fmla="*/ 1439326 w 2158100"/>
                  <a:gd name="connsiteY10" fmla="*/ 1439326 h 2158100"/>
                  <a:gd name="connsiteX11" fmla="*/ 2158964 w 2158100"/>
                  <a:gd name="connsiteY11" fmla="*/ 1439326 h 2158100"/>
                  <a:gd name="connsiteX12" fmla="*/ 2158964 w 2158100"/>
                  <a:gd name="connsiteY12" fmla="*/ 723446 h 215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8100" h="2158100">
                    <a:moveTo>
                      <a:pt x="2158964" y="723446"/>
                    </a:moveTo>
                    <a:lnTo>
                      <a:pt x="1439326" y="723446"/>
                    </a:lnTo>
                    <a:lnTo>
                      <a:pt x="1439326" y="3808"/>
                    </a:lnTo>
                    <a:lnTo>
                      <a:pt x="723446" y="3808"/>
                    </a:lnTo>
                    <a:lnTo>
                      <a:pt x="723446" y="723446"/>
                    </a:lnTo>
                    <a:lnTo>
                      <a:pt x="3808" y="723446"/>
                    </a:lnTo>
                    <a:lnTo>
                      <a:pt x="3808" y="1439326"/>
                    </a:lnTo>
                    <a:lnTo>
                      <a:pt x="723446" y="1439326"/>
                    </a:lnTo>
                    <a:lnTo>
                      <a:pt x="723446" y="2159015"/>
                    </a:lnTo>
                    <a:lnTo>
                      <a:pt x="1439326" y="2159015"/>
                    </a:lnTo>
                    <a:lnTo>
                      <a:pt x="1439326" y="1439326"/>
                    </a:lnTo>
                    <a:lnTo>
                      <a:pt x="2158964" y="1439326"/>
                    </a:lnTo>
                    <a:lnTo>
                      <a:pt x="2158964" y="723446"/>
                    </a:lnTo>
                    <a:close/>
                  </a:path>
                </a:pathLst>
              </a:custGeom>
              <a:solidFill>
                <a:schemeClr val="bg1">
                  <a:alpha val="30000"/>
                </a:schemeClr>
              </a:solidFill>
              <a:ln w="9525" cap="flat">
                <a:noFill/>
                <a:prstDash val="solid"/>
                <a:miter/>
              </a:ln>
            </p:spPr>
            <p:txBody>
              <a:bodyPr rtlCol="0" anchor="ctr"/>
              <a:lstStyle/>
              <a:p>
                <a:endParaRPr lang="en-US"/>
              </a:p>
            </p:txBody>
          </p:sp>
        </p:grpSp>
      </p:grpSp>
      <p:grpSp>
        <p:nvGrpSpPr>
          <p:cNvPr id="5" name="Group 4">
            <a:extLst>
              <a:ext uri="{FF2B5EF4-FFF2-40B4-BE49-F238E27FC236}">
                <a16:creationId xmlns:a16="http://schemas.microsoft.com/office/drawing/2014/main" id="{028B4F08-5531-4E29-9E08-EA32210EE601}"/>
              </a:ext>
            </a:extLst>
          </p:cNvPr>
          <p:cNvGrpSpPr/>
          <p:nvPr/>
        </p:nvGrpSpPr>
        <p:grpSpPr>
          <a:xfrm>
            <a:off x="379267" y="3722122"/>
            <a:ext cx="1817432" cy="1992582"/>
            <a:chOff x="379267" y="3722122"/>
            <a:chExt cx="1817432" cy="1992582"/>
          </a:xfrm>
        </p:grpSpPr>
        <p:sp>
          <p:nvSpPr>
            <p:cNvPr id="505" name="Freeform: Shape 504">
              <a:extLst>
                <a:ext uri="{FF2B5EF4-FFF2-40B4-BE49-F238E27FC236}">
                  <a16:creationId xmlns:a16="http://schemas.microsoft.com/office/drawing/2014/main" id="{962EED47-B580-4156-9E73-E7434D69058C}"/>
                </a:ext>
              </a:extLst>
            </p:cNvPr>
            <p:cNvSpPr/>
            <p:nvPr/>
          </p:nvSpPr>
          <p:spPr>
            <a:xfrm>
              <a:off x="529777" y="3722122"/>
              <a:ext cx="1653588" cy="1410143"/>
            </a:xfrm>
            <a:custGeom>
              <a:avLst/>
              <a:gdLst>
                <a:gd name="connsiteX0" fmla="*/ 1652681 w 1653588"/>
                <a:gd name="connsiteY0" fmla="*/ 585515 h 1410143"/>
                <a:gd name="connsiteX1" fmla="*/ 1411211 w 1653588"/>
                <a:gd name="connsiteY1" fmla="*/ 1169369 h 1410143"/>
                <a:gd name="connsiteX2" fmla="*/ 243502 w 1653588"/>
                <a:gd name="connsiteY2" fmla="*/ 1169369 h 1410143"/>
                <a:gd name="connsiteX3" fmla="*/ 243498 w 1653588"/>
                <a:gd name="connsiteY3" fmla="*/ 1665 h 1410143"/>
                <a:gd name="connsiteX4" fmla="*/ 363295 w 1653588"/>
                <a:gd name="connsiteY4" fmla="*/ 121407 h 1410143"/>
                <a:gd name="connsiteX5" fmla="*/ 363295 w 1653588"/>
                <a:gd name="connsiteY5" fmla="*/ 1049576 h 1410143"/>
                <a:gd name="connsiteX6" fmla="*/ 1291464 w 1653588"/>
                <a:gd name="connsiteY6" fmla="*/ 1049576 h 1410143"/>
                <a:gd name="connsiteX7" fmla="*/ 1291464 w 1653588"/>
                <a:gd name="connsiteY7" fmla="*/ 121407 h 1410143"/>
                <a:gd name="connsiteX8" fmla="*/ 1411211 w 1653588"/>
                <a:gd name="connsiteY8" fmla="*/ 1660 h 1410143"/>
                <a:gd name="connsiteX9" fmla="*/ 1652681 w 1653588"/>
                <a:gd name="connsiteY9" fmla="*/ 585515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681" y="585515"/>
                  </a:moveTo>
                  <a:cubicBezTo>
                    <a:pt x="1653063" y="804506"/>
                    <a:pt x="1566164" y="1014622"/>
                    <a:pt x="1411211" y="1169369"/>
                  </a:cubicBezTo>
                  <a:cubicBezTo>
                    <a:pt x="1089267" y="1491314"/>
                    <a:pt x="565447" y="1491314"/>
                    <a:pt x="243502" y="1169369"/>
                  </a:cubicBezTo>
                  <a:cubicBezTo>
                    <a:pt x="-78952" y="846918"/>
                    <a:pt x="-78954" y="324119"/>
                    <a:pt x="243498" y="1665"/>
                  </a:cubicBezTo>
                  <a:lnTo>
                    <a:pt x="363295" y="121407"/>
                  </a:lnTo>
                  <a:cubicBezTo>
                    <a:pt x="107357" y="377301"/>
                    <a:pt x="107357" y="793683"/>
                    <a:pt x="363295" y="1049576"/>
                  </a:cubicBezTo>
                  <a:cubicBezTo>
                    <a:pt x="619234" y="1305469"/>
                    <a:pt x="1035571" y="1305515"/>
                    <a:pt x="1291464" y="1049576"/>
                  </a:cubicBezTo>
                  <a:cubicBezTo>
                    <a:pt x="1547357" y="793638"/>
                    <a:pt x="1547357" y="377301"/>
                    <a:pt x="1291464" y="121407"/>
                  </a:cubicBezTo>
                  <a:lnTo>
                    <a:pt x="1411211" y="1660"/>
                  </a:lnTo>
                  <a:cubicBezTo>
                    <a:pt x="1566172" y="156402"/>
                    <a:pt x="1653073" y="366522"/>
                    <a:pt x="1652681" y="585515"/>
                  </a:cubicBezTo>
                  <a:close/>
                </a:path>
              </a:pathLst>
            </a:custGeom>
            <a:solidFill>
              <a:srgbClr val="FFFFFF"/>
            </a:solidFill>
            <a:ln w="4591"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C1F5167B-779D-4BA5-B072-9BCD4D0B42F1}"/>
                </a:ext>
              </a:extLst>
            </p:cNvPr>
            <p:cNvSpPr/>
            <p:nvPr/>
          </p:nvSpPr>
          <p:spPr>
            <a:xfrm>
              <a:off x="783837" y="3744813"/>
              <a:ext cx="1143732" cy="1143732"/>
            </a:xfrm>
            <a:custGeom>
              <a:avLst/>
              <a:gdLst>
                <a:gd name="connsiteX0" fmla="*/ 1144933 w 1143732"/>
                <a:gd name="connsiteY0" fmla="*/ 573297 h 1143731"/>
                <a:gd name="connsiteX1" fmla="*/ 573297 w 1143732"/>
                <a:gd name="connsiteY1" fmla="*/ 1144933 h 1143731"/>
                <a:gd name="connsiteX2" fmla="*/ 1660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3" y="1144933"/>
                    <a:pt x="573297" y="1144933"/>
                  </a:cubicBezTo>
                  <a:cubicBezTo>
                    <a:pt x="257591" y="1144933"/>
                    <a:pt x="1660" y="889003"/>
                    <a:pt x="1660" y="573297"/>
                  </a:cubicBezTo>
                  <a:cubicBezTo>
                    <a:pt x="1660" y="257591"/>
                    <a:pt x="257591" y="1660"/>
                    <a:pt x="573297" y="1660"/>
                  </a:cubicBezTo>
                  <a:cubicBezTo>
                    <a:pt x="889003"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88B4B930-4271-4644-8245-97C1B168F5EC}"/>
                </a:ext>
              </a:extLst>
            </p:cNvPr>
            <p:cNvSpPr/>
            <p:nvPr/>
          </p:nvSpPr>
          <p:spPr>
            <a:xfrm>
              <a:off x="868538" y="3829513"/>
              <a:ext cx="973780" cy="973780"/>
            </a:xfrm>
            <a:custGeom>
              <a:avLst/>
              <a:gdLst>
                <a:gd name="connsiteX0" fmla="*/ 975532 w 973779"/>
                <a:gd name="connsiteY0" fmla="*/ 488596 h 973779"/>
                <a:gd name="connsiteX1" fmla="*/ 488596 w 973779"/>
                <a:gd name="connsiteY1" fmla="*/ 975532 h 973779"/>
                <a:gd name="connsiteX2" fmla="*/ 1660 w 973779"/>
                <a:gd name="connsiteY2" fmla="*/ 488596 h 973779"/>
                <a:gd name="connsiteX3" fmla="*/ 488596 w 973779"/>
                <a:gd name="connsiteY3" fmla="*/ 1660 h 973779"/>
                <a:gd name="connsiteX4" fmla="*/ 975532 w 973779"/>
                <a:gd name="connsiteY4" fmla="*/ 488596 h 9737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779" h="973779">
                  <a:moveTo>
                    <a:pt x="975532" y="488596"/>
                  </a:moveTo>
                  <a:cubicBezTo>
                    <a:pt x="975532" y="757524"/>
                    <a:pt x="757523" y="975532"/>
                    <a:pt x="488596" y="975532"/>
                  </a:cubicBezTo>
                  <a:cubicBezTo>
                    <a:pt x="219669" y="975532"/>
                    <a:pt x="1660" y="757524"/>
                    <a:pt x="1660" y="488596"/>
                  </a:cubicBezTo>
                  <a:cubicBezTo>
                    <a:pt x="1660" y="219669"/>
                    <a:pt x="219669" y="1660"/>
                    <a:pt x="488596" y="1660"/>
                  </a:cubicBezTo>
                  <a:cubicBezTo>
                    <a:pt x="757523" y="1660"/>
                    <a:pt x="975532" y="219669"/>
                    <a:pt x="975532" y="488596"/>
                  </a:cubicBezTo>
                  <a:close/>
                </a:path>
              </a:pathLst>
            </a:custGeom>
            <a:solidFill>
              <a:srgbClr val="FFFFFF"/>
            </a:solidFill>
            <a:ln w="4591" cap="flat">
              <a:noFill/>
              <a:prstDash val="solid"/>
              <a:miter/>
            </a:ln>
          </p:spPr>
          <p:txBody>
            <a:bodyPr rtlCol="0" anchor="ctr"/>
            <a:lstStyle/>
            <a:p>
              <a:endParaRPr lang="en-US"/>
            </a:p>
          </p:txBody>
        </p:sp>
        <p:sp>
          <p:nvSpPr>
            <p:cNvPr id="281" name="Rectangle 280">
              <a:extLst>
                <a:ext uri="{FF2B5EF4-FFF2-40B4-BE49-F238E27FC236}">
                  <a16:creationId xmlns:a16="http://schemas.microsoft.com/office/drawing/2014/main" id="{880E65F7-87AA-4D63-AACA-C24BCE24873D}"/>
                </a:ext>
              </a:extLst>
            </p:cNvPr>
            <p:cNvSpPr/>
            <p:nvPr/>
          </p:nvSpPr>
          <p:spPr>
            <a:xfrm>
              <a:off x="379267" y="5191484"/>
              <a:ext cx="1817432" cy="523220"/>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ACCOUNT REGISTRATION</a:t>
              </a:r>
            </a:p>
          </p:txBody>
        </p:sp>
        <p:pic>
          <p:nvPicPr>
            <p:cNvPr id="154" name="Picture 153">
              <a:extLst>
                <a:ext uri="{FF2B5EF4-FFF2-40B4-BE49-F238E27FC236}">
                  <a16:creationId xmlns:a16="http://schemas.microsoft.com/office/drawing/2014/main" id="{0506CC3A-D83F-48EE-8E82-DCF36495D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1232" y="4128162"/>
              <a:ext cx="354050" cy="354050"/>
            </a:xfrm>
            <a:prstGeom prst="rect">
              <a:avLst/>
            </a:prstGeom>
          </p:spPr>
        </p:pic>
      </p:grpSp>
      <p:grpSp>
        <p:nvGrpSpPr>
          <p:cNvPr id="8" name="Group 7">
            <a:extLst>
              <a:ext uri="{FF2B5EF4-FFF2-40B4-BE49-F238E27FC236}">
                <a16:creationId xmlns:a16="http://schemas.microsoft.com/office/drawing/2014/main" id="{4C5A1728-02A6-47A3-BDA4-67E03BEEFF23}"/>
              </a:ext>
            </a:extLst>
          </p:cNvPr>
          <p:cNvGrpSpPr/>
          <p:nvPr/>
        </p:nvGrpSpPr>
        <p:grpSpPr>
          <a:xfrm>
            <a:off x="2477371" y="3721984"/>
            <a:ext cx="1817432" cy="1777277"/>
            <a:chOff x="2477371" y="3721984"/>
            <a:chExt cx="1817432" cy="1777277"/>
          </a:xfrm>
        </p:grpSpPr>
        <p:sp>
          <p:nvSpPr>
            <p:cNvPr id="22" name="Freeform: Shape 21">
              <a:extLst>
                <a:ext uri="{FF2B5EF4-FFF2-40B4-BE49-F238E27FC236}">
                  <a16:creationId xmlns:a16="http://schemas.microsoft.com/office/drawing/2014/main" id="{D4AB67C8-7F0B-45E5-A948-0CA01D91C2DB}"/>
                </a:ext>
              </a:extLst>
            </p:cNvPr>
            <p:cNvSpPr/>
            <p:nvPr/>
          </p:nvSpPr>
          <p:spPr>
            <a:xfrm>
              <a:off x="2625838" y="3721984"/>
              <a:ext cx="1653588" cy="1410143"/>
            </a:xfrm>
            <a:custGeom>
              <a:avLst/>
              <a:gdLst>
                <a:gd name="connsiteX0" fmla="*/ 1652681 w 1653588"/>
                <a:gd name="connsiteY0" fmla="*/ 585653 h 1410143"/>
                <a:gd name="connsiteX1" fmla="*/ 1411211 w 1653588"/>
                <a:gd name="connsiteY1" fmla="*/ 1169507 h 1410143"/>
                <a:gd name="connsiteX2" fmla="*/ 243502 w 1653588"/>
                <a:gd name="connsiteY2" fmla="*/ 1169507 h 1410143"/>
                <a:gd name="connsiteX3" fmla="*/ 243498 w 1653588"/>
                <a:gd name="connsiteY3" fmla="*/ 1803 h 1410143"/>
                <a:gd name="connsiteX4" fmla="*/ 363112 w 1653588"/>
                <a:gd name="connsiteY4" fmla="*/ 121408 h 1410143"/>
                <a:gd name="connsiteX5" fmla="*/ 363112 w 1653588"/>
                <a:gd name="connsiteY5" fmla="*/ 1049576 h 1410143"/>
                <a:gd name="connsiteX6" fmla="*/ 1291280 w 1653588"/>
                <a:gd name="connsiteY6" fmla="*/ 1049576 h 1410143"/>
                <a:gd name="connsiteX7" fmla="*/ 1291280 w 1653588"/>
                <a:gd name="connsiteY7" fmla="*/ 121408 h 1410143"/>
                <a:gd name="connsiteX8" fmla="*/ 1411028 w 1653588"/>
                <a:gd name="connsiteY8" fmla="*/ 1660 h 1410143"/>
                <a:gd name="connsiteX9" fmla="*/ 1652681 w 1653588"/>
                <a:gd name="connsiteY9" fmla="*/ 585653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681" y="585653"/>
                  </a:moveTo>
                  <a:cubicBezTo>
                    <a:pt x="1653063" y="804644"/>
                    <a:pt x="1566164" y="1014760"/>
                    <a:pt x="1411211" y="1169507"/>
                  </a:cubicBezTo>
                  <a:cubicBezTo>
                    <a:pt x="1089313" y="1491452"/>
                    <a:pt x="565447" y="1491452"/>
                    <a:pt x="243502" y="1169507"/>
                  </a:cubicBezTo>
                  <a:cubicBezTo>
                    <a:pt x="-78952" y="847055"/>
                    <a:pt x="-78954" y="324257"/>
                    <a:pt x="243498" y="1803"/>
                  </a:cubicBezTo>
                  <a:lnTo>
                    <a:pt x="363112" y="121408"/>
                  </a:lnTo>
                  <a:cubicBezTo>
                    <a:pt x="107219" y="377301"/>
                    <a:pt x="107219" y="793684"/>
                    <a:pt x="363112" y="1049576"/>
                  </a:cubicBezTo>
                  <a:cubicBezTo>
                    <a:pt x="619005" y="1305469"/>
                    <a:pt x="1035387" y="1305515"/>
                    <a:pt x="1291280" y="1049576"/>
                  </a:cubicBezTo>
                  <a:cubicBezTo>
                    <a:pt x="1547173" y="793638"/>
                    <a:pt x="1547173" y="377301"/>
                    <a:pt x="1291280" y="121408"/>
                  </a:cubicBezTo>
                  <a:lnTo>
                    <a:pt x="1411028" y="1660"/>
                  </a:lnTo>
                  <a:cubicBezTo>
                    <a:pt x="1566090" y="156406"/>
                    <a:pt x="1653061" y="366586"/>
                    <a:pt x="1652681" y="585653"/>
                  </a:cubicBezTo>
                  <a:close/>
                </a:path>
              </a:pathLst>
            </a:custGeom>
            <a:solidFill>
              <a:srgbClr val="FFFFFF"/>
            </a:solidFill>
            <a:ln w="4591"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2D02F4EE-CD01-4CC1-9ED5-8FCB0E9D5E04}"/>
                </a:ext>
              </a:extLst>
            </p:cNvPr>
            <p:cNvSpPr/>
            <p:nvPr/>
          </p:nvSpPr>
          <p:spPr>
            <a:xfrm>
              <a:off x="2879898" y="3744813"/>
              <a:ext cx="1143732" cy="1143732"/>
            </a:xfrm>
            <a:custGeom>
              <a:avLst/>
              <a:gdLst>
                <a:gd name="connsiteX0" fmla="*/ 1144933 w 1143732"/>
                <a:gd name="connsiteY0" fmla="*/ 573297 h 1143731"/>
                <a:gd name="connsiteX1" fmla="*/ 573297 w 1143732"/>
                <a:gd name="connsiteY1" fmla="*/ 1144933 h 1143731"/>
                <a:gd name="connsiteX2" fmla="*/ 1660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3" y="1144933"/>
                    <a:pt x="573297" y="1144933"/>
                  </a:cubicBezTo>
                  <a:cubicBezTo>
                    <a:pt x="257591" y="1144933"/>
                    <a:pt x="1660" y="889003"/>
                    <a:pt x="1660" y="573297"/>
                  </a:cubicBezTo>
                  <a:cubicBezTo>
                    <a:pt x="1660" y="257591"/>
                    <a:pt x="257590" y="1660"/>
                    <a:pt x="573297" y="1660"/>
                  </a:cubicBezTo>
                  <a:cubicBezTo>
                    <a:pt x="889003"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3D6879E9-1B5C-44BC-99D2-24E4AE792852}"/>
                </a:ext>
              </a:extLst>
            </p:cNvPr>
            <p:cNvSpPr/>
            <p:nvPr/>
          </p:nvSpPr>
          <p:spPr>
            <a:xfrm>
              <a:off x="2964599" y="3829513"/>
              <a:ext cx="973780" cy="973780"/>
            </a:xfrm>
            <a:custGeom>
              <a:avLst/>
              <a:gdLst>
                <a:gd name="connsiteX0" fmla="*/ 975532 w 973779"/>
                <a:gd name="connsiteY0" fmla="*/ 488596 h 973779"/>
                <a:gd name="connsiteX1" fmla="*/ 488596 w 973779"/>
                <a:gd name="connsiteY1" fmla="*/ 975532 h 973779"/>
                <a:gd name="connsiteX2" fmla="*/ 1660 w 973779"/>
                <a:gd name="connsiteY2" fmla="*/ 488596 h 973779"/>
                <a:gd name="connsiteX3" fmla="*/ 488596 w 973779"/>
                <a:gd name="connsiteY3" fmla="*/ 1660 h 973779"/>
                <a:gd name="connsiteX4" fmla="*/ 975532 w 973779"/>
                <a:gd name="connsiteY4" fmla="*/ 488596 h 9737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779" h="973779">
                  <a:moveTo>
                    <a:pt x="975532" y="488596"/>
                  </a:moveTo>
                  <a:cubicBezTo>
                    <a:pt x="975532" y="757524"/>
                    <a:pt x="757523" y="975532"/>
                    <a:pt x="488596" y="975532"/>
                  </a:cubicBezTo>
                  <a:cubicBezTo>
                    <a:pt x="219669" y="975532"/>
                    <a:pt x="1660" y="757524"/>
                    <a:pt x="1660" y="488596"/>
                  </a:cubicBezTo>
                  <a:cubicBezTo>
                    <a:pt x="1660" y="219669"/>
                    <a:pt x="219669" y="1660"/>
                    <a:pt x="488596" y="1660"/>
                  </a:cubicBezTo>
                  <a:cubicBezTo>
                    <a:pt x="757523" y="1660"/>
                    <a:pt x="975532" y="219669"/>
                    <a:pt x="975532" y="488596"/>
                  </a:cubicBezTo>
                  <a:close/>
                </a:path>
              </a:pathLst>
            </a:custGeom>
            <a:solidFill>
              <a:srgbClr val="FFFFFF"/>
            </a:solidFill>
            <a:ln w="4591" cap="flat">
              <a:noFill/>
              <a:prstDash val="solid"/>
              <a:miter/>
            </a:ln>
          </p:spPr>
          <p:txBody>
            <a:bodyPr rtlCol="0" anchor="ctr"/>
            <a:lstStyle/>
            <a:p>
              <a:endParaRPr lang="en-US"/>
            </a:p>
          </p:txBody>
        </p:sp>
        <p:sp>
          <p:nvSpPr>
            <p:cNvPr id="282" name="Rectangle 281">
              <a:extLst>
                <a:ext uri="{FF2B5EF4-FFF2-40B4-BE49-F238E27FC236}">
                  <a16:creationId xmlns:a16="http://schemas.microsoft.com/office/drawing/2014/main" id="{461D7A6C-8607-4936-8230-EDA1E74308AD}"/>
                </a:ext>
              </a:extLst>
            </p:cNvPr>
            <p:cNvSpPr/>
            <p:nvPr/>
          </p:nvSpPr>
          <p:spPr>
            <a:xfrm>
              <a:off x="2477371" y="5191484"/>
              <a:ext cx="1817432" cy="307777"/>
            </a:xfrm>
            <a:prstGeom prst="rect">
              <a:avLst/>
            </a:prstGeom>
          </p:spPr>
          <p:txBody>
            <a:bodyPr wrap="square" anchor="t">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GO LIVE</a:t>
              </a:r>
            </a:p>
          </p:txBody>
        </p:sp>
        <p:pic>
          <p:nvPicPr>
            <p:cNvPr id="155" name="Picture 154">
              <a:extLst>
                <a:ext uri="{FF2B5EF4-FFF2-40B4-BE49-F238E27FC236}">
                  <a16:creationId xmlns:a16="http://schemas.microsoft.com/office/drawing/2014/main" id="{580EE043-2E2C-43A9-AE4C-08BC08285C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7243" y="4128162"/>
              <a:ext cx="354050" cy="354050"/>
            </a:xfrm>
            <a:prstGeom prst="rect">
              <a:avLst/>
            </a:prstGeom>
          </p:spPr>
        </p:pic>
      </p:grpSp>
      <p:grpSp>
        <p:nvGrpSpPr>
          <p:cNvPr id="11" name="Group 10">
            <a:extLst>
              <a:ext uri="{FF2B5EF4-FFF2-40B4-BE49-F238E27FC236}">
                <a16:creationId xmlns:a16="http://schemas.microsoft.com/office/drawing/2014/main" id="{A97ECA33-B5A7-431B-8394-6ADB10C76DC7}"/>
              </a:ext>
            </a:extLst>
          </p:cNvPr>
          <p:cNvGrpSpPr/>
          <p:nvPr/>
        </p:nvGrpSpPr>
        <p:grpSpPr>
          <a:xfrm>
            <a:off x="4552828" y="3627099"/>
            <a:ext cx="1822675" cy="2087605"/>
            <a:chOff x="4552828" y="3627099"/>
            <a:chExt cx="1822675" cy="2087605"/>
          </a:xfrm>
        </p:grpSpPr>
        <p:sp>
          <p:nvSpPr>
            <p:cNvPr id="20" name="Freeform: Shape 19">
              <a:extLst>
                <a:ext uri="{FF2B5EF4-FFF2-40B4-BE49-F238E27FC236}">
                  <a16:creationId xmlns:a16="http://schemas.microsoft.com/office/drawing/2014/main" id="{41D33421-2E03-4603-BF96-D8BDE262131C}"/>
                </a:ext>
              </a:extLst>
            </p:cNvPr>
            <p:cNvSpPr/>
            <p:nvPr/>
          </p:nvSpPr>
          <p:spPr>
            <a:xfrm>
              <a:off x="4721915" y="3722122"/>
              <a:ext cx="1653588" cy="1410143"/>
            </a:xfrm>
            <a:custGeom>
              <a:avLst/>
              <a:gdLst>
                <a:gd name="connsiteX0" fmla="*/ 1652298 w 1653588"/>
                <a:gd name="connsiteY0" fmla="*/ 585515 h 1410143"/>
                <a:gd name="connsiteX1" fmla="*/ 1410828 w 1653588"/>
                <a:gd name="connsiteY1" fmla="*/ 1169369 h 1410143"/>
                <a:gd name="connsiteX2" fmla="*/ 243119 w 1653588"/>
                <a:gd name="connsiteY2" fmla="*/ 1169369 h 1410143"/>
                <a:gd name="connsiteX3" fmla="*/ 243119 w 1653588"/>
                <a:gd name="connsiteY3" fmla="*/ 1660 h 1410143"/>
                <a:gd name="connsiteX4" fmla="*/ 362866 w 1653588"/>
                <a:gd name="connsiteY4" fmla="*/ 121407 h 1410143"/>
                <a:gd name="connsiteX5" fmla="*/ 362866 w 1653588"/>
                <a:gd name="connsiteY5" fmla="*/ 1049576 h 1410143"/>
                <a:gd name="connsiteX6" fmla="*/ 1291080 w 1653588"/>
                <a:gd name="connsiteY6" fmla="*/ 1049576 h 1410143"/>
                <a:gd name="connsiteX7" fmla="*/ 1291080 w 1653588"/>
                <a:gd name="connsiteY7" fmla="*/ 121407 h 1410143"/>
                <a:gd name="connsiteX8" fmla="*/ 1410828 w 1653588"/>
                <a:gd name="connsiteY8" fmla="*/ 1660 h 1410143"/>
                <a:gd name="connsiteX9" fmla="*/ 1652298 w 1653588"/>
                <a:gd name="connsiteY9" fmla="*/ 585515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298" y="585515"/>
                  </a:moveTo>
                  <a:cubicBezTo>
                    <a:pt x="1652659" y="804502"/>
                    <a:pt x="1565763" y="1014610"/>
                    <a:pt x="1410828" y="1169369"/>
                  </a:cubicBezTo>
                  <a:cubicBezTo>
                    <a:pt x="1088883" y="1491314"/>
                    <a:pt x="565064" y="1491314"/>
                    <a:pt x="243119" y="1169369"/>
                  </a:cubicBezTo>
                  <a:cubicBezTo>
                    <a:pt x="-78826" y="847425"/>
                    <a:pt x="-78826" y="323605"/>
                    <a:pt x="243119" y="1660"/>
                  </a:cubicBezTo>
                  <a:lnTo>
                    <a:pt x="362866" y="121407"/>
                  </a:lnTo>
                  <a:cubicBezTo>
                    <a:pt x="106973" y="377301"/>
                    <a:pt x="106973" y="793683"/>
                    <a:pt x="362866" y="1049576"/>
                  </a:cubicBezTo>
                  <a:cubicBezTo>
                    <a:pt x="618759" y="1305469"/>
                    <a:pt x="1035142" y="1305515"/>
                    <a:pt x="1291080" y="1049576"/>
                  </a:cubicBezTo>
                  <a:cubicBezTo>
                    <a:pt x="1547019" y="793638"/>
                    <a:pt x="1546973" y="377301"/>
                    <a:pt x="1291080" y="121407"/>
                  </a:cubicBezTo>
                  <a:lnTo>
                    <a:pt x="1410828" y="1660"/>
                  </a:lnTo>
                  <a:cubicBezTo>
                    <a:pt x="1565772" y="156414"/>
                    <a:pt x="1652670" y="366526"/>
                    <a:pt x="1652298" y="585515"/>
                  </a:cubicBezTo>
                  <a:close/>
                </a:path>
              </a:pathLst>
            </a:custGeom>
            <a:solidFill>
              <a:srgbClr val="FFFFFF"/>
            </a:solidFill>
            <a:ln w="4591"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50457D4A-0ED1-4F45-A133-7770783189D1}"/>
                </a:ext>
              </a:extLst>
            </p:cNvPr>
            <p:cNvSpPr/>
            <p:nvPr/>
          </p:nvSpPr>
          <p:spPr>
            <a:xfrm>
              <a:off x="4975592" y="3744813"/>
              <a:ext cx="1143732" cy="1143732"/>
            </a:xfrm>
            <a:custGeom>
              <a:avLst/>
              <a:gdLst>
                <a:gd name="connsiteX0" fmla="*/ 1144933 w 1143732"/>
                <a:gd name="connsiteY0" fmla="*/ 573297 h 1143731"/>
                <a:gd name="connsiteX1" fmla="*/ 573297 w 1143732"/>
                <a:gd name="connsiteY1" fmla="*/ 1144933 h 1143731"/>
                <a:gd name="connsiteX2" fmla="*/ 1661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3" y="1144933"/>
                    <a:pt x="573297" y="1144933"/>
                  </a:cubicBezTo>
                  <a:cubicBezTo>
                    <a:pt x="257591" y="1144933"/>
                    <a:pt x="1661" y="889003"/>
                    <a:pt x="1661" y="573297"/>
                  </a:cubicBezTo>
                  <a:cubicBezTo>
                    <a:pt x="1661" y="257591"/>
                    <a:pt x="257591" y="1660"/>
                    <a:pt x="573297" y="1660"/>
                  </a:cubicBezTo>
                  <a:cubicBezTo>
                    <a:pt x="889003"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8318C47-ADA3-430A-A33C-7EE811638916}"/>
                </a:ext>
              </a:extLst>
            </p:cNvPr>
            <p:cNvSpPr/>
            <p:nvPr/>
          </p:nvSpPr>
          <p:spPr>
            <a:xfrm>
              <a:off x="4857871" y="3627099"/>
              <a:ext cx="1377990" cy="1377990"/>
            </a:xfrm>
            <a:custGeom>
              <a:avLst/>
              <a:gdLst>
                <a:gd name="connsiteX0" fmla="*/ 1035295 w 1377990"/>
                <a:gd name="connsiteY0" fmla="*/ 346664 h 1377990"/>
                <a:gd name="connsiteX1" fmla="*/ 1035295 w 1377990"/>
                <a:gd name="connsiteY1" fmla="*/ 1035295 h 1377990"/>
                <a:gd name="connsiteX2" fmla="*/ 346664 w 1377990"/>
                <a:gd name="connsiteY2" fmla="*/ 1035295 h 1377990"/>
                <a:gd name="connsiteX3" fmla="*/ 346664 w 1377990"/>
                <a:gd name="connsiteY3" fmla="*/ 346664 h 1377990"/>
                <a:gd name="connsiteX4" fmla="*/ 1035295 w 1377990"/>
                <a:gd name="connsiteY4" fmla="*/ 346664 h 1377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990" h="1377990">
                  <a:moveTo>
                    <a:pt x="1035295" y="346664"/>
                  </a:moveTo>
                  <a:cubicBezTo>
                    <a:pt x="1225455" y="536824"/>
                    <a:pt x="1225455" y="845135"/>
                    <a:pt x="1035295" y="1035295"/>
                  </a:cubicBezTo>
                  <a:cubicBezTo>
                    <a:pt x="845135" y="1225456"/>
                    <a:pt x="536824" y="1225456"/>
                    <a:pt x="346664" y="1035295"/>
                  </a:cubicBezTo>
                  <a:cubicBezTo>
                    <a:pt x="156503" y="845135"/>
                    <a:pt x="156503" y="536824"/>
                    <a:pt x="346664" y="346664"/>
                  </a:cubicBezTo>
                  <a:cubicBezTo>
                    <a:pt x="536824" y="156504"/>
                    <a:pt x="845135" y="156504"/>
                    <a:pt x="1035295" y="346664"/>
                  </a:cubicBezTo>
                  <a:close/>
                </a:path>
              </a:pathLst>
            </a:custGeom>
            <a:solidFill>
              <a:srgbClr val="FFFFFF"/>
            </a:solidFill>
            <a:ln w="4591" cap="flat">
              <a:noFill/>
              <a:prstDash val="solid"/>
              <a:miter/>
            </a:ln>
          </p:spPr>
          <p:txBody>
            <a:bodyPr rtlCol="0" anchor="ctr"/>
            <a:lstStyle/>
            <a:p>
              <a:endParaRPr lang="en-US"/>
            </a:p>
          </p:txBody>
        </p:sp>
        <p:sp>
          <p:nvSpPr>
            <p:cNvPr id="283" name="Rectangle 282">
              <a:extLst>
                <a:ext uri="{FF2B5EF4-FFF2-40B4-BE49-F238E27FC236}">
                  <a16:creationId xmlns:a16="http://schemas.microsoft.com/office/drawing/2014/main" id="{8F015832-3D9E-4005-AC57-F130B3EF69EC}"/>
                </a:ext>
              </a:extLst>
            </p:cNvPr>
            <p:cNvSpPr/>
            <p:nvPr/>
          </p:nvSpPr>
          <p:spPr>
            <a:xfrm>
              <a:off x="4552828" y="5191484"/>
              <a:ext cx="1817432" cy="523220"/>
            </a:xfrm>
            <a:prstGeom prst="rect">
              <a:avLst/>
            </a:prstGeom>
          </p:spPr>
          <p:txBody>
            <a:bodyPr wrap="square" anchor="t">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SEND OVER DEMOGRAPHICS</a:t>
              </a:r>
            </a:p>
          </p:txBody>
        </p:sp>
        <p:pic>
          <p:nvPicPr>
            <p:cNvPr id="156" name="Picture 155">
              <a:extLst>
                <a:ext uri="{FF2B5EF4-FFF2-40B4-BE49-F238E27FC236}">
                  <a16:creationId xmlns:a16="http://schemas.microsoft.com/office/drawing/2014/main" id="{33029914-17D5-4DA8-A967-AB4A5ACF90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9918" y="4128162"/>
              <a:ext cx="354050" cy="354050"/>
            </a:xfrm>
            <a:prstGeom prst="rect">
              <a:avLst/>
            </a:prstGeom>
          </p:spPr>
        </p:pic>
      </p:grpSp>
      <p:grpSp>
        <p:nvGrpSpPr>
          <p:cNvPr id="14" name="Group 13">
            <a:extLst>
              <a:ext uri="{FF2B5EF4-FFF2-40B4-BE49-F238E27FC236}">
                <a16:creationId xmlns:a16="http://schemas.microsoft.com/office/drawing/2014/main" id="{23000A45-5C53-4633-A78E-49D963EEACE1}"/>
              </a:ext>
            </a:extLst>
          </p:cNvPr>
          <p:cNvGrpSpPr/>
          <p:nvPr/>
        </p:nvGrpSpPr>
        <p:grpSpPr>
          <a:xfrm>
            <a:off x="6672580" y="3722122"/>
            <a:ext cx="1817432" cy="1992582"/>
            <a:chOff x="6672580" y="3722122"/>
            <a:chExt cx="1817432" cy="1992582"/>
          </a:xfrm>
        </p:grpSpPr>
        <p:sp>
          <p:nvSpPr>
            <p:cNvPr id="103" name="Freeform: Shape 102">
              <a:extLst>
                <a:ext uri="{FF2B5EF4-FFF2-40B4-BE49-F238E27FC236}">
                  <a16:creationId xmlns:a16="http://schemas.microsoft.com/office/drawing/2014/main" id="{9BFEA613-CA61-4D4E-87FB-35F2A3A046F8}"/>
                </a:ext>
              </a:extLst>
            </p:cNvPr>
            <p:cNvSpPr/>
            <p:nvPr/>
          </p:nvSpPr>
          <p:spPr>
            <a:xfrm>
              <a:off x="6817456" y="3722122"/>
              <a:ext cx="1653588" cy="1410143"/>
            </a:xfrm>
            <a:custGeom>
              <a:avLst/>
              <a:gdLst>
                <a:gd name="connsiteX0" fmla="*/ 1652681 w 1653588"/>
                <a:gd name="connsiteY0" fmla="*/ 585515 h 1410143"/>
                <a:gd name="connsiteX1" fmla="*/ 1411212 w 1653588"/>
                <a:gd name="connsiteY1" fmla="*/ 1169369 h 1410143"/>
                <a:gd name="connsiteX2" fmla="*/ 243502 w 1653588"/>
                <a:gd name="connsiteY2" fmla="*/ 1169369 h 1410143"/>
                <a:gd name="connsiteX3" fmla="*/ 243498 w 1653588"/>
                <a:gd name="connsiteY3" fmla="*/ 1665 h 1410143"/>
                <a:gd name="connsiteX4" fmla="*/ 363249 w 1653588"/>
                <a:gd name="connsiteY4" fmla="*/ 121407 h 1410143"/>
                <a:gd name="connsiteX5" fmla="*/ 363249 w 1653588"/>
                <a:gd name="connsiteY5" fmla="*/ 1049576 h 1410143"/>
                <a:gd name="connsiteX6" fmla="*/ 1291464 w 1653588"/>
                <a:gd name="connsiteY6" fmla="*/ 1049576 h 1410143"/>
                <a:gd name="connsiteX7" fmla="*/ 1291464 w 1653588"/>
                <a:gd name="connsiteY7" fmla="*/ 121407 h 1410143"/>
                <a:gd name="connsiteX8" fmla="*/ 1411211 w 1653588"/>
                <a:gd name="connsiteY8" fmla="*/ 1660 h 1410143"/>
                <a:gd name="connsiteX9" fmla="*/ 1652681 w 1653588"/>
                <a:gd name="connsiteY9" fmla="*/ 585515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681" y="585515"/>
                  </a:moveTo>
                  <a:cubicBezTo>
                    <a:pt x="1653064" y="804506"/>
                    <a:pt x="1566164" y="1014622"/>
                    <a:pt x="1411212" y="1169369"/>
                  </a:cubicBezTo>
                  <a:cubicBezTo>
                    <a:pt x="1089267" y="1491314"/>
                    <a:pt x="565446" y="1491314"/>
                    <a:pt x="243502" y="1169369"/>
                  </a:cubicBezTo>
                  <a:cubicBezTo>
                    <a:pt x="-78952" y="846918"/>
                    <a:pt x="-78954" y="324119"/>
                    <a:pt x="243498" y="1665"/>
                  </a:cubicBezTo>
                  <a:lnTo>
                    <a:pt x="363249" y="121407"/>
                  </a:lnTo>
                  <a:cubicBezTo>
                    <a:pt x="107357" y="377301"/>
                    <a:pt x="107357" y="793683"/>
                    <a:pt x="363249" y="1049576"/>
                  </a:cubicBezTo>
                  <a:cubicBezTo>
                    <a:pt x="619142" y="1305469"/>
                    <a:pt x="1035525" y="1305515"/>
                    <a:pt x="1291464" y="1049576"/>
                  </a:cubicBezTo>
                  <a:cubicBezTo>
                    <a:pt x="1547402" y="793638"/>
                    <a:pt x="1547357" y="377301"/>
                    <a:pt x="1291464" y="121407"/>
                  </a:cubicBezTo>
                  <a:lnTo>
                    <a:pt x="1411211" y="1660"/>
                  </a:lnTo>
                  <a:cubicBezTo>
                    <a:pt x="1566172" y="156402"/>
                    <a:pt x="1653074" y="366522"/>
                    <a:pt x="1652681" y="585515"/>
                  </a:cubicBezTo>
                  <a:close/>
                </a:path>
              </a:pathLst>
            </a:custGeom>
            <a:solidFill>
              <a:srgbClr val="FFFFFF"/>
            </a:solidFill>
            <a:ln w="4591"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B36DD4CB-4CD1-4415-A3B3-F57E2B0C0283}"/>
                </a:ext>
              </a:extLst>
            </p:cNvPr>
            <p:cNvSpPr/>
            <p:nvPr/>
          </p:nvSpPr>
          <p:spPr>
            <a:xfrm>
              <a:off x="7071515" y="3744813"/>
              <a:ext cx="1143732" cy="1143732"/>
            </a:xfrm>
            <a:custGeom>
              <a:avLst/>
              <a:gdLst>
                <a:gd name="connsiteX0" fmla="*/ 1144933 w 1143732"/>
                <a:gd name="connsiteY0" fmla="*/ 573297 h 1143731"/>
                <a:gd name="connsiteX1" fmla="*/ 573297 w 1143732"/>
                <a:gd name="connsiteY1" fmla="*/ 1144933 h 1143731"/>
                <a:gd name="connsiteX2" fmla="*/ 1661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3" y="1144933"/>
                    <a:pt x="573297" y="1144933"/>
                  </a:cubicBezTo>
                  <a:cubicBezTo>
                    <a:pt x="257591" y="1144933"/>
                    <a:pt x="1661" y="889003"/>
                    <a:pt x="1661" y="573297"/>
                  </a:cubicBezTo>
                  <a:cubicBezTo>
                    <a:pt x="1661" y="257591"/>
                    <a:pt x="257591" y="1660"/>
                    <a:pt x="573297" y="1660"/>
                  </a:cubicBezTo>
                  <a:cubicBezTo>
                    <a:pt x="889003"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3019447A-45A9-401C-9670-F2147A7798A3}"/>
                </a:ext>
              </a:extLst>
            </p:cNvPr>
            <p:cNvSpPr/>
            <p:nvPr/>
          </p:nvSpPr>
          <p:spPr>
            <a:xfrm>
              <a:off x="7156216" y="3829513"/>
              <a:ext cx="973780" cy="973780"/>
            </a:xfrm>
            <a:custGeom>
              <a:avLst/>
              <a:gdLst>
                <a:gd name="connsiteX0" fmla="*/ 975532 w 973779"/>
                <a:gd name="connsiteY0" fmla="*/ 488596 h 973779"/>
                <a:gd name="connsiteX1" fmla="*/ 488596 w 973779"/>
                <a:gd name="connsiteY1" fmla="*/ 975532 h 973779"/>
                <a:gd name="connsiteX2" fmla="*/ 1660 w 973779"/>
                <a:gd name="connsiteY2" fmla="*/ 488596 h 973779"/>
                <a:gd name="connsiteX3" fmla="*/ 488596 w 973779"/>
                <a:gd name="connsiteY3" fmla="*/ 1660 h 973779"/>
                <a:gd name="connsiteX4" fmla="*/ 975532 w 973779"/>
                <a:gd name="connsiteY4" fmla="*/ 488596 h 9737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779" h="973779">
                  <a:moveTo>
                    <a:pt x="975532" y="488596"/>
                  </a:moveTo>
                  <a:cubicBezTo>
                    <a:pt x="975532" y="757524"/>
                    <a:pt x="757524" y="975532"/>
                    <a:pt x="488596" y="975532"/>
                  </a:cubicBezTo>
                  <a:cubicBezTo>
                    <a:pt x="219669" y="975532"/>
                    <a:pt x="1660" y="757524"/>
                    <a:pt x="1660" y="488596"/>
                  </a:cubicBezTo>
                  <a:cubicBezTo>
                    <a:pt x="1660" y="219669"/>
                    <a:pt x="219669" y="1660"/>
                    <a:pt x="488596" y="1660"/>
                  </a:cubicBezTo>
                  <a:cubicBezTo>
                    <a:pt x="757524" y="1660"/>
                    <a:pt x="975532" y="219669"/>
                    <a:pt x="975532" y="488596"/>
                  </a:cubicBezTo>
                  <a:close/>
                </a:path>
              </a:pathLst>
            </a:custGeom>
            <a:solidFill>
              <a:srgbClr val="FFFFFF"/>
            </a:solidFill>
            <a:ln w="4591" cap="flat">
              <a:noFill/>
              <a:prstDash val="solid"/>
              <a:miter/>
            </a:ln>
          </p:spPr>
          <p:txBody>
            <a:bodyPr rtlCol="0" anchor="ctr"/>
            <a:lstStyle/>
            <a:p>
              <a:endParaRPr lang="en-US"/>
            </a:p>
          </p:txBody>
        </p:sp>
        <p:sp>
          <p:nvSpPr>
            <p:cNvPr id="284" name="Rectangle 283">
              <a:extLst>
                <a:ext uri="{FF2B5EF4-FFF2-40B4-BE49-F238E27FC236}">
                  <a16:creationId xmlns:a16="http://schemas.microsoft.com/office/drawing/2014/main" id="{C5E00DC3-D4F2-412C-A239-A1A29EC6A563}"/>
                </a:ext>
              </a:extLst>
            </p:cNvPr>
            <p:cNvSpPr/>
            <p:nvPr/>
          </p:nvSpPr>
          <p:spPr>
            <a:xfrm>
              <a:off x="6672580" y="5191484"/>
              <a:ext cx="1817432" cy="523220"/>
            </a:xfrm>
            <a:prstGeom prst="rect">
              <a:avLst/>
            </a:prstGeom>
          </p:spPr>
          <p:txBody>
            <a:bodyPr wrap="square" anchor="t">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CLAIM BILLED BY ELITE</a:t>
              </a:r>
            </a:p>
          </p:txBody>
        </p:sp>
        <p:pic>
          <p:nvPicPr>
            <p:cNvPr id="157" name="Picture 156">
              <a:extLst>
                <a:ext uri="{FF2B5EF4-FFF2-40B4-BE49-F238E27FC236}">
                  <a16:creationId xmlns:a16="http://schemas.microsoft.com/office/drawing/2014/main" id="{9CAF865D-5864-4894-BDC5-F8827D9BC8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84693" y="4128162"/>
              <a:ext cx="354050" cy="354050"/>
            </a:xfrm>
            <a:prstGeom prst="rect">
              <a:avLst/>
            </a:prstGeom>
          </p:spPr>
        </p:pic>
      </p:grpSp>
      <p:grpSp>
        <p:nvGrpSpPr>
          <p:cNvPr id="16" name="Group 15">
            <a:extLst>
              <a:ext uri="{FF2B5EF4-FFF2-40B4-BE49-F238E27FC236}">
                <a16:creationId xmlns:a16="http://schemas.microsoft.com/office/drawing/2014/main" id="{ADDE4AD7-9228-4AB6-8128-F2A9916AEE2D}"/>
              </a:ext>
            </a:extLst>
          </p:cNvPr>
          <p:cNvGrpSpPr/>
          <p:nvPr/>
        </p:nvGrpSpPr>
        <p:grpSpPr>
          <a:xfrm>
            <a:off x="8755913" y="3627098"/>
            <a:ext cx="1817432" cy="2087606"/>
            <a:chOff x="8755913" y="3627098"/>
            <a:chExt cx="1817432" cy="2087606"/>
          </a:xfrm>
        </p:grpSpPr>
        <p:sp>
          <p:nvSpPr>
            <p:cNvPr id="101" name="Freeform: Shape 100">
              <a:extLst>
                <a:ext uri="{FF2B5EF4-FFF2-40B4-BE49-F238E27FC236}">
                  <a16:creationId xmlns:a16="http://schemas.microsoft.com/office/drawing/2014/main" id="{19FCA0A0-0FD0-4766-BA42-07813E314D67}"/>
                </a:ext>
              </a:extLst>
            </p:cNvPr>
            <p:cNvSpPr/>
            <p:nvPr/>
          </p:nvSpPr>
          <p:spPr>
            <a:xfrm>
              <a:off x="8913624" y="3721984"/>
              <a:ext cx="1653588" cy="1410143"/>
            </a:xfrm>
            <a:custGeom>
              <a:avLst/>
              <a:gdLst>
                <a:gd name="connsiteX0" fmla="*/ 1652160 w 1653588"/>
                <a:gd name="connsiteY0" fmla="*/ 585653 h 1410143"/>
                <a:gd name="connsiteX1" fmla="*/ 1410828 w 1653588"/>
                <a:gd name="connsiteY1" fmla="*/ 1169369 h 1410143"/>
                <a:gd name="connsiteX2" fmla="*/ 243119 w 1653588"/>
                <a:gd name="connsiteY2" fmla="*/ 1169369 h 1410143"/>
                <a:gd name="connsiteX3" fmla="*/ 243119 w 1653588"/>
                <a:gd name="connsiteY3" fmla="*/ 1660 h 1410143"/>
                <a:gd name="connsiteX4" fmla="*/ 362867 w 1653588"/>
                <a:gd name="connsiteY4" fmla="*/ 121408 h 1410143"/>
                <a:gd name="connsiteX5" fmla="*/ 362867 w 1653588"/>
                <a:gd name="connsiteY5" fmla="*/ 1049576 h 1410143"/>
                <a:gd name="connsiteX6" fmla="*/ 1291034 w 1653588"/>
                <a:gd name="connsiteY6" fmla="*/ 1049576 h 1410143"/>
                <a:gd name="connsiteX7" fmla="*/ 1291034 w 1653588"/>
                <a:gd name="connsiteY7" fmla="*/ 121408 h 1410143"/>
                <a:gd name="connsiteX8" fmla="*/ 1410828 w 1653588"/>
                <a:gd name="connsiteY8" fmla="*/ 1660 h 1410143"/>
                <a:gd name="connsiteX9" fmla="*/ 1652160 w 1653588"/>
                <a:gd name="connsiteY9" fmla="*/ 585653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160" y="585653"/>
                  </a:moveTo>
                  <a:cubicBezTo>
                    <a:pt x="1652527" y="804573"/>
                    <a:pt x="1565684" y="1014624"/>
                    <a:pt x="1410828" y="1169369"/>
                  </a:cubicBezTo>
                  <a:cubicBezTo>
                    <a:pt x="1088883" y="1491314"/>
                    <a:pt x="565064" y="1491314"/>
                    <a:pt x="243119" y="1169369"/>
                  </a:cubicBezTo>
                  <a:cubicBezTo>
                    <a:pt x="-78826" y="847425"/>
                    <a:pt x="-78826" y="323605"/>
                    <a:pt x="243119" y="1660"/>
                  </a:cubicBezTo>
                  <a:lnTo>
                    <a:pt x="362867" y="121408"/>
                  </a:lnTo>
                  <a:cubicBezTo>
                    <a:pt x="106973" y="377301"/>
                    <a:pt x="106973" y="793684"/>
                    <a:pt x="362867" y="1049576"/>
                  </a:cubicBezTo>
                  <a:cubicBezTo>
                    <a:pt x="618759" y="1305469"/>
                    <a:pt x="1035142" y="1305515"/>
                    <a:pt x="1291034" y="1049576"/>
                  </a:cubicBezTo>
                  <a:cubicBezTo>
                    <a:pt x="1546927" y="793638"/>
                    <a:pt x="1546927" y="377301"/>
                    <a:pt x="1291034" y="121408"/>
                  </a:cubicBezTo>
                  <a:lnTo>
                    <a:pt x="1410828" y="1660"/>
                  </a:lnTo>
                  <a:cubicBezTo>
                    <a:pt x="1565760" y="156467"/>
                    <a:pt x="1652610" y="366635"/>
                    <a:pt x="1652160" y="585653"/>
                  </a:cubicBezTo>
                  <a:close/>
                </a:path>
              </a:pathLst>
            </a:custGeom>
            <a:solidFill>
              <a:srgbClr val="FFFFFF"/>
            </a:solidFill>
            <a:ln w="4591"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0AFF2DD8-8950-46DD-9D09-BDB7CEC37780}"/>
                </a:ext>
              </a:extLst>
            </p:cNvPr>
            <p:cNvSpPr/>
            <p:nvPr/>
          </p:nvSpPr>
          <p:spPr>
            <a:xfrm>
              <a:off x="9167163" y="3744813"/>
              <a:ext cx="1143732" cy="1143732"/>
            </a:xfrm>
            <a:custGeom>
              <a:avLst/>
              <a:gdLst>
                <a:gd name="connsiteX0" fmla="*/ 1144933 w 1143732"/>
                <a:gd name="connsiteY0" fmla="*/ 573297 h 1143731"/>
                <a:gd name="connsiteX1" fmla="*/ 573297 w 1143732"/>
                <a:gd name="connsiteY1" fmla="*/ 1144933 h 1143731"/>
                <a:gd name="connsiteX2" fmla="*/ 1661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3" y="1144933"/>
                    <a:pt x="573297" y="1144933"/>
                  </a:cubicBezTo>
                  <a:cubicBezTo>
                    <a:pt x="257591" y="1144933"/>
                    <a:pt x="1661" y="889003"/>
                    <a:pt x="1661" y="573297"/>
                  </a:cubicBezTo>
                  <a:cubicBezTo>
                    <a:pt x="1661" y="257591"/>
                    <a:pt x="257591" y="1660"/>
                    <a:pt x="573297" y="1660"/>
                  </a:cubicBezTo>
                  <a:cubicBezTo>
                    <a:pt x="889004"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A1FF8D16-D1F7-47FF-9DB1-5EEB6B8EEB1C}"/>
                </a:ext>
              </a:extLst>
            </p:cNvPr>
            <p:cNvSpPr/>
            <p:nvPr/>
          </p:nvSpPr>
          <p:spPr>
            <a:xfrm>
              <a:off x="9049490" y="3627098"/>
              <a:ext cx="1377990" cy="1377990"/>
            </a:xfrm>
            <a:custGeom>
              <a:avLst/>
              <a:gdLst>
                <a:gd name="connsiteX0" fmla="*/ 1035295 w 1377990"/>
                <a:gd name="connsiteY0" fmla="*/ 346664 h 1377990"/>
                <a:gd name="connsiteX1" fmla="*/ 1035295 w 1377990"/>
                <a:gd name="connsiteY1" fmla="*/ 1035296 h 1377990"/>
                <a:gd name="connsiteX2" fmla="*/ 346663 w 1377990"/>
                <a:gd name="connsiteY2" fmla="*/ 1035296 h 1377990"/>
                <a:gd name="connsiteX3" fmla="*/ 346663 w 1377990"/>
                <a:gd name="connsiteY3" fmla="*/ 346664 h 1377990"/>
                <a:gd name="connsiteX4" fmla="*/ 1035295 w 1377990"/>
                <a:gd name="connsiteY4" fmla="*/ 346664 h 1377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990" h="1377990">
                  <a:moveTo>
                    <a:pt x="1035295" y="346664"/>
                  </a:moveTo>
                  <a:cubicBezTo>
                    <a:pt x="1225455" y="536825"/>
                    <a:pt x="1225455" y="845136"/>
                    <a:pt x="1035295" y="1035296"/>
                  </a:cubicBezTo>
                  <a:cubicBezTo>
                    <a:pt x="845135" y="1225456"/>
                    <a:pt x="536824" y="1225456"/>
                    <a:pt x="346663" y="1035296"/>
                  </a:cubicBezTo>
                  <a:cubicBezTo>
                    <a:pt x="156503" y="845135"/>
                    <a:pt x="156503" y="536824"/>
                    <a:pt x="346663" y="346664"/>
                  </a:cubicBezTo>
                  <a:cubicBezTo>
                    <a:pt x="536823" y="156504"/>
                    <a:pt x="845134" y="156504"/>
                    <a:pt x="1035295" y="346664"/>
                  </a:cubicBezTo>
                  <a:close/>
                </a:path>
              </a:pathLst>
            </a:custGeom>
            <a:solidFill>
              <a:srgbClr val="FFFFFF"/>
            </a:solidFill>
            <a:ln w="4591" cap="flat">
              <a:noFill/>
              <a:prstDash val="solid"/>
              <a:miter/>
            </a:ln>
          </p:spPr>
          <p:txBody>
            <a:bodyPr rtlCol="0" anchor="ctr"/>
            <a:lstStyle/>
            <a:p>
              <a:endParaRPr lang="en-US"/>
            </a:p>
          </p:txBody>
        </p:sp>
        <p:sp>
          <p:nvSpPr>
            <p:cNvPr id="285" name="Rectangle 284">
              <a:extLst>
                <a:ext uri="{FF2B5EF4-FFF2-40B4-BE49-F238E27FC236}">
                  <a16:creationId xmlns:a16="http://schemas.microsoft.com/office/drawing/2014/main" id="{65A71DBE-9BC7-4B19-A8FC-21BC0221E762}"/>
                </a:ext>
              </a:extLst>
            </p:cNvPr>
            <p:cNvSpPr/>
            <p:nvPr/>
          </p:nvSpPr>
          <p:spPr>
            <a:xfrm>
              <a:off x="8755913" y="5191484"/>
              <a:ext cx="1817432" cy="523220"/>
            </a:xfrm>
            <a:prstGeom prst="rect">
              <a:avLst/>
            </a:prstGeom>
          </p:spPr>
          <p:txBody>
            <a:bodyPr wrap="square" anchor="t">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ACCOUNTING AND REPORTING</a:t>
              </a:r>
            </a:p>
          </p:txBody>
        </p:sp>
        <p:pic>
          <p:nvPicPr>
            <p:cNvPr id="158" name="Picture 157">
              <a:extLst>
                <a:ext uri="{FF2B5EF4-FFF2-40B4-BE49-F238E27FC236}">
                  <a16:creationId xmlns:a16="http://schemas.microsoft.com/office/drawing/2014/main" id="{1AA4E3DE-21A2-4768-9B61-7E1E65EC22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97225" y="4128162"/>
              <a:ext cx="354050" cy="354050"/>
            </a:xfrm>
            <a:prstGeom prst="rect">
              <a:avLst/>
            </a:prstGeom>
          </p:spPr>
        </p:pic>
      </p:grpSp>
      <p:grpSp>
        <p:nvGrpSpPr>
          <p:cNvPr id="7" name="Group 6">
            <a:extLst>
              <a:ext uri="{FF2B5EF4-FFF2-40B4-BE49-F238E27FC236}">
                <a16:creationId xmlns:a16="http://schemas.microsoft.com/office/drawing/2014/main" id="{440AC933-B25A-4A18-944F-B3E059701998}"/>
              </a:ext>
            </a:extLst>
          </p:cNvPr>
          <p:cNvGrpSpPr/>
          <p:nvPr/>
        </p:nvGrpSpPr>
        <p:grpSpPr>
          <a:xfrm>
            <a:off x="1456525" y="1850895"/>
            <a:ext cx="1817432" cy="2219320"/>
            <a:chOff x="1456525" y="1850895"/>
            <a:chExt cx="1817432" cy="2219320"/>
          </a:xfrm>
        </p:grpSpPr>
        <p:sp>
          <p:nvSpPr>
            <p:cNvPr id="23" name="Freeform: Shape 22">
              <a:extLst>
                <a:ext uri="{FF2B5EF4-FFF2-40B4-BE49-F238E27FC236}">
                  <a16:creationId xmlns:a16="http://schemas.microsoft.com/office/drawing/2014/main" id="{89504B91-1DB5-40BF-9A54-221109198E7C}"/>
                </a:ext>
              </a:extLst>
            </p:cNvPr>
            <p:cNvSpPr/>
            <p:nvPr/>
          </p:nvSpPr>
          <p:spPr>
            <a:xfrm>
              <a:off x="1578157" y="2432564"/>
              <a:ext cx="1653588" cy="1410143"/>
            </a:xfrm>
            <a:custGeom>
              <a:avLst/>
              <a:gdLst>
                <a:gd name="connsiteX0" fmla="*/ 1652309 w 1653588"/>
                <a:gd name="connsiteY0" fmla="*/ 826973 h 1410143"/>
                <a:gd name="connsiteX1" fmla="*/ 1410793 w 1653588"/>
                <a:gd name="connsiteY1" fmla="*/ 1410828 h 1410143"/>
                <a:gd name="connsiteX2" fmla="*/ 1291046 w 1653588"/>
                <a:gd name="connsiteY2" fmla="*/ 1291080 h 1410143"/>
                <a:gd name="connsiteX3" fmla="*/ 1291046 w 1653588"/>
                <a:gd name="connsiteY3" fmla="*/ 362912 h 1410143"/>
                <a:gd name="connsiteX4" fmla="*/ 362877 w 1653588"/>
                <a:gd name="connsiteY4" fmla="*/ 362912 h 1410143"/>
                <a:gd name="connsiteX5" fmla="*/ 362877 w 1653588"/>
                <a:gd name="connsiteY5" fmla="*/ 1291080 h 1410143"/>
                <a:gd name="connsiteX6" fmla="*/ 243084 w 1653588"/>
                <a:gd name="connsiteY6" fmla="*/ 1410828 h 1410143"/>
                <a:gd name="connsiteX7" fmla="*/ 243084 w 1653588"/>
                <a:gd name="connsiteY7" fmla="*/ 243119 h 1410143"/>
                <a:gd name="connsiteX8" fmla="*/ 1410793 w 1653588"/>
                <a:gd name="connsiteY8" fmla="*/ 243119 h 1410143"/>
                <a:gd name="connsiteX9" fmla="*/ 1652309 w 1653588"/>
                <a:gd name="connsiteY9" fmla="*/ 826973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309" y="826973"/>
                  </a:moveTo>
                  <a:cubicBezTo>
                    <a:pt x="1652689" y="1045973"/>
                    <a:pt x="1565772" y="1256093"/>
                    <a:pt x="1410793" y="1410828"/>
                  </a:cubicBezTo>
                  <a:lnTo>
                    <a:pt x="1291046" y="1291080"/>
                  </a:lnTo>
                  <a:cubicBezTo>
                    <a:pt x="1546939" y="1035188"/>
                    <a:pt x="1546939" y="618805"/>
                    <a:pt x="1291046" y="362912"/>
                  </a:cubicBezTo>
                  <a:cubicBezTo>
                    <a:pt x="1035153" y="107019"/>
                    <a:pt x="618770" y="106973"/>
                    <a:pt x="362877" y="362912"/>
                  </a:cubicBezTo>
                  <a:cubicBezTo>
                    <a:pt x="106985" y="618851"/>
                    <a:pt x="106985" y="1035188"/>
                    <a:pt x="362877" y="1291080"/>
                  </a:cubicBezTo>
                  <a:lnTo>
                    <a:pt x="243084" y="1410828"/>
                  </a:lnTo>
                  <a:cubicBezTo>
                    <a:pt x="-78814" y="1088883"/>
                    <a:pt x="-78814" y="565063"/>
                    <a:pt x="243084" y="243119"/>
                  </a:cubicBezTo>
                  <a:cubicBezTo>
                    <a:pt x="564983" y="-78826"/>
                    <a:pt x="1088895" y="-78826"/>
                    <a:pt x="1410793" y="243119"/>
                  </a:cubicBezTo>
                  <a:cubicBezTo>
                    <a:pt x="1565763" y="397859"/>
                    <a:pt x="1652679" y="607976"/>
                    <a:pt x="1652309" y="826973"/>
                  </a:cubicBezTo>
                  <a:close/>
                </a:path>
              </a:pathLst>
            </a:custGeom>
            <a:solidFill>
              <a:srgbClr val="3795AF"/>
            </a:solidFill>
            <a:ln w="4591"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666FC187-935F-482A-9B83-BF7BD5B06C65}"/>
                </a:ext>
              </a:extLst>
            </p:cNvPr>
            <p:cNvSpPr/>
            <p:nvPr/>
          </p:nvSpPr>
          <p:spPr>
            <a:xfrm>
              <a:off x="1594349" y="2448780"/>
              <a:ext cx="1621435" cy="1621435"/>
            </a:xfrm>
            <a:custGeom>
              <a:avLst/>
              <a:gdLst>
                <a:gd name="connsiteX0" fmla="*/ 1214972 w 1621435"/>
                <a:gd name="connsiteY0" fmla="*/ 406556 h 1621435"/>
                <a:gd name="connsiteX1" fmla="*/ 1214972 w 1621435"/>
                <a:gd name="connsiteY1" fmla="*/ 1214972 h 1621435"/>
                <a:gd name="connsiteX2" fmla="*/ 406556 w 1621435"/>
                <a:gd name="connsiteY2" fmla="*/ 1214972 h 1621435"/>
                <a:gd name="connsiteX3" fmla="*/ 406556 w 1621435"/>
                <a:gd name="connsiteY3" fmla="*/ 406556 h 1621435"/>
                <a:gd name="connsiteX4" fmla="*/ 1214972 w 1621435"/>
                <a:gd name="connsiteY4" fmla="*/ 406556 h 162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1435" h="1621435">
                  <a:moveTo>
                    <a:pt x="1214972" y="406556"/>
                  </a:moveTo>
                  <a:cubicBezTo>
                    <a:pt x="1438210" y="629794"/>
                    <a:pt x="1438210" y="991734"/>
                    <a:pt x="1214972" y="1214972"/>
                  </a:cubicBezTo>
                  <a:cubicBezTo>
                    <a:pt x="991734" y="1438210"/>
                    <a:pt x="629794" y="1438210"/>
                    <a:pt x="406556" y="1214972"/>
                  </a:cubicBezTo>
                  <a:cubicBezTo>
                    <a:pt x="183318" y="991734"/>
                    <a:pt x="183318" y="629794"/>
                    <a:pt x="406556" y="406556"/>
                  </a:cubicBezTo>
                  <a:cubicBezTo>
                    <a:pt x="629794" y="183318"/>
                    <a:pt x="991734" y="183318"/>
                    <a:pt x="1214972" y="406556"/>
                  </a:cubicBezTo>
                  <a:close/>
                </a:path>
              </a:pathLst>
            </a:custGeom>
            <a:solidFill>
              <a:schemeClr val="bg1">
                <a:alpha val="22000"/>
              </a:schemeClr>
            </a:solidFill>
            <a:ln w="4591"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A6111178-CE49-46C0-86E8-E6BD92865A94}"/>
                </a:ext>
              </a:extLst>
            </p:cNvPr>
            <p:cNvSpPr/>
            <p:nvPr/>
          </p:nvSpPr>
          <p:spPr>
            <a:xfrm>
              <a:off x="1714134" y="2568565"/>
              <a:ext cx="1377990" cy="1377990"/>
            </a:xfrm>
            <a:custGeom>
              <a:avLst/>
              <a:gdLst>
                <a:gd name="connsiteX0" fmla="*/ 1035295 w 1377990"/>
                <a:gd name="connsiteY0" fmla="*/ 346664 h 1377990"/>
                <a:gd name="connsiteX1" fmla="*/ 1035295 w 1377990"/>
                <a:gd name="connsiteY1" fmla="*/ 1035295 h 1377990"/>
                <a:gd name="connsiteX2" fmla="*/ 346663 w 1377990"/>
                <a:gd name="connsiteY2" fmla="*/ 1035295 h 1377990"/>
                <a:gd name="connsiteX3" fmla="*/ 346663 w 1377990"/>
                <a:gd name="connsiteY3" fmla="*/ 346664 h 1377990"/>
                <a:gd name="connsiteX4" fmla="*/ 1035295 w 1377990"/>
                <a:gd name="connsiteY4" fmla="*/ 346664 h 1377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990" h="1377990">
                  <a:moveTo>
                    <a:pt x="1035295" y="346664"/>
                  </a:moveTo>
                  <a:cubicBezTo>
                    <a:pt x="1225455" y="536824"/>
                    <a:pt x="1225455" y="845135"/>
                    <a:pt x="1035295" y="1035295"/>
                  </a:cubicBezTo>
                  <a:cubicBezTo>
                    <a:pt x="845135" y="1225455"/>
                    <a:pt x="536824" y="1225455"/>
                    <a:pt x="346663" y="1035295"/>
                  </a:cubicBezTo>
                  <a:cubicBezTo>
                    <a:pt x="156503" y="845135"/>
                    <a:pt x="156503" y="536824"/>
                    <a:pt x="346663" y="346664"/>
                  </a:cubicBezTo>
                  <a:cubicBezTo>
                    <a:pt x="536824" y="156503"/>
                    <a:pt x="845135" y="156503"/>
                    <a:pt x="1035295" y="346664"/>
                  </a:cubicBezTo>
                  <a:close/>
                </a:path>
              </a:pathLst>
            </a:custGeom>
            <a:solidFill>
              <a:srgbClr val="FFFFFF"/>
            </a:solidFill>
            <a:ln w="4591" cap="flat">
              <a:noFill/>
              <a:prstDash val="solid"/>
              <a:miter/>
            </a:ln>
          </p:spPr>
          <p:txBody>
            <a:bodyPr rtlCol="0" anchor="ctr"/>
            <a:lstStyle/>
            <a:p>
              <a:endParaRPr lang="en-US"/>
            </a:p>
          </p:txBody>
        </p:sp>
        <p:sp>
          <p:nvSpPr>
            <p:cNvPr id="389" name="Rectangle 388">
              <a:extLst>
                <a:ext uri="{FF2B5EF4-FFF2-40B4-BE49-F238E27FC236}">
                  <a16:creationId xmlns:a16="http://schemas.microsoft.com/office/drawing/2014/main" id="{18C9018C-6007-41B1-B7DF-70898DBB2F72}"/>
                </a:ext>
              </a:extLst>
            </p:cNvPr>
            <p:cNvSpPr/>
            <p:nvPr/>
          </p:nvSpPr>
          <p:spPr>
            <a:xfrm>
              <a:off x="1456525" y="1850895"/>
              <a:ext cx="1817432" cy="523220"/>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IMPLEMENTATION AND TRAINING</a:t>
              </a:r>
            </a:p>
          </p:txBody>
        </p:sp>
        <p:pic>
          <p:nvPicPr>
            <p:cNvPr id="160" name="Picture 159">
              <a:extLst>
                <a:ext uri="{FF2B5EF4-FFF2-40B4-BE49-F238E27FC236}">
                  <a16:creationId xmlns:a16="http://schemas.microsoft.com/office/drawing/2014/main" id="{8C831C64-FEC0-47CE-B7FF-73C28E4C53F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53195" y="3052224"/>
              <a:ext cx="354050" cy="354050"/>
            </a:xfrm>
            <a:prstGeom prst="rect">
              <a:avLst/>
            </a:prstGeom>
          </p:spPr>
        </p:pic>
      </p:grpSp>
      <p:grpSp>
        <p:nvGrpSpPr>
          <p:cNvPr id="10" name="Group 9">
            <a:extLst>
              <a:ext uri="{FF2B5EF4-FFF2-40B4-BE49-F238E27FC236}">
                <a16:creationId xmlns:a16="http://schemas.microsoft.com/office/drawing/2014/main" id="{6CBFE37A-97D6-46C5-AAA7-3192166E2862}"/>
              </a:ext>
            </a:extLst>
          </p:cNvPr>
          <p:cNvGrpSpPr/>
          <p:nvPr/>
        </p:nvGrpSpPr>
        <p:grpSpPr>
          <a:xfrm>
            <a:off x="3491090" y="1850895"/>
            <a:ext cx="2020710" cy="1991813"/>
            <a:chOff x="3491090" y="1850895"/>
            <a:chExt cx="2020710" cy="1991813"/>
          </a:xfrm>
        </p:grpSpPr>
        <p:sp>
          <p:nvSpPr>
            <p:cNvPr id="21" name="Freeform: Shape 20">
              <a:extLst>
                <a:ext uri="{FF2B5EF4-FFF2-40B4-BE49-F238E27FC236}">
                  <a16:creationId xmlns:a16="http://schemas.microsoft.com/office/drawing/2014/main" id="{213B2B64-2AB6-4850-A97C-92DDDF0E32FC}"/>
                </a:ext>
              </a:extLst>
            </p:cNvPr>
            <p:cNvSpPr/>
            <p:nvPr/>
          </p:nvSpPr>
          <p:spPr>
            <a:xfrm>
              <a:off x="3673800" y="2432565"/>
              <a:ext cx="1653588" cy="1410143"/>
            </a:xfrm>
            <a:custGeom>
              <a:avLst/>
              <a:gdLst>
                <a:gd name="connsiteX0" fmla="*/ 1652681 w 1653588"/>
                <a:gd name="connsiteY0" fmla="*/ 826973 h 1410143"/>
                <a:gd name="connsiteX1" fmla="*/ 1411212 w 1653588"/>
                <a:gd name="connsiteY1" fmla="*/ 1410827 h 1410143"/>
                <a:gd name="connsiteX2" fmla="*/ 1291464 w 1653588"/>
                <a:gd name="connsiteY2" fmla="*/ 1291080 h 1410143"/>
                <a:gd name="connsiteX3" fmla="*/ 1291464 w 1653588"/>
                <a:gd name="connsiteY3" fmla="*/ 362911 h 1410143"/>
                <a:gd name="connsiteX4" fmla="*/ 363250 w 1653588"/>
                <a:gd name="connsiteY4" fmla="*/ 362911 h 1410143"/>
                <a:gd name="connsiteX5" fmla="*/ 363250 w 1653588"/>
                <a:gd name="connsiteY5" fmla="*/ 1291080 h 1410143"/>
                <a:gd name="connsiteX6" fmla="*/ 243502 w 1653588"/>
                <a:gd name="connsiteY6" fmla="*/ 1410827 h 1410143"/>
                <a:gd name="connsiteX7" fmla="*/ 243498 w 1653588"/>
                <a:gd name="connsiteY7" fmla="*/ 243123 h 1410143"/>
                <a:gd name="connsiteX8" fmla="*/ 1411211 w 1653588"/>
                <a:gd name="connsiteY8" fmla="*/ 243118 h 1410143"/>
                <a:gd name="connsiteX9" fmla="*/ 1652681 w 1653588"/>
                <a:gd name="connsiteY9" fmla="*/ 826973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681" y="826973"/>
                  </a:moveTo>
                  <a:cubicBezTo>
                    <a:pt x="1653074" y="1045966"/>
                    <a:pt x="1566173" y="1256085"/>
                    <a:pt x="1411212" y="1410827"/>
                  </a:cubicBezTo>
                  <a:lnTo>
                    <a:pt x="1291464" y="1291080"/>
                  </a:lnTo>
                  <a:cubicBezTo>
                    <a:pt x="1547357" y="1035187"/>
                    <a:pt x="1547357" y="618804"/>
                    <a:pt x="1291464" y="362911"/>
                  </a:cubicBezTo>
                  <a:cubicBezTo>
                    <a:pt x="1035571" y="107019"/>
                    <a:pt x="619189" y="106973"/>
                    <a:pt x="363250" y="362911"/>
                  </a:cubicBezTo>
                  <a:cubicBezTo>
                    <a:pt x="106956" y="619223"/>
                    <a:pt x="106956" y="1034768"/>
                    <a:pt x="363250" y="1291080"/>
                  </a:cubicBezTo>
                  <a:lnTo>
                    <a:pt x="243502" y="1410827"/>
                  </a:lnTo>
                  <a:cubicBezTo>
                    <a:pt x="-78952" y="1088376"/>
                    <a:pt x="-78954" y="565577"/>
                    <a:pt x="243498" y="243123"/>
                  </a:cubicBezTo>
                  <a:cubicBezTo>
                    <a:pt x="565447" y="-78826"/>
                    <a:pt x="1089267" y="-78826"/>
                    <a:pt x="1411211" y="243118"/>
                  </a:cubicBezTo>
                  <a:cubicBezTo>
                    <a:pt x="1566164" y="397866"/>
                    <a:pt x="1653063" y="607982"/>
                    <a:pt x="1652681" y="826973"/>
                  </a:cubicBezTo>
                  <a:close/>
                </a:path>
              </a:pathLst>
            </a:custGeom>
            <a:solidFill>
              <a:srgbClr val="3795AF"/>
            </a:solidFill>
            <a:ln w="4591"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FB65A9BE-BA92-4F85-BA9B-95BDEA272DA0}"/>
                </a:ext>
              </a:extLst>
            </p:cNvPr>
            <p:cNvSpPr/>
            <p:nvPr/>
          </p:nvSpPr>
          <p:spPr>
            <a:xfrm>
              <a:off x="3927860" y="2686241"/>
              <a:ext cx="1143732" cy="1143732"/>
            </a:xfrm>
            <a:custGeom>
              <a:avLst/>
              <a:gdLst>
                <a:gd name="connsiteX0" fmla="*/ 1144933 w 1143732"/>
                <a:gd name="connsiteY0" fmla="*/ 573297 h 1143731"/>
                <a:gd name="connsiteX1" fmla="*/ 573297 w 1143732"/>
                <a:gd name="connsiteY1" fmla="*/ 1144933 h 1143731"/>
                <a:gd name="connsiteX2" fmla="*/ 1660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3" y="1144933"/>
                    <a:pt x="573297" y="1144933"/>
                  </a:cubicBezTo>
                  <a:cubicBezTo>
                    <a:pt x="257591" y="1144933"/>
                    <a:pt x="1660" y="889003"/>
                    <a:pt x="1660" y="573297"/>
                  </a:cubicBezTo>
                  <a:cubicBezTo>
                    <a:pt x="1660" y="257591"/>
                    <a:pt x="257590" y="1660"/>
                    <a:pt x="573297" y="1660"/>
                  </a:cubicBezTo>
                  <a:cubicBezTo>
                    <a:pt x="889003"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8B0ABBBF-BFF6-4A5D-B50E-1AFEBE65DD2B}"/>
                </a:ext>
              </a:extLst>
            </p:cNvPr>
            <p:cNvSpPr/>
            <p:nvPr/>
          </p:nvSpPr>
          <p:spPr>
            <a:xfrm>
              <a:off x="4012560" y="2770941"/>
              <a:ext cx="973780" cy="973780"/>
            </a:xfrm>
            <a:custGeom>
              <a:avLst/>
              <a:gdLst>
                <a:gd name="connsiteX0" fmla="*/ 975532 w 973779"/>
                <a:gd name="connsiteY0" fmla="*/ 488596 h 973779"/>
                <a:gd name="connsiteX1" fmla="*/ 488596 w 973779"/>
                <a:gd name="connsiteY1" fmla="*/ 975532 h 973779"/>
                <a:gd name="connsiteX2" fmla="*/ 1660 w 973779"/>
                <a:gd name="connsiteY2" fmla="*/ 488596 h 973779"/>
                <a:gd name="connsiteX3" fmla="*/ 488596 w 973779"/>
                <a:gd name="connsiteY3" fmla="*/ 1660 h 973779"/>
                <a:gd name="connsiteX4" fmla="*/ 975532 w 973779"/>
                <a:gd name="connsiteY4" fmla="*/ 488596 h 9737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779" h="973779">
                  <a:moveTo>
                    <a:pt x="975532" y="488596"/>
                  </a:moveTo>
                  <a:cubicBezTo>
                    <a:pt x="975532" y="757523"/>
                    <a:pt x="757524" y="975532"/>
                    <a:pt x="488596" y="975532"/>
                  </a:cubicBezTo>
                  <a:cubicBezTo>
                    <a:pt x="219669" y="975532"/>
                    <a:pt x="1660" y="757523"/>
                    <a:pt x="1660" y="488596"/>
                  </a:cubicBezTo>
                  <a:cubicBezTo>
                    <a:pt x="1660" y="219669"/>
                    <a:pt x="219669" y="1660"/>
                    <a:pt x="488596" y="1660"/>
                  </a:cubicBezTo>
                  <a:cubicBezTo>
                    <a:pt x="757524" y="1660"/>
                    <a:pt x="975532" y="219669"/>
                    <a:pt x="975532" y="488596"/>
                  </a:cubicBezTo>
                  <a:close/>
                </a:path>
              </a:pathLst>
            </a:custGeom>
            <a:solidFill>
              <a:srgbClr val="FFFFFF"/>
            </a:solidFill>
            <a:ln w="4591" cap="flat">
              <a:noFill/>
              <a:prstDash val="solid"/>
              <a:miter/>
            </a:ln>
          </p:spPr>
          <p:txBody>
            <a:bodyPr rtlCol="0" anchor="ctr"/>
            <a:lstStyle/>
            <a:p>
              <a:endParaRPr lang="en-US"/>
            </a:p>
          </p:txBody>
        </p:sp>
        <p:sp>
          <p:nvSpPr>
            <p:cNvPr id="269" name="Rectangle 268">
              <a:extLst>
                <a:ext uri="{FF2B5EF4-FFF2-40B4-BE49-F238E27FC236}">
                  <a16:creationId xmlns:a16="http://schemas.microsoft.com/office/drawing/2014/main" id="{04C13128-6534-4CE7-ADE9-06F4375D592F}"/>
                </a:ext>
              </a:extLst>
            </p:cNvPr>
            <p:cNvSpPr/>
            <p:nvPr/>
          </p:nvSpPr>
          <p:spPr>
            <a:xfrm>
              <a:off x="3491090" y="1850895"/>
              <a:ext cx="2020710" cy="523220"/>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TRANSMIT TO PHARMACY VIA EMR</a:t>
              </a:r>
            </a:p>
          </p:txBody>
        </p:sp>
        <p:pic>
          <p:nvPicPr>
            <p:cNvPr id="161" name="Picture 160">
              <a:extLst>
                <a:ext uri="{FF2B5EF4-FFF2-40B4-BE49-F238E27FC236}">
                  <a16:creationId xmlns:a16="http://schemas.microsoft.com/office/drawing/2014/main" id="{9B304926-5F0E-4068-BBEE-E42B858F495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59206" y="3052224"/>
              <a:ext cx="354050" cy="354050"/>
            </a:xfrm>
            <a:prstGeom prst="rect">
              <a:avLst/>
            </a:prstGeom>
          </p:spPr>
        </p:pic>
      </p:grpSp>
      <p:grpSp>
        <p:nvGrpSpPr>
          <p:cNvPr id="12" name="Group 11">
            <a:extLst>
              <a:ext uri="{FF2B5EF4-FFF2-40B4-BE49-F238E27FC236}">
                <a16:creationId xmlns:a16="http://schemas.microsoft.com/office/drawing/2014/main" id="{ED7B0185-7D03-42CC-8DDF-20D31237DE52}"/>
              </a:ext>
            </a:extLst>
          </p:cNvPr>
          <p:cNvGrpSpPr/>
          <p:nvPr/>
        </p:nvGrpSpPr>
        <p:grpSpPr>
          <a:xfrm>
            <a:off x="5630086" y="1850895"/>
            <a:ext cx="1817432" cy="2219319"/>
            <a:chOff x="5630086" y="1850895"/>
            <a:chExt cx="1817432" cy="2219319"/>
          </a:xfrm>
        </p:grpSpPr>
        <p:sp>
          <p:nvSpPr>
            <p:cNvPr id="104" name="Freeform: Shape 103">
              <a:extLst>
                <a:ext uri="{FF2B5EF4-FFF2-40B4-BE49-F238E27FC236}">
                  <a16:creationId xmlns:a16="http://schemas.microsoft.com/office/drawing/2014/main" id="{F6C7660D-B1AA-45BA-87F9-A1F5E5FD700E}"/>
                </a:ext>
              </a:extLst>
            </p:cNvPr>
            <p:cNvSpPr/>
            <p:nvPr/>
          </p:nvSpPr>
          <p:spPr>
            <a:xfrm>
              <a:off x="5769785" y="2432564"/>
              <a:ext cx="1653588" cy="1410143"/>
            </a:xfrm>
            <a:custGeom>
              <a:avLst/>
              <a:gdLst>
                <a:gd name="connsiteX0" fmla="*/ 1652298 w 1653588"/>
                <a:gd name="connsiteY0" fmla="*/ 826973 h 1410143"/>
                <a:gd name="connsiteX1" fmla="*/ 1410828 w 1653588"/>
                <a:gd name="connsiteY1" fmla="*/ 1410828 h 1410143"/>
                <a:gd name="connsiteX2" fmla="*/ 1291080 w 1653588"/>
                <a:gd name="connsiteY2" fmla="*/ 1291080 h 1410143"/>
                <a:gd name="connsiteX3" fmla="*/ 1291080 w 1653588"/>
                <a:gd name="connsiteY3" fmla="*/ 362912 h 1410143"/>
                <a:gd name="connsiteX4" fmla="*/ 362912 w 1653588"/>
                <a:gd name="connsiteY4" fmla="*/ 362912 h 1410143"/>
                <a:gd name="connsiteX5" fmla="*/ 362912 w 1653588"/>
                <a:gd name="connsiteY5" fmla="*/ 1291080 h 1410143"/>
                <a:gd name="connsiteX6" fmla="*/ 243119 w 1653588"/>
                <a:gd name="connsiteY6" fmla="*/ 1410828 h 1410143"/>
                <a:gd name="connsiteX7" fmla="*/ 243119 w 1653588"/>
                <a:gd name="connsiteY7" fmla="*/ 243119 h 1410143"/>
                <a:gd name="connsiteX8" fmla="*/ 1410828 w 1653588"/>
                <a:gd name="connsiteY8" fmla="*/ 243119 h 1410143"/>
                <a:gd name="connsiteX9" fmla="*/ 1652298 w 1653588"/>
                <a:gd name="connsiteY9" fmla="*/ 826973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298" y="826973"/>
                  </a:moveTo>
                  <a:cubicBezTo>
                    <a:pt x="1652690" y="1045966"/>
                    <a:pt x="1565789" y="1256086"/>
                    <a:pt x="1410828" y="1410828"/>
                  </a:cubicBezTo>
                  <a:lnTo>
                    <a:pt x="1291080" y="1291080"/>
                  </a:lnTo>
                  <a:cubicBezTo>
                    <a:pt x="1546973" y="1035188"/>
                    <a:pt x="1546973" y="618805"/>
                    <a:pt x="1291080" y="362912"/>
                  </a:cubicBezTo>
                  <a:cubicBezTo>
                    <a:pt x="1035188" y="107019"/>
                    <a:pt x="618805" y="106973"/>
                    <a:pt x="362912" y="362912"/>
                  </a:cubicBezTo>
                  <a:cubicBezTo>
                    <a:pt x="107019" y="618851"/>
                    <a:pt x="106973" y="1035188"/>
                    <a:pt x="362912" y="1291080"/>
                  </a:cubicBezTo>
                  <a:lnTo>
                    <a:pt x="243119" y="1410828"/>
                  </a:lnTo>
                  <a:cubicBezTo>
                    <a:pt x="-78826" y="1088883"/>
                    <a:pt x="-78826" y="565063"/>
                    <a:pt x="243119" y="243119"/>
                  </a:cubicBezTo>
                  <a:cubicBezTo>
                    <a:pt x="565064" y="-78826"/>
                    <a:pt x="1088883" y="-78826"/>
                    <a:pt x="1410828" y="243119"/>
                  </a:cubicBezTo>
                  <a:cubicBezTo>
                    <a:pt x="1565781" y="397867"/>
                    <a:pt x="1652680" y="607982"/>
                    <a:pt x="1652298" y="826973"/>
                  </a:cubicBezTo>
                  <a:close/>
                </a:path>
              </a:pathLst>
            </a:custGeom>
            <a:solidFill>
              <a:srgbClr val="3795AF"/>
            </a:solidFill>
            <a:ln w="4591"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A89A8FA6-78FC-4DB4-A1F6-6016737C01C1}"/>
                </a:ext>
              </a:extLst>
            </p:cNvPr>
            <p:cNvSpPr/>
            <p:nvPr/>
          </p:nvSpPr>
          <p:spPr>
            <a:xfrm>
              <a:off x="5785968" y="2448779"/>
              <a:ext cx="1621435" cy="1621435"/>
            </a:xfrm>
            <a:custGeom>
              <a:avLst/>
              <a:gdLst>
                <a:gd name="connsiteX0" fmla="*/ 1214972 w 1621435"/>
                <a:gd name="connsiteY0" fmla="*/ 406556 h 1621435"/>
                <a:gd name="connsiteX1" fmla="*/ 1214972 w 1621435"/>
                <a:gd name="connsiteY1" fmla="*/ 1214972 h 1621435"/>
                <a:gd name="connsiteX2" fmla="*/ 406557 w 1621435"/>
                <a:gd name="connsiteY2" fmla="*/ 1214972 h 1621435"/>
                <a:gd name="connsiteX3" fmla="*/ 406556 w 1621435"/>
                <a:gd name="connsiteY3" fmla="*/ 406556 h 1621435"/>
                <a:gd name="connsiteX4" fmla="*/ 1214972 w 1621435"/>
                <a:gd name="connsiteY4" fmla="*/ 406556 h 162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1435" h="1621435">
                  <a:moveTo>
                    <a:pt x="1214972" y="406556"/>
                  </a:moveTo>
                  <a:cubicBezTo>
                    <a:pt x="1438210" y="629794"/>
                    <a:pt x="1438210" y="991734"/>
                    <a:pt x="1214972" y="1214972"/>
                  </a:cubicBezTo>
                  <a:cubicBezTo>
                    <a:pt x="991734" y="1438210"/>
                    <a:pt x="629795" y="1438210"/>
                    <a:pt x="406557" y="1214972"/>
                  </a:cubicBezTo>
                  <a:cubicBezTo>
                    <a:pt x="183319" y="991734"/>
                    <a:pt x="183319" y="629794"/>
                    <a:pt x="406556" y="406556"/>
                  </a:cubicBezTo>
                  <a:cubicBezTo>
                    <a:pt x="629794" y="183318"/>
                    <a:pt x="991734" y="183318"/>
                    <a:pt x="1214972" y="406556"/>
                  </a:cubicBezTo>
                  <a:close/>
                </a:path>
              </a:pathLst>
            </a:custGeom>
            <a:solidFill>
              <a:schemeClr val="bg1">
                <a:alpha val="22000"/>
              </a:schemeClr>
            </a:solidFill>
            <a:ln w="4591"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6E443760-2E9C-4F2B-BC00-A8C792411318}"/>
                </a:ext>
              </a:extLst>
            </p:cNvPr>
            <p:cNvSpPr/>
            <p:nvPr/>
          </p:nvSpPr>
          <p:spPr>
            <a:xfrm>
              <a:off x="5905752" y="2568563"/>
              <a:ext cx="1377990" cy="1377990"/>
            </a:xfrm>
            <a:custGeom>
              <a:avLst/>
              <a:gdLst>
                <a:gd name="connsiteX0" fmla="*/ 1035295 w 1377990"/>
                <a:gd name="connsiteY0" fmla="*/ 346664 h 1377990"/>
                <a:gd name="connsiteX1" fmla="*/ 1035295 w 1377990"/>
                <a:gd name="connsiteY1" fmla="*/ 1035295 h 1377990"/>
                <a:gd name="connsiteX2" fmla="*/ 346663 w 1377990"/>
                <a:gd name="connsiteY2" fmla="*/ 1035295 h 1377990"/>
                <a:gd name="connsiteX3" fmla="*/ 346663 w 1377990"/>
                <a:gd name="connsiteY3" fmla="*/ 346664 h 1377990"/>
                <a:gd name="connsiteX4" fmla="*/ 1035295 w 1377990"/>
                <a:gd name="connsiteY4" fmla="*/ 346664 h 1377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990" h="1377990">
                  <a:moveTo>
                    <a:pt x="1035295" y="346664"/>
                  </a:moveTo>
                  <a:cubicBezTo>
                    <a:pt x="1225455" y="536824"/>
                    <a:pt x="1225455" y="845135"/>
                    <a:pt x="1035295" y="1035295"/>
                  </a:cubicBezTo>
                  <a:cubicBezTo>
                    <a:pt x="845134" y="1225455"/>
                    <a:pt x="536824" y="1225455"/>
                    <a:pt x="346663" y="1035295"/>
                  </a:cubicBezTo>
                  <a:cubicBezTo>
                    <a:pt x="156503" y="845135"/>
                    <a:pt x="156503" y="536824"/>
                    <a:pt x="346663" y="346664"/>
                  </a:cubicBezTo>
                  <a:cubicBezTo>
                    <a:pt x="536824" y="156503"/>
                    <a:pt x="845134" y="156503"/>
                    <a:pt x="1035295" y="346664"/>
                  </a:cubicBezTo>
                  <a:close/>
                </a:path>
              </a:pathLst>
            </a:custGeom>
            <a:solidFill>
              <a:srgbClr val="FFFFFF"/>
            </a:solidFill>
            <a:ln w="4591" cap="flat">
              <a:noFill/>
              <a:prstDash val="solid"/>
              <a:miter/>
            </a:ln>
          </p:spPr>
          <p:txBody>
            <a:bodyPr rtlCol="0" anchor="ctr"/>
            <a:lstStyle/>
            <a:p>
              <a:endParaRPr lang="en-US"/>
            </a:p>
          </p:txBody>
        </p:sp>
        <p:sp>
          <p:nvSpPr>
            <p:cNvPr id="271" name="Rectangle 270">
              <a:extLst>
                <a:ext uri="{FF2B5EF4-FFF2-40B4-BE49-F238E27FC236}">
                  <a16:creationId xmlns:a16="http://schemas.microsoft.com/office/drawing/2014/main" id="{5A63A667-51C3-4AEF-949F-FDEB3E2F883A}"/>
                </a:ext>
              </a:extLst>
            </p:cNvPr>
            <p:cNvSpPr/>
            <p:nvPr/>
          </p:nvSpPr>
          <p:spPr>
            <a:xfrm>
              <a:off x="5630086" y="1850895"/>
              <a:ext cx="1817432" cy="523220"/>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PRESCRIPTIONS MAILED</a:t>
              </a:r>
            </a:p>
          </p:txBody>
        </p:sp>
        <p:pic>
          <p:nvPicPr>
            <p:cNvPr id="162" name="Picture 161">
              <a:extLst>
                <a:ext uri="{FF2B5EF4-FFF2-40B4-BE49-F238E27FC236}">
                  <a16:creationId xmlns:a16="http://schemas.microsoft.com/office/drawing/2014/main" id="{B665F74A-0451-41B9-BCF1-33AB4499CA0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51881" y="3052224"/>
              <a:ext cx="354050" cy="354050"/>
            </a:xfrm>
            <a:prstGeom prst="rect">
              <a:avLst/>
            </a:prstGeom>
          </p:spPr>
        </p:pic>
      </p:grpSp>
      <p:grpSp>
        <p:nvGrpSpPr>
          <p:cNvPr id="15" name="Group 14">
            <a:extLst>
              <a:ext uri="{FF2B5EF4-FFF2-40B4-BE49-F238E27FC236}">
                <a16:creationId xmlns:a16="http://schemas.microsoft.com/office/drawing/2014/main" id="{C244B336-9560-4225-9F56-664E2409C42A}"/>
              </a:ext>
            </a:extLst>
          </p:cNvPr>
          <p:cNvGrpSpPr/>
          <p:nvPr/>
        </p:nvGrpSpPr>
        <p:grpSpPr>
          <a:xfrm>
            <a:off x="7749838" y="1850895"/>
            <a:ext cx="1817432" cy="1991813"/>
            <a:chOff x="7749838" y="1850895"/>
            <a:chExt cx="1817432" cy="1991813"/>
          </a:xfrm>
        </p:grpSpPr>
        <p:sp>
          <p:nvSpPr>
            <p:cNvPr id="102" name="Freeform: Shape 101">
              <a:extLst>
                <a:ext uri="{FF2B5EF4-FFF2-40B4-BE49-F238E27FC236}">
                  <a16:creationId xmlns:a16="http://schemas.microsoft.com/office/drawing/2014/main" id="{BCD6FCC6-96CB-4456-BCB4-0182D7EC60CB}"/>
                </a:ext>
              </a:extLst>
            </p:cNvPr>
            <p:cNvSpPr/>
            <p:nvPr/>
          </p:nvSpPr>
          <p:spPr>
            <a:xfrm>
              <a:off x="7865417" y="2432565"/>
              <a:ext cx="1653588" cy="1410143"/>
            </a:xfrm>
            <a:custGeom>
              <a:avLst/>
              <a:gdLst>
                <a:gd name="connsiteX0" fmla="*/ 1652635 w 1653588"/>
                <a:gd name="connsiteY0" fmla="*/ 826973 h 1410143"/>
                <a:gd name="connsiteX1" fmla="*/ 1411211 w 1653588"/>
                <a:gd name="connsiteY1" fmla="*/ 1410827 h 1410143"/>
                <a:gd name="connsiteX2" fmla="*/ 1291418 w 1653588"/>
                <a:gd name="connsiteY2" fmla="*/ 1291080 h 1410143"/>
                <a:gd name="connsiteX3" fmla="*/ 1291418 w 1653588"/>
                <a:gd name="connsiteY3" fmla="*/ 362911 h 1410143"/>
                <a:gd name="connsiteX4" fmla="*/ 363249 w 1653588"/>
                <a:gd name="connsiteY4" fmla="*/ 362911 h 1410143"/>
                <a:gd name="connsiteX5" fmla="*/ 363249 w 1653588"/>
                <a:gd name="connsiteY5" fmla="*/ 1291080 h 1410143"/>
                <a:gd name="connsiteX6" fmla="*/ 243502 w 1653588"/>
                <a:gd name="connsiteY6" fmla="*/ 1410827 h 1410143"/>
                <a:gd name="connsiteX7" fmla="*/ 243498 w 1653588"/>
                <a:gd name="connsiteY7" fmla="*/ 243123 h 1410143"/>
                <a:gd name="connsiteX8" fmla="*/ 1411211 w 1653588"/>
                <a:gd name="connsiteY8" fmla="*/ 243118 h 1410143"/>
                <a:gd name="connsiteX9" fmla="*/ 1652635 w 1653588"/>
                <a:gd name="connsiteY9" fmla="*/ 826973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635" y="826973"/>
                  </a:moveTo>
                  <a:cubicBezTo>
                    <a:pt x="1653024" y="1045956"/>
                    <a:pt x="1566142" y="1256069"/>
                    <a:pt x="1411211" y="1410827"/>
                  </a:cubicBezTo>
                  <a:lnTo>
                    <a:pt x="1291418" y="1291080"/>
                  </a:lnTo>
                  <a:cubicBezTo>
                    <a:pt x="1547311" y="1035187"/>
                    <a:pt x="1547357" y="618804"/>
                    <a:pt x="1291418" y="362911"/>
                  </a:cubicBezTo>
                  <a:cubicBezTo>
                    <a:pt x="1035479" y="107019"/>
                    <a:pt x="619142" y="106973"/>
                    <a:pt x="363249" y="362911"/>
                  </a:cubicBezTo>
                  <a:cubicBezTo>
                    <a:pt x="106955" y="619223"/>
                    <a:pt x="106955" y="1034768"/>
                    <a:pt x="363249" y="1291080"/>
                  </a:cubicBezTo>
                  <a:lnTo>
                    <a:pt x="243502" y="1410827"/>
                  </a:lnTo>
                  <a:cubicBezTo>
                    <a:pt x="-78952" y="1088376"/>
                    <a:pt x="-78954" y="565577"/>
                    <a:pt x="243498" y="243123"/>
                  </a:cubicBezTo>
                  <a:cubicBezTo>
                    <a:pt x="565446" y="-78826"/>
                    <a:pt x="1089267" y="-78826"/>
                    <a:pt x="1411211" y="243118"/>
                  </a:cubicBezTo>
                  <a:cubicBezTo>
                    <a:pt x="1566133" y="397882"/>
                    <a:pt x="1653014" y="607991"/>
                    <a:pt x="1652635" y="826973"/>
                  </a:cubicBezTo>
                  <a:close/>
                </a:path>
              </a:pathLst>
            </a:custGeom>
            <a:solidFill>
              <a:srgbClr val="3795AF"/>
            </a:solidFill>
            <a:ln w="4591"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482D6BB4-210A-4932-BEE9-E7C1C571A5EF}"/>
                </a:ext>
              </a:extLst>
            </p:cNvPr>
            <p:cNvSpPr/>
            <p:nvPr/>
          </p:nvSpPr>
          <p:spPr>
            <a:xfrm>
              <a:off x="8119477" y="2686241"/>
              <a:ext cx="1143732" cy="1143732"/>
            </a:xfrm>
            <a:custGeom>
              <a:avLst/>
              <a:gdLst>
                <a:gd name="connsiteX0" fmla="*/ 1144933 w 1143732"/>
                <a:gd name="connsiteY0" fmla="*/ 573297 h 1143731"/>
                <a:gd name="connsiteX1" fmla="*/ 573297 w 1143732"/>
                <a:gd name="connsiteY1" fmla="*/ 1144933 h 1143731"/>
                <a:gd name="connsiteX2" fmla="*/ 1661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3" y="1144933"/>
                    <a:pt x="573297" y="1144933"/>
                  </a:cubicBezTo>
                  <a:cubicBezTo>
                    <a:pt x="257591" y="1144933"/>
                    <a:pt x="1661" y="889003"/>
                    <a:pt x="1661" y="573297"/>
                  </a:cubicBezTo>
                  <a:cubicBezTo>
                    <a:pt x="1661" y="257591"/>
                    <a:pt x="257591" y="1660"/>
                    <a:pt x="573297" y="1660"/>
                  </a:cubicBezTo>
                  <a:cubicBezTo>
                    <a:pt x="889003"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1691784A-C934-462C-A33C-E43D59816CA3}"/>
                </a:ext>
              </a:extLst>
            </p:cNvPr>
            <p:cNvSpPr/>
            <p:nvPr/>
          </p:nvSpPr>
          <p:spPr>
            <a:xfrm>
              <a:off x="8204178" y="2770941"/>
              <a:ext cx="973780" cy="973780"/>
            </a:xfrm>
            <a:custGeom>
              <a:avLst/>
              <a:gdLst>
                <a:gd name="connsiteX0" fmla="*/ 975532 w 973779"/>
                <a:gd name="connsiteY0" fmla="*/ 488596 h 973779"/>
                <a:gd name="connsiteX1" fmla="*/ 488596 w 973779"/>
                <a:gd name="connsiteY1" fmla="*/ 975532 h 973779"/>
                <a:gd name="connsiteX2" fmla="*/ 1661 w 973779"/>
                <a:gd name="connsiteY2" fmla="*/ 488596 h 973779"/>
                <a:gd name="connsiteX3" fmla="*/ 488596 w 973779"/>
                <a:gd name="connsiteY3" fmla="*/ 1660 h 973779"/>
                <a:gd name="connsiteX4" fmla="*/ 975532 w 973779"/>
                <a:gd name="connsiteY4" fmla="*/ 488596 h 9737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779" h="973779">
                  <a:moveTo>
                    <a:pt x="975532" y="488596"/>
                  </a:moveTo>
                  <a:cubicBezTo>
                    <a:pt x="975532" y="757523"/>
                    <a:pt x="757524" y="975532"/>
                    <a:pt x="488596" y="975532"/>
                  </a:cubicBezTo>
                  <a:cubicBezTo>
                    <a:pt x="219669" y="975532"/>
                    <a:pt x="1661" y="757523"/>
                    <a:pt x="1661" y="488596"/>
                  </a:cubicBezTo>
                  <a:cubicBezTo>
                    <a:pt x="1661" y="219669"/>
                    <a:pt x="219669" y="1660"/>
                    <a:pt x="488596" y="1660"/>
                  </a:cubicBezTo>
                  <a:cubicBezTo>
                    <a:pt x="757524" y="1660"/>
                    <a:pt x="975532" y="219669"/>
                    <a:pt x="975532" y="488596"/>
                  </a:cubicBezTo>
                  <a:close/>
                </a:path>
              </a:pathLst>
            </a:custGeom>
            <a:solidFill>
              <a:srgbClr val="FFFFFF"/>
            </a:solidFill>
            <a:ln w="4591" cap="flat">
              <a:noFill/>
              <a:prstDash val="solid"/>
              <a:miter/>
            </a:ln>
          </p:spPr>
          <p:txBody>
            <a:bodyPr rtlCol="0" anchor="ctr"/>
            <a:lstStyle/>
            <a:p>
              <a:endParaRPr lang="en-US"/>
            </a:p>
          </p:txBody>
        </p:sp>
        <p:sp>
          <p:nvSpPr>
            <p:cNvPr id="273" name="Rectangle 272">
              <a:extLst>
                <a:ext uri="{FF2B5EF4-FFF2-40B4-BE49-F238E27FC236}">
                  <a16:creationId xmlns:a16="http://schemas.microsoft.com/office/drawing/2014/main" id="{BFD10CD0-AF76-484A-A373-70145AA3182B}"/>
                </a:ext>
              </a:extLst>
            </p:cNvPr>
            <p:cNvSpPr/>
            <p:nvPr/>
          </p:nvSpPr>
          <p:spPr>
            <a:xfrm>
              <a:off x="7749838" y="1850895"/>
              <a:ext cx="1817432" cy="523220"/>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FUNDS COLLECTED BY ELITE</a:t>
              </a:r>
            </a:p>
          </p:txBody>
        </p:sp>
        <p:pic>
          <p:nvPicPr>
            <p:cNvPr id="163" name="Picture 162">
              <a:extLst>
                <a:ext uri="{FF2B5EF4-FFF2-40B4-BE49-F238E27FC236}">
                  <a16:creationId xmlns:a16="http://schemas.microsoft.com/office/drawing/2014/main" id="{1BAC53B1-D815-4D54-9F02-C50E3D2CC6B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536656" y="3052224"/>
              <a:ext cx="354050" cy="354050"/>
            </a:xfrm>
            <a:prstGeom prst="rect">
              <a:avLst/>
            </a:prstGeom>
          </p:spPr>
        </p:pic>
      </p:grpSp>
      <p:grpSp>
        <p:nvGrpSpPr>
          <p:cNvPr id="17" name="Group 16">
            <a:extLst>
              <a:ext uri="{FF2B5EF4-FFF2-40B4-BE49-F238E27FC236}">
                <a16:creationId xmlns:a16="http://schemas.microsoft.com/office/drawing/2014/main" id="{3A79BB66-A0A8-4DA7-9178-A5E2A5076286}"/>
              </a:ext>
            </a:extLst>
          </p:cNvPr>
          <p:cNvGrpSpPr/>
          <p:nvPr/>
        </p:nvGrpSpPr>
        <p:grpSpPr>
          <a:xfrm>
            <a:off x="9644228" y="1850895"/>
            <a:ext cx="2195318" cy="1991813"/>
            <a:chOff x="9644228" y="1850895"/>
            <a:chExt cx="2195318" cy="1991813"/>
          </a:xfrm>
        </p:grpSpPr>
        <p:sp>
          <p:nvSpPr>
            <p:cNvPr id="153" name="Freeform: Shape 152">
              <a:extLst>
                <a:ext uri="{FF2B5EF4-FFF2-40B4-BE49-F238E27FC236}">
                  <a16:creationId xmlns:a16="http://schemas.microsoft.com/office/drawing/2014/main" id="{8D3B4C31-3509-4E6B-8A67-23F420E12994}"/>
                </a:ext>
              </a:extLst>
            </p:cNvPr>
            <p:cNvSpPr/>
            <p:nvPr/>
          </p:nvSpPr>
          <p:spPr>
            <a:xfrm>
              <a:off x="9961110" y="2432565"/>
              <a:ext cx="1653588" cy="1410143"/>
            </a:xfrm>
            <a:custGeom>
              <a:avLst/>
              <a:gdLst>
                <a:gd name="connsiteX0" fmla="*/ 1652681 w 1653588"/>
                <a:gd name="connsiteY0" fmla="*/ 826973 h 1410143"/>
                <a:gd name="connsiteX1" fmla="*/ 1411257 w 1653588"/>
                <a:gd name="connsiteY1" fmla="*/ 1410827 h 1410143"/>
                <a:gd name="connsiteX2" fmla="*/ 1291465 w 1653588"/>
                <a:gd name="connsiteY2" fmla="*/ 1291080 h 1410143"/>
                <a:gd name="connsiteX3" fmla="*/ 1291465 w 1653588"/>
                <a:gd name="connsiteY3" fmla="*/ 362911 h 1410143"/>
                <a:gd name="connsiteX4" fmla="*/ 363296 w 1653588"/>
                <a:gd name="connsiteY4" fmla="*/ 362911 h 1410143"/>
                <a:gd name="connsiteX5" fmla="*/ 363296 w 1653588"/>
                <a:gd name="connsiteY5" fmla="*/ 1291080 h 1410143"/>
                <a:gd name="connsiteX6" fmla="*/ 243502 w 1653588"/>
                <a:gd name="connsiteY6" fmla="*/ 1410827 h 1410143"/>
                <a:gd name="connsiteX7" fmla="*/ 243498 w 1653588"/>
                <a:gd name="connsiteY7" fmla="*/ 243123 h 1410143"/>
                <a:gd name="connsiteX8" fmla="*/ 1411257 w 1653588"/>
                <a:gd name="connsiteY8" fmla="*/ 243118 h 1410143"/>
                <a:gd name="connsiteX9" fmla="*/ 1652681 w 1653588"/>
                <a:gd name="connsiteY9" fmla="*/ 826973 h 141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3588" h="1410143">
                  <a:moveTo>
                    <a:pt x="1652681" y="826973"/>
                  </a:moveTo>
                  <a:cubicBezTo>
                    <a:pt x="1653071" y="1045956"/>
                    <a:pt x="1566189" y="1256069"/>
                    <a:pt x="1411257" y="1410827"/>
                  </a:cubicBezTo>
                  <a:lnTo>
                    <a:pt x="1291465" y="1291080"/>
                  </a:lnTo>
                  <a:cubicBezTo>
                    <a:pt x="1547357" y="1035187"/>
                    <a:pt x="1547357" y="618804"/>
                    <a:pt x="1291465" y="362911"/>
                  </a:cubicBezTo>
                  <a:cubicBezTo>
                    <a:pt x="1035572" y="107019"/>
                    <a:pt x="619189" y="106973"/>
                    <a:pt x="363296" y="362911"/>
                  </a:cubicBezTo>
                  <a:cubicBezTo>
                    <a:pt x="107002" y="619223"/>
                    <a:pt x="107002" y="1034768"/>
                    <a:pt x="363296" y="1291080"/>
                  </a:cubicBezTo>
                  <a:lnTo>
                    <a:pt x="243502" y="1410827"/>
                  </a:lnTo>
                  <a:cubicBezTo>
                    <a:pt x="-78952" y="1088376"/>
                    <a:pt x="-78954" y="565577"/>
                    <a:pt x="243498" y="243123"/>
                  </a:cubicBezTo>
                  <a:cubicBezTo>
                    <a:pt x="565447" y="-78826"/>
                    <a:pt x="1089313" y="-78826"/>
                    <a:pt x="1411257" y="243118"/>
                  </a:cubicBezTo>
                  <a:cubicBezTo>
                    <a:pt x="1566180" y="397882"/>
                    <a:pt x="1653060" y="607991"/>
                    <a:pt x="1652681" y="826973"/>
                  </a:cubicBezTo>
                  <a:close/>
                </a:path>
              </a:pathLst>
            </a:custGeom>
            <a:solidFill>
              <a:srgbClr val="3795AF"/>
            </a:solidFill>
            <a:ln w="4591"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DCB9B424-8944-4F95-83D3-5E7EEB288684}"/>
                </a:ext>
              </a:extLst>
            </p:cNvPr>
            <p:cNvSpPr/>
            <p:nvPr/>
          </p:nvSpPr>
          <p:spPr>
            <a:xfrm>
              <a:off x="10215171" y="2686241"/>
              <a:ext cx="1143732" cy="1143732"/>
            </a:xfrm>
            <a:custGeom>
              <a:avLst/>
              <a:gdLst>
                <a:gd name="connsiteX0" fmla="*/ 1144933 w 1143732"/>
                <a:gd name="connsiteY0" fmla="*/ 573297 h 1143731"/>
                <a:gd name="connsiteX1" fmla="*/ 573297 w 1143732"/>
                <a:gd name="connsiteY1" fmla="*/ 1144933 h 1143731"/>
                <a:gd name="connsiteX2" fmla="*/ 1661 w 1143732"/>
                <a:gd name="connsiteY2" fmla="*/ 573297 h 1143731"/>
                <a:gd name="connsiteX3" fmla="*/ 573297 w 1143732"/>
                <a:gd name="connsiteY3" fmla="*/ 1660 h 1143731"/>
                <a:gd name="connsiteX4" fmla="*/ 1144933 w 1143732"/>
                <a:gd name="connsiteY4" fmla="*/ 573297 h 114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732" h="1143731">
                  <a:moveTo>
                    <a:pt x="1144933" y="573297"/>
                  </a:moveTo>
                  <a:cubicBezTo>
                    <a:pt x="1144933" y="889003"/>
                    <a:pt x="889002" y="1144933"/>
                    <a:pt x="573297" y="1144933"/>
                  </a:cubicBezTo>
                  <a:cubicBezTo>
                    <a:pt x="257590" y="1144933"/>
                    <a:pt x="1661" y="889003"/>
                    <a:pt x="1661" y="573297"/>
                  </a:cubicBezTo>
                  <a:cubicBezTo>
                    <a:pt x="1661" y="257591"/>
                    <a:pt x="257592" y="1660"/>
                    <a:pt x="573297" y="1660"/>
                  </a:cubicBezTo>
                  <a:cubicBezTo>
                    <a:pt x="889003" y="1660"/>
                    <a:pt x="1144933" y="257591"/>
                    <a:pt x="1144933" y="573297"/>
                  </a:cubicBezTo>
                  <a:close/>
                </a:path>
              </a:pathLst>
            </a:custGeom>
            <a:solidFill>
              <a:schemeClr val="bg1">
                <a:alpha val="22000"/>
              </a:schemeClr>
            </a:solidFill>
            <a:ln w="4591"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AA660E2E-1D80-428E-BE63-63FF30185927}"/>
                </a:ext>
              </a:extLst>
            </p:cNvPr>
            <p:cNvSpPr/>
            <p:nvPr/>
          </p:nvSpPr>
          <p:spPr>
            <a:xfrm>
              <a:off x="10299871" y="2770941"/>
              <a:ext cx="973780" cy="973780"/>
            </a:xfrm>
            <a:custGeom>
              <a:avLst/>
              <a:gdLst>
                <a:gd name="connsiteX0" fmla="*/ 975532 w 973779"/>
                <a:gd name="connsiteY0" fmla="*/ 488596 h 973779"/>
                <a:gd name="connsiteX1" fmla="*/ 488596 w 973779"/>
                <a:gd name="connsiteY1" fmla="*/ 975532 h 973779"/>
                <a:gd name="connsiteX2" fmla="*/ 1661 w 973779"/>
                <a:gd name="connsiteY2" fmla="*/ 488596 h 973779"/>
                <a:gd name="connsiteX3" fmla="*/ 488596 w 973779"/>
                <a:gd name="connsiteY3" fmla="*/ 1660 h 973779"/>
                <a:gd name="connsiteX4" fmla="*/ 975532 w 973779"/>
                <a:gd name="connsiteY4" fmla="*/ 488596 h 9737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779" h="973779">
                  <a:moveTo>
                    <a:pt x="975532" y="488596"/>
                  </a:moveTo>
                  <a:cubicBezTo>
                    <a:pt x="975532" y="757523"/>
                    <a:pt x="757523" y="975532"/>
                    <a:pt x="488596" y="975532"/>
                  </a:cubicBezTo>
                  <a:cubicBezTo>
                    <a:pt x="219670" y="975532"/>
                    <a:pt x="1661" y="757523"/>
                    <a:pt x="1661" y="488596"/>
                  </a:cubicBezTo>
                  <a:cubicBezTo>
                    <a:pt x="1661" y="219669"/>
                    <a:pt x="219670" y="1660"/>
                    <a:pt x="488596" y="1660"/>
                  </a:cubicBezTo>
                  <a:cubicBezTo>
                    <a:pt x="757523" y="1660"/>
                    <a:pt x="975532" y="219669"/>
                    <a:pt x="975532" y="488596"/>
                  </a:cubicBezTo>
                  <a:close/>
                </a:path>
              </a:pathLst>
            </a:custGeom>
            <a:solidFill>
              <a:srgbClr val="FFFFFF"/>
            </a:solidFill>
            <a:ln w="4591" cap="flat">
              <a:noFill/>
              <a:prstDash val="solid"/>
              <a:miter/>
            </a:ln>
          </p:spPr>
          <p:txBody>
            <a:bodyPr rtlCol="0" anchor="ctr"/>
            <a:lstStyle/>
            <a:p>
              <a:endParaRPr lang="en-US"/>
            </a:p>
          </p:txBody>
        </p:sp>
        <p:sp>
          <p:nvSpPr>
            <p:cNvPr id="275" name="Rectangle 274">
              <a:extLst>
                <a:ext uri="{FF2B5EF4-FFF2-40B4-BE49-F238E27FC236}">
                  <a16:creationId xmlns:a16="http://schemas.microsoft.com/office/drawing/2014/main" id="{0DC518DE-6E20-4CF0-9873-93494C6A4525}"/>
                </a:ext>
              </a:extLst>
            </p:cNvPr>
            <p:cNvSpPr/>
            <p:nvPr/>
          </p:nvSpPr>
          <p:spPr>
            <a:xfrm>
              <a:off x="9644228" y="1850895"/>
              <a:ext cx="2195318" cy="523220"/>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DELIVERY OF PAYMENT AND REPORTS</a:t>
              </a:r>
            </a:p>
          </p:txBody>
        </p:sp>
        <p:pic>
          <p:nvPicPr>
            <p:cNvPr id="164" name="Picture 163">
              <a:extLst>
                <a:ext uri="{FF2B5EF4-FFF2-40B4-BE49-F238E27FC236}">
                  <a16:creationId xmlns:a16="http://schemas.microsoft.com/office/drawing/2014/main" id="{DE86B6C9-8FCE-4919-AB65-813384D1796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649188" y="3052224"/>
              <a:ext cx="354050" cy="354050"/>
            </a:xfrm>
            <a:prstGeom prst="rect">
              <a:avLst/>
            </a:prstGeom>
          </p:spPr>
        </p:pic>
      </p:grpSp>
      <p:sp>
        <p:nvSpPr>
          <p:cNvPr id="2" name="Rectangle 1">
            <a:extLst>
              <a:ext uri="{FF2B5EF4-FFF2-40B4-BE49-F238E27FC236}">
                <a16:creationId xmlns:a16="http://schemas.microsoft.com/office/drawing/2014/main" id="{D1F5D632-C815-404A-AEE4-83209A0656DB}"/>
              </a:ext>
            </a:extLst>
          </p:cNvPr>
          <p:cNvSpPr/>
          <p:nvPr/>
        </p:nvSpPr>
        <p:spPr>
          <a:xfrm>
            <a:off x="1" y="221323"/>
            <a:ext cx="12192000" cy="641472"/>
          </a:xfrm>
          <a:prstGeom prst="rect">
            <a:avLst/>
          </a:prstGeom>
          <a:solidFill>
            <a:schemeClr val="bg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0B723D77-3A82-4F5A-ADCE-FC084D18A00C}"/>
              </a:ext>
            </a:extLst>
          </p:cNvPr>
          <p:cNvGrpSpPr/>
          <p:nvPr/>
        </p:nvGrpSpPr>
        <p:grpSpPr>
          <a:xfrm>
            <a:off x="11046546" y="269723"/>
            <a:ext cx="942696" cy="503396"/>
            <a:chOff x="10971702" y="243966"/>
            <a:chExt cx="990783" cy="523835"/>
          </a:xfrm>
        </p:grpSpPr>
        <p:sp>
          <p:nvSpPr>
            <p:cNvPr id="120" name="Freeform: Shape 119">
              <a:extLst>
                <a:ext uri="{FF2B5EF4-FFF2-40B4-BE49-F238E27FC236}">
                  <a16:creationId xmlns:a16="http://schemas.microsoft.com/office/drawing/2014/main" id="{5A1EB76F-80D1-47F3-AED0-A4C15DC4FB4B}"/>
                </a:ext>
              </a:extLst>
            </p:cNvPr>
            <p:cNvSpPr/>
            <p:nvPr/>
          </p:nvSpPr>
          <p:spPr>
            <a:xfrm>
              <a:off x="10971702" y="243966"/>
              <a:ext cx="379328" cy="523835"/>
            </a:xfrm>
            <a:custGeom>
              <a:avLst/>
              <a:gdLst>
                <a:gd name="connsiteX0" fmla="*/ 177742 w 200025"/>
                <a:gd name="connsiteY0" fmla="*/ 93536 h 276225"/>
                <a:gd name="connsiteX1" fmla="*/ 165265 w 200025"/>
                <a:gd name="connsiteY1" fmla="*/ 93536 h 276225"/>
                <a:gd name="connsiteX2" fmla="*/ 179171 w 200025"/>
                <a:gd name="connsiteY2" fmla="*/ 52674 h 276225"/>
                <a:gd name="connsiteX3" fmla="*/ 196602 w 200025"/>
                <a:gd name="connsiteY3" fmla="*/ 30290 h 276225"/>
                <a:gd name="connsiteX4" fmla="*/ 173457 w 200025"/>
                <a:gd name="connsiteY4" fmla="*/ 7144 h 276225"/>
                <a:gd name="connsiteX5" fmla="*/ 173266 w 200025"/>
                <a:gd name="connsiteY5" fmla="*/ 7145 h 276225"/>
                <a:gd name="connsiteX6" fmla="*/ 150120 w 200025"/>
                <a:gd name="connsiteY6" fmla="*/ 30290 h 276225"/>
                <a:gd name="connsiteX7" fmla="*/ 154216 w 200025"/>
                <a:gd name="connsiteY7" fmla="*/ 42768 h 276225"/>
                <a:gd name="connsiteX8" fmla="*/ 136975 w 200025"/>
                <a:gd name="connsiteY8" fmla="*/ 93536 h 276225"/>
                <a:gd name="connsiteX9" fmla="*/ 19913 w 200025"/>
                <a:gd name="connsiteY9" fmla="*/ 93536 h 276225"/>
                <a:gd name="connsiteX10" fmla="*/ 7150 w 200025"/>
                <a:gd name="connsiteY10" fmla="*/ 106395 h 276225"/>
                <a:gd name="connsiteX11" fmla="*/ 7150 w 200025"/>
                <a:gd name="connsiteY11" fmla="*/ 107824 h 276225"/>
                <a:gd name="connsiteX12" fmla="*/ 19913 w 200025"/>
                <a:gd name="connsiteY12" fmla="*/ 120587 h 276225"/>
                <a:gd name="connsiteX13" fmla="*/ 25723 w 200025"/>
                <a:gd name="connsiteY13" fmla="*/ 120587 h 276225"/>
                <a:gd name="connsiteX14" fmla="*/ 25723 w 200025"/>
                <a:gd name="connsiteY14" fmla="*/ 121254 h 276225"/>
                <a:gd name="connsiteX15" fmla="*/ 41154 w 200025"/>
                <a:gd name="connsiteY15" fmla="*/ 184595 h 276225"/>
                <a:gd name="connsiteX16" fmla="*/ 25723 w 200025"/>
                <a:gd name="connsiteY16" fmla="*/ 247841 h 276225"/>
                <a:gd name="connsiteX17" fmla="*/ 25723 w 200025"/>
                <a:gd name="connsiteY17" fmla="*/ 248508 h 276225"/>
                <a:gd name="connsiteX18" fmla="*/ 19913 w 200025"/>
                <a:gd name="connsiteY18" fmla="*/ 248508 h 276225"/>
                <a:gd name="connsiteX19" fmla="*/ 7150 w 200025"/>
                <a:gd name="connsiteY19" fmla="*/ 261272 h 276225"/>
                <a:gd name="connsiteX20" fmla="*/ 7150 w 200025"/>
                <a:gd name="connsiteY20" fmla="*/ 262796 h 276225"/>
                <a:gd name="connsiteX21" fmla="*/ 19526 w 200025"/>
                <a:gd name="connsiteY21" fmla="*/ 275934 h 276225"/>
                <a:gd name="connsiteX22" fmla="*/ 19913 w 200025"/>
                <a:gd name="connsiteY22" fmla="*/ 275940 h 276225"/>
                <a:gd name="connsiteX23" fmla="*/ 177742 w 200025"/>
                <a:gd name="connsiteY23" fmla="*/ 275940 h 276225"/>
                <a:gd name="connsiteX24" fmla="*/ 190506 w 200025"/>
                <a:gd name="connsiteY24" fmla="*/ 263177 h 276225"/>
                <a:gd name="connsiteX25" fmla="*/ 190506 w 200025"/>
                <a:gd name="connsiteY25" fmla="*/ 261653 h 276225"/>
                <a:gd name="connsiteX26" fmla="*/ 177742 w 200025"/>
                <a:gd name="connsiteY26" fmla="*/ 248889 h 276225"/>
                <a:gd name="connsiteX27" fmla="*/ 172027 w 200025"/>
                <a:gd name="connsiteY27" fmla="*/ 248889 h 276225"/>
                <a:gd name="connsiteX28" fmla="*/ 172027 w 200025"/>
                <a:gd name="connsiteY28" fmla="*/ 248222 h 276225"/>
                <a:gd name="connsiteX29" fmla="*/ 156597 w 200025"/>
                <a:gd name="connsiteY29" fmla="*/ 184976 h 276225"/>
                <a:gd name="connsiteX30" fmla="*/ 172027 w 200025"/>
                <a:gd name="connsiteY30" fmla="*/ 121635 h 276225"/>
                <a:gd name="connsiteX31" fmla="*/ 172027 w 200025"/>
                <a:gd name="connsiteY31" fmla="*/ 120968 h 276225"/>
                <a:gd name="connsiteX32" fmla="*/ 177742 w 200025"/>
                <a:gd name="connsiteY32" fmla="*/ 120968 h 276225"/>
                <a:gd name="connsiteX33" fmla="*/ 190506 w 200025"/>
                <a:gd name="connsiteY33" fmla="*/ 108205 h 276225"/>
                <a:gd name="connsiteX34" fmla="*/ 190506 w 200025"/>
                <a:gd name="connsiteY34" fmla="*/ 106776 h 276225"/>
                <a:gd name="connsiteX35" fmla="*/ 178034 w 200025"/>
                <a:gd name="connsiteY35" fmla="*/ 93542 h 276225"/>
                <a:gd name="connsiteX36" fmla="*/ 177742 w 200025"/>
                <a:gd name="connsiteY36" fmla="*/ 93536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0025" h="276225">
                  <a:moveTo>
                    <a:pt x="177742" y="93536"/>
                  </a:moveTo>
                  <a:lnTo>
                    <a:pt x="165265" y="93536"/>
                  </a:lnTo>
                  <a:lnTo>
                    <a:pt x="179171" y="52674"/>
                  </a:lnTo>
                  <a:cubicBezTo>
                    <a:pt x="189429" y="50095"/>
                    <a:pt x="196615" y="40867"/>
                    <a:pt x="196602" y="30290"/>
                  </a:cubicBezTo>
                  <a:cubicBezTo>
                    <a:pt x="196602" y="17507"/>
                    <a:pt x="186240" y="7144"/>
                    <a:pt x="173457" y="7144"/>
                  </a:cubicBezTo>
                  <a:cubicBezTo>
                    <a:pt x="173393" y="7144"/>
                    <a:pt x="173329" y="7144"/>
                    <a:pt x="173266" y="7145"/>
                  </a:cubicBezTo>
                  <a:cubicBezTo>
                    <a:pt x="160483" y="7145"/>
                    <a:pt x="150120" y="17507"/>
                    <a:pt x="150120" y="30290"/>
                  </a:cubicBezTo>
                  <a:cubicBezTo>
                    <a:pt x="150262" y="34756"/>
                    <a:pt x="151684" y="39087"/>
                    <a:pt x="154216" y="42768"/>
                  </a:cubicBezTo>
                  <a:lnTo>
                    <a:pt x="136975" y="93536"/>
                  </a:lnTo>
                  <a:lnTo>
                    <a:pt x="19913" y="93536"/>
                  </a:lnTo>
                  <a:cubicBezTo>
                    <a:pt x="12849" y="93589"/>
                    <a:pt x="7149" y="99330"/>
                    <a:pt x="7150" y="106395"/>
                  </a:cubicBezTo>
                  <a:lnTo>
                    <a:pt x="7150" y="107824"/>
                  </a:lnTo>
                  <a:cubicBezTo>
                    <a:pt x="7150" y="114873"/>
                    <a:pt x="12864" y="120587"/>
                    <a:pt x="19913" y="120587"/>
                  </a:cubicBezTo>
                  <a:lnTo>
                    <a:pt x="25723" y="120587"/>
                  </a:lnTo>
                  <a:lnTo>
                    <a:pt x="25723" y="121254"/>
                  </a:lnTo>
                  <a:cubicBezTo>
                    <a:pt x="36402" y="140622"/>
                    <a:pt x="41728" y="162486"/>
                    <a:pt x="41154" y="184595"/>
                  </a:cubicBezTo>
                  <a:cubicBezTo>
                    <a:pt x="41744" y="206676"/>
                    <a:pt x="36416" y="228513"/>
                    <a:pt x="25723" y="247841"/>
                  </a:cubicBezTo>
                  <a:lnTo>
                    <a:pt x="25723" y="248508"/>
                  </a:lnTo>
                  <a:lnTo>
                    <a:pt x="19913" y="248508"/>
                  </a:lnTo>
                  <a:cubicBezTo>
                    <a:pt x="12886" y="248560"/>
                    <a:pt x="7201" y="254244"/>
                    <a:pt x="7150" y="261272"/>
                  </a:cubicBezTo>
                  <a:lnTo>
                    <a:pt x="7150" y="262796"/>
                  </a:lnTo>
                  <a:cubicBezTo>
                    <a:pt x="6939" y="269841"/>
                    <a:pt x="12480" y="275724"/>
                    <a:pt x="19526" y="275934"/>
                  </a:cubicBezTo>
                  <a:cubicBezTo>
                    <a:pt x="19655" y="275938"/>
                    <a:pt x="19784" y="275940"/>
                    <a:pt x="19913" y="275940"/>
                  </a:cubicBezTo>
                  <a:lnTo>
                    <a:pt x="177742" y="275940"/>
                  </a:lnTo>
                  <a:cubicBezTo>
                    <a:pt x="184791" y="275940"/>
                    <a:pt x="190506" y="270226"/>
                    <a:pt x="190506" y="263177"/>
                  </a:cubicBezTo>
                  <a:lnTo>
                    <a:pt x="190506" y="261653"/>
                  </a:lnTo>
                  <a:cubicBezTo>
                    <a:pt x="190454" y="254625"/>
                    <a:pt x="184770" y="248941"/>
                    <a:pt x="177742" y="248889"/>
                  </a:cubicBezTo>
                  <a:lnTo>
                    <a:pt x="172027" y="248889"/>
                  </a:lnTo>
                  <a:lnTo>
                    <a:pt x="172027" y="248222"/>
                  </a:lnTo>
                  <a:cubicBezTo>
                    <a:pt x="161335" y="228894"/>
                    <a:pt x="156007" y="207057"/>
                    <a:pt x="156597" y="184976"/>
                  </a:cubicBezTo>
                  <a:cubicBezTo>
                    <a:pt x="156022" y="162867"/>
                    <a:pt x="161349" y="141003"/>
                    <a:pt x="172027" y="121635"/>
                  </a:cubicBezTo>
                  <a:lnTo>
                    <a:pt x="172027" y="120968"/>
                  </a:lnTo>
                  <a:lnTo>
                    <a:pt x="177742" y="120968"/>
                  </a:lnTo>
                  <a:cubicBezTo>
                    <a:pt x="184791" y="120968"/>
                    <a:pt x="190506" y="115254"/>
                    <a:pt x="190506" y="108205"/>
                  </a:cubicBezTo>
                  <a:lnTo>
                    <a:pt x="190506" y="106776"/>
                  </a:lnTo>
                  <a:cubicBezTo>
                    <a:pt x="190716" y="99677"/>
                    <a:pt x="185133" y="93752"/>
                    <a:pt x="178034" y="93542"/>
                  </a:cubicBezTo>
                  <a:cubicBezTo>
                    <a:pt x="177937" y="93539"/>
                    <a:pt x="177840" y="93537"/>
                    <a:pt x="177742" y="93536"/>
                  </a:cubicBezTo>
                  <a:close/>
                </a:path>
              </a:pathLst>
            </a:custGeom>
            <a:solidFill>
              <a:srgbClr val="FFFFFF"/>
            </a:solid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07062DF7-4D09-4289-B519-26824946FB45}"/>
                </a:ext>
              </a:extLst>
            </p:cNvPr>
            <p:cNvSpPr/>
            <p:nvPr/>
          </p:nvSpPr>
          <p:spPr>
            <a:xfrm>
              <a:off x="11051914" y="594576"/>
              <a:ext cx="90316" cy="108380"/>
            </a:xfrm>
            <a:custGeom>
              <a:avLst/>
              <a:gdLst>
                <a:gd name="connsiteX0" fmla="*/ 42767 w 47625"/>
                <a:gd name="connsiteY0" fmla="*/ 43434 h 57150"/>
                <a:gd name="connsiteX1" fmla="*/ 16669 w 47625"/>
                <a:gd name="connsiteY1" fmla="*/ 14859 h 57150"/>
                <a:gd name="connsiteX2" fmla="*/ 42958 w 47625"/>
                <a:gd name="connsiteY2" fmla="*/ 14859 h 57150"/>
                <a:gd name="connsiteX3" fmla="*/ 42958 w 47625"/>
                <a:gd name="connsiteY3" fmla="*/ 7144 h 57150"/>
                <a:gd name="connsiteX4" fmla="*/ 7144 w 47625"/>
                <a:gd name="connsiteY4" fmla="*/ 7144 h 57150"/>
                <a:gd name="connsiteX5" fmla="*/ 43244 w 47625"/>
                <a:gd name="connsiteY5" fmla="*/ 52578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25" h="57150">
                  <a:moveTo>
                    <a:pt x="42767" y="43434"/>
                  </a:moveTo>
                  <a:cubicBezTo>
                    <a:pt x="29871" y="38821"/>
                    <a:pt x="20097" y="28119"/>
                    <a:pt x="16669" y="14859"/>
                  </a:cubicBezTo>
                  <a:lnTo>
                    <a:pt x="42958" y="14859"/>
                  </a:lnTo>
                  <a:lnTo>
                    <a:pt x="42958" y="7144"/>
                  </a:lnTo>
                  <a:lnTo>
                    <a:pt x="7144" y="7144"/>
                  </a:lnTo>
                  <a:cubicBezTo>
                    <a:pt x="8232" y="28447"/>
                    <a:pt x="22738" y="46703"/>
                    <a:pt x="43244" y="52578"/>
                  </a:cubicBezTo>
                  <a:close/>
                </a:path>
              </a:pathLst>
            </a:custGeom>
            <a:solidFill>
              <a:srgbClr val="0055A5"/>
            </a:solid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AA81E50F-AAD3-45B7-A10A-65F49E9FD6C2}"/>
                </a:ext>
              </a:extLst>
            </p:cNvPr>
            <p:cNvSpPr/>
            <p:nvPr/>
          </p:nvSpPr>
          <p:spPr>
            <a:xfrm>
              <a:off x="11124168" y="593313"/>
              <a:ext cx="36127" cy="108380"/>
            </a:xfrm>
            <a:custGeom>
              <a:avLst/>
              <a:gdLst>
                <a:gd name="connsiteX0" fmla="*/ 7144 w 19050"/>
                <a:gd name="connsiteY0" fmla="*/ 7620 h 57150"/>
                <a:gd name="connsiteX1" fmla="*/ 7144 w 19050"/>
                <a:gd name="connsiteY1" fmla="*/ 53626 h 57150"/>
                <a:gd name="connsiteX2" fmla="*/ 15335 w 19050"/>
                <a:gd name="connsiteY2" fmla="*/ 54769 h 57150"/>
                <a:gd name="connsiteX3" fmla="*/ 15335 w 19050"/>
                <a:gd name="connsiteY3" fmla="*/ 7144 h 57150"/>
              </a:gdLst>
              <a:ahLst/>
              <a:cxnLst>
                <a:cxn ang="0">
                  <a:pos x="connsiteX0" y="connsiteY0"/>
                </a:cxn>
                <a:cxn ang="0">
                  <a:pos x="connsiteX1" y="connsiteY1"/>
                </a:cxn>
                <a:cxn ang="0">
                  <a:pos x="connsiteX2" y="connsiteY2"/>
                </a:cxn>
                <a:cxn ang="0">
                  <a:pos x="connsiteX3" y="connsiteY3"/>
                </a:cxn>
              </a:cxnLst>
              <a:rect l="l" t="t" r="r" b="b"/>
              <a:pathLst>
                <a:path w="19050" h="57150">
                  <a:moveTo>
                    <a:pt x="7144" y="7620"/>
                  </a:moveTo>
                  <a:lnTo>
                    <a:pt x="7144" y="53626"/>
                  </a:lnTo>
                  <a:cubicBezTo>
                    <a:pt x="9827" y="54293"/>
                    <a:pt x="12572" y="54676"/>
                    <a:pt x="15335" y="54769"/>
                  </a:cubicBezTo>
                  <a:lnTo>
                    <a:pt x="15335" y="7144"/>
                  </a:lnTo>
                  <a:close/>
                </a:path>
              </a:pathLst>
            </a:custGeom>
            <a:solidFill>
              <a:srgbClr val="ED174F"/>
            </a:solid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25BD4E3B-95A6-47D9-8CC0-A2564798CEE3}"/>
                </a:ext>
              </a:extLst>
            </p:cNvPr>
            <p:cNvSpPr/>
            <p:nvPr/>
          </p:nvSpPr>
          <p:spPr>
            <a:xfrm>
              <a:off x="11152166" y="495228"/>
              <a:ext cx="108380" cy="198696"/>
            </a:xfrm>
            <a:custGeom>
              <a:avLst/>
              <a:gdLst>
                <a:gd name="connsiteX0" fmla="*/ 14954 w 57150"/>
                <a:gd name="connsiteY0" fmla="*/ 8192 h 104775"/>
                <a:gd name="connsiteX1" fmla="*/ 14954 w 57150"/>
                <a:gd name="connsiteY1" fmla="*/ 8192 h 104775"/>
                <a:gd name="connsiteX2" fmla="*/ 7144 w 57150"/>
                <a:gd name="connsiteY2" fmla="*/ 7144 h 104775"/>
                <a:gd name="connsiteX3" fmla="*/ 7144 w 57150"/>
                <a:gd name="connsiteY3" fmla="*/ 8192 h 104775"/>
                <a:gd name="connsiteX4" fmla="*/ 7144 w 57150"/>
                <a:gd name="connsiteY4" fmla="*/ 8192 h 104775"/>
                <a:gd name="connsiteX5" fmla="*/ 7144 w 57150"/>
                <a:gd name="connsiteY5" fmla="*/ 103442 h 104775"/>
                <a:gd name="connsiteX6" fmla="*/ 7144 w 57150"/>
                <a:gd name="connsiteY6" fmla="*/ 103442 h 104775"/>
                <a:gd name="connsiteX7" fmla="*/ 7144 w 57150"/>
                <a:gd name="connsiteY7" fmla="*/ 106775 h 104775"/>
                <a:gd name="connsiteX8" fmla="*/ 53912 w 57150"/>
                <a:gd name="connsiteY8" fmla="*/ 56960 h 104775"/>
                <a:gd name="connsiteX9" fmla="*/ 14954 w 57150"/>
                <a:gd name="connsiteY9" fmla="*/ 8192 h 104775"/>
                <a:gd name="connsiteX10" fmla="*/ 14954 w 57150"/>
                <a:gd name="connsiteY10" fmla="*/ 96584 h 104775"/>
                <a:gd name="connsiteX11" fmla="*/ 14954 w 57150"/>
                <a:gd name="connsiteY11" fmla="*/ 17050 h 104775"/>
                <a:gd name="connsiteX12" fmla="*/ 45053 w 57150"/>
                <a:gd name="connsiteY12" fmla="*/ 56769 h 104775"/>
                <a:gd name="connsiteX13" fmla="*/ 14954 w 57150"/>
                <a:gd name="connsiteY13" fmla="*/ 96584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150" h="104775">
                  <a:moveTo>
                    <a:pt x="14954" y="8192"/>
                  </a:moveTo>
                  <a:lnTo>
                    <a:pt x="14954" y="8192"/>
                  </a:lnTo>
                  <a:cubicBezTo>
                    <a:pt x="12389" y="7603"/>
                    <a:pt x="9774" y="7252"/>
                    <a:pt x="7144" y="7144"/>
                  </a:cubicBezTo>
                  <a:lnTo>
                    <a:pt x="7144" y="8192"/>
                  </a:lnTo>
                  <a:lnTo>
                    <a:pt x="7144" y="8192"/>
                  </a:lnTo>
                  <a:lnTo>
                    <a:pt x="7144" y="103442"/>
                  </a:lnTo>
                  <a:lnTo>
                    <a:pt x="7144" y="103442"/>
                  </a:lnTo>
                  <a:lnTo>
                    <a:pt x="7144" y="106775"/>
                  </a:lnTo>
                  <a:cubicBezTo>
                    <a:pt x="33438" y="105116"/>
                    <a:pt x="53914" y="83306"/>
                    <a:pt x="53912" y="56960"/>
                  </a:cubicBezTo>
                  <a:cubicBezTo>
                    <a:pt x="53946" y="33587"/>
                    <a:pt x="37757" y="13321"/>
                    <a:pt x="14954" y="8192"/>
                  </a:cubicBezTo>
                  <a:close/>
                  <a:moveTo>
                    <a:pt x="14954" y="96584"/>
                  </a:moveTo>
                  <a:lnTo>
                    <a:pt x="14954" y="17050"/>
                  </a:lnTo>
                  <a:cubicBezTo>
                    <a:pt x="32737" y="22074"/>
                    <a:pt x="45026" y="38290"/>
                    <a:pt x="45053" y="56769"/>
                  </a:cubicBezTo>
                  <a:cubicBezTo>
                    <a:pt x="45036" y="75273"/>
                    <a:pt x="32752" y="91522"/>
                    <a:pt x="14954" y="96584"/>
                  </a:cubicBezTo>
                  <a:close/>
                </a:path>
              </a:pathLst>
            </a:custGeom>
            <a:solidFill>
              <a:srgbClr val="ED174F"/>
            </a:solid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E530307-34A9-48FA-A5F7-17F35DA8E410}"/>
                </a:ext>
              </a:extLst>
            </p:cNvPr>
            <p:cNvSpPr/>
            <p:nvPr/>
          </p:nvSpPr>
          <p:spPr>
            <a:xfrm>
              <a:off x="11051914" y="495589"/>
              <a:ext cx="108380" cy="108380"/>
            </a:xfrm>
            <a:custGeom>
              <a:avLst/>
              <a:gdLst>
                <a:gd name="connsiteX0" fmla="*/ 53816 w 57150"/>
                <a:gd name="connsiteY0" fmla="*/ 53531 h 57150"/>
                <a:gd name="connsiteX1" fmla="*/ 53816 w 57150"/>
                <a:gd name="connsiteY1" fmla="*/ 45244 h 57150"/>
                <a:gd name="connsiteX2" fmla="*/ 53816 w 57150"/>
                <a:gd name="connsiteY2" fmla="*/ 45244 h 57150"/>
                <a:gd name="connsiteX3" fmla="*/ 53816 w 57150"/>
                <a:gd name="connsiteY3" fmla="*/ 7144 h 57150"/>
                <a:gd name="connsiteX4" fmla="*/ 7144 w 57150"/>
                <a:gd name="connsiteY4" fmla="*/ 53531 h 57150"/>
                <a:gd name="connsiteX5" fmla="*/ 53816 w 57150"/>
                <a:gd name="connsiteY5" fmla="*/ 53531 h 57150"/>
                <a:gd name="connsiteX6" fmla="*/ 45244 w 57150"/>
                <a:gd name="connsiteY6" fmla="*/ 16669 h 57150"/>
                <a:gd name="connsiteX7" fmla="*/ 45244 w 57150"/>
                <a:gd name="connsiteY7" fmla="*/ 45244 h 57150"/>
                <a:gd name="connsiteX8" fmla="*/ 16669 w 57150"/>
                <a:gd name="connsiteY8" fmla="*/ 45244 h 57150"/>
                <a:gd name="connsiteX9" fmla="*/ 45244 w 57150"/>
                <a:gd name="connsiteY9" fmla="*/ 166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50" h="57150">
                  <a:moveTo>
                    <a:pt x="53816" y="53531"/>
                  </a:moveTo>
                  <a:lnTo>
                    <a:pt x="53816" y="45244"/>
                  </a:lnTo>
                  <a:lnTo>
                    <a:pt x="53816" y="45244"/>
                  </a:lnTo>
                  <a:lnTo>
                    <a:pt x="53816" y="7144"/>
                  </a:lnTo>
                  <a:cubicBezTo>
                    <a:pt x="28825" y="8709"/>
                    <a:pt x="8863" y="28550"/>
                    <a:pt x="7144" y="53531"/>
                  </a:cubicBezTo>
                  <a:lnTo>
                    <a:pt x="53816" y="53531"/>
                  </a:lnTo>
                  <a:close/>
                  <a:moveTo>
                    <a:pt x="45244" y="16669"/>
                  </a:moveTo>
                  <a:lnTo>
                    <a:pt x="45244" y="45244"/>
                  </a:lnTo>
                  <a:lnTo>
                    <a:pt x="16669" y="45244"/>
                  </a:lnTo>
                  <a:cubicBezTo>
                    <a:pt x="20605" y="31414"/>
                    <a:pt x="31414" y="20605"/>
                    <a:pt x="45244" y="16669"/>
                  </a:cubicBezTo>
                  <a:close/>
                </a:path>
              </a:pathLst>
            </a:custGeom>
            <a:solidFill>
              <a:srgbClr val="ED174F"/>
            </a:solid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501022F3-7047-4695-9B19-DFD52928A5AF}"/>
                </a:ext>
              </a:extLst>
            </p:cNvPr>
            <p:cNvSpPr/>
            <p:nvPr/>
          </p:nvSpPr>
          <p:spPr>
            <a:xfrm>
              <a:off x="11357545" y="416827"/>
              <a:ext cx="108380" cy="234823"/>
            </a:xfrm>
            <a:custGeom>
              <a:avLst/>
              <a:gdLst>
                <a:gd name="connsiteX0" fmla="*/ 7144 w 57150"/>
                <a:gd name="connsiteY0" fmla="*/ 120209 h 123825"/>
                <a:gd name="connsiteX1" fmla="*/ 7144 w 57150"/>
                <a:gd name="connsiteY1" fmla="*/ 7147 h 123825"/>
                <a:gd name="connsiteX2" fmla="*/ 14573 w 57150"/>
                <a:gd name="connsiteY2" fmla="*/ 7147 h 123825"/>
                <a:gd name="connsiteX3" fmla="*/ 46006 w 57150"/>
                <a:gd name="connsiteY3" fmla="*/ 20387 h 123825"/>
                <a:gd name="connsiteX4" fmla="*/ 59055 w 57150"/>
                <a:gd name="connsiteY4" fmla="*/ 52772 h 123825"/>
                <a:gd name="connsiteX5" fmla="*/ 53435 w 57150"/>
                <a:gd name="connsiteY5" fmla="*/ 74584 h 123825"/>
                <a:gd name="connsiteX6" fmla="*/ 38481 w 57150"/>
                <a:gd name="connsiteY6" fmla="*/ 91158 h 123825"/>
                <a:gd name="connsiteX7" fmla="*/ 15145 w 57150"/>
                <a:gd name="connsiteY7" fmla="*/ 98873 h 123825"/>
                <a:gd name="connsiteX8" fmla="*/ 15145 w 57150"/>
                <a:gd name="connsiteY8" fmla="*/ 120209 h 123825"/>
                <a:gd name="connsiteX9" fmla="*/ 15431 w 57150"/>
                <a:gd name="connsiteY9" fmla="*/ 15434 h 123825"/>
                <a:gd name="connsiteX10" fmla="*/ 15431 w 57150"/>
                <a:gd name="connsiteY10" fmla="*/ 90777 h 123825"/>
                <a:gd name="connsiteX11" fmla="*/ 40958 w 57150"/>
                <a:gd name="connsiteY11" fmla="*/ 78870 h 123825"/>
                <a:gd name="connsiteX12" fmla="*/ 51054 w 57150"/>
                <a:gd name="connsiteY12" fmla="*/ 52962 h 123825"/>
                <a:gd name="connsiteX13" fmla="*/ 36481 w 57150"/>
                <a:gd name="connsiteY13" fmla="*/ 22863 h 123825"/>
                <a:gd name="connsiteX14" fmla="*/ 15431 w 57150"/>
                <a:gd name="connsiteY14" fmla="*/ 15053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50" h="123825">
                  <a:moveTo>
                    <a:pt x="7144" y="120209"/>
                  </a:moveTo>
                  <a:lnTo>
                    <a:pt x="7144" y="7147"/>
                  </a:lnTo>
                  <a:lnTo>
                    <a:pt x="14573" y="7147"/>
                  </a:lnTo>
                  <a:cubicBezTo>
                    <a:pt x="26436" y="6999"/>
                    <a:pt x="37824" y="11796"/>
                    <a:pt x="46006" y="20387"/>
                  </a:cubicBezTo>
                  <a:cubicBezTo>
                    <a:pt x="54587" y="28952"/>
                    <a:pt x="59301" y="40649"/>
                    <a:pt x="59055" y="52772"/>
                  </a:cubicBezTo>
                  <a:cubicBezTo>
                    <a:pt x="59093" y="60405"/>
                    <a:pt x="57157" y="67919"/>
                    <a:pt x="53435" y="74584"/>
                  </a:cubicBezTo>
                  <a:cubicBezTo>
                    <a:pt x="49951" y="81297"/>
                    <a:pt x="44802" y="87004"/>
                    <a:pt x="38481" y="91158"/>
                  </a:cubicBezTo>
                  <a:cubicBezTo>
                    <a:pt x="31410" y="95514"/>
                    <a:pt x="23419" y="98156"/>
                    <a:pt x="15145" y="98873"/>
                  </a:cubicBezTo>
                  <a:lnTo>
                    <a:pt x="15145" y="120209"/>
                  </a:lnTo>
                  <a:close/>
                  <a:moveTo>
                    <a:pt x="15431" y="15434"/>
                  </a:moveTo>
                  <a:lnTo>
                    <a:pt x="15431" y="90777"/>
                  </a:lnTo>
                  <a:cubicBezTo>
                    <a:pt x="25148" y="90214"/>
                    <a:pt x="34282" y="85954"/>
                    <a:pt x="40958" y="78870"/>
                  </a:cubicBezTo>
                  <a:cubicBezTo>
                    <a:pt x="47638" y="71923"/>
                    <a:pt x="51272" y="62598"/>
                    <a:pt x="51054" y="52962"/>
                  </a:cubicBezTo>
                  <a:cubicBezTo>
                    <a:pt x="51517" y="41127"/>
                    <a:pt x="46052" y="29840"/>
                    <a:pt x="36481" y="22863"/>
                  </a:cubicBezTo>
                  <a:cubicBezTo>
                    <a:pt x="30324" y="18359"/>
                    <a:pt x="23036" y="15655"/>
                    <a:pt x="15431" y="15053"/>
                  </a:cubicBezTo>
                  <a:close/>
                </a:path>
              </a:pathLst>
            </a:custGeom>
            <a:solidFill>
              <a:srgbClr val="FFFFFF"/>
            </a:solid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40D87325-00F3-4FDF-A0CE-B3A5DBEC3AA8}"/>
                </a:ext>
              </a:extLst>
            </p:cNvPr>
            <p:cNvSpPr/>
            <p:nvPr/>
          </p:nvSpPr>
          <p:spPr>
            <a:xfrm>
              <a:off x="11356240" y="413040"/>
              <a:ext cx="126443" cy="234823"/>
            </a:xfrm>
            <a:custGeom>
              <a:avLst/>
              <a:gdLst>
                <a:gd name="connsiteX0" fmla="*/ 7832 w 66675"/>
                <a:gd name="connsiteY0" fmla="*/ 122206 h 123825"/>
                <a:gd name="connsiteX1" fmla="*/ 7355 w 66675"/>
                <a:gd name="connsiteY1" fmla="*/ 93631 h 123825"/>
                <a:gd name="connsiteX2" fmla="*/ 7355 w 66675"/>
                <a:gd name="connsiteY2" fmla="*/ 65056 h 123825"/>
                <a:gd name="connsiteX3" fmla="*/ 7355 w 66675"/>
                <a:gd name="connsiteY3" fmla="*/ 36481 h 123825"/>
                <a:gd name="connsiteX4" fmla="*/ 7355 w 66675"/>
                <a:gd name="connsiteY4" fmla="*/ 7144 h 123825"/>
                <a:gd name="connsiteX5" fmla="*/ 8498 w 66675"/>
                <a:gd name="connsiteY5" fmla="*/ 7144 h 123825"/>
                <a:gd name="connsiteX6" fmla="*/ 18023 w 66675"/>
                <a:gd name="connsiteY6" fmla="*/ 7144 h 123825"/>
                <a:gd name="connsiteX7" fmla="*/ 27548 w 66675"/>
                <a:gd name="connsiteY7" fmla="*/ 8382 h 123825"/>
                <a:gd name="connsiteX8" fmla="*/ 44503 w 66675"/>
                <a:gd name="connsiteY8" fmla="*/ 16859 h 123825"/>
                <a:gd name="connsiteX9" fmla="*/ 51361 w 66675"/>
                <a:gd name="connsiteY9" fmla="*/ 23527 h 123825"/>
                <a:gd name="connsiteX10" fmla="*/ 56695 w 66675"/>
                <a:gd name="connsiteY10" fmla="*/ 31337 h 123825"/>
                <a:gd name="connsiteX11" fmla="*/ 61934 w 66675"/>
                <a:gd name="connsiteY11" fmla="*/ 49530 h 123825"/>
                <a:gd name="connsiteX12" fmla="*/ 61934 w 66675"/>
                <a:gd name="connsiteY12" fmla="*/ 59055 h 123825"/>
                <a:gd name="connsiteX13" fmla="*/ 59838 w 66675"/>
                <a:gd name="connsiteY13" fmla="*/ 68580 h 123825"/>
                <a:gd name="connsiteX14" fmla="*/ 55933 w 66675"/>
                <a:gd name="connsiteY14" fmla="*/ 77248 h 123825"/>
                <a:gd name="connsiteX15" fmla="*/ 50504 w 66675"/>
                <a:gd name="connsiteY15" fmla="*/ 84963 h 123825"/>
                <a:gd name="connsiteX16" fmla="*/ 43550 w 66675"/>
                <a:gd name="connsiteY16" fmla="*/ 91440 h 123825"/>
                <a:gd name="connsiteX17" fmla="*/ 39550 w 66675"/>
                <a:gd name="connsiteY17" fmla="*/ 94012 h 123825"/>
                <a:gd name="connsiteX18" fmla="*/ 35359 w 66675"/>
                <a:gd name="connsiteY18" fmla="*/ 96203 h 123825"/>
                <a:gd name="connsiteX19" fmla="*/ 26501 w 66675"/>
                <a:gd name="connsiteY19" fmla="*/ 99251 h 123825"/>
                <a:gd name="connsiteX20" fmla="*/ 16976 w 66675"/>
                <a:gd name="connsiteY20" fmla="*/ 100775 h 123825"/>
                <a:gd name="connsiteX21" fmla="*/ 16976 w 66675"/>
                <a:gd name="connsiteY21" fmla="*/ 100775 h 123825"/>
                <a:gd name="connsiteX22" fmla="*/ 16976 w 66675"/>
                <a:gd name="connsiteY22" fmla="*/ 122111 h 123825"/>
                <a:gd name="connsiteX23" fmla="*/ 16976 w 66675"/>
                <a:gd name="connsiteY23" fmla="*/ 122111 h 123825"/>
                <a:gd name="connsiteX24" fmla="*/ 16976 w 66675"/>
                <a:gd name="connsiteY24" fmla="*/ 122111 h 123825"/>
                <a:gd name="connsiteX25" fmla="*/ 7832 w 66675"/>
                <a:gd name="connsiteY25" fmla="*/ 122206 h 123825"/>
                <a:gd name="connsiteX26" fmla="*/ 16118 w 66675"/>
                <a:gd name="connsiteY26" fmla="*/ 122206 h 123825"/>
                <a:gd name="connsiteX27" fmla="*/ 16118 w 66675"/>
                <a:gd name="connsiteY27" fmla="*/ 122206 h 123825"/>
                <a:gd name="connsiteX28" fmla="*/ 16118 w 66675"/>
                <a:gd name="connsiteY28" fmla="*/ 100870 h 123825"/>
                <a:gd name="connsiteX29" fmla="*/ 16118 w 66675"/>
                <a:gd name="connsiteY29" fmla="*/ 100394 h 123825"/>
                <a:gd name="connsiteX30" fmla="*/ 16118 w 66675"/>
                <a:gd name="connsiteY30" fmla="*/ 100394 h 123825"/>
                <a:gd name="connsiteX31" fmla="*/ 33835 w 66675"/>
                <a:gd name="connsiteY31" fmla="*/ 95441 h 123825"/>
                <a:gd name="connsiteX32" fmla="*/ 37835 w 66675"/>
                <a:gd name="connsiteY32" fmla="*/ 93345 h 123825"/>
                <a:gd name="connsiteX33" fmla="*/ 41550 w 66675"/>
                <a:gd name="connsiteY33" fmla="*/ 90678 h 123825"/>
                <a:gd name="connsiteX34" fmla="*/ 48122 w 66675"/>
                <a:gd name="connsiteY34" fmla="*/ 84392 h 123825"/>
                <a:gd name="connsiteX35" fmla="*/ 56885 w 66675"/>
                <a:gd name="connsiteY35" fmla="*/ 68485 h 123825"/>
                <a:gd name="connsiteX36" fmla="*/ 58790 w 66675"/>
                <a:gd name="connsiteY36" fmla="*/ 59627 h 123825"/>
                <a:gd name="connsiteX37" fmla="*/ 58790 w 66675"/>
                <a:gd name="connsiteY37" fmla="*/ 50578 h 123825"/>
                <a:gd name="connsiteX38" fmla="*/ 53647 w 66675"/>
                <a:gd name="connsiteY38" fmla="*/ 33338 h 123825"/>
                <a:gd name="connsiteX39" fmla="*/ 42026 w 66675"/>
                <a:gd name="connsiteY39" fmla="*/ 19621 h 123825"/>
                <a:gd name="connsiteX40" fmla="*/ 26024 w 66675"/>
                <a:gd name="connsiteY40" fmla="*/ 11525 h 123825"/>
                <a:gd name="connsiteX41" fmla="*/ 17071 w 66675"/>
                <a:gd name="connsiteY41" fmla="*/ 10287 h 123825"/>
                <a:gd name="connsiteX42" fmla="*/ 7546 w 66675"/>
                <a:gd name="connsiteY42" fmla="*/ 10287 h 123825"/>
                <a:gd name="connsiteX43" fmla="*/ 8689 w 66675"/>
                <a:gd name="connsiteY43" fmla="*/ 9144 h 123825"/>
                <a:gd name="connsiteX44" fmla="*/ 8689 w 66675"/>
                <a:gd name="connsiteY44" fmla="*/ 37719 h 123825"/>
                <a:gd name="connsiteX45" fmla="*/ 8689 w 66675"/>
                <a:gd name="connsiteY45" fmla="*/ 66294 h 123825"/>
                <a:gd name="connsiteX46" fmla="*/ 8689 w 66675"/>
                <a:gd name="connsiteY46" fmla="*/ 94869 h 123825"/>
                <a:gd name="connsiteX47" fmla="*/ 7832 w 66675"/>
                <a:gd name="connsiteY47" fmla="*/ 122206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675" h="123825">
                  <a:moveTo>
                    <a:pt x="7832" y="122206"/>
                  </a:moveTo>
                  <a:cubicBezTo>
                    <a:pt x="7832" y="112681"/>
                    <a:pt x="7832" y="103156"/>
                    <a:pt x="7355" y="93631"/>
                  </a:cubicBezTo>
                  <a:cubicBezTo>
                    <a:pt x="6879" y="84106"/>
                    <a:pt x="7355" y="74581"/>
                    <a:pt x="7355" y="65056"/>
                  </a:cubicBezTo>
                  <a:lnTo>
                    <a:pt x="7355" y="36481"/>
                  </a:lnTo>
                  <a:lnTo>
                    <a:pt x="7355" y="7144"/>
                  </a:lnTo>
                  <a:lnTo>
                    <a:pt x="8498" y="7144"/>
                  </a:lnTo>
                  <a:cubicBezTo>
                    <a:pt x="11546" y="7144"/>
                    <a:pt x="14690" y="7144"/>
                    <a:pt x="18023" y="7144"/>
                  </a:cubicBezTo>
                  <a:cubicBezTo>
                    <a:pt x="21233" y="7221"/>
                    <a:pt x="24426" y="7636"/>
                    <a:pt x="27548" y="8382"/>
                  </a:cubicBezTo>
                  <a:cubicBezTo>
                    <a:pt x="33788" y="9836"/>
                    <a:pt x="39596" y="12741"/>
                    <a:pt x="44503" y="16859"/>
                  </a:cubicBezTo>
                  <a:cubicBezTo>
                    <a:pt x="46995" y="18859"/>
                    <a:pt x="49292" y="21092"/>
                    <a:pt x="51361" y="23527"/>
                  </a:cubicBezTo>
                  <a:cubicBezTo>
                    <a:pt x="53386" y="25953"/>
                    <a:pt x="55172" y="28568"/>
                    <a:pt x="56695" y="31337"/>
                  </a:cubicBezTo>
                  <a:cubicBezTo>
                    <a:pt x="59697" y="36967"/>
                    <a:pt x="61481" y="43166"/>
                    <a:pt x="61934" y="49530"/>
                  </a:cubicBezTo>
                  <a:cubicBezTo>
                    <a:pt x="62267" y="52696"/>
                    <a:pt x="62267" y="55889"/>
                    <a:pt x="61934" y="59055"/>
                  </a:cubicBezTo>
                  <a:cubicBezTo>
                    <a:pt x="61596" y="62299"/>
                    <a:pt x="60893" y="65494"/>
                    <a:pt x="59838" y="68580"/>
                  </a:cubicBezTo>
                  <a:cubicBezTo>
                    <a:pt x="58871" y="71609"/>
                    <a:pt x="57561" y="74517"/>
                    <a:pt x="55933" y="77248"/>
                  </a:cubicBezTo>
                  <a:cubicBezTo>
                    <a:pt x="54376" y="79989"/>
                    <a:pt x="52558" y="82572"/>
                    <a:pt x="50504" y="84963"/>
                  </a:cubicBezTo>
                  <a:cubicBezTo>
                    <a:pt x="48398" y="87339"/>
                    <a:pt x="46070" y="89508"/>
                    <a:pt x="43550" y="91440"/>
                  </a:cubicBezTo>
                  <a:lnTo>
                    <a:pt x="39550" y="94012"/>
                  </a:lnTo>
                  <a:cubicBezTo>
                    <a:pt x="38204" y="94836"/>
                    <a:pt x="36804" y="95567"/>
                    <a:pt x="35359" y="96203"/>
                  </a:cubicBezTo>
                  <a:cubicBezTo>
                    <a:pt x="32511" y="97501"/>
                    <a:pt x="29545" y="98522"/>
                    <a:pt x="26501" y="99251"/>
                  </a:cubicBezTo>
                  <a:cubicBezTo>
                    <a:pt x="23370" y="100004"/>
                    <a:pt x="20185" y="100513"/>
                    <a:pt x="16976" y="100775"/>
                  </a:cubicBezTo>
                  <a:lnTo>
                    <a:pt x="16976" y="100775"/>
                  </a:lnTo>
                  <a:lnTo>
                    <a:pt x="16976" y="122111"/>
                  </a:lnTo>
                  <a:lnTo>
                    <a:pt x="16976" y="122111"/>
                  </a:lnTo>
                  <a:lnTo>
                    <a:pt x="16976" y="122111"/>
                  </a:lnTo>
                  <a:close/>
                  <a:moveTo>
                    <a:pt x="7832" y="122206"/>
                  </a:moveTo>
                  <a:lnTo>
                    <a:pt x="16118" y="122206"/>
                  </a:lnTo>
                  <a:lnTo>
                    <a:pt x="16118" y="122206"/>
                  </a:lnTo>
                  <a:lnTo>
                    <a:pt x="16118" y="100870"/>
                  </a:lnTo>
                  <a:lnTo>
                    <a:pt x="16118" y="100394"/>
                  </a:lnTo>
                  <a:lnTo>
                    <a:pt x="16118" y="100394"/>
                  </a:lnTo>
                  <a:cubicBezTo>
                    <a:pt x="22246" y="99678"/>
                    <a:pt x="28224" y="98007"/>
                    <a:pt x="33835" y="95441"/>
                  </a:cubicBezTo>
                  <a:cubicBezTo>
                    <a:pt x="35168" y="94774"/>
                    <a:pt x="36597" y="94107"/>
                    <a:pt x="37835" y="93345"/>
                  </a:cubicBezTo>
                  <a:cubicBezTo>
                    <a:pt x="39127" y="92533"/>
                    <a:pt x="40368" y="91643"/>
                    <a:pt x="41550" y="90678"/>
                  </a:cubicBezTo>
                  <a:cubicBezTo>
                    <a:pt x="43988" y="88857"/>
                    <a:pt x="46195" y="86746"/>
                    <a:pt x="48122" y="84392"/>
                  </a:cubicBezTo>
                  <a:cubicBezTo>
                    <a:pt x="52025" y="79692"/>
                    <a:pt x="54999" y="74294"/>
                    <a:pt x="56885" y="68485"/>
                  </a:cubicBezTo>
                  <a:cubicBezTo>
                    <a:pt x="57856" y="65614"/>
                    <a:pt x="58495" y="62642"/>
                    <a:pt x="58790" y="59627"/>
                  </a:cubicBezTo>
                  <a:cubicBezTo>
                    <a:pt x="59030" y="56615"/>
                    <a:pt x="59030" y="53589"/>
                    <a:pt x="58790" y="50578"/>
                  </a:cubicBezTo>
                  <a:cubicBezTo>
                    <a:pt x="58338" y="44528"/>
                    <a:pt x="56584" y="38646"/>
                    <a:pt x="53647" y="33338"/>
                  </a:cubicBezTo>
                  <a:cubicBezTo>
                    <a:pt x="50679" y="28069"/>
                    <a:pt x="46735" y="23414"/>
                    <a:pt x="42026" y="19621"/>
                  </a:cubicBezTo>
                  <a:cubicBezTo>
                    <a:pt x="37365" y="15760"/>
                    <a:pt x="31897" y="12994"/>
                    <a:pt x="26024" y="11525"/>
                  </a:cubicBezTo>
                  <a:cubicBezTo>
                    <a:pt x="23078" y="10873"/>
                    <a:pt x="20084" y="10459"/>
                    <a:pt x="17071" y="10287"/>
                  </a:cubicBezTo>
                  <a:lnTo>
                    <a:pt x="7546" y="10287"/>
                  </a:lnTo>
                  <a:lnTo>
                    <a:pt x="8689" y="9144"/>
                  </a:lnTo>
                  <a:lnTo>
                    <a:pt x="8689" y="37719"/>
                  </a:lnTo>
                  <a:lnTo>
                    <a:pt x="8689" y="66294"/>
                  </a:lnTo>
                  <a:cubicBezTo>
                    <a:pt x="8689" y="75819"/>
                    <a:pt x="8689" y="85344"/>
                    <a:pt x="8689" y="94869"/>
                  </a:cubicBezTo>
                  <a:cubicBezTo>
                    <a:pt x="8689" y="104394"/>
                    <a:pt x="8022" y="112776"/>
                    <a:pt x="7832" y="122206"/>
                  </a:cubicBezTo>
                  <a:close/>
                </a:path>
              </a:pathLst>
            </a:custGeom>
            <a:solidFill>
              <a:srgbClr val="FFFFFF"/>
            </a:solid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FF9832E4-CBD3-4A9D-8F32-D7CB4F0C2910}"/>
                </a:ext>
              </a:extLst>
            </p:cNvPr>
            <p:cNvSpPr/>
            <p:nvPr/>
          </p:nvSpPr>
          <p:spPr>
            <a:xfrm>
              <a:off x="11371092" y="431826"/>
              <a:ext cx="90316" cy="162570"/>
            </a:xfrm>
            <a:custGeom>
              <a:avLst/>
              <a:gdLst>
                <a:gd name="connsiteX0" fmla="*/ 8287 w 47625"/>
                <a:gd name="connsiteY0" fmla="*/ 7144 h 85725"/>
                <a:gd name="connsiteX1" fmla="*/ 8763 w 47625"/>
                <a:gd name="connsiteY1" fmla="*/ 26194 h 85725"/>
                <a:gd name="connsiteX2" fmla="*/ 8763 w 47625"/>
                <a:gd name="connsiteY2" fmla="*/ 45244 h 85725"/>
                <a:gd name="connsiteX3" fmla="*/ 8763 w 47625"/>
                <a:gd name="connsiteY3" fmla="*/ 64294 h 85725"/>
                <a:gd name="connsiteX4" fmla="*/ 8763 w 47625"/>
                <a:gd name="connsiteY4" fmla="*/ 83344 h 85725"/>
                <a:gd name="connsiteX5" fmla="*/ 8192 w 47625"/>
                <a:gd name="connsiteY5" fmla="*/ 81629 h 85725"/>
                <a:gd name="connsiteX6" fmla="*/ 21622 w 47625"/>
                <a:gd name="connsiteY6" fmla="*/ 78200 h 85725"/>
                <a:gd name="connsiteX7" fmla="*/ 32766 w 47625"/>
                <a:gd name="connsiteY7" fmla="*/ 70199 h 85725"/>
                <a:gd name="connsiteX8" fmla="*/ 37147 w 47625"/>
                <a:gd name="connsiteY8" fmla="*/ 64770 h 85725"/>
                <a:gd name="connsiteX9" fmla="*/ 40291 w 47625"/>
                <a:gd name="connsiteY9" fmla="*/ 58674 h 85725"/>
                <a:gd name="connsiteX10" fmla="*/ 42863 w 47625"/>
                <a:gd name="connsiteY10" fmla="*/ 45149 h 85725"/>
                <a:gd name="connsiteX11" fmla="*/ 42386 w 47625"/>
                <a:gd name="connsiteY11" fmla="*/ 38195 h 85725"/>
                <a:gd name="connsiteX12" fmla="*/ 40672 w 47625"/>
                <a:gd name="connsiteY12" fmla="*/ 31433 h 85725"/>
                <a:gd name="connsiteX13" fmla="*/ 37528 w 47625"/>
                <a:gd name="connsiteY13" fmla="*/ 25146 h 85725"/>
                <a:gd name="connsiteX14" fmla="*/ 33242 w 47625"/>
                <a:gd name="connsiteY14" fmla="*/ 19717 h 85725"/>
                <a:gd name="connsiteX15" fmla="*/ 27908 w 47625"/>
                <a:gd name="connsiteY15" fmla="*/ 15050 h 85725"/>
                <a:gd name="connsiteX16" fmla="*/ 21907 w 47625"/>
                <a:gd name="connsiteY16" fmla="*/ 11430 h 85725"/>
                <a:gd name="connsiteX17" fmla="*/ 8287 w 47625"/>
                <a:gd name="connsiteY17" fmla="*/ 7144 h 85725"/>
                <a:gd name="connsiteX18" fmla="*/ 8287 w 47625"/>
                <a:gd name="connsiteY18" fmla="*/ 7144 h 85725"/>
                <a:gd name="connsiteX19" fmla="*/ 22193 w 47625"/>
                <a:gd name="connsiteY19" fmla="*/ 10382 h 85725"/>
                <a:gd name="connsiteX20" fmla="*/ 28575 w 47625"/>
                <a:gd name="connsiteY20" fmla="*/ 13811 h 85725"/>
                <a:gd name="connsiteX21" fmla="*/ 34195 w 47625"/>
                <a:gd name="connsiteY21" fmla="*/ 18479 h 85725"/>
                <a:gd name="connsiteX22" fmla="*/ 38862 w 47625"/>
                <a:gd name="connsiteY22" fmla="*/ 24479 h 85725"/>
                <a:gd name="connsiteX23" fmla="*/ 42291 w 47625"/>
                <a:gd name="connsiteY23" fmla="*/ 30956 h 85725"/>
                <a:gd name="connsiteX24" fmla="*/ 44291 w 47625"/>
                <a:gd name="connsiteY24" fmla="*/ 38005 h 85725"/>
                <a:gd name="connsiteX25" fmla="*/ 44958 w 47625"/>
                <a:gd name="connsiteY25" fmla="*/ 45339 h 85725"/>
                <a:gd name="connsiteX26" fmla="*/ 42386 w 47625"/>
                <a:gd name="connsiteY26" fmla="*/ 59722 h 85725"/>
                <a:gd name="connsiteX27" fmla="*/ 39053 w 47625"/>
                <a:gd name="connsiteY27" fmla="*/ 66294 h 85725"/>
                <a:gd name="connsiteX28" fmla="*/ 34576 w 47625"/>
                <a:gd name="connsiteY28" fmla="*/ 72104 h 85725"/>
                <a:gd name="connsiteX29" fmla="*/ 28956 w 47625"/>
                <a:gd name="connsiteY29" fmla="*/ 76962 h 85725"/>
                <a:gd name="connsiteX30" fmla="*/ 22574 w 47625"/>
                <a:gd name="connsiteY30" fmla="*/ 80582 h 85725"/>
                <a:gd name="connsiteX31" fmla="*/ 8382 w 47625"/>
                <a:gd name="connsiteY31" fmla="*/ 84106 h 85725"/>
                <a:gd name="connsiteX32" fmla="*/ 7144 w 47625"/>
                <a:gd name="connsiteY32" fmla="*/ 84106 h 85725"/>
                <a:gd name="connsiteX33" fmla="*/ 7144 w 47625"/>
                <a:gd name="connsiteY33" fmla="*/ 64008 h 85725"/>
                <a:gd name="connsiteX34" fmla="*/ 7144 w 47625"/>
                <a:gd name="connsiteY34" fmla="*/ 44958 h 85725"/>
                <a:gd name="connsiteX35" fmla="*/ 7144 w 47625"/>
                <a:gd name="connsiteY35" fmla="*/ 25908 h 85725"/>
                <a:gd name="connsiteX36" fmla="*/ 8287 w 47625"/>
                <a:gd name="connsiteY36"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7625" h="85725">
                  <a:moveTo>
                    <a:pt x="8287" y="7144"/>
                  </a:moveTo>
                  <a:cubicBezTo>
                    <a:pt x="8287" y="13430"/>
                    <a:pt x="8287" y="19717"/>
                    <a:pt x="8763" y="26194"/>
                  </a:cubicBezTo>
                  <a:cubicBezTo>
                    <a:pt x="9239" y="32671"/>
                    <a:pt x="8763" y="38767"/>
                    <a:pt x="8763" y="45244"/>
                  </a:cubicBezTo>
                  <a:cubicBezTo>
                    <a:pt x="8763" y="51721"/>
                    <a:pt x="8763" y="57721"/>
                    <a:pt x="8763" y="64294"/>
                  </a:cubicBezTo>
                  <a:lnTo>
                    <a:pt x="8763" y="83344"/>
                  </a:lnTo>
                  <a:lnTo>
                    <a:pt x="8192" y="81629"/>
                  </a:lnTo>
                  <a:cubicBezTo>
                    <a:pt x="12832" y="81267"/>
                    <a:pt x="17375" y="80107"/>
                    <a:pt x="21622" y="78200"/>
                  </a:cubicBezTo>
                  <a:cubicBezTo>
                    <a:pt x="25819" y="76278"/>
                    <a:pt x="29603" y="73561"/>
                    <a:pt x="32766" y="70199"/>
                  </a:cubicBezTo>
                  <a:cubicBezTo>
                    <a:pt x="34380" y="68519"/>
                    <a:pt x="35846" y="66702"/>
                    <a:pt x="37147" y="64770"/>
                  </a:cubicBezTo>
                  <a:cubicBezTo>
                    <a:pt x="38401" y="62851"/>
                    <a:pt x="39455" y="60808"/>
                    <a:pt x="40291" y="58674"/>
                  </a:cubicBezTo>
                  <a:cubicBezTo>
                    <a:pt x="41948" y="54355"/>
                    <a:pt x="42819" y="49774"/>
                    <a:pt x="42863" y="45149"/>
                  </a:cubicBezTo>
                  <a:cubicBezTo>
                    <a:pt x="42849" y="42823"/>
                    <a:pt x="42690" y="40501"/>
                    <a:pt x="42386" y="38195"/>
                  </a:cubicBezTo>
                  <a:cubicBezTo>
                    <a:pt x="42018" y="35894"/>
                    <a:pt x="41444" y="33631"/>
                    <a:pt x="40672" y="31433"/>
                  </a:cubicBezTo>
                  <a:cubicBezTo>
                    <a:pt x="39856" y="29229"/>
                    <a:pt x="38802" y="27121"/>
                    <a:pt x="37528" y="25146"/>
                  </a:cubicBezTo>
                  <a:cubicBezTo>
                    <a:pt x="36267" y="23210"/>
                    <a:pt x="34833" y="21393"/>
                    <a:pt x="33242" y="19717"/>
                  </a:cubicBezTo>
                  <a:cubicBezTo>
                    <a:pt x="31600" y="18012"/>
                    <a:pt x="29816" y="16451"/>
                    <a:pt x="27908" y="15050"/>
                  </a:cubicBezTo>
                  <a:cubicBezTo>
                    <a:pt x="26058" y="13610"/>
                    <a:pt x="24044" y="12395"/>
                    <a:pt x="21907" y="11430"/>
                  </a:cubicBezTo>
                  <a:cubicBezTo>
                    <a:pt x="17608" y="9325"/>
                    <a:pt x="13017" y="7880"/>
                    <a:pt x="8287" y="7144"/>
                  </a:cubicBezTo>
                  <a:close/>
                  <a:moveTo>
                    <a:pt x="8287" y="7144"/>
                  </a:moveTo>
                  <a:cubicBezTo>
                    <a:pt x="13069" y="7450"/>
                    <a:pt x="17768" y="8545"/>
                    <a:pt x="22193" y="10382"/>
                  </a:cubicBezTo>
                  <a:cubicBezTo>
                    <a:pt x="24427" y="11315"/>
                    <a:pt x="26564" y="12464"/>
                    <a:pt x="28575" y="13811"/>
                  </a:cubicBezTo>
                  <a:cubicBezTo>
                    <a:pt x="30574" y="15210"/>
                    <a:pt x="32453" y="16771"/>
                    <a:pt x="34195" y="18479"/>
                  </a:cubicBezTo>
                  <a:cubicBezTo>
                    <a:pt x="35954" y="20312"/>
                    <a:pt x="37518" y="22323"/>
                    <a:pt x="38862" y="24479"/>
                  </a:cubicBezTo>
                  <a:cubicBezTo>
                    <a:pt x="40246" y="26502"/>
                    <a:pt x="41397" y="28674"/>
                    <a:pt x="42291" y="30956"/>
                  </a:cubicBezTo>
                  <a:cubicBezTo>
                    <a:pt x="43233" y="33219"/>
                    <a:pt x="43904" y="35585"/>
                    <a:pt x="44291" y="38005"/>
                  </a:cubicBezTo>
                  <a:cubicBezTo>
                    <a:pt x="44753" y="40422"/>
                    <a:pt x="44977" y="42878"/>
                    <a:pt x="44958" y="45339"/>
                  </a:cubicBezTo>
                  <a:cubicBezTo>
                    <a:pt x="45011" y="50252"/>
                    <a:pt x="44139" y="55131"/>
                    <a:pt x="42386" y="59722"/>
                  </a:cubicBezTo>
                  <a:cubicBezTo>
                    <a:pt x="41506" y="62022"/>
                    <a:pt x="40389" y="64225"/>
                    <a:pt x="39053" y="66294"/>
                  </a:cubicBezTo>
                  <a:cubicBezTo>
                    <a:pt x="37698" y="68333"/>
                    <a:pt x="36202" y="70274"/>
                    <a:pt x="34576" y="72104"/>
                  </a:cubicBezTo>
                  <a:cubicBezTo>
                    <a:pt x="32837" y="73873"/>
                    <a:pt x="30958" y="75498"/>
                    <a:pt x="28956" y="76962"/>
                  </a:cubicBezTo>
                  <a:cubicBezTo>
                    <a:pt x="26985" y="78426"/>
                    <a:pt x="24842" y="79641"/>
                    <a:pt x="22574" y="80582"/>
                  </a:cubicBezTo>
                  <a:cubicBezTo>
                    <a:pt x="18093" y="82598"/>
                    <a:pt x="13286" y="83792"/>
                    <a:pt x="8382" y="84106"/>
                  </a:cubicBezTo>
                  <a:lnTo>
                    <a:pt x="7144" y="84106"/>
                  </a:lnTo>
                  <a:lnTo>
                    <a:pt x="7144" y="64008"/>
                  </a:lnTo>
                  <a:cubicBezTo>
                    <a:pt x="7144" y="57721"/>
                    <a:pt x="7144" y="51435"/>
                    <a:pt x="7144" y="44958"/>
                  </a:cubicBezTo>
                  <a:cubicBezTo>
                    <a:pt x="7144" y="38481"/>
                    <a:pt x="7144" y="32385"/>
                    <a:pt x="7144" y="25908"/>
                  </a:cubicBezTo>
                  <a:cubicBezTo>
                    <a:pt x="7144" y="19431"/>
                    <a:pt x="8096" y="13430"/>
                    <a:pt x="8287" y="7144"/>
                  </a:cubicBezTo>
                  <a:close/>
                </a:path>
              </a:pathLst>
            </a:custGeom>
            <a:solidFill>
              <a:srgbClr val="FFFFFF"/>
            </a:soli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0734B978-4A65-42A5-95FF-84B4DBCBCA46}"/>
                </a:ext>
              </a:extLst>
            </p:cNvPr>
            <p:cNvSpPr/>
            <p:nvPr/>
          </p:nvSpPr>
          <p:spPr>
            <a:xfrm>
              <a:off x="11517044" y="416822"/>
              <a:ext cx="144506" cy="234823"/>
            </a:xfrm>
            <a:custGeom>
              <a:avLst/>
              <a:gdLst>
                <a:gd name="connsiteX0" fmla="*/ 7144 w 76200"/>
                <a:gd name="connsiteY0" fmla="*/ 120212 h 123825"/>
                <a:gd name="connsiteX1" fmla="*/ 7144 w 76200"/>
                <a:gd name="connsiteY1" fmla="*/ 7150 h 123825"/>
                <a:gd name="connsiteX2" fmla="*/ 14764 w 76200"/>
                <a:gd name="connsiteY2" fmla="*/ 7150 h 123825"/>
                <a:gd name="connsiteX3" fmla="*/ 46863 w 76200"/>
                <a:gd name="connsiteY3" fmla="*/ 16675 h 123825"/>
                <a:gd name="connsiteX4" fmla="*/ 71628 w 76200"/>
                <a:gd name="connsiteY4" fmla="*/ 63157 h 123825"/>
                <a:gd name="connsiteX5" fmla="*/ 54673 w 76200"/>
                <a:gd name="connsiteY5" fmla="*/ 103638 h 123825"/>
                <a:gd name="connsiteX6" fmla="*/ 14097 w 76200"/>
                <a:gd name="connsiteY6" fmla="*/ 120307 h 123825"/>
                <a:gd name="connsiteX7" fmla="*/ 15430 w 76200"/>
                <a:gd name="connsiteY7" fmla="*/ 14865 h 123825"/>
                <a:gd name="connsiteX8" fmla="*/ 15430 w 76200"/>
                <a:gd name="connsiteY8" fmla="*/ 111735 h 123825"/>
                <a:gd name="connsiteX9" fmla="*/ 44005 w 76200"/>
                <a:gd name="connsiteY9" fmla="*/ 102210 h 123825"/>
                <a:gd name="connsiteX10" fmla="*/ 63055 w 76200"/>
                <a:gd name="connsiteY10" fmla="*/ 62967 h 123825"/>
                <a:gd name="connsiteX11" fmla="*/ 44005 w 76200"/>
                <a:gd name="connsiteY11" fmla="*/ 24867 h 123825"/>
                <a:gd name="connsiteX12" fmla="*/ 30480 w 76200"/>
                <a:gd name="connsiteY12" fmla="*/ 17151 h 123825"/>
                <a:gd name="connsiteX13" fmla="*/ 15430 w 76200"/>
                <a:gd name="connsiteY13" fmla="*/ 1486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200" h="123825">
                  <a:moveTo>
                    <a:pt x="7144" y="120212"/>
                  </a:moveTo>
                  <a:lnTo>
                    <a:pt x="7144" y="7150"/>
                  </a:lnTo>
                  <a:lnTo>
                    <a:pt x="14764" y="7150"/>
                  </a:lnTo>
                  <a:cubicBezTo>
                    <a:pt x="26184" y="6978"/>
                    <a:pt x="37385" y="10301"/>
                    <a:pt x="46863" y="16675"/>
                  </a:cubicBezTo>
                  <a:cubicBezTo>
                    <a:pt x="62682" y="26769"/>
                    <a:pt x="72074" y="44397"/>
                    <a:pt x="71628" y="63157"/>
                  </a:cubicBezTo>
                  <a:cubicBezTo>
                    <a:pt x="71878" y="78427"/>
                    <a:pt x="65731" y="93105"/>
                    <a:pt x="54673" y="103638"/>
                  </a:cubicBezTo>
                  <a:cubicBezTo>
                    <a:pt x="44009" y="114528"/>
                    <a:pt x="29337" y="120555"/>
                    <a:pt x="14097" y="120307"/>
                  </a:cubicBezTo>
                  <a:close/>
                  <a:moveTo>
                    <a:pt x="15430" y="14865"/>
                  </a:moveTo>
                  <a:lnTo>
                    <a:pt x="15430" y="111735"/>
                  </a:lnTo>
                  <a:cubicBezTo>
                    <a:pt x="25735" y="111735"/>
                    <a:pt x="35762" y="108392"/>
                    <a:pt x="44005" y="102210"/>
                  </a:cubicBezTo>
                  <a:cubicBezTo>
                    <a:pt x="56325" y="92977"/>
                    <a:pt x="63422" y="78358"/>
                    <a:pt x="63055" y="62967"/>
                  </a:cubicBezTo>
                  <a:cubicBezTo>
                    <a:pt x="63489" y="47877"/>
                    <a:pt x="56337" y="33573"/>
                    <a:pt x="44005" y="24867"/>
                  </a:cubicBezTo>
                  <a:cubicBezTo>
                    <a:pt x="39913" y="21626"/>
                    <a:pt x="35353" y="19025"/>
                    <a:pt x="30480" y="17151"/>
                  </a:cubicBezTo>
                  <a:cubicBezTo>
                    <a:pt x="25628" y="15548"/>
                    <a:pt x="20540" y="14776"/>
                    <a:pt x="15430" y="14865"/>
                  </a:cubicBezTo>
                  <a:close/>
                </a:path>
              </a:pathLst>
            </a:custGeom>
            <a:solidFill>
              <a:srgbClr val="FFFFFF"/>
            </a:solid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CA637DE0-ADE8-4927-B168-5935E6CCCC14}"/>
                </a:ext>
              </a:extLst>
            </p:cNvPr>
            <p:cNvSpPr/>
            <p:nvPr/>
          </p:nvSpPr>
          <p:spPr>
            <a:xfrm>
              <a:off x="11516864" y="413583"/>
              <a:ext cx="144506" cy="234823"/>
            </a:xfrm>
            <a:custGeom>
              <a:avLst/>
              <a:gdLst>
                <a:gd name="connsiteX0" fmla="*/ 7239 w 76200"/>
                <a:gd name="connsiteY0" fmla="*/ 121920 h 123825"/>
                <a:gd name="connsiteX1" fmla="*/ 7239 w 76200"/>
                <a:gd name="connsiteY1" fmla="*/ 93345 h 123825"/>
                <a:gd name="connsiteX2" fmla="*/ 7239 w 76200"/>
                <a:gd name="connsiteY2" fmla="*/ 79248 h 123825"/>
                <a:gd name="connsiteX3" fmla="*/ 7239 w 76200"/>
                <a:gd name="connsiteY3" fmla="*/ 65056 h 123825"/>
                <a:gd name="connsiteX4" fmla="*/ 7239 w 76200"/>
                <a:gd name="connsiteY4" fmla="*/ 36481 h 123825"/>
                <a:gd name="connsiteX5" fmla="*/ 7239 w 76200"/>
                <a:gd name="connsiteY5" fmla="*/ 7144 h 123825"/>
                <a:gd name="connsiteX6" fmla="*/ 8382 w 76200"/>
                <a:gd name="connsiteY6" fmla="*/ 7144 h 123825"/>
                <a:gd name="connsiteX7" fmla="*/ 20574 w 76200"/>
                <a:gd name="connsiteY7" fmla="*/ 7144 h 123825"/>
                <a:gd name="connsiteX8" fmla="*/ 32766 w 76200"/>
                <a:gd name="connsiteY8" fmla="*/ 9144 h 123825"/>
                <a:gd name="connsiteX9" fmla="*/ 44196 w 76200"/>
                <a:gd name="connsiteY9" fmla="*/ 13811 h 123825"/>
                <a:gd name="connsiteX10" fmla="*/ 49435 w 76200"/>
                <a:gd name="connsiteY10" fmla="*/ 17145 h 123825"/>
                <a:gd name="connsiteX11" fmla="*/ 51911 w 76200"/>
                <a:gd name="connsiteY11" fmla="*/ 18859 h 123825"/>
                <a:gd name="connsiteX12" fmla="*/ 54292 w 76200"/>
                <a:gd name="connsiteY12" fmla="*/ 20860 h 123825"/>
                <a:gd name="connsiteX13" fmla="*/ 69151 w 76200"/>
                <a:gd name="connsiteY13" fmla="*/ 40386 h 123825"/>
                <a:gd name="connsiteX14" fmla="*/ 71723 w 76200"/>
                <a:gd name="connsiteY14" fmla="*/ 53150 h 123825"/>
                <a:gd name="connsiteX15" fmla="*/ 72771 w 76200"/>
                <a:gd name="connsiteY15" fmla="*/ 65342 h 123825"/>
                <a:gd name="connsiteX16" fmla="*/ 72771 w 76200"/>
                <a:gd name="connsiteY16" fmla="*/ 68390 h 123825"/>
                <a:gd name="connsiteX17" fmla="*/ 72771 w 76200"/>
                <a:gd name="connsiteY17" fmla="*/ 71533 h 123825"/>
                <a:gd name="connsiteX18" fmla="*/ 71818 w 76200"/>
                <a:gd name="connsiteY18" fmla="*/ 77629 h 123825"/>
                <a:gd name="connsiteX19" fmla="*/ 67913 w 76200"/>
                <a:gd name="connsiteY19" fmla="*/ 89249 h 123825"/>
                <a:gd name="connsiteX20" fmla="*/ 61436 w 76200"/>
                <a:gd name="connsiteY20" fmla="*/ 99632 h 123825"/>
                <a:gd name="connsiteX21" fmla="*/ 52959 w 76200"/>
                <a:gd name="connsiteY21" fmla="*/ 108490 h 123825"/>
                <a:gd name="connsiteX22" fmla="*/ 43434 w 76200"/>
                <a:gd name="connsiteY22" fmla="*/ 115538 h 123825"/>
                <a:gd name="connsiteX23" fmla="*/ 32194 w 76200"/>
                <a:gd name="connsiteY23" fmla="*/ 120206 h 123825"/>
                <a:gd name="connsiteX24" fmla="*/ 20193 w 76200"/>
                <a:gd name="connsiteY24" fmla="*/ 122206 h 123825"/>
                <a:gd name="connsiteX25" fmla="*/ 7239 w 76200"/>
                <a:gd name="connsiteY25" fmla="*/ 121920 h 123825"/>
                <a:gd name="connsiteX26" fmla="*/ 7239 w 76200"/>
                <a:gd name="connsiteY26" fmla="*/ 121920 h 123825"/>
                <a:gd name="connsiteX27" fmla="*/ 19336 w 76200"/>
                <a:gd name="connsiteY27" fmla="*/ 121920 h 123825"/>
                <a:gd name="connsiteX28" fmla="*/ 31147 w 76200"/>
                <a:gd name="connsiteY28" fmla="*/ 119539 h 123825"/>
                <a:gd name="connsiteX29" fmla="*/ 51626 w 76200"/>
                <a:gd name="connsiteY29" fmla="*/ 107537 h 123825"/>
                <a:gd name="connsiteX30" fmla="*/ 59722 w 76200"/>
                <a:gd name="connsiteY30" fmla="*/ 98774 h 123825"/>
                <a:gd name="connsiteX31" fmla="*/ 65818 w 76200"/>
                <a:gd name="connsiteY31" fmla="*/ 88583 h 123825"/>
                <a:gd name="connsiteX32" fmla="*/ 69437 w 76200"/>
                <a:gd name="connsiteY32" fmla="*/ 77248 h 123825"/>
                <a:gd name="connsiteX33" fmla="*/ 70294 w 76200"/>
                <a:gd name="connsiteY33" fmla="*/ 71342 h 123825"/>
                <a:gd name="connsiteX34" fmla="*/ 70295 w 76200"/>
                <a:gd name="connsiteY34" fmla="*/ 68485 h 123825"/>
                <a:gd name="connsiteX35" fmla="*/ 70295 w 76200"/>
                <a:gd name="connsiteY35" fmla="*/ 65437 h 123825"/>
                <a:gd name="connsiteX36" fmla="*/ 69532 w 76200"/>
                <a:gd name="connsiteY36" fmla="*/ 53150 h 123825"/>
                <a:gd name="connsiteX37" fmla="*/ 65913 w 76200"/>
                <a:gd name="connsiteY37" fmla="*/ 41910 h 123825"/>
                <a:gd name="connsiteX38" fmla="*/ 51625 w 76200"/>
                <a:gd name="connsiteY38" fmla="*/ 23336 h 123825"/>
                <a:gd name="connsiteX39" fmla="*/ 49244 w 76200"/>
                <a:gd name="connsiteY39" fmla="*/ 21431 h 123825"/>
                <a:gd name="connsiteX40" fmla="*/ 46863 w 76200"/>
                <a:gd name="connsiteY40" fmla="*/ 19717 h 123825"/>
                <a:gd name="connsiteX41" fmla="*/ 41815 w 76200"/>
                <a:gd name="connsiteY41" fmla="*/ 16573 h 123825"/>
                <a:gd name="connsiteX42" fmla="*/ 30956 w 76200"/>
                <a:gd name="connsiteY42" fmla="*/ 12097 h 123825"/>
                <a:gd name="connsiteX43" fmla="*/ 19145 w 76200"/>
                <a:gd name="connsiteY43" fmla="*/ 10097 h 123825"/>
                <a:gd name="connsiteX44" fmla="*/ 7144 w 76200"/>
                <a:gd name="connsiteY44" fmla="*/ 10096 h 123825"/>
                <a:gd name="connsiteX45" fmla="*/ 8287 w 76200"/>
                <a:gd name="connsiteY45" fmla="*/ 9049 h 123825"/>
                <a:gd name="connsiteX46" fmla="*/ 8287 w 76200"/>
                <a:gd name="connsiteY46" fmla="*/ 37624 h 123825"/>
                <a:gd name="connsiteX47" fmla="*/ 8287 w 76200"/>
                <a:gd name="connsiteY47" fmla="*/ 66199 h 123825"/>
                <a:gd name="connsiteX48" fmla="*/ 8287 w 76200"/>
                <a:gd name="connsiteY48" fmla="*/ 80391 h 123825"/>
                <a:gd name="connsiteX49" fmla="*/ 8287 w 76200"/>
                <a:gd name="connsiteY49" fmla="*/ 94488 h 123825"/>
                <a:gd name="connsiteX50" fmla="*/ 7239 w 76200"/>
                <a:gd name="connsiteY50" fmla="*/ 12192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6200" h="123825">
                  <a:moveTo>
                    <a:pt x="7239" y="121920"/>
                  </a:moveTo>
                  <a:cubicBezTo>
                    <a:pt x="7239" y="112395"/>
                    <a:pt x="7239" y="102870"/>
                    <a:pt x="7239" y="93345"/>
                  </a:cubicBezTo>
                  <a:lnTo>
                    <a:pt x="7239" y="79248"/>
                  </a:lnTo>
                  <a:lnTo>
                    <a:pt x="7239" y="65056"/>
                  </a:lnTo>
                  <a:lnTo>
                    <a:pt x="7239" y="36481"/>
                  </a:lnTo>
                  <a:lnTo>
                    <a:pt x="7239" y="7144"/>
                  </a:lnTo>
                  <a:lnTo>
                    <a:pt x="8382" y="7144"/>
                  </a:lnTo>
                  <a:cubicBezTo>
                    <a:pt x="12382" y="7144"/>
                    <a:pt x="16383" y="7144"/>
                    <a:pt x="20574" y="7144"/>
                  </a:cubicBezTo>
                  <a:cubicBezTo>
                    <a:pt x="24691" y="7432"/>
                    <a:pt x="28773" y="8101"/>
                    <a:pt x="32766" y="9144"/>
                  </a:cubicBezTo>
                  <a:cubicBezTo>
                    <a:pt x="36735" y="10277"/>
                    <a:pt x="40568" y="11843"/>
                    <a:pt x="44196" y="13811"/>
                  </a:cubicBezTo>
                  <a:cubicBezTo>
                    <a:pt x="46019" y="14798"/>
                    <a:pt x="47769" y="15912"/>
                    <a:pt x="49435" y="17145"/>
                  </a:cubicBezTo>
                  <a:lnTo>
                    <a:pt x="51911" y="18859"/>
                  </a:lnTo>
                  <a:lnTo>
                    <a:pt x="54292" y="20860"/>
                  </a:lnTo>
                  <a:cubicBezTo>
                    <a:pt x="60666" y="26154"/>
                    <a:pt x="65748" y="32832"/>
                    <a:pt x="69151" y="40386"/>
                  </a:cubicBezTo>
                  <a:cubicBezTo>
                    <a:pt x="70560" y="44511"/>
                    <a:pt x="71425" y="48801"/>
                    <a:pt x="71723" y="53150"/>
                  </a:cubicBezTo>
                  <a:cubicBezTo>
                    <a:pt x="72454" y="57172"/>
                    <a:pt x="72805" y="61254"/>
                    <a:pt x="72771" y="65342"/>
                  </a:cubicBezTo>
                  <a:cubicBezTo>
                    <a:pt x="72771" y="66389"/>
                    <a:pt x="72771" y="67342"/>
                    <a:pt x="72771" y="68390"/>
                  </a:cubicBezTo>
                  <a:cubicBezTo>
                    <a:pt x="72771" y="69437"/>
                    <a:pt x="72771" y="70485"/>
                    <a:pt x="72771" y="71533"/>
                  </a:cubicBezTo>
                  <a:cubicBezTo>
                    <a:pt x="72586" y="73583"/>
                    <a:pt x="72267" y="75619"/>
                    <a:pt x="71818" y="77629"/>
                  </a:cubicBezTo>
                  <a:cubicBezTo>
                    <a:pt x="70949" y="81634"/>
                    <a:pt x="69639" y="85531"/>
                    <a:pt x="67913" y="89249"/>
                  </a:cubicBezTo>
                  <a:cubicBezTo>
                    <a:pt x="66164" y="92949"/>
                    <a:pt x="63991" y="96434"/>
                    <a:pt x="61436" y="99632"/>
                  </a:cubicBezTo>
                  <a:cubicBezTo>
                    <a:pt x="58936" y="102880"/>
                    <a:pt x="56094" y="105850"/>
                    <a:pt x="52959" y="108490"/>
                  </a:cubicBezTo>
                  <a:cubicBezTo>
                    <a:pt x="50083" y="111218"/>
                    <a:pt x="46884" y="113585"/>
                    <a:pt x="43434" y="115538"/>
                  </a:cubicBezTo>
                  <a:cubicBezTo>
                    <a:pt x="39880" y="117522"/>
                    <a:pt x="36108" y="119088"/>
                    <a:pt x="32194" y="120206"/>
                  </a:cubicBezTo>
                  <a:cubicBezTo>
                    <a:pt x="28288" y="121348"/>
                    <a:pt x="24259" y="122020"/>
                    <a:pt x="20193" y="122206"/>
                  </a:cubicBezTo>
                  <a:cubicBezTo>
                    <a:pt x="15335" y="122206"/>
                    <a:pt x="11239" y="122015"/>
                    <a:pt x="7239" y="121920"/>
                  </a:cubicBezTo>
                  <a:close/>
                  <a:moveTo>
                    <a:pt x="7239" y="121920"/>
                  </a:moveTo>
                  <a:cubicBezTo>
                    <a:pt x="11239" y="121920"/>
                    <a:pt x="15335" y="121920"/>
                    <a:pt x="19336" y="121920"/>
                  </a:cubicBezTo>
                  <a:cubicBezTo>
                    <a:pt x="23346" y="121550"/>
                    <a:pt x="27306" y="120751"/>
                    <a:pt x="31147" y="119539"/>
                  </a:cubicBezTo>
                  <a:cubicBezTo>
                    <a:pt x="38757" y="117058"/>
                    <a:pt x="45742" y="112965"/>
                    <a:pt x="51626" y="107537"/>
                  </a:cubicBezTo>
                  <a:cubicBezTo>
                    <a:pt x="54639" y="104923"/>
                    <a:pt x="57354" y="101984"/>
                    <a:pt x="59722" y="98774"/>
                  </a:cubicBezTo>
                  <a:cubicBezTo>
                    <a:pt x="62167" y="95642"/>
                    <a:pt x="64215" y="92219"/>
                    <a:pt x="65818" y="88583"/>
                  </a:cubicBezTo>
                  <a:cubicBezTo>
                    <a:pt x="67451" y="84954"/>
                    <a:pt x="68665" y="81151"/>
                    <a:pt x="69437" y="77248"/>
                  </a:cubicBezTo>
                  <a:cubicBezTo>
                    <a:pt x="69823" y="75295"/>
                    <a:pt x="70109" y="73324"/>
                    <a:pt x="70294" y="71342"/>
                  </a:cubicBezTo>
                  <a:cubicBezTo>
                    <a:pt x="70295" y="70390"/>
                    <a:pt x="70295" y="69437"/>
                    <a:pt x="70295" y="68485"/>
                  </a:cubicBezTo>
                  <a:cubicBezTo>
                    <a:pt x="70295" y="67532"/>
                    <a:pt x="70295" y="66389"/>
                    <a:pt x="70295" y="65437"/>
                  </a:cubicBezTo>
                  <a:cubicBezTo>
                    <a:pt x="70398" y="61327"/>
                    <a:pt x="70143" y="57215"/>
                    <a:pt x="69532" y="53150"/>
                  </a:cubicBezTo>
                  <a:cubicBezTo>
                    <a:pt x="68774" y="49273"/>
                    <a:pt x="67559" y="45500"/>
                    <a:pt x="65913" y="41910"/>
                  </a:cubicBezTo>
                  <a:cubicBezTo>
                    <a:pt x="62608" y="34723"/>
                    <a:pt x="57725" y="28374"/>
                    <a:pt x="51625" y="23336"/>
                  </a:cubicBezTo>
                  <a:lnTo>
                    <a:pt x="49244" y="21431"/>
                  </a:lnTo>
                  <a:lnTo>
                    <a:pt x="46863" y="19717"/>
                  </a:lnTo>
                  <a:cubicBezTo>
                    <a:pt x="45238" y="18580"/>
                    <a:pt x="43552" y="17530"/>
                    <a:pt x="41815" y="16573"/>
                  </a:cubicBezTo>
                  <a:cubicBezTo>
                    <a:pt x="38387" y="14653"/>
                    <a:pt x="34741" y="13150"/>
                    <a:pt x="30956" y="12097"/>
                  </a:cubicBezTo>
                  <a:cubicBezTo>
                    <a:pt x="27106" y="10994"/>
                    <a:pt x="23144" y="10323"/>
                    <a:pt x="19145" y="10097"/>
                  </a:cubicBezTo>
                  <a:cubicBezTo>
                    <a:pt x="15240" y="10096"/>
                    <a:pt x="11144" y="10096"/>
                    <a:pt x="7144" y="10096"/>
                  </a:cubicBezTo>
                  <a:lnTo>
                    <a:pt x="8287" y="9049"/>
                  </a:lnTo>
                  <a:lnTo>
                    <a:pt x="8287" y="37624"/>
                  </a:lnTo>
                  <a:lnTo>
                    <a:pt x="8287" y="66199"/>
                  </a:lnTo>
                  <a:lnTo>
                    <a:pt x="8287" y="80391"/>
                  </a:lnTo>
                  <a:lnTo>
                    <a:pt x="8287" y="94488"/>
                  </a:lnTo>
                  <a:cubicBezTo>
                    <a:pt x="7525" y="103061"/>
                    <a:pt x="7429" y="112490"/>
                    <a:pt x="7239" y="121920"/>
                  </a:cubicBezTo>
                  <a:close/>
                </a:path>
              </a:pathLst>
            </a:custGeom>
            <a:solidFill>
              <a:srgbClr val="FFFFFF"/>
            </a:solid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94FBD9A-8993-4D36-9D8D-60844A268D7D}"/>
                </a:ext>
              </a:extLst>
            </p:cNvPr>
            <p:cNvSpPr/>
            <p:nvPr/>
          </p:nvSpPr>
          <p:spPr>
            <a:xfrm>
              <a:off x="11530592" y="431363"/>
              <a:ext cx="108380" cy="198696"/>
            </a:xfrm>
            <a:custGeom>
              <a:avLst/>
              <a:gdLst>
                <a:gd name="connsiteX0" fmla="*/ 8287 w 57150"/>
                <a:gd name="connsiteY0" fmla="*/ 7197 h 104775"/>
                <a:gd name="connsiteX1" fmla="*/ 8763 w 57150"/>
                <a:gd name="connsiteY1" fmla="*/ 31486 h 104775"/>
                <a:gd name="connsiteX2" fmla="*/ 8763 w 57150"/>
                <a:gd name="connsiteY2" fmla="*/ 55680 h 104775"/>
                <a:gd name="connsiteX3" fmla="*/ 8763 w 57150"/>
                <a:gd name="connsiteY3" fmla="*/ 79873 h 104775"/>
                <a:gd name="connsiteX4" fmla="*/ 8763 w 57150"/>
                <a:gd name="connsiteY4" fmla="*/ 104067 h 104775"/>
                <a:gd name="connsiteX5" fmla="*/ 7620 w 57150"/>
                <a:gd name="connsiteY5" fmla="*/ 102924 h 104775"/>
                <a:gd name="connsiteX6" fmla="*/ 17145 w 57150"/>
                <a:gd name="connsiteY6" fmla="*/ 101876 h 104775"/>
                <a:gd name="connsiteX7" fmla="*/ 25908 w 57150"/>
                <a:gd name="connsiteY7" fmla="*/ 99114 h 104775"/>
                <a:gd name="connsiteX8" fmla="*/ 34004 w 57150"/>
                <a:gd name="connsiteY8" fmla="*/ 94637 h 104775"/>
                <a:gd name="connsiteX9" fmla="*/ 35814 w 57150"/>
                <a:gd name="connsiteY9" fmla="*/ 93303 h 104775"/>
                <a:gd name="connsiteX10" fmla="*/ 37624 w 57150"/>
                <a:gd name="connsiteY10" fmla="*/ 91779 h 104775"/>
                <a:gd name="connsiteX11" fmla="*/ 41053 w 57150"/>
                <a:gd name="connsiteY11" fmla="*/ 88731 h 104775"/>
                <a:gd name="connsiteX12" fmla="*/ 46958 w 57150"/>
                <a:gd name="connsiteY12" fmla="*/ 81683 h 104775"/>
                <a:gd name="connsiteX13" fmla="*/ 51340 w 57150"/>
                <a:gd name="connsiteY13" fmla="*/ 73587 h 104775"/>
                <a:gd name="connsiteX14" fmla="*/ 53912 w 57150"/>
                <a:gd name="connsiteY14" fmla="*/ 64728 h 104775"/>
                <a:gd name="connsiteX15" fmla="*/ 54769 w 57150"/>
                <a:gd name="connsiteY15" fmla="*/ 55203 h 104775"/>
                <a:gd name="connsiteX16" fmla="*/ 54102 w 57150"/>
                <a:gd name="connsiteY16" fmla="*/ 45678 h 104775"/>
                <a:gd name="connsiteX17" fmla="*/ 51626 w 57150"/>
                <a:gd name="connsiteY17" fmla="*/ 36725 h 104775"/>
                <a:gd name="connsiteX18" fmla="*/ 47339 w 57150"/>
                <a:gd name="connsiteY18" fmla="*/ 28533 h 104775"/>
                <a:gd name="connsiteX19" fmla="*/ 41339 w 57150"/>
                <a:gd name="connsiteY19" fmla="*/ 21390 h 104775"/>
                <a:gd name="connsiteX20" fmla="*/ 34195 w 57150"/>
                <a:gd name="connsiteY20" fmla="*/ 15389 h 104775"/>
                <a:gd name="connsiteX21" fmla="*/ 26289 w 57150"/>
                <a:gd name="connsiteY21" fmla="*/ 10531 h 104775"/>
                <a:gd name="connsiteX22" fmla="*/ 17431 w 57150"/>
                <a:gd name="connsiteY22" fmla="*/ 7483 h 104775"/>
                <a:gd name="connsiteX23" fmla="*/ 8287 w 57150"/>
                <a:gd name="connsiteY23" fmla="*/ 7197 h 104775"/>
                <a:gd name="connsiteX24" fmla="*/ 8287 w 57150"/>
                <a:gd name="connsiteY24" fmla="*/ 7197 h 104775"/>
                <a:gd name="connsiteX25" fmla="*/ 17812 w 57150"/>
                <a:gd name="connsiteY25" fmla="*/ 7769 h 104775"/>
                <a:gd name="connsiteX26" fmla="*/ 27337 w 57150"/>
                <a:gd name="connsiteY26" fmla="*/ 10436 h 104775"/>
                <a:gd name="connsiteX27" fmla="*/ 35623 w 57150"/>
                <a:gd name="connsiteY27" fmla="*/ 15198 h 104775"/>
                <a:gd name="connsiteX28" fmla="*/ 43053 w 57150"/>
                <a:gd name="connsiteY28" fmla="*/ 21104 h 104775"/>
                <a:gd name="connsiteX29" fmla="*/ 49435 w 57150"/>
                <a:gd name="connsiteY29" fmla="*/ 28343 h 104775"/>
                <a:gd name="connsiteX30" fmla="*/ 54102 w 57150"/>
                <a:gd name="connsiteY30" fmla="*/ 36725 h 104775"/>
                <a:gd name="connsiteX31" fmla="*/ 56864 w 57150"/>
                <a:gd name="connsiteY31" fmla="*/ 46250 h 104775"/>
                <a:gd name="connsiteX32" fmla="*/ 57721 w 57150"/>
                <a:gd name="connsiteY32" fmla="*/ 55775 h 104775"/>
                <a:gd name="connsiteX33" fmla="*/ 56864 w 57150"/>
                <a:gd name="connsiteY33" fmla="*/ 65300 h 104775"/>
                <a:gd name="connsiteX34" fmla="*/ 54197 w 57150"/>
                <a:gd name="connsiteY34" fmla="*/ 74825 h 104775"/>
                <a:gd name="connsiteX35" fmla="*/ 49720 w 57150"/>
                <a:gd name="connsiteY35" fmla="*/ 83397 h 104775"/>
                <a:gd name="connsiteX36" fmla="*/ 43529 w 57150"/>
                <a:gd name="connsiteY36" fmla="*/ 90827 h 104775"/>
                <a:gd name="connsiteX37" fmla="*/ 39910 w 57150"/>
                <a:gd name="connsiteY37" fmla="*/ 94065 h 104775"/>
                <a:gd name="connsiteX38" fmla="*/ 38100 w 57150"/>
                <a:gd name="connsiteY38" fmla="*/ 95589 h 104775"/>
                <a:gd name="connsiteX39" fmla="*/ 36100 w 57150"/>
                <a:gd name="connsiteY39" fmla="*/ 97018 h 104775"/>
                <a:gd name="connsiteX40" fmla="*/ 27623 w 57150"/>
                <a:gd name="connsiteY40" fmla="*/ 101685 h 104775"/>
                <a:gd name="connsiteX41" fmla="*/ 18098 w 57150"/>
                <a:gd name="connsiteY41" fmla="*/ 104543 h 104775"/>
                <a:gd name="connsiteX42" fmla="*/ 8573 w 57150"/>
                <a:gd name="connsiteY42" fmla="*/ 105591 h 104775"/>
                <a:gd name="connsiteX43" fmla="*/ 7144 w 57150"/>
                <a:gd name="connsiteY43" fmla="*/ 105591 h 104775"/>
                <a:gd name="connsiteX44" fmla="*/ 7144 w 57150"/>
                <a:gd name="connsiteY44" fmla="*/ 80159 h 104775"/>
                <a:gd name="connsiteX45" fmla="*/ 7144 w 57150"/>
                <a:gd name="connsiteY45" fmla="*/ 55965 h 104775"/>
                <a:gd name="connsiteX46" fmla="*/ 7144 w 57150"/>
                <a:gd name="connsiteY46" fmla="*/ 31772 h 104775"/>
                <a:gd name="connsiteX47" fmla="*/ 8287 w 57150"/>
                <a:gd name="connsiteY47" fmla="*/ 7197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7150" h="104775">
                  <a:moveTo>
                    <a:pt x="8287" y="7197"/>
                  </a:moveTo>
                  <a:cubicBezTo>
                    <a:pt x="8287" y="15294"/>
                    <a:pt x="8287" y="23390"/>
                    <a:pt x="8763" y="31486"/>
                  </a:cubicBezTo>
                  <a:cubicBezTo>
                    <a:pt x="9239" y="39582"/>
                    <a:pt x="8763" y="47583"/>
                    <a:pt x="8763" y="55680"/>
                  </a:cubicBezTo>
                  <a:lnTo>
                    <a:pt x="8763" y="79873"/>
                  </a:lnTo>
                  <a:lnTo>
                    <a:pt x="8763" y="104067"/>
                  </a:lnTo>
                  <a:lnTo>
                    <a:pt x="7620" y="102924"/>
                  </a:lnTo>
                  <a:cubicBezTo>
                    <a:pt x="10818" y="102836"/>
                    <a:pt x="14004" y="102485"/>
                    <a:pt x="17145" y="101876"/>
                  </a:cubicBezTo>
                  <a:cubicBezTo>
                    <a:pt x="20142" y="101214"/>
                    <a:pt x="23074" y="100290"/>
                    <a:pt x="25908" y="99114"/>
                  </a:cubicBezTo>
                  <a:cubicBezTo>
                    <a:pt x="28735" y="97867"/>
                    <a:pt x="31445" y="96369"/>
                    <a:pt x="34004" y="94637"/>
                  </a:cubicBezTo>
                  <a:lnTo>
                    <a:pt x="35814" y="93303"/>
                  </a:lnTo>
                  <a:lnTo>
                    <a:pt x="37624" y="91779"/>
                  </a:lnTo>
                  <a:cubicBezTo>
                    <a:pt x="38767" y="90827"/>
                    <a:pt x="40005" y="89779"/>
                    <a:pt x="41053" y="88731"/>
                  </a:cubicBezTo>
                  <a:cubicBezTo>
                    <a:pt x="43250" y="86583"/>
                    <a:pt x="45228" y="84222"/>
                    <a:pt x="46958" y="81683"/>
                  </a:cubicBezTo>
                  <a:cubicBezTo>
                    <a:pt x="48695" y="79143"/>
                    <a:pt x="50164" y="76430"/>
                    <a:pt x="51340" y="73587"/>
                  </a:cubicBezTo>
                  <a:cubicBezTo>
                    <a:pt x="52482" y="70724"/>
                    <a:pt x="53343" y="67757"/>
                    <a:pt x="53912" y="64728"/>
                  </a:cubicBezTo>
                  <a:cubicBezTo>
                    <a:pt x="54502" y="61588"/>
                    <a:pt x="54789" y="58398"/>
                    <a:pt x="54769" y="55203"/>
                  </a:cubicBezTo>
                  <a:cubicBezTo>
                    <a:pt x="54804" y="52015"/>
                    <a:pt x="54581" y="48830"/>
                    <a:pt x="54102" y="45678"/>
                  </a:cubicBezTo>
                  <a:cubicBezTo>
                    <a:pt x="53613" y="42611"/>
                    <a:pt x="52782" y="39608"/>
                    <a:pt x="51626" y="36725"/>
                  </a:cubicBezTo>
                  <a:cubicBezTo>
                    <a:pt x="50484" y="33853"/>
                    <a:pt x="49047" y="31108"/>
                    <a:pt x="47339" y="28533"/>
                  </a:cubicBezTo>
                  <a:cubicBezTo>
                    <a:pt x="45606" y="25940"/>
                    <a:pt x="43594" y="23544"/>
                    <a:pt x="41339" y="21390"/>
                  </a:cubicBezTo>
                  <a:cubicBezTo>
                    <a:pt x="39085" y="19242"/>
                    <a:pt x="36699" y="17237"/>
                    <a:pt x="34195" y="15389"/>
                  </a:cubicBezTo>
                  <a:cubicBezTo>
                    <a:pt x="31710" y="13536"/>
                    <a:pt x="29064" y="11911"/>
                    <a:pt x="26289" y="10531"/>
                  </a:cubicBezTo>
                  <a:cubicBezTo>
                    <a:pt x="23492" y="9108"/>
                    <a:pt x="20511" y="8082"/>
                    <a:pt x="17431" y="7483"/>
                  </a:cubicBezTo>
                  <a:cubicBezTo>
                    <a:pt x="14394" y="7167"/>
                    <a:pt x="11338" y="7072"/>
                    <a:pt x="8287" y="7197"/>
                  </a:cubicBezTo>
                  <a:close/>
                  <a:moveTo>
                    <a:pt x="8287" y="7197"/>
                  </a:moveTo>
                  <a:cubicBezTo>
                    <a:pt x="11472" y="7142"/>
                    <a:pt x="14656" y="7334"/>
                    <a:pt x="17812" y="7769"/>
                  </a:cubicBezTo>
                  <a:cubicBezTo>
                    <a:pt x="21101" y="8183"/>
                    <a:pt x="24311" y="9082"/>
                    <a:pt x="27337" y="10436"/>
                  </a:cubicBezTo>
                  <a:cubicBezTo>
                    <a:pt x="30232" y="11780"/>
                    <a:pt x="33005" y="13373"/>
                    <a:pt x="35623" y="15198"/>
                  </a:cubicBezTo>
                  <a:cubicBezTo>
                    <a:pt x="38266" y="16948"/>
                    <a:pt x="40752" y="18924"/>
                    <a:pt x="43053" y="21104"/>
                  </a:cubicBezTo>
                  <a:cubicBezTo>
                    <a:pt x="45427" y="23288"/>
                    <a:pt x="47565" y="25714"/>
                    <a:pt x="49435" y="28343"/>
                  </a:cubicBezTo>
                  <a:cubicBezTo>
                    <a:pt x="51285" y="30962"/>
                    <a:pt x="52850" y="33772"/>
                    <a:pt x="54102" y="36725"/>
                  </a:cubicBezTo>
                  <a:cubicBezTo>
                    <a:pt x="55372" y="39788"/>
                    <a:pt x="56298" y="42982"/>
                    <a:pt x="56864" y="46250"/>
                  </a:cubicBezTo>
                  <a:cubicBezTo>
                    <a:pt x="57385" y="49399"/>
                    <a:pt x="57672" y="52583"/>
                    <a:pt x="57721" y="55775"/>
                  </a:cubicBezTo>
                  <a:cubicBezTo>
                    <a:pt x="57720" y="58969"/>
                    <a:pt x="57433" y="62157"/>
                    <a:pt x="56864" y="65300"/>
                  </a:cubicBezTo>
                  <a:cubicBezTo>
                    <a:pt x="56325" y="68562"/>
                    <a:pt x="55430" y="71756"/>
                    <a:pt x="54197" y="74825"/>
                  </a:cubicBezTo>
                  <a:cubicBezTo>
                    <a:pt x="52934" y="77796"/>
                    <a:pt x="51437" y="80662"/>
                    <a:pt x="49720" y="83397"/>
                  </a:cubicBezTo>
                  <a:cubicBezTo>
                    <a:pt x="47896" y="86063"/>
                    <a:pt x="45823" y="88551"/>
                    <a:pt x="43529" y="90827"/>
                  </a:cubicBezTo>
                  <a:cubicBezTo>
                    <a:pt x="42386" y="91970"/>
                    <a:pt x="41148" y="93018"/>
                    <a:pt x="39910" y="94065"/>
                  </a:cubicBezTo>
                  <a:lnTo>
                    <a:pt x="38100" y="95589"/>
                  </a:lnTo>
                  <a:lnTo>
                    <a:pt x="36100" y="97018"/>
                  </a:lnTo>
                  <a:cubicBezTo>
                    <a:pt x="33447" y="98869"/>
                    <a:pt x="30605" y="100434"/>
                    <a:pt x="27623" y="101685"/>
                  </a:cubicBezTo>
                  <a:cubicBezTo>
                    <a:pt x="24546" y="102940"/>
                    <a:pt x="21357" y="103897"/>
                    <a:pt x="18098" y="104543"/>
                  </a:cubicBezTo>
                  <a:cubicBezTo>
                    <a:pt x="14960" y="105174"/>
                    <a:pt x="11772" y="105524"/>
                    <a:pt x="8573" y="105591"/>
                  </a:cubicBezTo>
                  <a:lnTo>
                    <a:pt x="7144" y="105591"/>
                  </a:lnTo>
                  <a:lnTo>
                    <a:pt x="7144" y="80159"/>
                  </a:lnTo>
                  <a:lnTo>
                    <a:pt x="7144" y="55965"/>
                  </a:lnTo>
                  <a:cubicBezTo>
                    <a:pt x="7144" y="47869"/>
                    <a:pt x="7144" y="39773"/>
                    <a:pt x="7144" y="31772"/>
                  </a:cubicBezTo>
                  <a:cubicBezTo>
                    <a:pt x="7144" y="23771"/>
                    <a:pt x="8096" y="15198"/>
                    <a:pt x="8287" y="7197"/>
                  </a:cubicBezTo>
                  <a:close/>
                </a:path>
              </a:pathLst>
            </a:custGeom>
            <a:solidFill>
              <a:srgbClr val="FFFFFF"/>
            </a:solid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894AD02E-586A-4A48-9451-9B950D88171E}"/>
                </a:ext>
              </a:extLst>
            </p:cNvPr>
            <p:cNvSpPr/>
            <p:nvPr/>
          </p:nvSpPr>
          <p:spPr>
            <a:xfrm>
              <a:off x="11702192" y="416827"/>
              <a:ext cx="108380" cy="234823"/>
            </a:xfrm>
            <a:custGeom>
              <a:avLst/>
              <a:gdLst>
                <a:gd name="connsiteX0" fmla="*/ 57436 w 57150"/>
                <a:gd name="connsiteY0" fmla="*/ 120209 h 123825"/>
                <a:gd name="connsiteX1" fmla="*/ 44387 w 57150"/>
                <a:gd name="connsiteY1" fmla="*/ 120209 h 123825"/>
                <a:gd name="connsiteX2" fmla="*/ 15145 w 57150"/>
                <a:gd name="connsiteY2" fmla="*/ 95825 h 123825"/>
                <a:gd name="connsiteX3" fmla="*/ 15145 w 57150"/>
                <a:gd name="connsiteY3" fmla="*/ 120209 h 123825"/>
                <a:gd name="connsiteX4" fmla="*/ 7144 w 57150"/>
                <a:gd name="connsiteY4" fmla="*/ 120209 h 123825"/>
                <a:gd name="connsiteX5" fmla="*/ 7144 w 57150"/>
                <a:gd name="connsiteY5" fmla="*/ 7147 h 123825"/>
                <a:gd name="connsiteX6" fmla="*/ 13240 w 57150"/>
                <a:gd name="connsiteY6" fmla="*/ 7147 h 123825"/>
                <a:gd name="connsiteX7" fmla="*/ 45244 w 57150"/>
                <a:gd name="connsiteY7" fmla="*/ 20197 h 123825"/>
                <a:gd name="connsiteX8" fmla="*/ 58579 w 57150"/>
                <a:gd name="connsiteY8" fmla="*/ 51915 h 123825"/>
                <a:gd name="connsiteX9" fmla="*/ 44482 w 57150"/>
                <a:gd name="connsiteY9" fmla="*/ 84776 h 123825"/>
                <a:gd name="connsiteX10" fmla="*/ 27146 w 57150"/>
                <a:gd name="connsiteY10" fmla="*/ 95158 h 123825"/>
                <a:gd name="connsiteX11" fmla="*/ 15145 w 57150"/>
                <a:gd name="connsiteY11" fmla="*/ 14863 h 123825"/>
                <a:gd name="connsiteX12" fmla="*/ 15145 w 57150"/>
                <a:gd name="connsiteY12" fmla="*/ 89539 h 123825"/>
                <a:gd name="connsiteX13" fmla="*/ 36195 w 57150"/>
                <a:gd name="connsiteY13" fmla="*/ 81633 h 123825"/>
                <a:gd name="connsiteX14" fmla="*/ 50482 w 57150"/>
                <a:gd name="connsiteY14" fmla="*/ 53058 h 123825"/>
                <a:gd name="connsiteX15" fmla="*/ 35719 w 57150"/>
                <a:gd name="connsiteY15" fmla="*/ 22864 h 123825"/>
                <a:gd name="connsiteX16" fmla="*/ 15145 w 57150"/>
                <a:gd name="connsiteY16" fmla="*/ 14863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7150" h="123825">
                  <a:moveTo>
                    <a:pt x="57436" y="120209"/>
                  </a:moveTo>
                  <a:lnTo>
                    <a:pt x="44387" y="120209"/>
                  </a:lnTo>
                  <a:lnTo>
                    <a:pt x="15145" y="95825"/>
                  </a:lnTo>
                  <a:lnTo>
                    <a:pt x="15145" y="120209"/>
                  </a:lnTo>
                  <a:lnTo>
                    <a:pt x="7144" y="120209"/>
                  </a:lnTo>
                  <a:lnTo>
                    <a:pt x="7144" y="7147"/>
                  </a:lnTo>
                  <a:lnTo>
                    <a:pt x="13240" y="7147"/>
                  </a:lnTo>
                  <a:cubicBezTo>
                    <a:pt x="25233" y="6994"/>
                    <a:pt x="36777" y="11702"/>
                    <a:pt x="45244" y="20197"/>
                  </a:cubicBezTo>
                  <a:cubicBezTo>
                    <a:pt x="53933" y="28436"/>
                    <a:pt x="58770" y="39941"/>
                    <a:pt x="58579" y="51915"/>
                  </a:cubicBezTo>
                  <a:cubicBezTo>
                    <a:pt x="58730" y="64368"/>
                    <a:pt x="53610" y="76304"/>
                    <a:pt x="44482" y="84776"/>
                  </a:cubicBezTo>
                  <a:cubicBezTo>
                    <a:pt x="39468" y="89378"/>
                    <a:pt x="33570" y="92911"/>
                    <a:pt x="27146" y="95158"/>
                  </a:cubicBezTo>
                  <a:close/>
                  <a:moveTo>
                    <a:pt x="15145" y="14863"/>
                  </a:moveTo>
                  <a:lnTo>
                    <a:pt x="15145" y="89539"/>
                  </a:lnTo>
                  <a:cubicBezTo>
                    <a:pt x="22771" y="88960"/>
                    <a:pt x="30073" y="86217"/>
                    <a:pt x="36195" y="81633"/>
                  </a:cubicBezTo>
                  <a:cubicBezTo>
                    <a:pt x="45286" y="74969"/>
                    <a:pt x="50606" y="64329"/>
                    <a:pt x="50482" y="53058"/>
                  </a:cubicBezTo>
                  <a:cubicBezTo>
                    <a:pt x="50735" y="41198"/>
                    <a:pt x="45234" y="29948"/>
                    <a:pt x="35719" y="22864"/>
                  </a:cubicBezTo>
                  <a:cubicBezTo>
                    <a:pt x="29744" y="18324"/>
                    <a:pt x="22616" y="15552"/>
                    <a:pt x="15145" y="14863"/>
                  </a:cubicBezTo>
                  <a:close/>
                </a:path>
              </a:pathLst>
            </a:custGeom>
            <a:solidFill>
              <a:srgbClr val="FFFFFF"/>
            </a:solid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059E67C1-B155-4D57-A708-6D1F3A72B656}"/>
                </a:ext>
              </a:extLst>
            </p:cNvPr>
            <p:cNvSpPr/>
            <p:nvPr/>
          </p:nvSpPr>
          <p:spPr>
            <a:xfrm>
              <a:off x="11700024" y="414305"/>
              <a:ext cx="126443" cy="234823"/>
            </a:xfrm>
            <a:custGeom>
              <a:avLst/>
              <a:gdLst>
                <a:gd name="connsiteX0" fmla="*/ 58579 w 66675"/>
                <a:gd name="connsiteY0" fmla="*/ 121539 h 123825"/>
                <a:gd name="connsiteX1" fmla="*/ 45530 w 66675"/>
                <a:gd name="connsiteY1" fmla="*/ 121539 h 123825"/>
                <a:gd name="connsiteX2" fmla="*/ 45530 w 66675"/>
                <a:gd name="connsiteY2" fmla="*/ 121539 h 123825"/>
                <a:gd name="connsiteX3" fmla="*/ 15907 w 66675"/>
                <a:gd name="connsiteY3" fmla="*/ 97631 h 123825"/>
                <a:gd name="connsiteX4" fmla="*/ 16955 w 66675"/>
                <a:gd name="connsiteY4" fmla="*/ 97155 h 123825"/>
                <a:gd name="connsiteX5" fmla="*/ 16955 w 66675"/>
                <a:gd name="connsiteY5" fmla="*/ 121539 h 123825"/>
                <a:gd name="connsiteX6" fmla="*/ 16955 w 66675"/>
                <a:gd name="connsiteY6" fmla="*/ 122396 h 123825"/>
                <a:gd name="connsiteX7" fmla="*/ 7144 w 66675"/>
                <a:gd name="connsiteY7" fmla="*/ 122396 h 123825"/>
                <a:gd name="connsiteX8" fmla="*/ 7144 w 66675"/>
                <a:gd name="connsiteY8" fmla="*/ 121444 h 123825"/>
                <a:gd name="connsiteX9" fmla="*/ 7144 w 66675"/>
                <a:gd name="connsiteY9" fmla="*/ 92869 h 123825"/>
                <a:gd name="connsiteX10" fmla="*/ 7144 w 66675"/>
                <a:gd name="connsiteY10" fmla="*/ 7144 h 123825"/>
                <a:gd name="connsiteX11" fmla="*/ 16669 w 66675"/>
                <a:gd name="connsiteY11" fmla="*/ 7144 h 123825"/>
                <a:gd name="connsiteX12" fmla="*/ 25146 w 66675"/>
                <a:gd name="connsiteY12" fmla="*/ 8192 h 123825"/>
                <a:gd name="connsiteX13" fmla="*/ 40958 w 66675"/>
                <a:gd name="connsiteY13" fmla="*/ 15049 h 123825"/>
                <a:gd name="connsiteX14" fmla="*/ 47530 w 66675"/>
                <a:gd name="connsiteY14" fmla="*/ 20479 h 123825"/>
                <a:gd name="connsiteX15" fmla="*/ 53150 w 66675"/>
                <a:gd name="connsiteY15" fmla="*/ 27051 h 123825"/>
                <a:gd name="connsiteX16" fmla="*/ 59817 w 66675"/>
                <a:gd name="connsiteY16" fmla="*/ 43244 h 123825"/>
                <a:gd name="connsiteX17" fmla="*/ 60865 w 66675"/>
                <a:gd name="connsiteY17" fmla="*/ 51816 h 123825"/>
                <a:gd name="connsiteX18" fmla="*/ 60865 w 66675"/>
                <a:gd name="connsiteY18" fmla="*/ 58198 h 123825"/>
                <a:gd name="connsiteX19" fmla="*/ 60865 w 66675"/>
                <a:gd name="connsiteY19" fmla="*/ 60389 h 123825"/>
                <a:gd name="connsiteX20" fmla="*/ 55245 w 66675"/>
                <a:gd name="connsiteY20" fmla="*/ 76486 h 123825"/>
                <a:gd name="connsiteX21" fmla="*/ 50197 w 66675"/>
                <a:gd name="connsiteY21" fmla="*/ 83344 h 123825"/>
                <a:gd name="connsiteX22" fmla="*/ 44101 w 66675"/>
                <a:gd name="connsiteY22" fmla="*/ 89345 h 123825"/>
                <a:gd name="connsiteX23" fmla="*/ 29147 w 66675"/>
                <a:gd name="connsiteY23" fmla="*/ 97346 h 123825"/>
                <a:gd name="connsiteX24" fmla="*/ 29147 w 66675"/>
                <a:gd name="connsiteY24" fmla="*/ 96393 h 123825"/>
                <a:gd name="connsiteX25" fmla="*/ 58579 w 66675"/>
                <a:gd name="connsiteY25" fmla="*/ 121539 h 123825"/>
                <a:gd name="connsiteX26" fmla="*/ 28194 w 66675"/>
                <a:gd name="connsiteY26" fmla="*/ 96869 h 123825"/>
                <a:gd name="connsiteX27" fmla="*/ 27337 w 66675"/>
                <a:gd name="connsiteY27" fmla="*/ 96298 h 123825"/>
                <a:gd name="connsiteX28" fmla="*/ 28099 w 66675"/>
                <a:gd name="connsiteY28" fmla="*/ 96298 h 123825"/>
                <a:gd name="connsiteX29" fmla="*/ 42577 w 66675"/>
                <a:gd name="connsiteY29" fmla="*/ 88202 h 123825"/>
                <a:gd name="connsiteX30" fmla="*/ 48387 w 66675"/>
                <a:gd name="connsiteY30" fmla="*/ 82296 h 123825"/>
                <a:gd name="connsiteX31" fmla="*/ 53150 w 66675"/>
                <a:gd name="connsiteY31" fmla="*/ 75533 h 123825"/>
                <a:gd name="connsiteX32" fmla="*/ 58293 w 66675"/>
                <a:gd name="connsiteY32" fmla="*/ 60008 h 123825"/>
                <a:gd name="connsiteX33" fmla="*/ 58293 w 66675"/>
                <a:gd name="connsiteY33" fmla="*/ 57912 h 123825"/>
                <a:gd name="connsiteX34" fmla="*/ 58293 w 66675"/>
                <a:gd name="connsiteY34" fmla="*/ 53816 h 123825"/>
                <a:gd name="connsiteX35" fmla="*/ 58293 w 66675"/>
                <a:gd name="connsiteY35" fmla="*/ 51816 h 123825"/>
                <a:gd name="connsiteX36" fmla="*/ 57817 w 66675"/>
                <a:gd name="connsiteY36" fmla="*/ 43244 h 123825"/>
                <a:gd name="connsiteX37" fmla="*/ 51149 w 66675"/>
                <a:gd name="connsiteY37" fmla="*/ 28385 h 123825"/>
                <a:gd name="connsiteX38" fmla="*/ 45815 w 66675"/>
                <a:gd name="connsiteY38" fmla="*/ 22193 h 123825"/>
                <a:gd name="connsiteX39" fmla="*/ 39434 w 66675"/>
                <a:gd name="connsiteY39" fmla="*/ 16955 h 123825"/>
                <a:gd name="connsiteX40" fmla="*/ 24479 w 66675"/>
                <a:gd name="connsiteY40" fmla="*/ 10573 h 123825"/>
                <a:gd name="connsiteX41" fmla="*/ 16383 w 66675"/>
                <a:gd name="connsiteY41" fmla="*/ 9620 h 123825"/>
                <a:gd name="connsiteX42" fmla="*/ 8287 w 66675"/>
                <a:gd name="connsiteY42" fmla="*/ 9620 h 123825"/>
                <a:gd name="connsiteX43" fmla="*/ 9525 w 66675"/>
                <a:gd name="connsiteY43" fmla="*/ 8477 h 123825"/>
                <a:gd name="connsiteX44" fmla="*/ 9525 w 66675"/>
                <a:gd name="connsiteY44" fmla="*/ 93250 h 123825"/>
                <a:gd name="connsiteX45" fmla="*/ 9525 w 66675"/>
                <a:gd name="connsiteY45" fmla="*/ 121825 h 123825"/>
                <a:gd name="connsiteX46" fmla="*/ 8287 w 66675"/>
                <a:gd name="connsiteY46" fmla="*/ 120682 h 123825"/>
                <a:gd name="connsiteX47" fmla="*/ 16574 w 66675"/>
                <a:gd name="connsiteY47" fmla="*/ 120682 h 123825"/>
                <a:gd name="connsiteX48" fmla="*/ 15812 w 66675"/>
                <a:gd name="connsiteY48" fmla="*/ 121444 h 123825"/>
                <a:gd name="connsiteX49" fmla="*/ 15812 w 66675"/>
                <a:gd name="connsiteY49" fmla="*/ 95631 h 123825"/>
                <a:gd name="connsiteX50" fmla="*/ 16859 w 66675"/>
                <a:gd name="connsiteY50" fmla="*/ 96584 h 123825"/>
                <a:gd name="connsiteX51" fmla="*/ 45434 w 66675"/>
                <a:gd name="connsiteY51" fmla="*/ 121349 h 123825"/>
                <a:gd name="connsiteX52" fmla="*/ 45434 w 66675"/>
                <a:gd name="connsiteY52" fmla="*/ 121349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6675" h="123825">
                  <a:moveTo>
                    <a:pt x="58579" y="121539"/>
                  </a:moveTo>
                  <a:lnTo>
                    <a:pt x="45530" y="121539"/>
                  </a:lnTo>
                  <a:lnTo>
                    <a:pt x="45530" y="121539"/>
                  </a:lnTo>
                  <a:lnTo>
                    <a:pt x="15907" y="97631"/>
                  </a:lnTo>
                  <a:lnTo>
                    <a:pt x="16955" y="97155"/>
                  </a:lnTo>
                  <a:lnTo>
                    <a:pt x="16955" y="121539"/>
                  </a:lnTo>
                  <a:lnTo>
                    <a:pt x="16955" y="122396"/>
                  </a:lnTo>
                  <a:lnTo>
                    <a:pt x="7144" y="122396"/>
                  </a:lnTo>
                  <a:lnTo>
                    <a:pt x="7144" y="121444"/>
                  </a:lnTo>
                  <a:lnTo>
                    <a:pt x="7144" y="92869"/>
                  </a:lnTo>
                  <a:lnTo>
                    <a:pt x="7144" y="7144"/>
                  </a:lnTo>
                  <a:lnTo>
                    <a:pt x="16669" y="7144"/>
                  </a:lnTo>
                  <a:cubicBezTo>
                    <a:pt x="19519" y="7252"/>
                    <a:pt x="22355" y="7602"/>
                    <a:pt x="25146" y="8192"/>
                  </a:cubicBezTo>
                  <a:cubicBezTo>
                    <a:pt x="30815" y="9418"/>
                    <a:pt x="36188" y="11748"/>
                    <a:pt x="40958" y="15049"/>
                  </a:cubicBezTo>
                  <a:cubicBezTo>
                    <a:pt x="43314" y="16648"/>
                    <a:pt x="45515" y="18466"/>
                    <a:pt x="47530" y="20479"/>
                  </a:cubicBezTo>
                  <a:cubicBezTo>
                    <a:pt x="49577" y="22515"/>
                    <a:pt x="51456" y="24713"/>
                    <a:pt x="53150" y="27051"/>
                  </a:cubicBezTo>
                  <a:cubicBezTo>
                    <a:pt x="56511" y="31906"/>
                    <a:pt x="58785" y="37429"/>
                    <a:pt x="59817" y="43244"/>
                  </a:cubicBezTo>
                  <a:cubicBezTo>
                    <a:pt x="60447" y="46060"/>
                    <a:pt x="60798" y="48931"/>
                    <a:pt x="60865" y="51816"/>
                  </a:cubicBezTo>
                  <a:lnTo>
                    <a:pt x="60865" y="58198"/>
                  </a:lnTo>
                  <a:lnTo>
                    <a:pt x="60865" y="60389"/>
                  </a:lnTo>
                  <a:cubicBezTo>
                    <a:pt x="60002" y="66055"/>
                    <a:pt x="58097" y="71513"/>
                    <a:pt x="55245" y="76486"/>
                  </a:cubicBezTo>
                  <a:cubicBezTo>
                    <a:pt x="53789" y="78930"/>
                    <a:pt x="52098" y="81227"/>
                    <a:pt x="50197" y="83344"/>
                  </a:cubicBezTo>
                  <a:cubicBezTo>
                    <a:pt x="48383" y="85554"/>
                    <a:pt x="46339" y="87566"/>
                    <a:pt x="44101" y="89345"/>
                  </a:cubicBezTo>
                  <a:cubicBezTo>
                    <a:pt x="39558" y="92767"/>
                    <a:pt x="34514" y="95466"/>
                    <a:pt x="29147" y="97346"/>
                  </a:cubicBezTo>
                  <a:lnTo>
                    <a:pt x="29147" y="96393"/>
                  </a:lnTo>
                  <a:close/>
                  <a:moveTo>
                    <a:pt x="58579" y="121539"/>
                  </a:moveTo>
                  <a:lnTo>
                    <a:pt x="28194" y="96869"/>
                  </a:lnTo>
                  <a:lnTo>
                    <a:pt x="27337" y="96298"/>
                  </a:lnTo>
                  <a:lnTo>
                    <a:pt x="28099" y="96298"/>
                  </a:lnTo>
                  <a:cubicBezTo>
                    <a:pt x="33296" y="94325"/>
                    <a:pt x="38175" y="91597"/>
                    <a:pt x="42577" y="88202"/>
                  </a:cubicBezTo>
                  <a:cubicBezTo>
                    <a:pt x="44701" y="86427"/>
                    <a:pt x="46647" y="84449"/>
                    <a:pt x="48387" y="82296"/>
                  </a:cubicBezTo>
                  <a:cubicBezTo>
                    <a:pt x="50197" y="80207"/>
                    <a:pt x="51793" y="77941"/>
                    <a:pt x="53150" y="75533"/>
                  </a:cubicBezTo>
                  <a:cubicBezTo>
                    <a:pt x="55890" y="70756"/>
                    <a:pt x="57640" y="65476"/>
                    <a:pt x="58293" y="60008"/>
                  </a:cubicBezTo>
                  <a:lnTo>
                    <a:pt x="58293" y="57912"/>
                  </a:lnTo>
                  <a:lnTo>
                    <a:pt x="58293" y="53816"/>
                  </a:lnTo>
                  <a:cubicBezTo>
                    <a:pt x="58341" y="53150"/>
                    <a:pt x="58341" y="52482"/>
                    <a:pt x="58293" y="51816"/>
                  </a:cubicBezTo>
                  <a:cubicBezTo>
                    <a:pt x="58396" y="48950"/>
                    <a:pt x="58236" y="46081"/>
                    <a:pt x="57817" y="43244"/>
                  </a:cubicBezTo>
                  <a:cubicBezTo>
                    <a:pt x="56569" y="37908"/>
                    <a:pt x="54305" y="32864"/>
                    <a:pt x="51149" y="28385"/>
                  </a:cubicBezTo>
                  <a:cubicBezTo>
                    <a:pt x="49555" y="26170"/>
                    <a:pt x="47770" y="24098"/>
                    <a:pt x="45815" y="22193"/>
                  </a:cubicBezTo>
                  <a:cubicBezTo>
                    <a:pt x="43818" y="20294"/>
                    <a:pt x="41686" y="18543"/>
                    <a:pt x="39434" y="16955"/>
                  </a:cubicBezTo>
                  <a:cubicBezTo>
                    <a:pt x="34905" y="13886"/>
                    <a:pt x="29828" y="11720"/>
                    <a:pt x="24479" y="10573"/>
                  </a:cubicBezTo>
                  <a:cubicBezTo>
                    <a:pt x="21813" y="10021"/>
                    <a:pt x="19104" y="9702"/>
                    <a:pt x="16383" y="9620"/>
                  </a:cubicBezTo>
                  <a:lnTo>
                    <a:pt x="8287" y="9620"/>
                  </a:lnTo>
                  <a:lnTo>
                    <a:pt x="9525" y="8477"/>
                  </a:lnTo>
                  <a:lnTo>
                    <a:pt x="9525" y="93250"/>
                  </a:lnTo>
                  <a:lnTo>
                    <a:pt x="9525" y="121825"/>
                  </a:lnTo>
                  <a:lnTo>
                    <a:pt x="8287" y="120682"/>
                  </a:lnTo>
                  <a:lnTo>
                    <a:pt x="16574" y="120682"/>
                  </a:lnTo>
                  <a:lnTo>
                    <a:pt x="15812" y="121444"/>
                  </a:lnTo>
                  <a:lnTo>
                    <a:pt x="15812" y="95631"/>
                  </a:lnTo>
                  <a:lnTo>
                    <a:pt x="16859" y="96584"/>
                  </a:lnTo>
                  <a:lnTo>
                    <a:pt x="45434" y="121349"/>
                  </a:lnTo>
                  <a:lnTo>
                    <a:pt x="45434" y="121349"/>
                  </a:lnTo>
                  <a:close/>
                </a:path>
              </a:pathLst>
            </a:custGeom>
            <a:solidFill>
              <a:srgbClr val="FFFFFF"/>
            </a:solid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1C7B8A83-1DA7-4920-B9F9-AEA61B29D1D9}"/>
                </a:ext>
              </a:extLst>
            </p:cNvPr>
            <p:cNvSpPr/>
            <p:nvPr/>
          </p:nvSpPr>
          <p:spPr>
            <a:xfrm>
              <a:off x="11714837" y="431466"/>
              <a:ext cx="90316" cy="162570"/>
            </a:xfrm>
            <a:custGeom>
              <a:avLst/>
              <a:gdLst>
                <a:gd name="connsiteX0" fmla="*/ 8477 w 47625"/>
                <a:gd name="connsiteY0" fmla="*/ 7144 h 85725"/>
                <a:gd name="connsiteX1" fmla="*/ 8477 w 47625"/>
                <a:gd name="connsiteY1" fmla="*/ 25718 h 85725"/>
                <a:gd name="connsiteX2" fmla="*/ 8477 w 47625"/>
                <a:gd name="connsiteY2" fmla="*/ 44291 h 85725"/>
                <a:gd name="connsiteX3" fmla="*/ 8477 w 47625"/>
                <a:gd name="connsiteY3" fmla="*/ 63341 h 85725"/>
                <a:gd name="connsiteX4" fmla="*/ 8477 w 47625"/>
                <a:gd name="connsiteY4" fmla="*/ 81820 h 85725"/>
                <a:gd name="connsiteX5" fmla="*/ 7239 w 47625"/>
                <a:gd name="connsiteY5" fmla="*/ 80677 h 85725"/>
                <a:gd name="connsiteX6" fmla="*/ 20479 w 47625"/>
                <a:gd name="connsiteY6" fmla="*/ 77248 h 85725"/>
                <a:gd name="connsiteX7" fmla="*/ 26384 w 47625"/>
                <a:gd name="connsiteY7" fmla="*/ 73819 h 85725"/>
                <a:gd name="connsiteX8" fmla="*/ 29051 w 47625"/>
                <a:gd name="connsiteY8" fmla="*/ 72295 h 85725"/>
                <a:gd name="connsiteX9" fmla="*/ 30385 w 47625"/>
                <a:gd name="connsiteY9" fmla="*/ 71152 h 85725"/>
                <a:gd name="connsiteX10" fmla="*/ 32957 w 47625"/>
                <a:gd name="connsiteY10" fmla="*/ 68866 h 85725"/>
                <a:gd name="connsiteX11" fmla="*/ 40481 w 47625"/>
                <a:gd name="connsiteY11" fmla="*/ 57531 h 85725"/>
                <a:gd name="connsiteX12" fmla="*/ 42863 w 47625"/>
                <a:gd name="connsiteY12" fmla="*/ 44196 h 85725"/>
                <a:gd name="connsiteX13" fmla="*/ 42863 w 47625"/>
                <a:gd name="connsiteY13" fmla="*/ 40767 h 85725"/>
                <a:gd name="connsiteX14" fmla="*/ 42863 w 47625"/>
                <a:gd name="connsiteY14" fmla="*/ 37338 h 85725"/>
                <a:gd name="connsiteX15" fmla="*/ 41148 w 47625"/>
                <a:gd name="connsiteY15" fmla="*/ 30670 h 85725"/>
                <a:gd name="connsiteX16" fmla="*/ 38005 w 47625"/>
                <a:gd name="connsiteY16" fmla="*/ 24575 h 85725"/>
                <a:gd name="connsiteX17" fmla="*/ 33814 w 47625"/>
                <a:gd name="connsiteY17" fmla="*/ 19050 h 85725"/>
                <a:gd name="connsiteX18" fmla="*/ 28670 w 47625"/>
                <a:gd name="connsiteY18" fmla="*/ 14383 h 85725"/>
                <a:gd name="connsiteX19" fmla="*/ 22765 w 47625"/>
                <a:gd name="connsiteY19" fmla="*/ 10858 h 85725"/>
                <a:gd name="connsiteX20" fmla="*/ 8477 w 47625"/>
                <a:gd name="connsiteY20" fmla="*/ 7144 h 85725"/>
                <a:gd name="connsiteX21" fmla="*/ 8477 w 47625"/>
                <a:gd name="connsiteY21" fmla="*/ 7144 h 85725"/>
                <a:gd name="connsiteX22" fmla="*/ 22288 w 47625"/>
                <a:gd name="connsiteY22" fmla="*/ 10287 h 85725"/>
                <a:gd name="connsiteX23" fmla="*/ 28575 w 47625"/>
                <a:gd name="connsiteY23" fmla="*/ 13716 h 85725"/>
                <a:gd name="connsiteX24" fmla="*/ 34004 w 47625"/>
                <a:gd name="connsiteY24" fmla="*/ 18288 h 85725"/>
                <a:gd name="connsiteX25" fmla="*/ 38576 w 47625"/>
                <a:gd name="connsiteY25" fmla="*/ 23908 h 85725"/>
                <a:gd name="connsiteX26" fmla="*/ 42005 w 47625"/>
                <a:gd name="connsiteY26" fmla="*/ 30194 h 85725"/>
                <a:gd name="connsiteX27" fmla="*/ 44101 w 47625"/>
                <a:gd name="connsiteY27" fmla="*/ 37147 h 85725"/>
                <a:gd name="connsiteX28" fmla="*/ 44672 w 47625"/>
                <a:gd name="connsiteY28" fmla="*/ 40767 h 85725"/>
                <a:gd name="connsiteX29" fmla="*/ 44672 w 47625"/>
                <a:gd name="connsiteY29" fmla="*/ 44387 h 85725"/>
                <a:gd name="connsiteX30" fmla="*/ 44101 w 47625"/>
                <a:gd name="connsiteY30" fmla="*/ 51626 h 85725"/>
                <a:gd name="connsiteX31" fmla="*/ 42196 w 47625"/>
                <a:gd name="connsiteY31" fmla="*/ 58579 h 85725"/>
                <a:gd name="connsiteX32" fmla="*/ 38862 w 47625"/>
                <a:gd name="connsiteY32" fmla="*/ 65056 h 85725"/>
                <a:gd name="connsiteX33" fmla="*/ 34290 w 47625"/>
                <a:gd name="connsiteY33" fmla="*/ 70676 h 85725"/>
                <a:gd name="connsiteX34" fmla="*/ 31623 w 47625"/>
                <a:gd name="connsiteY34" fmla="*/ 73247 h 85725"/>
                <a:gd name="connsiteX35" fmla="*/ 30290 w 47625"/>
                <a:gd name="connsiteY35" fmla="*/ 74390 h 85725"/>
                <a:gd name="connsiteX36" fmla="*/ 28766 w 47625"/>
                <a:gd name="connsiteY36" fmla="*/ 75438 h 85725"/>
                <a:gd name="connsiteX37" fmla="*/ 22384 w 47625"/>
                <a:gd name="connsiteY37" fmla="*/ 79058 h 85725"/>
                <a:gd name="connsiteX38" fmla="*/ 8477 w 47625"/>
                <a:gd name="connsiteY38" fmla="*/ 82582 h 85725"/>
                <a:gd name="connsiteX39" fmla="*/ 7144 w 47625"/>
                <a:gd name="connsiteY39" fmla="*/ 82582 h 85725"/>
                <a:gd name="connsiteX40" fmla="*/ 7144 w 47625"/>
                <a:gd name="connsiteY40" fmla="*/ 62770 h 85725"/>
                <a:gd name="connsiteX41" fmla="*/ 7144 w 47625"/>
                <a:gd name="connsiteY41" fmla="*/ 43720 h 85725"/>
                <a:gd name="connsiteX42" fmla="*/ 7144 w 47625"/>
                <a:gd name="connsiteY42" fmla="*/ 25146 h 85725"/>
                <a:gd name="connsiteX43" fmla="*/ 8477 w 47625"/>
                <a:gd name="connsiteY43"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7625" h="85725">
                  <a:moveTo>
                    <a:pt x="8477" y="7144"/>
                  </a:moveTo>
                  <a:cubicBezTo>
                    <a:pt x="8477" y="13335"/>
                    <a:pt x="8477" y="19526"/>
                    <a:pt x="8477" y="25718"/>
                  </a:cubicBezTo>
                  <a:cubicBezTo>
                    <a:pt x="8477" y="31909"/>
                    <a:pt x="8477" y="38100"/>
                    <a:pt x="8477" y="44291"/>
                  </a:cubicBezTo>
                  <a:cubicBezTo>
                    <a:pt x="8477" y="50482"/>
                    <a:pt x="8477" y="56674"/>
                    <a:pt x="8477" y="63341"/>
                  </a:cubicBezTo>
                  <a:lnTo>
                    <a:pt x="8477" y="81820"/>
                  </a:lnTo>
                  <a:lnTo>
                    <a:pt x="7239" y="80677"/>
                  </a:lnTo>
                  <a:cubicBezTo>
                    <a:pt x="11801" y="80211"/>
                    <a:pt x="16265" y="79055"/>
                    <a:pt x="20479" y="77248"/>
                  </a:cubicBezTo>
                  <a:cubicBezTo>
                    <a:pt x="22550" y="76291"/>
                    <a:pt x="24527" y="75143"/>
                    <a:pt x="26384" y="73819"/>
                  </a:cubicBezTo>
                  <a:lnTo>
                    <a:pt x="29051" y="72295"/>
                  </a:lnTo>
                  <a:lnTo>
                    <a:pt x="30385" y="71152"/>
                  </a:lnTo>
                  <a:lnTo>
                    <a:pt x="32957" y="68866"/>
                  </a:lnTo>
                  <a:cubicBezTo>
                    <a:pt x="36209" y="65638"/>
                    <a:pt x="38769" y="61781"/>
                    <a:pt x="40481" y="57531"/>
                  </a:cubicBezTo>
                  <a:cubicBezTo>
                    <a:pt x="42132" y="53282"/>
                    <a:pt x="42941" y="48753"/>
                    <a:pt x="42863" y="44196"/>
                  </a:cubicBezTo>
                  <a:lnTo>
                    <a:pt x="42863" y="40767"/>
                  </a:lnTo>
                  <a:cubicBezTo>
                    <a:pt x="42955" y="39626"/>
                    <a:pt x="42955" y="38479"/>
                    <a:pt x="42863" y="37338"/>
                  </a:cubicBezTo>
                  <a:cubicBezTo>
                    <a:pt x="42482" y="35071"/>
                    <a:pt x="41909" y="32840"/>
                    <a:pt x="41148" y="30670"/>
                  </a:cubicBezTo>
                  <a:cubicBezTo>
                    <a:pt x="40292" y="28545"/>
                    <a:pt x="39240" y="26504"/>
                    <a:pt x="38005" y="24575"/>
                  </a:cubicBezTo>
                  <a:cubicBezTo>
                    <a:pt x="36801" y="22594"/>
                    <a:pt x="35397" y="20743"/>
                    <a:pt x="33814" y="19050"/>
                  </a:cubicBezTo>
                  <a:cubicBezTo>
                    <a:pt x="32191" y="17396"/>
                    <a:pt x="30474" y="15838"/>
                    <a:pt x="28670" y="14383"/>
                  </a:cubicBezTo>
                  <a:cubicBezTo>
                    <a:pt x="26828" y="13008"/>
                    <a:pt x="24849" y="11827"/>
                    <a:pt x="22765" y="10858"/>
                  </a:cubicBezTo>
                  <a:cubicBezTo>
                    <a:pt x="18206" y="8937"/>
                    <a:pt x="13394" y="7686"/>
                    <a:pt x="8477" y="7144"/>
                  </a:cubicBezTo>
                  <a:close/>
                  <a:moveTo>
                    <a:pt x="8477" y="7144"/>
                  </a:moveTo>
                  <a:cubicBezTo>
                    <a:pt x="13215" y="7475"/>
                    <a:pt x="17874" y="8535"/>
                    <a:pt x="22288" y="10287"/>
                  </a:cubicBezTo>
                  <a:cubicBezTo>
                    <a:pt x="24482" y="11241"/>
                    <a:pt x="26586" y="12388"/>
                    <a:pt x="28575" y="13716"/>
                  </a:cubicBezTo>
                  <a:cubicBezTo>
                    <a:pt x="30530" y="15059"/>
                    <a:pt x="32348" y="16590"/>
                    <a:pt x="34004" y="18288"/>
                  </a:cubicBezTo>
                  <a:cubicBezTo>
                    <a:pt x="35709" y="20007"/>
                    <a:pt x="37240" y="21889"/>
                    <a:pt x="38576" y="23908"/>
                  </a:cubicBezTo>
                  <a:cubicBezTo>
                    <a:pt x="39904" y="25897"/>
                    <a:pt x="41052" y="28001"/>
                    <a:pt x="42005" y="30194"/>
                  </a:cubicBezTo>
                  <a:cubicBezTo>
                    <a:pt x="42933" y="32437"/>
                    <a:pt x="43635" y="34766"/>
                    <a:pt x="44101" y="37147"/>
                  </a:cubicBezTo>
                  <a:cubicBezTo>
                    <a:pt x="44101" y="38386"/>
                    <a:pt x="44101" y="39529"/>
                    <a:pt x="44672" y="40767"/>
                  </a:cubicBezTo>
                  <a:lnTo>
                    <a:pt x="44672" y="44387"/>
                  </a:lnTo>
                  <a:cubicBezTo>
                    <a:pt x="44666" y="46811"/>
                    <a:pt x="44475" y="49231"/>
                    <a:pt x="44101" y="51626"/>
                  </a:cubicBezTo>
                  <a:cubicBezTo>
                    <a:pt x="43701" y="54001"/>
                    <a:pt x="43063" y="56331"/>
                    <a:pt x="42196" y="58579"/>
                  </a:cubicBezTo>
                  <a:cubicBezTo>
                    <a:pt x="41335" y="60858"/>
                    <a:pt x="40216" y="63031"/>
                    <a:pt x="38862" y="65056"/>
                  </a:cubicBezTo>
                  <a:cubicBezTo>
                    <a:pt x="37520" y="67070"/>
                    <a:pt x="35989" y="68952"/>
                    <a:pt x="34290" y="70676"/>
                  </a:cubicBezTo>
                  <a:cubicBezTo>
                    <a:pt x="33433" y="71628"/>
                    <a:pt x="32480" y="72390"/>
                    <a:pt x="31623" y="73247"/>
                  </a:cubicBezTo>
                  <a:lnTo>
                    <a:pt x="30290" y="74390"/>
                  </a:lnTo>
                  <a:lnTo>
                    <a:pt x="28766" y="75438"/>
                  </a:lnTo>
                  <a:cubicBezTo>
                    <a:pt x="26782" y="76882"/>
                    <a:pt x="24641" y="78097"/>
                    <a:pt x="22384" y="79058"/>
                  </a:cubicBezTo>
                  <a:cubicBezTo>
                    <a:pt x="17972" y="80985"/>
                    <a:pt x="13274" y="82176"/>
                    <a:pt x="8477" y="82582"/>
                  </a:cubicBezTo>
                  <a:lnTo>
                    <a:pt x="7144" y="82582"/>
                  </a:lnTo>
                  <a:lnTo>
                    <a:pt x="7144" y="62770"/>
                  </a:lnTo>
                  <a:lnTo>
                    <a:pt x="7144" y="43720"/>
                  </a:lnTo>
                  <a:cubicBezTo>
                    <a:pt x="7144" y="37529"/>
                    <a:pt x="7144" y="31337"/>
                    <a:pt x="7144" y="25146"/>
                  </a:cubicBezTo>
                  <a:cubicBezTo>
                    <a:pt x="7144" y="18955"/>
                    <a:pt x="8287" y="13335"/>
                    <a:pt x="8477" y="7144"/>
                  </a:cubicBezTo>
                  <a:close/>
                </a:path>
              </a:pathLst>
            </a:custGeom>
            <a:solidFill>
              <a:srgbClr val="FFFFFF"/>
            </a:solid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178FDDF-9A56-414E-A2CD-3827F5112BD9}"/>
                </a:ext>
              </a:extLst>
            </p:cNvPr>
            <p:cNvSpPr/>
            <p:nvPr/>
          </p:nvSpPr>
          <p:spPr>
            <a:xfrm>
              <a:off x="11853383" y="416835"/>
              <a:ext cx="108380" cy="234823"/>
            </a:xfrm>
            <a:custGeom>
              <a:avLst/>
              <a:gdLst>
                <a:gd name="connsiteX0" fmla="*/ 58198 w 57150"/>
                <a:gd name="connsiteY0" fmla="*/ 120206 h 123825"/>
                <a:gd name="connsiteX1" fmla="*/ 49340 w 57150"/>
                <a:gd name="connsiteY1" fmla="*/ 120206 h 123825"/>
                <a:gd name="connsiteX2" fmla="*/ 33433 w 57150"/>
                <a:gd name="connsiteY2" fmla="*/ 59341 h 123825"/>
                <a:gd name="connsiteX3" fmla="*/ 16669 w 57150"/>
                <a:gd name="connsiteY3" fmla="*/ 120206 h 123825"/>
                <a:gd name="connsiteX4" fmla="*/ 7144 w 57150"/>
                <a:gd name="connsiteY4" fmla="*/ 120206 h 123825"/>
                <a:gd name="connsiteX5" fmla="*/ 28003 w 57150"/>
                <a:gd name="connsiteY5" fmla="*/ 49816 h 123825"/>
                <a:gd name="connsiteX6" fmla="*/ 15145 w 57150"/>
                <a:gd name="connsiteY6" fmla="*/ 7144 h 123825"/>
                <a:gd name="connsiteX7" fmla="*/ 24003 w 57150"/>
                <a:gd name="connsiteY7" fmla="*/ 7144 h 123825"/>
                <a:gd name="connsiteX8" fmla="*/ 32575 w 57150"/>
                <a:gd name="connsiteY8" fmla="*/ 38671 h 123825"/>
                <a:gd name="connsiteX9" fmla="*/ 40576 w 57150"/>
                <a:gd name="connsiteY9" fmla="*/ 7144 h 123825"/>
                <a:gd name="connsiteX10" fmla="*/ 49435 w 57150"/>
                <a:gd name="connsiteY10" fmla="*/ 7144 h 123825"/>
                <a:gd name="connsiteX11" fmla="*/ 37814 w 57150"/>
                <a:gd name="connsiteY11" fmla="*/ 4762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150" h="123825">
                  <a:moveTo>
                    <a:pt x="58198" y="120206"/>
                  </a:moveTo>
                  <a:lnTo>
                    <a:pt x="49340" y="120206"/>
                  </a:lnTo>
                  <a:lnTo>
                    <a:pt x="33433" y="59341"/>
                  </a:lnTo>
                  <a:lnTo>
                    <a:pt x="16669" y="120206"/>
                  </a:lnTo>
                  <a:lnTo>
                    <a:pt x="7144" y="120206"/>
                  </a:lnTo>
                  <a:lnTo>
                    <a:pt x="28003" y="49816"/>
                  </a:lnTo>
                  <a:lnTo>
                    <a:pt x="15145" y="7144"/>
                  </a:lnTo>
                  <a:lnTo>
                    <a:pt x="24003" y="7144"/>
                  </a:lnTo>
                  <a:lnTo>
                    <a:pt x="32575" y="38671"/>
                  </a:lnTo>
                  <a:lnTo>
                    <a:pt x="40576" y="7144"/>
                  </a:lnTo>
                  <a:lnTo>
                    <a:pt x="49435" y="7144"/>
                  </a:lnTo>
                  <a:lnTo>
                    <a:pt x="37814" y="47625"/>
                  </a:lnTo>
                  <a:close/>
                </a:path>
              </a:pathLst>
            </a:custGeom>
            <a:solidFill>
              <a:srgbClr val="FFFFFF"/>
            </a:solid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ACF31FFB-6507-4E29-98BA-071C81FB725B}"/>
                </a:ext>
              </a:extLst>
            </p:cNvPr>
            <p:cNvSpPr/>
            <p:nvPr/>
          </p:nvSpPr>
          <p:spPr>
            <a:xfrm>
              <a:off x="11851576" y="413583"/>
              <a:ext cx="108380" cy="234823"/>
            </a:xfrm>
            <a:custGeom>
              <a:avLst/>
              <a:gdLst>
                <a:gd name="connsiteX0" fmla="*/ 59150 w 57150"/>
                <a:gd name="connsiteY0" fmla="*/ 121920 h 123825"/>
                <a:gd name="connsiteX1" fmla="*/ 50197 w 57150"/>
                <a:gd name="connsiteY1" fmla="*/ 121920 h 123825"/>
                <a:gd name="connsiteX2" fmla="*/ 41910 w 57150"/>
                <a:gd name="connsiteY2" fmla="*/ 91250 h 123825"/>
                <a:gd name="connsiteX3" fmla="*/ 33719 w 57150"/>
                <a:gd name="connsiteY3" fmla="*/ 60865 h 123825"/>
                <a:gd name="connsiteX4" fmla="*/ 35052 w 57150"/>
                <a:gd name="connsiteY4" fmla="*/ 60865 h 123825"/>
                <a:gd name="connsiteX5" fmla="*/ 18574 w 57150"/>
                <a:gd name="connsiteY5" fmla="*/ 121825 h 123825"/>
                <a:gd name="connsiteX6" fmla="*/ 18574 w 57150"/>
                <a:gd name="connsiteY6" fmla="*/ 122587 h 123825"/>
                <a:gd name="connsiteX7" fmla="*/ 7144 w 57150"/>
                <a:gd name="connsiteY7" fmla="*/ 122587 h 123825"/>
                <a:gd name="connsiteX8" fmla="*/ 7144 w 57150"/>
                <a:gd name="connsiteY8" fmla="*/ 121158 h 123825"/>
                <a:gd name="connsiteX9" fmla="*/ 27908 w 57150"/>
                <a:gd name="connsiteY9" fmla="*/ 50768 h 123825"/>
                <a:gd name="connsiteX10" fmla="*/ 27908 w 57150"/>
                <a:gd name="connsiteY10" fmla="*/ 51435 h 123825"/>
                <a:gd name="connsiteX11" fmla="*/ 21431 w 57150"/>
                <a:gd name="connsiteY11" fmla="*/ 30099 h 123825"/>
                <a:gd name="connsiteX12" fmla="*/ 15050 w 57150"/>
                <a:gd name="connsiteY12" fmla="*/ 8668 h 123825"/>
                <a:gd name="connsiteX13" fmla="*/ 15050 w 57150"/>
                <a:gd name="connsiteY13" fmla="*/ 7144 h 123825"/>
                <a:gd name="connsiteX14" fmla="*/ 26384 w 57150"/>
                <a:gd name="connsiteY14" fmla="*/ 7144 h 123825"/>
                <a:gd name="connsiteX15" fmla="*/ 26384 w 57150"/>
                <a:gd name="connsiteY15" fmla="*/ 8001 h 123825"/>
                <a:gd name="connsiteX16" fmla="*/ 35052 w 57150"/>
                <a:gd name="connsiteY16" fmla="*/ 39624 h 123825"/>
                <a:gd name="connsiteX17" fmla="*/ 33147 w 57150"/>
                <a:gd name="connsiteY17" fmla="*/ 39624 h 123825"/>
                <a:gd name="connsiteX18" fmla="*/ 41243 w 57150"/>
                <a:gd name="connsiteY18" fmla="*/ 8096 h 123825"/>
                <a:gd name="connsiteX19" fmla="*/ 41243 w 57150"/>
                <a:gd name="connsiteY19" fmla="*/ 7334 h 123825"/>
                <a:gd name="connsiteX20" fmla="*/ 52197 w 57150"/>
                <a:gd name="connsiteY20" fmla="*/ 7334 h 123825"/>
                <a:gd name="connsiteX21" fmla="*/ 52197 w 57150"/>
                <a:gd name="connsiteY21" fmla="*/ 8572 h 123825"/>
                <a:gd name="connsiteX22" fmla="*/ 39910 w 57150"/>
                <a:gd name="connsiteY22" fmla="*/ 49054 h 123825"/>
                <a:gd name="connsiteX23" fmla="*/ 39910 w 57150"/>
                <a:gd name="connsiteY23" fmla="*/ 49054 h 123825"/>
                <a:gd name="connsiteX24" fmla="*/ 49435 w 57150"/>
                <a:gd name="connsiteY24" fmla="*/ 85439 h 123825"/>
                <a:gd name="connsiteX25" fmla="*/ 59150 w 57150"/>
                <a:gd name="connsiteY25" fmla="*/ 121920 h 123825"/>
                <a:gd name="connsiteX26" fmla="*/ 48578 w 57150"/>
                <a:gd name="connsiteY26" fmla="*/ 85725 h 123825"/>
                <a:gd name="connsiteX27" fmla="*/ 38100 w 57150"/>
                <a:gd name="connsiteY27" fmla="*/ 49530 h 123825"/>
                <a:gd name="connsiteX28" fmla="*/ 38100 w 57150"/>
                <a:gd name="connsiteY28" fmla="*/ 49530 h 123825"/>
                <a:gd name="connsiteX29" fmla="*/ 49911 w 57150"/>
                <a:gd name="connsiteY29" fmla="*/ 8954 h 123825"/>
                <a:gd name="connsiteX30" fmla="*/ 50864 w 57150"/>
                <a:gd name="connsiteY30" fmla="*/ 10192 h 123825"/>
                <a:gd name="connsiteX31" fmla="*/ 42005 w 57150"/>
                <a:gd name="connsiteY31" fmla="*/ 10192 h 123825"/>
                <a:gd name="connsiteX32" fmla="*/ 42958 w 57150"/>
                <a:gd name="connsiteY32" fmla="*/ 9430 h 123825"/>
                <a:gd name="connsiteX33" fmla="*/ 35147 w 57150"/>
                <a:gd name="connsiteY33" fmla="*/ 41053 h 123825"/>
                <a:gd name="connsiteX34" fmla="*/ 34100 w 57150"/>
                <a:gd name="connsiteY34" fmla="*/ 45053 h 123825"/>
                <a:gd name="connsiteX35" fmla="*/ 33147 w 57150"/>
                <a:gd name="connsiteY35" fmla="*/ 40672 h 123825"/>
                <a:gd name="connsiteX36" fmla="*/ 24479 w 57150"/>
                <a:gd name="connsiteY36" fmla="*/ 9144 h 123825"/>
                <a:gd name="connsiteX37" fmla="*/ 25622 w 57150"/>
                <a:gd name="connsiteY37" fmla="*/ 10001 h 123825"/>
                <a:gd name="connsiteX38" fmla="*/ 16764 w 57150"/>
                <a:gd name="connsiteY38" fmla="*/ 10001 h 123825"/>
                <a:gd name="connsiteX39" fmla="*/ 17907 w 57150"/>
                <a:gd name="connsiteY39" fmla="*/ 8477 h 123825"/>
                <a:gd name="connsiteX40" fmla="*/ 24384 w 57150"/>
                <a:gd name="connsiteY40" fmla="*/ 29813 h 123825"/>
                <a:gd name="connsiteX41" fmla="*/ 30766 w 57150"/>
                <a:gd name="connsiteY41" fmla="*/ 51244 h 123825"/>
                <a:gd name="connsiteX42" fmla="*/ 30766 w 57150"/>
                <a:gd name="connsiteY42" fmla="*/ 51244 h 123825"/>
                <a:gd name="connsiteX43" fmla="*/ 30766 w 57150"/>
                <a:gd name="connsiteY43" fmla="*/ 51244 h 123825"/>
                <a:gd name="connsiteX44" fmla="*/ 9716 w 57150"/>
                <a:gd name="connsiteY44" fmla="*/ 121539 h 123825"/>
                <a:gd name="connsiteX45" fmla="*/ 8668 w 57150"/>
                <a:gd name="connsiteY45" fmla="*/ 120206 h 123825"/>
                <a:gd name="connsiteX46" fmla="*/ 18193 w 57150"/>
                <a:gd name="connsiteY46" fmla="*/ 120206 h 123825"/>
                <a:gd name="connsiteX47" fmla="*/ 17145 w 57150"/>
                <a:gd name="connsiteY47" fmla="*/ 120968 h 123825"/>
                <a:gd name="connsiteX48" fmla="*/ 34290 w 57150"/>
                <a:gd name="connsiteY48" fmla="*/ 60198 h 123825"/>
                <a:gd name="connsiteX49" fmla="*/ 34957 w 57150"/>
                <a:gd name="connsiteY49" fmla="*/ 57721 h 123825"/>
                <a:gd name="connsiteX50" fmla="*/ 35624 w 57150"/>
                <a:gd name="connsiteY50" fmla="*/ 60198 h 123825"/>
                <a:gd name="connsiteX51" fmla="*/ 42672 w 57150"/>
                <a:gd name="connsiteY51" fmla="*/ 91250 h 123825"/>
                <a:gd name="connsiteX52" fmla="*/ 50292 w 57150"/>
                <a:gd name="connsiteY52" fmla="*/ 121825 h 123825"/>
                <a:gd name="connsiteX53" fmla="*/ 59055 w 57150"/>
                <a:gd name="connsiteY53" fmla="*/ 12182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7150" h="123825">
                  <a:moveTo>
                    <a:pt x="59150" y="121920"/>
                  </a:moveTo>
                  <a:lnTo>
                    <a:pt x="50197" y="121920"/>
                  </a:lnTo>
                  <a:lnTo>
                    <a:pt x="41910" y="91250"/>
                  </a:lnTo>
                  <a:lnTo>
                    <a:pt x="33719" y="60865"/>
                  </a:lnTo>
                  <a:lnTo>
                    <a:pt x="35052" y="60865"/>
                  </a:lnTo>
                  <a:lnTo>
                    <a:pt x="18574" y="121825"/>
                  </a:lnTo>
                  <a:lnTo>
                    <a:pt x="18574" y="122587"/>
                  </a:lnTo>
                  <a:lnTo>
                    <a:pt x="7144" y="122587"/>
                  </a:lnTo>
                  <a:lnTo>
                    <a:pt x="7144" y="121158"/>
                  </a:lnTo>
                  <a:lnTo>
                    <a:pt x="27908" y="50768"/>
                  </a:lnTo>
                  <a:lnTo>
                    <a:pt x="27908" y="51435"/>
                  </a:lnTo>
                  <a:lnTo>
                    <a:pt x="21431" y="30099"/>
                  </a:lnTo>
                  <a:lnTo>
                    <a:pt x="15050" y="8668"/>
                  </a:lnTo>
                  <a:lnTo>
                    <a:pt x="15050" y="7144"/>
                  </a:lnTo>
                  <a:lnTo>
                    <a:pt x="26384" y="7144"/>
                  </a:lnTo>
                  <a:lnTo>
                    <a:pt x="26384" y="8001"/>
                  </a:lnTo>
                  <a:lnTo>
                    <a:pt x="35052" y="39624"/>
                  </a:lnTo>
                  <a:lnTo>
                    <a:pt x="33147" y="39624"/>
                  </a:lnTo>
                  <a:lnTo>
                    <a:pt x="41243" y="8096"/>
                  </a:lnTo>
                  <a:lnTo>
                    <a:pt x="41243" y="7334"/>
                  </a:lnTo>
                  <a:lnTo>
                    <a:pt x="52197" y="7334"/>
                  </a:lnTo>
                  <a:lnTo>
                    <a:pt x="52197" y="8572"/>
                  </a:lnTo>
                  <a:lnTo>
                    <a:pt x="39910" y="49054"/>
                  </a:lnTo>
                  <a:lnTo>
                    <a:pt x="39910" y="49054"/>
                  </a:lnTo>
                  <a:lnTo>
                    <a:pt x="49435" y="85439"/>
                  </a:lnTo>
                  <a:close/>
                  <a:moveTo>
                    <a:pt x="59150" y="121920"/>
                  </a:moveTo>
                  <a:lnTo>
                    <a:pt x="48578" y="85725"/>
                  </a:lnTo>
                  <a:lnTo>
                    <a:pt x="38100" y="49530"/>
                  </a:lnTo>
                  <a:lnTo>
                    <a:pt x="38100" y="49530"/>
                  </a:lnTo>
                  <a:lnTo>
                    <a:pt x="49911" y="8954"/>
                  </a:lnTo>
                  <a:lnTo>
                    <a:pt x="50864" y="10192"/>
                  </a:lnTo>
                  <a:lnTo>
                    <a:pt x="42005" y="10192"/>
                  </a:lnTo>
                  <a:lnTo>
                    <a:pt x="42958" y="9430"/>
                  </a:lnTo>
                  <a:lnTo>
                    <a:pt x="35147" y="41053"/>
                  </a:lnTo>
                  <a:lnTo>
                    <a:pt x="34100" y="45053"/>
                  </a:lnTo>
                  <a:lnTo>
                    <a:pt x="33147" y="40672"/>
                  </a:lnTo>
                  <a:lnTo>
                    <a:pt x="24479" y="9144"/>
                  </a:lnTo>
                  <a:lnTo>
                    <a:pt x="25622" y="10001"/>
                  </a:lnTo>
                  <a:lnTo>
                    <a:pt x="16764" y="10001"/>
                  </a:lnTo>
                  <a:lnTo>
                    <a:pt x="17907" y="8477"/>
                  </a:lnTo>
                  <a:lnTo>
                    <a:pt x="24384" y="29813"/>
                  </a:lnTo>
                  <a:lnTo>
                    <a:pt x="30766" y="51244"/>
                  </a:lnTo>
                  <a:lnTo>
                    <a:pt x="30766" y="51244"/>
                  </a:lnTo>
                  <a:lnTo>
                    <a:pt x="30766" y="51244"/>
                  </a:lnTo>
                  <a:lnTo>
                    <a:pt x="9716" y="121539"/>
                  </a:lnTo>
                  <a:lnTo>
                    <a:pt x="8668" y="120206"/>
                  </a:lnTo>
                  <a:lnTo>
                    <a:pt x="18193" y="120206"/>
                  </a:lnTo>
                  <a:lnTo>
                    <a:pt x="17145" y="120968"/>
                  </a:lnTo>
                  <a:lnTo>
                    <a:pt x="34290" y="60198"/>
                  </a:lnTo>
                  <a:lnTo>
                    <a:pt x="34957" y="57721"/>
                  </a:lnTo>
                  <a:lnTo>
                    <a:pt x="35624" y="60198"/>
                  </a:lnTo>
                  <a:lnTo>
                    <a:pt x="42672" y="91250"/>
                  </a:lnTo>
                  <a:lnTo>
                    <a:pt x="50292" y="121825"/>
                  </a:lnTo>
                  <a:lnTo>
                    <a:pt x="59055" y="121825"/>
                  </a:lnTo>
                  <a:close/>
                </a:path>
              </a:pathLst>
            </a:custGeom>
            <a:solidFill>
              <a:srgbClr val="FFFFFF"/>
            </a:solidFill>
            <a:ln w="9525" cap="flat">
              <a:noFill/>
              <a:prstDash val="solid"/>
              <a:miter/>
            </a:ln>
          </p:spPr>
          <p:txBody>
            <a:bodyPr rtlCol="0" anchor="ctr"/>
            <a:lstStyle/>
            <a:p>
              <a:endParaRPr lang="en-US"/>
            </a:p>
          </p:txBody>
        </p:sp>
        <p:grpSp>
          <p:nvGrpSpPr>
            <p:cNvPr id="151" name="Group 150">
              <a:extLst>
                <a:ext uri="{FF2B5EF4-FFF2-40B4-BE49-F238E27FC236}">
                  <a16:creationId xmlns:a16="http://schemas.microsoft.com/office/drawing/2014/main" id="{14BB88F4-62FF-4DEA-B1CB-2868B8ACD466}"/>
                </a:ext>
              </a:extLst>
            </p:cNvPr>
            <p:cNvGrpSpPr/>
            <p:nvPr/>
          </p:nvGrpSpPr>
          <p:grpSpPr>
            <a:xfrm>
              <a:off x="11358990" y="670489"/>
              <a:ext cx="603495" cy="91337"/>
              <a:chOff x="6704534" y="4252264"/>
              <a:chExt cx="1397944" cy="211573"/>
            </a:xfrm>
            <a:solidFill>
              <a:schemeClr val="bg1"/>
            </a:solidFill>
          </p:grpSpPr>
          <p:sp>
            <p:nvSpPr>
              <p:cNvPr id="136" name="Freeform: Shape 135">
                <a:extLst>
                  <a:ext uri="{FF2B5EF4-FFF2-40B4-BE49-F238E27FC236}">
                    <a16:creationId xmlns:a16="http://schemas.microsoft.com/office/drawing/2014/main" id="{0A112D70-9F46-48B8-9568-614582DD384B}"/>
                  </a:ext>
                </a:extLst>
              </p:cNvPr>
              <p:cNvSpPr/>
              <p:nvPr/>
            </p:nvSpPr>
            <p:spPr>
              <a:xfrm>
                <a:off x="6704534" y="4252576"/>
                <a:ext cx="125526" cy="167368"/>
              </a:xfrm>
              <a:custGeom>
                <a:avLst/>
                <a:gdLst>
                  <a:gd name="connsiteX0" fmla="*/ 17526 w 28575"/>
                  <a:gd name="connsiteY0" fmla="*/ 7144 h 38100"/>
                  <a:gd name="connsiteX1" fmla="*/ 28956 w 28575"/>
                  <a:gd name="connsiteY1" fmla="*/ 15812 h 38100"/>
                  <a:gd name="connsiteX2" fmla="*/ 19525 w 28575"/>
                  <a:gd name="connsiteY2" fmla="*/ 25430 h 38100"/>
                  <a:gd name="connsiteX3" fmla="*/ 18098 w 28575"/>
                  <a:gd name="connsiteY3" fmla="*/ 25337 h 38100"/>
                  <a:gd name="connsiteX4" fmla="*/ 10192 w 28575"/>
                  <a:gd name="connsiteY4" fmla="*/ 25337 h 38100"/>
                  <a:gd name="connsiteX5" fmla="*/ 10192 w 28575"/>
                  <a:gd name="connsiteY5" fmla="*/ 40291 h 38100"/>
                  <a:gd name="connsiteX6" fmla="*/ 7144 w 28575"/>
                  <a:gd name="connsiteY6" fmla="*/ 40291 h 38100"/>
                  <a:gd name="connsiteX7" fmla="*/ 7144 w 28575"/>
                  <a:gd name="connsiteY7" fmla="*/ 7144 h 38100"/>
                  <a:gd name="connsiteX8" fmla="*/ 10192 w 28575"/>
                  <a:gd name="connsiteY8" fmla="*/ 10097 h 38100"/>
                  <a:gd name="connsiteX9" fmla="*/ 10192 w 28575"/>
                  <a:gd name="connsiteY9" fmla="*/ 22384 h 38100"/>
                  <a:gd name="connsiteX10" fmla="*/ 17717 w 28575"/>
                  <a:gd name="connsiteY10" fmla="*/ 22384 h 38100"/>
                  <a:gd name="connsiteX11" fmla="*/ 25193 w 28575"/>
                  <a:gd name="connsiteY11" fmla="*/ 16638 h 38100"/>
                  <a:gd name="connsiteX12" fmla="*/ 25241 w 28575"/>
                  <a:gd name="connsiteY12" fmla="*/ 16097 h 38100"/>
                  <a:gd name="connsiteX13" fmla="*/ 17431 w 28575"/>
                  <a:gd name="connsiteY13" fmla="*/ 1009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38100">
                    <a:moveTo>
                      <a:pt x="17526" y="7144"/>
                    </a:moveTo>
                    <a:cubicBezTo>
                      <a:pt x="22289" y="7144"/>
                      <a:pt x="28956" y="8477"/>
                      <a:pt x="28956" y="15812"/>
                    </a:cubicBezTo>
                    <a:cubicBezTo>
                      <a:pt x="29008" y="21072"/>
                      <a:pt x="24786" y="25378"/>
                      <a:pt x="19525" y="25430"/>
                    </a:cubicBezTo>
                    <a:cubicBezTo>
                      <a:pt x="19048" y="25435"/>
                      <a:pt x="18570" y="25403"/>
                      <a:pt x="18098" y="25337"/>
                    </a:cubicBezTo>
                    <a:lnTo>
                      <a:pt x="10192" y="25337"/>
                    </a:lnTo>
                    <a:lnTo>
                      <a:pt x="10192" y="40291"/>
                    </a:lnTo>
                    <a:lnTo>
                      <a:pt x="7144" y="40291"/>
                    </a:lnTo>
                    <a:lnTo>
                      <a:pt x="7144" y="7144"/>
                    </a:lnTo>
                    <a:close/>
                    <a:moveTo>
                      <a:pt x="10192" y="10097"/>
                    </a:moveTo>
                    <a:lnTo>
                      <a:pt x="10192" y="22384"/>
                    </a:lnTo>
                    <a:lnTo>
                      <a:pt x="17717" y="22384"/>
                    </a:lnTo>
                    <a:cubicBezTo>
                      <a:pt x="21368" y="22862"/>
                      <a:pt x="24715" y="20289"/>
                      <a:pt x="25193" y="16638"/>
                    </a:cubicBezTo>
                    <a:cubicBezTo>
                      <a:pt x="25216" y="16458"/>
                      <a:pt x="25232" y="16278"/>
                      <a:pt x="25241" y="16097"/>
                    </a:cubicBezTo>
                    <a:cubicBezTo>
                      <a:pt x="25241" y="10954"/>
                      <a:pt x="20288" y="10097"/>
                      <a:pt x="17431" y="10097"/>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531FBDB-A4DD-4AF4-B452-003ECCA61C01}"/>
                  </a:ext>
                </a:extLst>
              </p:cNvPr>
              <p:cNvSpPr/>
              <p:nvPr/>
            </p:nvSpPr>
            <p:spPr>
              <a:xfrm>
                <a:off x="6799099" y="4297278"/>
                <a:ext cx="125526" cy="125526"/>
              </a:xfrm>
              <a:custGeom>
                <a:avLst/>
                <a:gdLst>
                  <a:gd name="connsiteX0" fmla="*/ 25241 w 28575"/>
                  <a:gd name="connsiteY0" fmla="*/ 26210 h 28575"/>
                  <a:gd name="connsiteX1" fmla="*/ 26765 w 28575"/>
                  <a:gd name="connsiteY1" fmla="*/ 27924 h 28575"/>
                  <a:gd name="connsiteX2" fmla="*/ 28194 w 28575"/>
                  <a:gd name="connsiteY2" fmla="*/ 27924 h 28575"/>
                  <a:gd name="connsiteX3" fmla="*/ 28194 w 28575"/>
                  <a:gd name="connsiteY3" fmla="*/ 30305 h 28575"/>
                  <a:gd name="connsiteX4" fmla="*/ 25527 w 28575"/>
                  <a:gd name="connsiteY4" fmla="*/ 30305 h 28575"/>
                  <a:gd name="connsiteX5" fmla="*/ 22193 w 28575"/>
                  <a:gd name="connsiteY5" fmla="*/ 26114 h 28575"/>
                  <a:gd name="connsiteX6" fmla="*/ 22193 w 28575"/>
                  <a:gd name="connsiteY6" fmla="*/ 26114 h 28575"/>
                  <a:gd name="connsiteX7" fmla="*/ 14954 w 28575"/>
                  <a:gd name="connsiteY7" fmla="*/ 30591 h 28575"/>
                  <a:gd name="connsiteX8" fmla="*/ 7153 w 28575"/>
                  <a:gd name="connsiteY8" fmla="*/ 23961 h 28575"/>
                  <a:gd name="connsiteX9" fmla="*/ 7144 w 28575"/>
                  <a:gd name="connsiteY9" fmla="*/ 23828 h 28575"/>
                  <a:gd name="connsiteX10" fmla="*/ 20288 w 28575"/>
                  <a:gd name="connsiteY10" fmla="*/ 16208 h 28575"/>
                  <a:gd name="connsiteX11" fmla="*/ 22288 w 28575"/>
                  <a:gd name="connsiteY11" fmla="*/ 16208 h 28575"/>
                  <a:gd name="connsiteX12" fmla="*/ 16978 w 28575"/>
                  <a:gd name="connsiteY12" fmla="*/ 9938 h 28575"/>
                  <a:gd name="connsiteX13" fmla="*/ 16288 w 28575"/>
                  <a:gd name="connsiteY13" fmla="*/ 9922 h 28575"/>
                  <a:gd name="connsiteX14" fmla="*/ 9049 w 28575"/>
                  <a:gd name="connsiteY14" fmla="*/ 13065 h 28575"/>
                  <a:gd name="connsiteX15" fmla="*/ 9049 w 28575"/>
                  <a:gd name="connsiteY15" fmla="*/ 9636 h 28575"/>
                  <a:gd name="connsiteX16" fmla="*/ 16859 w 28575"/>
                  <a:gd name="connsiteY16" fmla="*/ 7160 h 28575"/>
                  <a:gd name="connsiteX17" fmla="*/ 25343 w 28575"/>
                  <a:gd name="connsiteY17" fmla="*/ 14647 h 28575"/>
                  <a:gd name="connsiteX18" fmla="*/ 25336 w 28575"/>
                  <a:gd name="connsiteY18" fmla="*/ 15732 h 28575"/>
                  <a:gd name="connsiteX19" fmla="*/ 22193 w 28575"/>
                  <a:gd name="connsiteY19" fmla="*/ 18590 h 28575"/>
                  <a:gd name="connsiteX20" fmla="*/ 20764 w 28575"/>
                  <a:gd name="connsiteY20" fmla="*/ 18590 h 28575"/>
                  <a:gd name="connsiteX21" fmla="*/ 10382 w 28575"/>
                  <a:gd name="connsiteY21" fmla="*/ 23828 h 28575"/>
                  <a:gd name="connsiteX22" fmla="*/ 15007 w 28575"/>
                  <a:gd name="connsiteY22" fmla="*/ 27747 h 28575"/>
                  <a:gd name="connsiteX23" fmla="*/ 15145 w 28575"/>
                  <a:gd name="connsiteY23" fmla="*/ 27734 h 28575"/>
                  <a:gd name="connsiteX24" fmla="*/ 22193 w 28575"/>
                  <a:gd name="connsiteY24" fmla="*/ 19733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575" h="28575">
                    <a:moveTo>
                      <a:pt x="25241" y="26210"/>
                    </a:moveTo>
                    <a:cubicBezTo>
                      <a:pt x="25241" y="26972"/>
                      <a:pt x="25241" y="27924"/>
                      <a:pt x="26765" y="27924"/>
                    </a:cubicBezTo>
                    <a:cubicBezTo>
                      <a:pt x="27236" y="28022"/>
                      <a:pt x="27723" y="28022"/>
                      <a:pt x="28194" y="27924"/>
                    </a:cubicBezTo>
                    <a:lnTo>
                      <a:pt x="28194" y="30305"/>
                    </a:lnTo>
                    <a:cubicBezTo>
                      <a:pt x="27310" y="30443"/>
                      <a:pt x="26411" y="30443"/>
                      <a:pt x="25527" y="30305"/>
                    </a:cubicBezTo>
                    <a:cubicBezTo>
                      <a:pt x="22479" y="30305"/>
                      <a:pt x="22193" y="28781"/>
                      <a:pt x="22193" y="26114"/>
                    </a:cubicBezTo>
                    <a:lnTo>
                      <a:pt x="22193" y="26114"/>
                    </a:lnTo>
                    <a:cubicBezTo>
                      <a:pt x="20858" y="28889"/>
                      <a:pt x="18033" y="30636"/>
                      <a:pt x="14954" y="30591"/>
                    </a:cubicBezTo>
                    <a:cubicBezTo>
                      <a:pt x="10969" y="30914"/>
                      <a:pt x="7477" y="27946"/>
                      <a:pt x="7153" y="23961"/>
                    </a:cubicBezTo>
                    <a:cubicBezTo>
                      <a:pt x="7150" y="23917"/>
                      <a:pt x="7147" y="23873"/>
                      <a:pt x="7144" y="23828"/>
                    </a:cubicBezTo>
                    <a:cubicBezTo>
                      <a:pt x="7144" y="18304"/>
                      <a:pt x="13049" y="17066"/>
                      <a:pt x="20288" y="16208"/>
                    </a:cubicBezTo>
                    <a:lnTo>
                      <a:pt x="22288" y="16208"/>
                    </a:lnTo>
                    <a:cubicBezTo>
                      <a:pt x="22554" y="13010"/>
                      <a:pt x="20176" y="10203"/>
                      <a:pt x="16978" y="9938"/>
                    </a:cubicBezTo>
                    <a:cubicBezTo>
                      <a:pt x="16749" y="9919"/>
                      <a:pt x="16518" y="9913"/>
                      <a:pt x="16288" y="9922"/>
                    </a:cubicBezTo>
                    <a:cubicBezTo>
                      <a:pt x="13598" y="10159"/>
                      <a:pt x="11058" y="11262"/>
                      <a:pt x="9049" y="13065"/>
                    </a:cubicBezTo>
                    <a:lnTo>
                      <a:pt x="9049" y="9636"/>
                    </a:lnTo>
                    <a:cubicBezTo>
                      <a:pt x="11362" y="8081"/>
                      <a:pt x="14072" y="7221"/>
                      <a:pt x="16859" y="7160"/>
                    </a:cubicBezTo>
                    <a:cubicBezTo>
                      <a:pt x="21269" y="6885"/>
                      <a:pt x="25068" y="10237"/>
                      <a:pt x="25343" y="14647"/>
                    </a:cubicBezTo>
                    <a:cubicBezTo>
                      <a:pt x="25365" y="15009"/>
                      <a:pt x="25363" y="15371"/>
                      <a:pt x="25336" y="15732"/>
                    </a:cubicBezTo>
                    <a:close/>
                    <a:moveTo>
                      <a:pt x="22193" y="18590"/>
                    </a:moveTo>
                    <a:lnTo>
                      <a:pt x="20764" y="18590"/>
                    </a:lnTo>
                    <a:cubicBezTo>
                      <a:pt x="14764" y="19256"/>
                      <a:pt x="10382" y="20209"/>
                      <a:pt x="10382" y="23828"/>
                    </a:cubicBezTo>
                    <a:cubicBezTo>
                      <a:pt x="10577" y="26187"/>
                      <a:pt x="12648" y="27942"/>
                      <a:pt x="15007" y="27747"/>
                    </a:cubicBezTo>
                    <a:cubicBezTo>
                      <a:pt x="15053" y="27743"/>
                      <a:pt x="15099" y="27739"/>
                      <a:pt x="15145" y="27734"/>
                    </a:cubicBezTo>
                    <a:cubicBezTo>
                      <a:pt x="19280" y="27428"/>
                      <a:pt x="22412" y="23873"/>
                      <a:pt x="22193" y="19733"/>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18A472D5-0730-424F-8CE6-5BF6905E3ACE}"/>
                  </a:ext>
                </a:extLst>
              </p:cNvPr>
              <p:cNvSpPr/>
              <p:nvPr/>
            </p:nvSpPr>
            <p:spPr>
              <a:xfrm>
                <a:off x="6894077" y="4269730"/>
                <a:ext cx="83684" cy="167368"/>
              </a:xfrm>
              <a:custGeom>
                <a:avLst/>
                <a:gdLst>
                  <a:gd name="connsiteX0" fmla="*/ 14097 w 19050"/>
                  <a:gd name="connsiteY0" fmla="*/ 7144 h 38100"/>
                  <a:gd name="connsiteX1" fmla="*/ 14097 w 19050"/>
                  <a:gd name="connsiteY1" fmla="*/ 13716 h 38100"/>
                  <a:gd name="connsiteX2" fmla="*/ 20003 w 19050"/>
                  <a:gd name="connsiteY2" fmla="*/ 13716 h 38100"/>
                  <a:gd name="connsiteX3" fmla="*/ 20003 w 19050"/>
                  <a:gd name="connsiteY3" fmla="*/ 16478 h 38100"/>
                  <a:gd name="connsiteX4" fmla="*/ 14097 w 19050"/>
                  <a:gd name="connsiteY4" fmla="*/ 16478 h 38100"/>
                  <a:gd name="connsiteX5" fmla="*/ 14097 w 19050"/>
                  <a:gd name="connsiteY5" fmla="*/ 30861 h 38100"/>
                  <a:gd name="connsiteX6" fmla="*/ 16955 w 19050"/>
                  <a:gd name="connsiteY6" fmla="*/ 34195 h 38100"/>
                  <a:gd name="connsiteX7" fmla="*/ 20003 w 19050"/>
                  <a:gd name="connsiteY7" fmla="*/ 33433 h 38100"/>
                  <a:gd name="connsiteX8" fmla="*/ 20003 w 19050"/>
                  <a:gd name="connsiteY8" fmla="*/ 36195 h 38100"/>
                  <a:gd name="connsiteX9" fmla="*/ 16478 w 19050"/>
                  <a:gd name="connsiteY9" fmla="*/ 36766 h 38100"/>
                  <a:gd name="connsiteX10" fmla="*/ 10954 w 19050"/>
                  <a:gd name="connsiteY10" fmla="*/ 31813 h 38100"/>
                  <a:gd name="connsiteX11" fmla="*/ 10954 w 19050"/>
                  <a:gd name="connsiteY11" fmla="*/ 16478 h 38100"/>
                  <a:gd name="connsiteX12" fmla="*/ 7144 w 19050"/>
                  <a:gd name="connsiteY12" fmla="*/ 16478 h 38100"/>
                  <a:gd name="connsiteX13" fmla="*/ 7144 w 19050"/>
                  <a:gd name="connsiteY13" fmla="*/ 13716 h 38100"/>
                  <a:gd name="connsiteX14" fmla="*/ 10954 w 19050"/>
                  <a:gd name="connsiteY14" fmla="*/ 13716 h 38100"/>
                  <a:gd name="connsiteX15" fmla="*/ 10954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03" y="13716"/>
                    </a:lnTo>
                    <a:lnTo>
                      <a:pt x="20003" y="16478"/>
                    </a:lnTo>
                    <a:lnTo>
                      <a:pt x="14097" y="16478"/>
                    </a:lnTo>
                    <a:lnTo>
                      <a:pt x="14097" y="30861"/>
                    </a:lnTo>
                    <a:cubicBezTo>
                      <a:pt x="14097" y="33052"/>
                      <a:pt x="14764" y="34195"/>
                      <a:pt x="16955" y="34195"/>
                    </a:cubicBezTo>
                    <a:cubicBezTo>
                      <a:pt x="18015" y="34173"/>
                      <a:pt x="19057" y="33913"/>
                      <a:pt x="20003" y="33433"/>
                    </a:cubicBezTo>
                    <a:lnTo>
                      <a:pt x="20003" y="36195"/>
                    </a:lnTo>
                    <a:cubicBezTo>
                      <a:pt x="18858" y="36541"/>
                      <a:pt x="17673" y="36734"/>
                      <a:pt x="16478" y="36766"/>
                    </a:cubicBezTo>
                    <a:cubicBezTo>
                      <a:pt x="13335" y="36766"/>
                      <a:pt x="10954" y="35338"/>
                      <a:pt x="10954" y="31813"/>
                    </a:cubicBezTo>
                    <a:lnTo>
                      <a:pt x="10954" y="16478"/>
                    </a:lnTo>
                    <a:lnTo>
                      <a:pt x="7144" y="16478"/>
                    </a:lnTo>
                    <a:lnTo>
                      <a:pt x="7144" y="13716"/>
                    </a:lnTo>
                    <a:lnTo>
                      <a:pt x="10954" y="13716"/>
                    </a:lnTo>
                    <a:lnTo>
                      <a:pt x="10954" y="7144"/>
                    </a:ln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AA347975-1620-475C-A714-B00941ED1E9F}"/>
                  </a:ext>
                </a:extLst>
              </p:cNvPr>
              <p:cNvSpPr/>
              <p:nvPr/>
            </p:nvSpPr>
            <p:spPr>
              <a:xfrm>
                <a:off x="6964793" y="4255084"/>
                <a:ext cx="41842" cy="167368"/>
              </a:xfrm>
              <a:custGeom>
                <a:avLst/>
                <a:gdLst>
                  <a:gd name="connsiteX0" fmla="*/ 10668 w 9525"/>
                  <a:gd name="connsiteY0" fmla="*/ 9906 h 38100"/>
                  <a:gd name="connsiteX1" fmla="*/ 8858 w 9525"/>
                  <a:gd name="connsiteY1" fmla="*/ 12668 h 38100"/>
                  <a:gd name="connsiteX2" fmla="*/ 7144 w 9525"/>
                  <a:gd name="connsiteY2" fmla="*/ 10001 h 38100"/>
                  <a:gd name="connsiteX3" fmla="*/ 8858 w 9525"/>
                  <a:gd name="connsiteY3" fmla="*/ 7144 h 38100"/>
                  <a:gd name="connsiteX4" fmla="*/ 10668 w 9525"/>
                  <a:gd name="connsiteY4" fmla="*/ 9906 h 38100"/>
                  <a:gd name="connsiteX5" fmla="*/ 10668 w 9525"/>
                  <a:gd name="connsiteY5" fmla="*/ 17145 h 38100"/>
                  <a:gd name="connsiteX6" fmla="*/ 10668 w 9525"/>
                  <a:gd name="connsiteY6" fmla="*/ 39719 h 38100"/>
                  <a:gd name="connsiteX7" fmla="*/ 7620 w 9525"/>
                  <a:gd name="connsiteY7" fmla="*/ 39719 h 38100"/>
                  <a:gd name="connsiteX8" fmla="*/ 7620 w 9525"/>
                  <a:gd name="connsiteY8" fmla="*/ 1714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38100">
                    <a:moveTo>
                      <a:pt x="10668" y="9906"/>
                    </a:moveTo>
                    <a:cubicBezTo>
                      <a:pt x="10668" y="11049"/>
                      <a:pt x="10192" y="12668"/>
                      <a:pt x="8858" y="12668"/>
                    </a:cubicBezTo>
                    <a:cubicBezTo>
                      <a:pt x="7525" y="12668"/>
                      <a:pt x="7144" y="10954"/>
                      <a:pt x="7144" y="10001"/>
                    </a:cubicBezTo>
                    <a:cubicBezTo>
                      <a:pt x="7144" y="9049"/>
                      <a:pt x="7144" y="7144"/>
                      <a:pt x="8858" y="7144"/>
                    </a:cubicBezTo>
                    <a:cubicBezTo>
                      <a:pt x="10573" y="7144"/>
                      <a:pt x="10668" y="8572"/>
                      <a:pt x="10668" y="9906"/>
                    </a:cubicBezTo>
                    <a:close/>
                    <a:moveTo>
                      <a:pt x="10668" y="17145"/>
                    </a:moveTo>
                    <a:lnTo>
                      <a:pt x="10668" y="39719"/>
                    </a:lnTo>
                    <a:lnTo>
                      <a:pt x="7620" y="39719"/>
                    </a:lnTo>
                    <a:lnTo>
                      <a:pt x="7620" y="17145"/>
                    </a:ln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9E692673-3BB6-4876-9D65-598C62C68195}"/>
                  </a:ext>
                </a:extLst>
              </p:cNvPr>
              <p:cNvSpPr/>
              <p:nvPr/>
            </p:nvSpPr>
            <p:spPr>
              <a:xfrm>
                <a:off x="6997340" y="4296509"/>
                <a:ext cx="125526" cy="125526"/>
              </a:xfrm>
              <a:custGeom>
                <a:avLst/>
                <a:gdLst>
                  <a:gd name="connsiteX0" fmla="*/ 10117 w 28575"/>
                  <a:gd name="connsiteY0" fmla="*/ 18098 h 28575"/>
                  <a:gd name="connsiteX1" fmla="*/ 18308 w 28575"/>
                  <a:gd name="connsiteY1" fmla="*/ 28099 h 28575"/>
                  <a:gd name="connsiteX2" fmla="*/ 26976 w 28575"/>
                  <a:gd name="connsiteY2" fmla="*/ 23527 h 28575"/>
                  <a:gd name="connsiteX3" fmla="*/ 26976 w 28575"/>
                  <a:gd name="connsiteY3" fmla="*/ 27242 h 28575"/>
                  <a:gd name="connsiteX4" fmla="*/ 18118 w 28575"/>
                  <a:gd name="connsiteY4" fmla="*/ 30861 h 28575"/>
                  <a:gd name="connsiteX5" fmla="*/ 7153 w 28575"/>
                  <a:gd name="connsiteY5" fmla="*/ 19354 h 28575"/>
                  <a:gd name="connsiteX6" fmla="*/ 7164 w 28575"/>
                  <a:gd name="connsiteY6" fmla="*/ 19050 h 28575"/>
                  <a:gd name="connsiteX7" fmla="*/ 17714 w 28575"/>
                  <a:gd name="connsiteY7" fmla="*/ 7161 h 28575"/>
                  <a:gd name="connsiteX8" fmla="*/ 18118 w 28575"/>
                  <a:gd name="connsiteY8" fmla="*/ 7144 h 28575"/>
                  <a:gd name="connsiteX9" fmla="*/ 25833 w 28575"/>
                  <a:gd name="connsiteY9" fmla="*/ 11335 h 28575"/>
                  <a:gd name="connsiteX10" fmla="*/ 27643 w 28575"/>
                  <a:gd name="connsiteY10" fmla="*/ 18097 h 28575"/>
                  <a:gd name="connsiteX11" fmla="*/ 23833 w 28575"/>
                  <a:gd name="connsiteY11" fmla="*/ 15526 h 28575"/>
                  <a:gd name="connsiteX12" fmla="*/ 17642 w 28575"/>
                  <a:gd name="connsiteY12" fmla="*/ 9811 h 28575"/>
                  <a:gd name="connsiteX13" fmla="*/ 10498 w 28575"/>
                  <a:gd name="connsiteY13" fmla="*/ 15526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28575">
                    <a:moveTo>
                      <a:pt x="10117" y="18098"/>
                    </a:moveTo>
                    <a:cubicBezTo>
                      <a:pt x="10117" y="27623"/>
                      <a:pt x="17165" y="28099"/>
                      <a:pt x="18308" y="28099"/>
                    </a:cubicBezTo>
                    <a:cubicBezTo>
                      <a:pt x="21691" y="27789"/>
                      <a:pt x="24810" y="26143"/>
                      <a:pt x="26976" y="23527"/>
                    </a:cubicBezTo>
                    <a:lnTo>
                      <a:pt x="26976" y="27242"/>
                    </a:lnTo>
                    <a:cubicBezTo>
                      <a:pt x="24496" y="29380"/>
                      <a:pt x="21386" y="30650"/>
                      <a:pt x="18118" y="30861"/>
                    </a:cubicBezTo>
                    <a:cubicBezTo>
                      <a:pt x="11912" y="30711"/>
                      <a:pt x="7003" y="25559"/>
                      <a:pt x="7153" y="19354"/>
                    </a:cubicBezTo>
                    <a:cubicBezTo>
                      <a:pt x="7155" y="19252"/>
                      <a:pt x="7159" y="19151"/>
                      <a:pt x="7164" y="19050"/>
                    </a:cubicBezTo>
                    <a:cubicBezTo>
                      <a:pt x="6794" y="12854"/>
                      <a:pt x="11517" y="7531"/>
                      <a:pt x="17714" y="7161"/>
                    </a:cubicBezTo>
                    <a:cubicBezTo>
                      <a:pt x="17848" y="7153"/>
                      <a:pt x="17983" y="7147"/>
                      <a:pt x="18118" y="7144"/>
                    </a:cubicBezTo>
                    <a:cubicBezTo>
                      <a:pt x="21218" y="7201"/>
                      <a:pt x="24097" y="8765"/>
                      <a:pt x="25833" y="11335"/>
                    </a:cubicBezTo>
                    <a:cubicBezTo>
                      <a:pt x="27160" y="13330"/>
                      <a:pt x="27796" y="15706"/>
                      <a:pt x="27643" y="18097"/>
                    </a:cubicBezTo>
                    <a:close/>
                    <a:moveTo>
                      <a:pt x="23833" y="15526"/>
                    </a:moveTo>
                    <a:cubicBezTo>
                      <a:pt x="23583" y="12294"/>
                      <a:pt x="20883" y="9801"/>
                      <a:pt x="17642" y="9811"/>
                    </a:cubicBezTo>
                    <a:cubicBezTo>
                      <a:pt x="14254" y="9915"/>
                      <a:pt x="11343" y="12244"/>
                      <a:pt x="10498" y="15526"/>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B98287C-6A32-4EA1-ADE8-E55365C4DC32}"/>
                  </a:ext>
                </a:extLst>
              </p:cNvPr>
              <p:cNvSpPr/>
              <p:nvPr/>
            </p:nvSpPr>
            <p:spPr>
              <a:xfrm>
                <a:off x="7103287" y="4296456"/>
                <a:ext cx="125526" cy="125526"/>
              </a:xfrm>
              <a:custGeom>
                <a:avLst/>
                <a:gdLst>
                  <a:gd name="connsiteX0" fmla="*/ 25241 w 28575"/>
                  <a:gd name="connsiteY0" fmla="*/ 30301 h 28575"/>
                  <a:gd name="connsiteX1" fmla="*/ 22193 w 28575"/>
                  <a:gd name="connsiteY1" fmla="*/ 30301 h 28575"/>
                  <a:gd name="connsiteX2" fmla="*/ 22193 w 28575"/>
                  <a:gd name="connsiteY2" fmla="*/ 15442 h 28575"/>
                  <a:gd name="connsiteX3" fmla="*/ 17847 w 28575"/>
                  <a:gd name="connsiteY3" fmla="*/ 9949 h 28575"/>
                  <a:gd name="connsiteX4" fmla="*/ 17145 w 28575"/>
                  <a:gd name="connsiteY4" fmla="*/ 9918 h 28575"/>
                  <a:gd name="connsiteX5" fmla="*/ 10096 w 28575"/>
                  <a:gd name="connsiteY5" fmla="*/ 18681 h 28575"/>
                  <a:gd name="connsiteX6" fmla="*/ 10097 w 28575"/>
                  <a:gd name="connsiteY6" fmla="*/ 30301 h 28575"/>
                  <a:gd name="connsiteX7" fmla="*/ 7144 w 28575"/>
                  <a:gd name="connsiteY7" fmla="*/ 30301 h 28575"/>
                  <a:gd name="connsiteX8" fmla="*/ 7144 w 28575"/>
                  <a:gd name="connsiteY8" fmla="*/ 7727 h 28575"/>
                  <a:gd name="connsiteX9" fmla="*/ 9906 w 28575"/>
                  <a:gd name="connsiteY9" fmla="*/ 7727 h 28575"/>
                  <a:gd name="connsiteX10" fmla="*/ 9906 w 28575"/>
                  <a:gd name="connsiteY10" fmla="*/ 11918 h 28575"/>
                  <a:gd name="connsiteX11" fmla="*/ 9906 w 28575"/>
                  <a:gd name="connsiteY11" fmla="*/ 11918 h 28575"/>
                  <a:gd name="connsiteX12" fmla="*/ 17145 w 28575"/>
                  <a:gd name="connsiteY12" fmla="*/ 7155 h 28575"/>
                  <a:gd name="connsiteX13" fmla="*/ 24975 w 28575"/>
                  <a:gd name="connsiteY13" fmla="*/ 14161 h 28575"/>
                  <a:gd name="connsiteX14" fmla="*/ 24955 w 28575"/>
                  <a:gd name="connsiteY14" fmla="*/ 1525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575" h="28575">
                    <a:moveTo>
                      <a:pt x="25241" y="30301"/>
                    </a:moveTo>
                    <a:lnTo>
                      <a:pt x="22193" y="30301"/>
                    </a:lnTo>
                    <a:lnTo>
                      <a:pt x="22193" y="15442"/>
                    </a:lnTo>
                    <a:cubicBezTo>
                      <a:pt x="22510" y="12725"/>
                      <a:pt x="20564" y="10266"/>
                      <a:pt x="17847" y="9949"/>
                    </a:cubicBezTo>
                    <a:cubicBezTo>
                      <a:pt x="17614" y="9922"/>
                      <a:pt x="17379" y="9912"/>
                      <a:pt x="17145" y="9918"/>
                    </a:cubicBezTo>
                    <a:cubicBezTo>
                      <a:pt x="12793" y="10416"/>
                      <a:pt x="9651" y="14323"/>
                      <a:pt x="10096" y="18681"/>
                    </a:cubicBezTo>
                    <a:lnTo>
                      <a:pt x="10097" y="30301"/>
                    </a:lnTo>
                    <a:lnTo>
                      <a:pt x="7144" y="30301"/>
                    </a:lnTo>
                    <a:lnTo>
                      <a:pt x="7144" y="7727"/>
                    </a:lnTo>
                    <a:lnTo>
                      <a:pt x="9906" y="7727"/>
                    </a:lnTo>
                    <a:lnTo>
                      <a:pt x="9906" y="11918"/>
                    </a:lnTo>
                    <a:lnTo>
                      <a:pt x="9906" y="11918"/>
                    </a:lnTo>
                    <a:cubicBezTo>
                      <a:pt x="11115" y="8997"/>
                      <a:pt x="13984" y="7110"/>
                      <a:pt x="17145" y="7155"/>
                    </a:cubicBezTo>
                    <a:cubicBezTo>
                      <a:pt x="21242" y="6928"/>
                      <a:pt x="24748" y="10065"/>
                      <a:pt x="24975" y="14161"/>
                    </a:cubicBezTo>
                    <a:cubicBezTo>
                      <a:pt x="24995" y="14525"/>
                      <a:pt x="24989" y="14889"/>
                      <a:pt x="24955" y="15252"/>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F5A8BFBB-749A-4A29-8AA2-CF4D524F0450}"/>
                  </a:ext>
                </a:extLst>
              </p:cNvPr>
              <p:cNvSpPr/>
              <p:nvPr/>
            </p:nvSpPr>
            <p:spPr>
              <a:xfrm>
                <a:off x="7197435" y="4269730"/>
                <a:ext cx="83684" cy="167368"/>
              </a:xfrm>
              <a:custGeom>
                <a:avLst/>
                <a:gdLst>
                  <a:gd name="connsiteX0" fmla="*/ 14097 w 19050"/>
                  <a:gd name="connsiteY0" fmla="*/ 7144 h 38100"/>
                  <a:gd name="connsiteX1" fmla="*/ 14097 w 19050"/>
                  <a:gd name="connsiteY1" fmla="*/ 13716 h 38100"/>
                  <a:gd name="connsiteX2" fmla="*/ 20003 w 19050"/>
                  <a:gd name="connsiteY2" fmla="*/ 13716 h 38100"/>
                  <a:gd name="connsiteX3" fmla="*/ 20003 w 19050"/>
                  <a:gd name="connsiteY3" fmla="*/ 16478 h 38100"/>
                  <a:gd name="connsiteX4" fmla="*/ 14097 w 19050"/>
                  <a:gd name="connsiteY4" fmla="*/ 16478 h 38100"/>
                  <a:gd name="connsiteX5" fmla="*/ 14097 w 19050"/>
                  <a:gd name="connsiteY5" fmla="*/ 30861 h 38100"/>
                  <a:gd name="connsiteX6" fmla="*/ 16955 w 19050"/>
                  <a:gd name="connsiteY6" fmla="*/ 34195 h 38100"/>
                  <a:gd name="connsiteX7" fmla="*/ 20003 w 19050"/>
                  <a:gd name="connsiteY7" fmla="*/ 33433 h 38100"/>
                  <a:gd name="connsiteX8" fmla="*/ 20003 w 19050"/>
                  <a:gd name="connsiteY8" fmla="*/ 36195 h 38100"/>
                  <a:gd name="connsiteX9" fmla="*/ 16478 w 19050"/>
                  <a:gd name="connsiteY9" fmla="*/ 36766 h 38100"/>
                  <a:gd name="connsiteX10" fmla="*/ 11049 w 19050"/>
                  <a:gd name="connsiteY10" fmla="*/ 31813 h 38100"/>
                  <a:gd name="connsiteX11" fmla="*/ 11049 w 19050"/>
                  <a:gd name="connsiteY11" fmla="*/ 16478 h 38100"/>
                  <a:gd name="connsiteX12" fmla="*/ 7144 w 19050"/>
                  <a:gd name="connsiteY12" fmla="*/ 16478 h 38100"/>
                  <a:gd name="connsiteX13" fmla="*/ 7144 w 19050"/>
                  <a:gd name="connsiteY13" fmla="*/ 13716 h 38100"/>
                  <a:gd name="connsiteX14" fmla="*/ 11049 w 19050"/>
                  <a:gd name="connsiteY14" fmla="*/ 13716 h 38100"/>
                  <a:gd name="connsiteX15" fmla="*/ 11049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03" y="13716"/>
                    </a:lnTo>
                    <a:lnTo>
                      <a:pt x="20003" y="16478"/>
                    </a:lnTo>
                    <a:lnTo>
                      <a:pt x="14097" y="16478"/>
                    </a:lnTo>
                    <a:lnTo>
                      <a:pt x="14097" y="30861"/>
                    </a:lnTo>
                    <a:cubicBezTo>
                      <a:pt x="14097" y="33052"/>
                      <a:pt x="14764" y="34195"/>
                      <a:pt x="16955" y="34195"/>
                    </a:cubicBezTo>
                    <a:cubicBezTo>
                      <a:pt x="18015" y="34173"/>
                      <a:pt x="19057" y="33913"/>
                      <a:pt x="20003" y="33433"/>
                    </a:cubicBezTo>
                    <a:lnTo>
                      <a:pt x="20003" y="36195"/>
                    </a:lnTo>
                    <a:cubicBezTo>
                      <a:pt x="18858" y="36541"/>
                      <a:pt x="17673" y="36734"/>
                      <a:pt x="16478" y="36766"/>
                    </a:cubicBezTo>
                    <a:cubicBezTo>
                      <a:pt x="13335" y="36766"/>
                      <a:pt x="11049" y="35338"/>
                      <a:pt x="11049" y="31813"/>
                    </a:cubicBezTo>
                    <a:lnTo>
                      <a:pt x="11049" y="16478"/>
                    </a:lnTo>
                    <a:lnTo>
                      <a:pt x="7144" y="16478"/>
                    </a:lnTo>
                    <a:lnTo>
                      <a:pt x="7144" y="13716"/>
                    </a:lnTo>
                    <a:lnTo>
                      <a:pt x="11049" y="13716"/>
                    </a:lnTo>
                    <a:lnTo>
                      <a:pt x="11049" y="7144"/>
                    </a:ln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176CBE7-C80F-48C7-9738-8B5950CE507C}"/>
                  </a:ext>
                </a:extLst>
              </p:cNvPr>
              <p:cNvSpPr/>
              <p:nvPr/>
            </p:nvSpPr>
            <p:spPr>
              <a:xfrm>
                <a:off x="7332164" y="4252264"/>
                <a:ext cx="167368" cy="167368"/>
              </a:xfrm>
              <a:custGeom>
                <a:avLst/>
                <a:gdLst>
                  <a:gd name="connsiteX0" fmla="*/ 17621 w 38100"/>
                  <a:gd name="connsiteY0" fmla="*/ 7214 h 38100"/>
                  <a:gd name="connsiteX1" fmla="*/ 29432 w 38100"/>
                  <a:gd name="connsiteY1" fmla="*/ 11119 h 38100"/>
                  <a:gd name="connsiteX2" fmla="*/ 34195 w 38100"/>
                  <a:gd name="connsiteY2" fmla="*/ 23502 h 38100"/>
                  <a:gd name="connsiteX3" fmla="*/ 19938 w 38100"/>
                  <a:gd name="connsiteY3" fmla="*/ 40377 h 38100"/>
                  <a:gd name="connsiteX4" fmla="*/ 17145 w 38100"/>
                  <a:gd name="connsiteY4" fmla="*/ 40361 h 38100"/>
                  <a:gd name="connsiteX5" fmla="*/ 7144 w 38100"/>
                  <a:gd name="connsiteY5" fmla="*/ 40361 h 38100"/>
                  <a:gd name="connsiteX6" fmla="*/ 7144 w 38100"/>
                  <a:gd name="connsiteY6" fmla="*/ 7214 h 38100"/>
                  <a:gd name="connsiteX7" fmla="*/ 10096 w 38100"/>
                  <a:gd name="connsiteY7" fmla="*/ 10072 h 38100"/>
                  <a:gd name="connsiteX8" fmla="*/ 10096 w 38100"/>
                  <a:gd name="connsiteY8" fmla="*/ 37504 h 38100"/>
                  <a:gd name="connsiteX9" fmla="*/ 18479 w 38100"/>
                  <a:gd name="connsiteY9" fmla="*/ 37504 h 38100"/>
                  <a:gd name="connsiteX10" fmla="*/ 30584 w 38100"/>
                  <a:gd name="connsiteY10" fmla="*/ 24850 h 38100"/>
                  <a:gd name="connsiteX11" fmla="*/ 30480 w 38100"/>
                  <a:gd name="connsiteY11" fmla="*/ 23502 h 38100"/>
                  <a:gd name="connsiteX12" fmla="*/ 26194 w 38100"/>
                  <a:gd name="connsiteY12" fmla="*/ 12929 h 38100"/>
                  <a:gd name="connsiteX13" fmla="*/ 16669 w 38100"/>
                  <a:gd name="connsiteY13" fmla="*/ 1007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 h="38100">
                    <a:moveTo>
                      <a:pt x="17621" y="7214"/>
                    </a:moveTo>
                    <a:cubicBezTo>
                      <a:pt x="21932" y="6801"/>
                      <a:pt x="26218" y="8218"/>
                      <a:pt x="29432" y="11119"/>
                    </a:cubicBezTo>
                    <a:cubicBezTo>
                      <a:pt x="32590" y="14458"/>
                      <a:pt x="34301" y="18908"/>
                      <a:pt x="34195" y="23502"/>
                    </a:cubicBezTo>
                    <a:cubicBezTo>
                      <a:pt x="34918" y="32099"/>
                      <a:pt x="28534" y="39654"/>
                      <a:pt x="19938" y="40377"/>
                    </a:cubicBezTo>
                    <a:cubicBezTo>
                      <a:pt x="19008" y="40455"/>
                      <a:pt x="18073" y="40450"/>
                      <a:pt x="17145" y="40361"/>
                    </a:cubicBezTo>
                    <a:lnTo>
                      <a:pt x="7144" y="40361"/>
                    </a:lnTo>
                    <a:lnTo>
                      <a:pt x="7144" y="7214"/>
                    </a:lnTo>
                    <a:close/>
                    <a:moveTo>
                      <a:pt x="10096" y="10072"/>
                    </a:moveTo>
                    <a:lnTo>
                      <a:pt x="10096" y="37504"/>
                    </a:lnTo>
                    <a:lnTo>
                      <a:pt x="18479" y="37504"/>
                    </a:lnTo>
                    <a:cubicBezTo>
                      <a:pt x="25316" y="37352"/>
                      <a:pt x="30735" y="31687"/>
                      <a:pt x="30584" y="24850"/>
                    </a:cubicBezTo>
                    <a:cubicBezTo>
                      <a:pt x="30574" y="24399"/>
                      <a:pt x="30539" y="23949"/>
                      <a:pt x="30480" y="23502"/>
                    </a:cubicBezTo>
                    <a:cubicBezTo>
                      <a:pt x="30547" y="19542"/>
                      <a:pt x="29000" y="15725"/>
                      <a:pt x="26194" y="12929"/>
                    </a:cubicBezTo>
                    <a:cubicBezTo>
                      <a:pt x="23525" y="10747"/>
                      <a:pt x="20098" y="9719"/>
                      <a:pt x="16669" y="10072"/>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A2A73A7B-6CAE-4054-97D5-41FF410B2139}"/>
                  </a:ext>
                </a:extLst>
              </p:cNvPr>
              <p:cNvSpPr/>
              <p:nvPr/>
            </p:nvSpPr>
            <p:spPr>
              <a:xfrm>
                <a:off x="7465223" y="4255084"/>
                <a:ext cx="41842" cy="167368"/>
              </a:xfrm>
              <a:custGeom>
                <a:avLst/>
                <a:gdLst>
                  <a:gd name="connsiteX0" fmla="*/ 10763 w 9525"/>
                  <a:gd name="connsiteY0" fmla="*/ 9906 h 38100"/>
                  <a:gd name="connsiteX1" fmla="*/ 8954 w 9525"/>
                  <a:gd name="connsiteY1" fmla="*/ 12668 h 38100"/>
                  <a:gd name="connsiteX2" fmla="*/ 7144 w 9525"/>
                  <a:gd name="connsiteY2" fmla="*/ 10001 h 38100"/>
                  <a:gd name="connsiteX3" fmla="*/ 8954 w 9525"/>
                  <a:gd name="connsiteY3" fmla="*/ 7144 h 38100"/>
                  <a:gd name="connsiteX4" fmla="*/ 10763 w 9525"/>
                  <a:gd name="connsiteY4" fmla="*/ 9906 h 38100"/>
                  <a:gd name="connsiteX5" fmla="*/ 10763 w 9525"/>
                  <a:gd name="connsiteY5" fmla="*/ 17145 h 38100"/>
                  <a:gd name="connsiteX6" fmla="*/ 10763 w 9525"/>
                  <a:gd name="connsiteY6" fmla="*/ 39719 h 38100"/>
                  <a:gd name="connsiteX7" fmla="*/ 7715 w 9525"/>
                  <a:gd name="connsiteY7" fmla="*/ 39719 h 38100"/>
                  <a:gd name="connsiteX8" fmla="*/ 7715 w 9525"/>
                  <a:gd name="connsiteY8" fmla="*/ 1714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38100">
                    <a:moveTo>
                      <a:pt x="10763" y="9906"/>
                    </a:moveTo>
                    <a:cubicBezTo>
                      <a:pt x="10763" y="11049"/>
                      <a:pt x="10763" y="12668"/>
                      <a:pt x="8954" y="12668"/>
                    </a:cubicBezTo>
                    <a:cubicBezTo>
                      <a:pt x="7144" y="12668"/>
                      <a:pt x="7144" y="10954"/>
                      <a:pt x="7144" y="10001"/>
                    </a:cubicBezTo>
                    <a:cubicBezTo>
                      <a:pt x="7144" y="9049"/>
                      <a:pt x="7144" y="7144"/>
                      <a:pt x="8954" y="7144"/>
                    </a:cubicBezTo>
                    <a:cubicBezTo>
                      <a:pt x="10763" y="7144"/>
                      <a:pt x="10763" y="8572"/>
                      <a:pt x="10763" y="9906"/>
                    </a:cubicBezTo>
                    <a:close/>
                    <a:moveTo>
                      <a:pt x="10763" y="17145"/>
                    </a:moveTo>
                    <a:lnTo>
                      <a:pt x="10763" y="39719"/>
                    </a:lnTo>
                    <a:lnTo>
                      <a:pt x="7715" y="39719"/>
                    </a:lnTo>
                    <a:lnTo>
                      <a:pt x="7715" y="17145"/>
                    </a:ln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DF538F78-AF79-4D6D-BFFB-921A317A734E}"/>
                  </a:ext>
                </a:extLst>
              </p:cNvPr>
              <p:cNvSpPr/>
              <p:nvPr/>
            </p:nvSpPr>
            <p:spPr>
              <a:xfrm>
                <a:off x="7505391" y="4297436"/>
                <a:ext cx="83684" cy="125526"/>
              </a:xfrm>
              <a:custGeom>
                <a:avLst/>
                <a:gdLst>
                  <a:gd name="connsiteX0" fmla="*/ 19336 w 19050"/>
                  <a:gd name="connsiteY0" fmla="*/ 10552 h 28575"/>
                  <a:gd name="connsiteX1" fmla="*/ 17050 w 19050"/>
                  <a:gd name="connsiteY1" fmla="*/ 10076 h 28575"/>
                  <a:gd name="connsiteX2" fmla="*/ 10287 w 19050"/>
                  <a:gd name="connsiteY2" fmla="*/ 19601 h 28575"/>
                  <a:gd name="connsiteX3" fmla="*/ 10287 w 19050"/>
                  <a:gd name="connsiteY3" fmla="*/ 30459 h 28575"/>
                  <a:gd name="connsiteX4" fmla="*/ 7144 w 19050"/>
                  <a:gd name="connsiteY4" fmla="*/ 30459 h 28575"/>
                  <a:gd name="connsiteX5" fmla="*/ 7144 w 19050"/>
                  <a:gd name="connsiteY5" fmla="*/ 7504 h 28575"/>
                  <a:gd name="connsiteX6" fmla="*/ 10001 w 19050"/>
                  <a:gd name="connsiteY6" fmla="*/ 7504 h 28575"/>
                  <a:gd name="connsiteX7" fmla="*/ 10001 w 19050"/>
                  <a:gd name="connsiteY7" fmla="*/ 11409 h 28575"/>
                  <a:gd name="connsiteX8" fmla="*/ 10001 w 19050"/>
                  <a:gd name="connsiteY8" fmla="*/ 11409 h 28575"/>
                  <a:gd name="connsiteX9" fmla="*/ 16478 w 19050"/>
                  <a:gd name="connsiteY9" fmla="*/ 7218 h 28575"/>
                  <a:gd name="connsiteX10" fmla="*/ 19050 w 19050"/>
                  <a:gd name="connsiteY10" fmla="*/ 7218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50" h="28575">
                    <a:moveTo>
                      <a:pt x="19336" y="10552"/>
                    </a:moveTo>
                    <a:cubicBezTo>
                      <a:pt x="18608" y="10258"/>
                      <a:pt x="17834" y="10097"/>
                      <a:pt x="17050" y="10076"/>
                    </a:cubicBezTo>
                    <a:cubicBezTo>
                      <a:pt x="12478" y="10076"/>
                      <a:pt x="10287" y="14933"/>
                      <a:pt x="10287" y="19601"/>
                    </a:cubicBezTo>
                    <a:lnTo>
                      <a:pt x="10287" y="30459"/>
                    </a:lnTo>
                    <a:lnTo>
                      <a:pt x="7144" y="30459"/>
                    </a:lnTo>
                    <a:lnTo>
                      <a:pt x="7144" y="7504"/>
                    </a:lnTo>
                    <a:lnTo>
                      <a:pt x="10001" y="7504"/>
                    </a:lnTo>
                    <a:lnTo>
                      <a:pt x="10001" y="11409"/>
                    </a:lnTo>
                    <a:lnTo>
                      <a:pt x="10001" y="11409"/>
                    </a:lnTo>
                    <a:cubicBezTo>
                      <a:pt x="11095" y="8815"/>
                      <a:pt x="13664" y="7153"/>
                      <a:pt x="16478" y="7218"/>
                    </a:cubicBezTo>
                    <a:cubicBezTo>
                      <a:pt x="17333" y="7119"/>
                      <a:pt x="18196" y="7119"/>
                      <a:pt x="19050" y="721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686044A6-5302-458A-9BB4-410636EF213E}"/>
                  </a:ext>
                </a:extLst>
              </p:cNvPr>
              <p:cNvSpPr/>
              <p:nvPr/>
            </p:nvSpPr>
            <p:spPr>
              <a:xfrm>
                <a:off x="7559696" y="4296509"/>
                <a:ext cx="125526" cy="125526"/>
              </a:xfrm>
              <a:custGeom>
                <a:avLst/>
                <a:gdLst>
                  <a:gd name="connsiteX0" fmla="*/ 10403 w 28575"/>
                  <a:gd name="connsiteY0" fmla="*/ 18098 h 28575"/>
                  <a:gd name="connsiteX1" fmla="*/ 18594 w 28575"/>
                  <a:gd name="connsiteY1" fmla="*/ 28099 h 28575"/>
                  <a:gd name="connsiteX2" fmla="*/ 27262 w 28575"/>
                  <a:gd name="connsiteY2" fmla="*/ 23527 h 28575"/>
                  <a:gd name="connsiteX3" fmla="*/ 27262 w 28575"/>
                  <a:gd name="connsiteY3" fmla="*/ 27242 h 28575"/>
                  <a:gd name="connsiteX4" fmla="*/ 18404 w 28575"/>
                  <a:gd name="connsiteY4" fmla="*/ 30861 h 28575"/>
                  <a:gd name="connsiteX5" fmla="*/ 7150 w 28575"/>
                  <a:gd name="connsiteY5" fmla="*/ 19636 h 28575"/>
                  <a:gd name="connsiteX6" fmla="*/ 7164 w 28575"/>
                  <a:gd name="connsiteY6" fmla="*/ 19050 h 28575"/>
                  <a:gd name="connsiteX7" fmla="*/ 17714 w 28575"/>
                  <a:gd name="connsiteY7" fmla="*/ 7161 h 28575"/>
                  <a:gd name="connsiteX8" fmla="*/ 18118 w 28575"/>
                  <a:gd name="connsiteY8" fmla="*/ 7144 h 28575"/>
                  <a:gd name="connsiteX9" fmla="*/ 25833 w 28575"/>
                  <a:gd name="connsiteY9" fmla="*/ 11335 h 28575"/>
                  <a:gd name="connsiteX10" fmla="*/ 27643 w 28575"/>
                  <a:gd name="connsiteY10" fmla="*/ 18097 h 28575"/>
                  <a:gd name="connsiteX11" fmla="*/ 24119 w 28575"/>
                  <a:gd name="connsiteY11" fmla="*/ 15526 h 28575"/>
                  <a:gd name="connsiteX12" fmla="*/ 17832 w 28575"/>
                  <a:gd name="connsiteY12" fmla="*/ 9811 h 28575"/>
                  <a:gd name="connsiteX13" fmla="*/ 10784 w 28575"/>
                  <a:gd name="connsiteY13" fmla="*/ 15526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28575">
                    <a:moveTo>
                      <a:pt x="10403" y="18098"/>
                    </a:moveTo>
                    <a:cubicBezTo>
                      <a:pt x="10403" y="27623"/>
                      <a:pt x="17451" y="28099"/>
                      <a:pt x="18594" y="28099"/>
                    </a:cubicBezTo>
                    <a:cubicBezTo>
                      <a:pt x="21977" y="27789"/>
                      <a:pt x="25096" y="26143"/>
                      <a:pt x="27262" y="23527"/>
                    </a:cubicBezTo>
                    <a:lnTo>
                      <a:pt x="27262" y="27242"/>
                    </a:lnTo>
                    <a:cubicBezTo>
                      <a:pt x="24771" y="29362"/>
                      <a:pt x="21667" y="30630"/>
                      <a:pt x="18404" y="30861"/>
                    </a:cubicBezTo>
                    <a:cubicBezTo>
                      <a:pt x="12196" y="30869"/>
                      <a:pt x="7158" y="25843"/>
                      <a:pt x="7150" y="19636"/>
                    </a:cubicBezTo>
                    <a:cubicBezTo>
                      <a:pt x="7149" y="19441"/>
                      <a:pt x="7154" y="19245"/>
                      <a:pt x="7164" y="19050"/>
                    </a:cubicBezTo>
                    <a:cubicBezTo>
                      <a:pt x="6794" y="12854"/>
                      <a:pt x="11517" y="7531"/>
                      <a:pt x="17714" y="7161"/>
                    </a:cubicBezTo>
                    <a:cubicBezTo>
                      <a:pt x="17848" y="7153"/>
                      <a:pt x="17983" y="7147"/>
                      <a:pt x="18118" y="7144"/>
                    </a:cubicBezTo>
                    <a:cubicBezTo>
                      <a:pt x="21219" y="7201"/>
                      <a:pt x="24097" y="8765"/>
                      <a:pt x="25833" y="11335"/>
                    </a:cubicBezTo>
                    <a:cubicBezTo>
                      <a:pt x="27160" y="13330"/>
                      <a:pt x="27796" y="15706"/>
                      <a:pt x="27643" y="18097"/>
                    </a:cubicBezTo>
                    <a:close/>
                    <a:moveTo>
                      <a:pt x="24119" y="15526"/>
                    </a:moveTo>
                    <a:cubicBezTo>
                      <a:pt x="23867" y="12257"/>
                      <a:pt x="21110" y="9751"/>
                      <a:pt x="17832" y="9811"/>
                    </a:cubicBezTo>
                    <a:cubicBezTo>
                      <a:pt x="14481" y="9957"/>
                      <a:pt x="11619" y="12277"/>
                      <a:pt x="10784" y="15526"/>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7DACC77A-9136-45EE-B196-E1A7F63A8912}"/>
                  </a:ext>
                </a:extLst>
              </p:cNvPr>
              <p:cNvSpPr/>
              <p:nvPr/>
            </p:nvSpPr>
            <p:spPr>
              <a:xfrm>
                <a:off x="7656137" y="4296469"/>
                <a:ext cx="125526" cy="167368"/>
              </a:xfrm>
              <a:custGeom>
                <a:avLst/>
                <a:gdLst>
                  <a:gd name="connsiteX0" fmla="*/ 26358 w 28575"/>
                  <a:gd name="connsiteY0" fmla="*/ 13629 h 38100"/>
                  <a:gd name="connsiteX1" fmla="*/ 18452 w 28575"/>
                  <a:gd name="connsiteY1" fmla="*/ 9915 h 38100"/>
                  <a:gd name="connsiteX2" fmla="*/ 10476 w 28575"/>
                  <a:gd name="connsiteY2" fmla="*/ 18684 h 38100"/>
                  <a:gd name="connsiteX3" fmla="*/ 10546 w 28575"/>
                  <a:gd name="connsiteY3" fmla="*/ 19440 h 38100"/>
                  <a:gd name="connsiteX4" fmla="*/ 17904 w 28575"/>
                  <a:gd name="connsiteY4" fmla="*/ 28905 h 38100"/>
                  <a:gd name="connsiteX5" fmla="*/ 18642 w 28575"/>
                  <a:gd name="connsiteY5" fmla="*/ 28965 h 38100"/>
                  <a:gd name="connsiteX6" fmla="*/ 26358 w 28575"/>
                  <a:gd name="connsiteY6" fmla="*/ 25155 h 38100"/>
                  <a:gd name="connsiteX7" fmla="*/ 26358 w 28575"/>
                  <a:gd name="connsiteY7" fmla="*/ 29155 h 38100"/>
                  <a:gd name="connsiteX8" fmla="*/ 18642 w 28575"/>
                  <a:gd name="connsiteY8" fmla="*/ 31727 h 38100"/>
                  <a:gd name="connsiteX9" fmla="*/ 7209 w 28575"/>
                  <a:gd name="connsiteY9" fmla="*/ 20110 h 38100"/>
                  <a:gd name="connsiteX10" fmla="*/ 7212 w 28575"/>
                  <a:gd name="connsiteY10" fmla="*/ 19916 h 38100"/>
                  <a:gd name="connsiteX11" fmla="*/ 17423 w 28575"/>
                  <a:gd name="connsiteY11" fmla="*/ 7211 h 38100"/>
                  <a:gd name="connsiteX12" fmla="*/ 19119 w 28575"/>
                  <a:gd name="connsiteY12" fmla="*/ 7152 h 38100"/>
                  <a:gd name="connsiteX13" fmla="*/ 26834 w 28575"/>
                  <a:gd name="connsiteY13" fmla="*/ 972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38100">
                    <a:moveTo>
                      <a:pt x="26358" y="13629"/>
                    </a:moveTo>
                    <a:cubicBezTo>
                      <a:pt x="24338" y="11367"/>
                      <a:pt x="21483" y="10026"/>
                      <a:pt x="18452" y="9915"/>
                    </a:cubicBezTo>
                    <a:cubicBezTo>
                      <a:pt x="13828" y="10134"/>
                      <a:pt x="10257" y="14060"/>
                      <a:pt x="10476" y="18684"/>
                    </a:cubicBezTo>
                    <a:cubicBezTo>
                      <a:pt x="10488" y="18937"/>
                      <a:pt x="10511" y="19189"/>
                      <a:pt x="10546" y="19440"/>
                    </a:cubicBezTo>
                    <a:cubicBezTo>
                      <a:pt x="9964" y="24085"/>
                      <a:pt x="13258" y="28323"/>
                      <a:pt x="17904" y="28905"/>
                    </a:cubicBezTo>
                    <a:cubicBezTo>
                      <a:pt x="18149" y="28936"/>
                      <a:pt x="18395" y="28956"/>
                      <a:pt x="18642" y="28965"/>
                    </a:cubicBezTo>
                    <a:cubicBezTo>
                      <a:pt x="21632" y="28823"/>
                      <a:pt x="24427" y="27442"/>
                      <a:pt x="26358" y="25155"/>
                    </a:cubicBezTo>
                    <a:lnTo>
                      <a:pt x="26358" y="29155"/>
                    </a:lnTo>
                    <a:cubicBezTo>
                      <a:pt x="24108" y="30778"/>
                      <a:pt x="21416" y="31675"/>
                      <a:pt x="18642" y="31727"/>
                    </a:cubicBezTo>
                    <a:cubicBezTo>
                      <a:pt x="12277" y="31676"/>
                      <a:pt x="7159" y="26475"/>
                      <a:pt x="7209" y="20110"/>
                    </a:cubicBezTo>
                    <a:cubicBezTo>
                      <a:pt x="7210" y="20046"/>
                      <a:pt x="7211" y="19981"/>
                      <a:pt x="7212" y="19916"/>
                    </a:cubicBezTo>
                    <a:cubicBezTo>
                      <a:pt x="6524" y="13588"/>
                      <a:pt x="11095" y="7900"/>
                      <a:pt x="17423" y="7211"/>
                    </a:cubicBezTo>
                    <a:cubicBezTo>
                      <a:pt x="17986" y="7150"/>
                      <a:pt x="18553" y="7130"/>
                      <a:pt x="19119" y="7152"/>
                    </a:cubicBezTo>
                    <a:cubicBezTo>
                      <a:pt x="21899" y="7166"/>
                      <a:pt x="24602" y="8067"/>
                      <a:pt x="26834" y="9724"/>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6F08E53E-7AC9-41A2-9250-D57512B5F307}"/>
                  </a:ext>
                </a:extLst>
              </p:cNvPr>
              <p:cNvSpPr/>
              <p:nvPr/>
            </p:nvSpPr>
            <p:spPr>
              <a:xfrm>
                <a:off x="7743471" y="4269730"/>
                <a:ext cx="83684" cy="167368"/>
              </a:xfrm>
              <a:custGeom>
                <a:avLst/>
                <a:gdLst>
                  <a:gd name="connsiteX0" fmla="*/ 14097 w 19050"/>
                  <a:gd name="connsiteY0" fmla="*/ 7144 h 38100"/>
                  <a:gd name="connsiteX1" fmla="*/ 14097 w 19050"/>
                  <a:gd name="connsiteY1" fmla="*/ 13716 h 38100"/>
                  <a:gd name="connsiteX2" fmla="*/ 20098 w 19050"/>
                  <a:gd name="connsiteY2" fmla="*/ 13716 h 38100"/>
                  <a:gd name="connsiteX3" fmla="*/ 20098 w 19050"/>
                  <a:gd name="connsiteY3" fmla="*/ 16478 h 38100"/>
                  <a:gd name="connsiteX4" fmla="*/ 14097 w 19050"/>
                  <a:gd name="connsiteY4" fmla="*/ 16478 h 38100"/>
                  <a:gd name="connsiteX5" fmla="*/ 14097 w 19050"/>
                  <a:gd name="connsiteY5" fmla="*/ 30861 h 38100"/>
                  <a:gd name="connsiteX6" fmla="*/ 16954 w 19050"/>
                  <a:gd name="connsiteY6" fmla="*/ 34195 h 38100"/>
                  <a:gd name="connsiteX7" fmla="*/ 20098 w 19050"/>
                  <a:gd name="connsiteY7" fmla="*/ 33433 h 38100"/>
                  <a:gd name="connsiteX8" fmla="*/ 20098 w 19050"/>
                  <a:gd name="connsiteY8" fmla="*/ 36195 h 38100"/>
                  <a:gd name="connsiteX9" fmla="*/ 16478 w 19050"/>
                  <a:gd name="connsiteY9" fmla="*/ 36766 h 38100"/>
                  <a:gd name="connsiteX10" fmla="*/ 11049 w 19050"/>
                  <a:gd name="connsiteY10" fmla="*/ 31813 h 38100"/>
                  <a:gd name="connsiteX11" fmla="*/ 11049 w 19050"/>
                  <a:gd name="connsiteY11" fmla="*/ 16478 h 38100"/>
                  <a:gd name="connsiteX12" fmla="*/ 7144 w 19050"/>
                  <a:gd name="connsiteY12" fmla="*/ 16478 h 38100"/>
                  <a:gd name="connsiteX13" fmla="*/ 7144 w 19050"/>
                  <a:gd name="connsiteY13" fmla="*/ 13716 h 38100"/>
                  <a:gd name="connsiteX14" fmla="*/ 11049 w 19050"/>
                  <a:gd name="connsiteY14" fmla="*/ 13716 h 38100"/>
                  <a:gd name="connsiteX15" fmla="*/ 11049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98" y="13716"/>
                    </a:lnTo>
                    <a:lnTo>
                      <a:pt x="20098" y="16478"/>
                    </a:lnTo>
                    <a:lnTo>
                      <a:pt x="14097" y="16478"/>
                    </a:lnTo>
                    <a:lnTo>
                      <a:pt x="14097" y="30861"/>
                    </a:lnTo>
                    <a:cubicBezTo>
                      <a:pt x="14097" y="33052"/>
                      <a:pt x="14764" y="34195"/>
                      <a:pt x="16954" y="34195"/>
                    </a:cubicBezTo>
                    <a:cubicBezTo>
                      <a:pt x="18043" y="34157"/>
                      <a:pt x="19113" y="33898"/>
                      <a:pt x="20098" y="33433"/>
                    </a:cubicBezTo>
                    <a:lnTo>
                      <a:pt x="20098" y="36195"/>
                    </a:lnTo>
                    <a:cubicBezTo>
                      <a:pt x="18919" y="36531"/>
                      <a:pt x="17703" y="36723"/>
                      <a:pt x="16478" y="36766"/>
                    </a:cubicBezTo>
                    <a:cubicBezTo>
                      <a:pt x="13335" y="36766"/>
                      <a:pt x="11049" y="35338"/>
                      <a:pt x="11049" y="31813"/>
                    </a:cubicBezTo>
                    <a:lnTo>
                      <a:pt x="11049" y="16478"/>
                    </a:lnTo>
                    <a:lnTo>
                      <a:pt x="7144" y="16478"/>
                    </a:lnTo>
                    <a:lnTo>
                      <a:pt x="7144" y="13716"/>
                    </a:lnTo>
                    <a:lnTo>
                      <a:pt x="11049" y="13716"/>
                    </a:lnTo>
                    <a:lnTo>
                      <a:pt x="11049" y="7144"/>
                    </a:ln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DA7B28A-C97B-40D6-B53C-4ADC1FED13A8}"/>
                  </a:ext>
                </a:extLst>
              </p:cNvPr>
              <p:cNvSpPr/>
              <p:nvPr/>
            </p:nvSpPr>
            <p:spPr>
              <a:xfrm>
                <a:off x="7872762" y="4252576"/>
                <a:ext cx="125526" cy="167368"/>
              </a:xfrm>
              <a:custGeom>
                <a:avLst/>
                <a:gdLst>
                  <a:gd name="connsiteX0" fmla="*/ 18098 w 28575"/>
                  <a:gd name="connsiteY0" fmla="*/ 7144 h 38100"/>
                  <a:gd name="connsiteX1" fmla="*/ 28861 w 28575"/>
                  <a:gd name="connsiteY1" fmla="*/ 15335 h 38100"/>
                  <a:gd name="connsiteX2" fmla="*/ 21241 w 28575"/>
                  <a:gd name="connsiteY2" fmla="*/ 24003 h 38100"/>
                  <a:gd name="connsiteX3" fmla="*/ 21241 w 28575"/>
                  <a:gd name="connsiteY3" fmla="*/ 24003 h 38100"/>
                  <a:gd name="connsiteX4" fmla="*/ 25718 w 28575"/>
                  <a:gd name="connsiteY4" fmla="*/ 28766 h 38100"/>
                  <a:gd name="connsiteX5" fmla="*/ 30004 w 28575"/>
                  <a:gd name="connsiteY5" fmla="*/ 40196 h 38100"/>
                  <a:gd name="connsiteX6" fmla="*/ 26194 w 28575"/>
                  <a:gd name="connsiteY6" fmla="*/ 40196 h 38100"/>
                  <a:gd name="connsiteX7" fmla="*/ 24003 w 28575"/>
                  <a:gd name="connsiteY7" fmla="*/ 33242 h 38100"/>
                  <a:gd name="connsiteX8" fmla="*/ 15335 w 28575"/>
                  <a:gd name="connsiteY8" fmla="*/ 24956 h 38100"/>
                  <a:gd name="connsiteX9" fmla="*/ 10382 w 28575"/>
                  <a:gd name="connsiteY9" fmla="*/ 24956 h 38100"/>
                  <a:gd name="connsiteX10" fmla="*/ 10382 w 28575"/>
                  <a:gd name="connsiteY10" fmla="*/ 40196 h 38100"/>
                  <a:gd name="connsiteX11" fmla="*/ 7144 w 28575"/>
                  <a:gd name="connsiteY11" fmla="*/ 40196 h 38100"/>
                  <a:gd name="connsiteX12" fmla="*/ 7144 w 28575"/>
                  <a:gd name="connsiteY12" fmla="*/ 7144 h 38100"/>
                  <a:gd name="connsiteX13" fmla="*/ 10382 w 28575"/>
                  <a:gd name="connsiteY13" fmla="*/ 10097 h 38100"/>
                  <a:gd name="connsiteX14" fmla="*/ 10382 w 28575"/>
                  <a:gd name="connsiteY14" fmla="*/ 22384 h 38100"/>
                  <a:gd name="connsiteX15" fmla="*/ 15526 w 28575"/>
                  <a:gd name="connsiteY15" fmla="*/ 22384 h 38100"/>
                  <a:gd name="connsiteX16" fmla="*/ 23622 w 28575"/>
                  <a:gd name="connsiteY16" fmla="*/ 20003 h 38100"/>
                  <a:gd name="connsiteX17" fmla="*/ 25718 w 28575"/>
                  <a:gd name="connsiteY17" fmla="*/ 15526 h 38100"/>
                  <a:gd name="connsiteX18" fmla="*/ 18669 w 28575"/>
                  <a:gd name="connsiteY18" fmla="*/ 10001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575" h="38100">
                    <a:moveTo>
                      <a:pt x="18098" y="7144"/>
                    </a:moveTo>
                    <a:cubicBezTo>
                      <a:pt x="22384" y="7144"/>
                      <a:pt x="28861" y="8287"/>
                      <a:pt x="28861" y="15335"/>
                    </a:cubicBezTo>
                    <a:cubicBezTo>
                      <a:pt x="28770" y="19694"/>
                      <a:pt x="25552" y="23355"/>
                      <a:pt x="21241" y="24003"/>
                    </a:cubicBezTo>
                    <a:lnTo>
                      <a:pt x="21241" y="24003"/>
                    </a:lnTo>
                    <a:cubicBezTo>
                      <a:pt x="23483" y="24666"/>
                      <a:pt x="25194" y="26486"/>
                      <a:pt x="25718" y="28766"/>
                    </a:cubicBezTo>
                    <a:lnTo>
                      <a:pt x="30004" y="40196"/>
                    </a:lnTo>
                    <a:lnTo>
                      <a:pt x="26194" y="40196"/>
                    </a:lnTo>
                    <a:lnTo>
                      <a:pt x="24003" y="33242"/>
                    </a:lnTo>
                    <a:cubicBezTo>
                      <a:pt x="21717" y="26289"/>
                      <a:pt x="20098" y="24956"/>
                      <a:pt x="15335" y="24956"/>
                    </a:cubicBezTo>
                    <a:lnTo>
                      <a:pt x="10382" y="24956"/>
                    </a:lnTo>
                    <a:lnTo>
                      <a:pt x="10382" y="40196"/>
                    </a:lnTo>
                    <a:lnTo>
                      <a:pt x="7144" y="40196"/>
                    </a:lnTo>
                    <a:lnTo>
                      <a:pt x="7144" y="7144"/>
                    </a:lnTo>
                    <a:close/>
                    <a:moveTo>
                      <a:pt x="10382" y="10097"/>
                    </a:moveTo>
                    <a:lnTo>
                      <a:pt x="10382" y="22384"/>
                    </a:lnTo>
                    <a:lnTo>
                      <a:pt x="15526" y="22384"/>
                    </a:lnTo>
                    <a:cubicBezTo>
                      <a:pt x="18429" y="22652"/>
                      <a:pt x="21326" y="21800"/>
                      <a:pt x="23622" y="20003"/>
                    </a:cubicBezTo>
                    <a:cubicBezTo>
                      <a:pt x="24894" y="18852"/>
                      <a:pt x="25649" y="17239"/>
                      <a:pt x="25718" y="15526"/>
                    </a:cubicBezTo>
                    <a:cubicBezTo>
                      <a:pt x="25718" y="12668"/>
                      <a:pt x="23431" y="10001"/>
                      <a:pt x="18669" y="1000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09E34FF2-655A-47E4-9992-454AF74F4898}"/>
                  </a:ext>
                </a:extLst>
              </p:cNvPr>
              <p:cNvSpPr/>
              <p:nvPr/>
            </p:nvSpPr>
            <p:spPr>
              <a:xfrm>
                <a:off x="7976952" y="4299022"/>
                <a:ext cx="125526" cy="125526"/>
              </a:xfrm>
              <a:custGeom>
                <a:avLst/>
                <a:gdLst>
                  <a:gd name="connsiteX0" fmla="*/ 11906 w 28575"/>
                  <a:gd name="connsiteY0" fmla="*/ 7144 h 28575"/>
                  <a:gd name="connsiteX1" fmla="*/ 17335 w 28575"/>
                  <a:gd name="connsiteY1" fmla="*/ 15526 h 28575"/>
                  <a:gd name="connsiteX2" fmla="*/ 22860 w 28575"/>
                  <a:gd name="connsiteY2" fmla="*/ 7144 h 28575"/>
                  <a:gd name="connsiteX3" fmla="*/ 26479 w 28575"/>
                  <a:gd name="connsiteY3" fmla="*/ 7144 h 28575"/>
                  <a:gd name="connsiteX4" fmla="*/ 19050 w 28575"/>
                  <a:gd name="connsiteY4" fmla="*/ 17621 h 28575"/>
                  <a:gd name="connsiteX5" fmla="*/ 27432 w 28575"/>
                  <a:gd name="connsiteY5" fmla="*/ 29718 h 28575"/>
                  <a:gd name="connsiteX6" fmla="*/ 23527 w 28575"/>
                  <a:gd name="connsiteY6" fmla="*/ 29718 h 28575"/>
                  <a:gd name="connsiteX7" fmla="*/ 17145 w 28575"/>
                  <a:gd name="connsiteY7" fmla="*/ 20193 h 28575"/>
                  <a:gd name="connsiteX8" fmla="*/ 10763 w 28575"/>
                  <a:gd name="connsiteY8" fmla="*/ 29718 h 28575"/>
                  <a:gd name="connsiteX9" fmla="*/ 7144 w 28575"/>
                  <a:gd name="connsiteY9" fmla="*/ 29718 h 28575"/>
                  <a:gd name="connsiteX10" fmla="*/ 15430 w 28575"/>
                  <a:gd name="connsiteY10" fmla="*/ 17621 h 28575"/>
                  <a:gd name="connsiteX11" fmla="*/ 8096 w 28575"/>
                  <a:gd name="connsiteY11"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75" h="28575">
                    <a:moveTo>
                      <a:pt x="11906" y="7144"/>
                    </a:moveTo>
                    <a:lnTo>
                      <a:pt x="17335" y="15526"/>
                    </a:lnTo>
                    <a:lnTo>
                      <a:pt x="22860" y="7144"/>
                    </a:lnTo>
                    <a:lnTo>
                      <a:pt x="26479" y="7144"/>
                    </a:lnTo>
                    <a:lnTo>
                      <a:pt x="19050" y="17621"/>
                    </a:lnTo>
                    <a:lnTo>
                      <a:pt x="27432" y="29718"/>
                    </a:lnTo>
                    <a:lnTo>
                      <a:pt x="23527" y="29718"/>
                    </a:lnTo>
                    <a:lnTo>
                      <a:pt x="17145" y="20193"/>
                    </a:lnTo>
                    <a:lnTo>
                      <a:pt x="10763" y="29718"/>
                    </a:lnTo>
                    <a:lnTo>
                      <a:pt x="7144" y="29718"/>
                    </a:lnTo>
                    <a:lnTo>
                      <a:pt x="15430" y="17621"/>
                    </a:lnTo>
                    <a:lnTo>
                      <a:pt x="8096" y="7144"/>
                    </a:lnTo>
                    <a:close/>
                  </a:path>
                </a:pathLst>
              </a:custGeom>
              <a:grpFill/>
              <a:ln w="9525" cap="flat">
                <a:noFill/>
                <a:prstDash val="solid"/>
                <a:miter/>
              </a:ln>
            </p:spPr>
            <p:txBody>
              <a:bodyPr rtlCol="0" anchor="ctr"/>
              <a:lstStyle/>
              <a:p>
                <a:endParaRPr lang="en-US"/>
              </a:p>
            </p:txBody>
          </p:sp>
        </p:grpSp>
      </p:grpSp>
      <p:sp>
        <p:nvSpPr>
          <p:cNvPr id="4" name="Rectangle 3">
            <a:extLst>
              <a:ext uri="{FF2B5EF4-FFF2-40B4-BE49-F238E27FC236}">
                <a16:creationId xmlns:a16="http://schemas.microsoft.com/office/drawing/2014/main" id="{34924302-2AC4-430F-A01A-F6CC61B0D9B6}"/>
              </a:ext>
            </a:extLst>
          </p:cNvPr>
          <p:cNvSpPr/>
          <p:nvPr/>
        </p:nvSpPr>
        <p:spPr>
          <a:xfrm>
            <a:off x="127380" y="280449"/>
            <a:ext cx="4049507" cy="523220"/>
          </a:xfrm>
          <a:prstGeom prst="rect">
            <a:avLst/>
          </a:prstGeom>
        </p:spPr>
        <p:txBody>
          <a:bodyPr wrap="none" anchor="ctr">
            <a:spAutoFit/>
          </a:bodyPr>
          <a:lstStyle/>
          <a:p>
            <a:r>
              <a:rPr lang="en-US" sz="2800" dirty="0">
                <a:solidFill>
                  <a:schemeClr val="bg1"/>
                </a:solidFill>
                <a:latin typeface="Poppins Black" panose="00000A00000000000000" pitchFamily="2" charset="0"/>
                <a:cs typeface="Poppins Black" panose="00000A00000000000000" pitchFamily="2" charset="0"/>
              </a:rPr>
              <a:t>PROGRAM ROADMAP</a:t>
            </a:r>
          </a:p>
        </p:txBody>
      </p:sp>
      <p:grpSp>
        <p:nvGrpSpPr>
          <p:cNvPr id="9" name="Group 8">
            <a:extLst>
              <a:ext uri="{FF2B5EF4-FFF2-40B4-BE49-F238E27FC236}">
                <a16:creationId xmlns:a16="http://schemas.microsoft.com/office/drawing/2014/main" id="{5EAC4563-D359-4D5C-A978-9706188EE659}"/>
              </a:ext>
            </a:extLst>
          </p:cNvPr>
          <p:cNvGrpSpPr/>
          <p:nvPr/>
        </p:nvGrpSpPr>
        <p:grpSpPr>
          <a:xfrm>
            <a:off x="0" y="217508"/>
            <a:ext cx="12192000" cy="649102"/>
            <a:chOff x="0" y="574717"/>
            <a:chExt cx="10106025" cy="649102"/>
          </a:xfrm>
        </p:grpSpPr>
        <p:cxnSp>
          <p:nvCxnSpPr>
            <p:cNvPr id="6" name="Straight Connector 5">
              <a:extLst>
                <a:ext uri="{FF2B5EF4-FFF2-40B4-BE49-F238E27FC236}">
                  <a16:creationId xmlns:a16="http://schemas.microsoft.com/office/drawing/2014/main" id="{9CFE3402-FA8C-498B-9843-2DEEF83BA239}"/>
                </a:ext>
              </a:extLst>
            </p:cNvPr>
            <p:cNvCxnSpPr>
              <a:cxnSpLocks/>
            </p:cNvCxnSpPr>
            <p:nvPr/>
          </p:nvCxnSpPr>
          <p:spPr>
            <a:xfrm>
              <a:off x="0" y="1223819"/>
              <a:ext cx="1010602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4F0090B-73EF-4F10-8AFE-6EC66143C71E}"/>
                </a:ext>
              </a:extLst>
            </p:cNvPr>
            <p:cNvCxnSpPr>
              <a:cxnSpLocks/>
            </p:cNvCxnSpPr>
            <p:nvPr/>
          </p:nvCxnSpPr>
          <p:spPr>
            <a:xfrm>
              <a:off x="0" y="574717"/>
              <a:ext cx="1010602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12" name="Group 211">
            <a:extLst>
              <a:ext uri="{FF2B5EF4-FFF2-40B4-BE49-F238E27FC236}">
                <a16:creationId xmlns:a16="http://schemas.microsoft.com/office/drawing/2014/main" id="{748498D1-7524-4526-A66B-89072B579D0A}"/>
              </a:ext>
            </a:extLst>
          </p:cNvPr>
          <p:cNvGrpSpPr/>
          <p:nvPr/>
        </p:nvGrpSpPr>
        <p:grpSpPr>
          <a:xfrm>
            <a:off x="603871" y="2506275"/>
            <a:ext cx="10933436" cy="2552267"/>
            <a:chOff x="603871" y="2430075"/>
            <a:chExt cx="10933436" cy="2552267"/>
          </a:xfrm>
          <a:gradFill>
            <a:gsLst>
              <a:gs pos="98000">
                <a:srgbClr val="0A2C69"/>
              </a:gs>
              <a:gs pos="0">
                <a:srgbClr val="3795AF"/>
              </a:gs>
            </a:gsLst>
            <a:path path="circle">
              <a:fillToRect t="100000" r="100000"/>
            </a:path>
          </a:gradFill>
        </p:grpSpPr>
        <p:sp>
          <p:nvSpPr>
            <p:cNvPr id="213" name="Freeform: Shape 212">
              <a:extLst>
                <a:ext uri="{FF2B5EF4-FFF2-40B4-BE49-F238E27FC236}">
                  <a16:creationId xmlns:a16="http://schemas.microsoft.com/office/drawing/2014/main" id="{92FA02DB-9541-4B84-9AE4-0C467548DA60}"/>
                </a:ext>
              </a:extLst>
            </p:cNvPr>
            <p:cNvSpPr/>
            <p:nvPr/>
          </p:nvSpPr>
          <p:spPr>
            <a:xfrm>
              <a:off x="6063699" y="3698194"/>
              <a:ext cx="32153" cy="32153"/>
            </a:xfrm>
            <a:custGeom>
              <a:avLst/>
              <a:gdLst>
                <a:gd name="connsiteX0" fmla="*/ 34549 w 32153"/>
                <a:gd name="connsiteY0" fmla="*/ 20172 h 32153"/>
                <a:gd name="connsiteX1" fmla="*/ 19069 w 32153"/>
                <a:gd name="connsiteY1" fmla="*/ 34640 h 32153"/>
                <a:gd name="connsiteX2" fmla="*/ 1660 w 32153"/>
                <a:gd name="connsiteY2" fmla="*/ 16589 h 32153"/>
                <a:gd name="connsiteX3" fmla="*/ 16635 w 32153"/>
                <a:gd name="connsiteY3" fmla="*/ 1660 h 32153"/>
                <a:gd name="connsiteX4" fmla="*/ 34549 w 32153"/>
                <a:gd name="connsiteY4" fmla="*/ 20172 h 32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53" h="32153">
                  <a:moveTo>
                    <a:pt x="34549" y="20172"/>
                  </a:moveTo>
                  <a:lnTo>
                    <a:pt x="19069" y="34640"/>
                  </a:lnTo>
                  <a:cubicBezTo>
                    <a:pt x="13419" y="28577"/>
                    <a:pt x="7586" y="22514"/>
                    <a:pt x="1660" y="16589"/>
                  </a:cubicBezTo>
                  <a:lnTo>
                    <a:pt x="16635" y="1660"/>
                  </a:lnTo>
                  <a:cubicBezTo>
                    <a:pt x="22698" y="7723"/>
                    <a:pt x="28761" y="13924"/>
                    <a:pt x="34549" y="20172"/>
                  </a:cubicBezTo>
                  <a:close/>
                </a:path>
              </a:pathLst>
            </a:custGeom>
            <a:grpFill/>
            <a:ln w="4591"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652D3A77-7EFB-410F-9451-62C2A4661BA0}"/>
                </a:ext>
              </a:extLst>
            </p:cNvPr>
            <p:cNvSpPr/>
            <p:nvPr/>
          </p:nvSpPr>
          <p:spPr>
            <a:xfrm>
              <a:off x="4795397" y="3755931"/>
              <a:ext cx="1506603" cy="1226411"/>
            </a:xfrm>
            <a:custGeom>
              <a:avLst/>
              <a:gdLst>
                <a:gd name="connsiteX0" fmla="*/ 1505048 w 1506602"/>
                <a:gd name="connsiteY0" fmla="*/ 483911 h 1226411"/>
                <a:gd name="connsiteX1" fmla="*/ 1502660 w 1506602"/>
                <a:gd name="connsiteY1" fmla="*/ 535908 h 1226411"/>
                <a:gd name="connsiteX2" fmla="*/ 1481576 w 1506602"/>
                <a:gd name="connsiteY2" fmla="*/ 534254 h 1226411"/>
                <a:gd name="connsiteX3" fmla="*/ 1483873 w 1506602"/>
                <a:gd name="connsiteY3" fmla="*/ 483728 h 1226411"/>
                <a:gd name="connsiteX4" fmla="*/ 1503854 w 1506602"/>
                <a:gd name="connsiteY4" fmla="*/ 431823 h 1226411"/>
                <a:gd name="connsiteX5" fmla="*/ 1482678 w 1506602"/>
                <a:gd name="connsiteY5" fmla="*/ 433063 h 1226411"/>
                <a:gd name="connsiteX6" fmla="*/ 1478085 w 1506602"/>
                <a:gd name="connsiteY6" fmla="*/ 382537 h 1226411"/>
                <a:gd name="connsiteX7" fmla="*/ 1499077 w 1506602"/>
                <a:gd name="connsiteY7" fmla="*/ 379827 h 1226411"/>
                <a:gd name="connsiteX8" fmla="*/ 1503854 w 1506602"/>
                <a:gd name="connsiteY8" fmla="*/ 431823 h 1226411"/>
                <a:gd name="connsiteX9" fmla="*/ 1496688 w 1506602"/>
                <a:gd name="connsiteY9" fmla="*/ 587674 h 1226411"/>
                <a:gd name="connsiteX10" fmla="*/ 1487180 w 1506602"/>
                <a:gd name="connsiteY10" fmla="*/ 638844 h 1226411"/>
                <a:gd name="connsiteX11" fmla="*/ 1466510 w 1506602"/>
                <a:gd name="connsiteY11" fmla="*/ 634250 h 1226411"/>
                <a:gd name="connsiteX12" fmla="*/ 1475697 w 1506602"/>
                <a:gd name="connsiteY12" fmla="*/ 584504 h 1226411"/>
                <a:gd name="connsiteX13" fmla="*/ 1490671 w 1506602"/>
                <a:gd name="connsiteY13" fmla="*/ 328566 h 1226411"/>
                <a:gd name="connsiteX14" fmla="*/ 1469909 w 1506602"/>
                <a:gd name="connsiteY14" fmla="*/ 332700 h 1226411"/>
                <a:gd name="connsiteX15" fmla="*/ 1458380 w 1506602"/>
                <a:gd name="connsiteY15" fmla="*/ 283414 h 1226411"/>
                <a:gd name="connsiteX16" fmla="*/ 1478820 w 1506602"/>
                <a:gd name="connsiteY16" fmla="*/ 277856 h 1226411"/>
                <a:gd name="connsiteX17" fmla="*/ 1490671 w 1506602"/>
                <a:gd name="connsiteY17" fmla="*/ 328520 h 1226411"/>
                <a:gd name="connsiteX18" fmla="*/ 1474135 w 1506602"/>
                <a:gd name="connsiteY18" fmla="*/ 689278 h 1226411"/>
                <a:gd name="connsiteX19" fmla="*/ 1457645 w 1506602"/>
                <a:gd name="connsiteY19" fmla="*/ 738656 h 1226411"/>
                <a:gd name="connsiteX20" fmla="*/ 1437802 w 1506602"/>
                <a:gd name="connsiteY20" fmla="*/ 731261 h 1226411"/>
                <a:gd name="connsiteX21" fmla="*/ 1453833 w 1506602"/>
                <a:gd name="connsiteY21" fmla="*/ 683260 h 1226411"/>
                <a:gd name="connsiteX22" fmla="*/ 1463433 w 1506602"/>
                <a:gd name="connsiteY22" fmla="*/ 228064 h 1226411"/>
                <a:gd name="connsiteX23" fmla="*/ 1443452 w 1506602"/>
                <a:gd name="connsiteY23" fmla="*/ 235046 h 1226411"/>
                <a:gd name="connsiteX24" fmla="*/ 1425079 w 1506602"/>
                <a:gd name="connsiteY24" fmla="*/ 187827 h 1226411"/>
                <a:gd name="connsiteX25" fmla="*/ 1444508 w 1506602"/>
                <a:gd name="connsiteY25" fmla="*/ 179513 h 1226411"/>
                <a:gd name="connsiteX26" fmla="*/ 1463433 w 1506602"/>
                <a:gd name="connsiteY26" fmla="*/ 228064 h 1226411"/>
                <a:gd name="connsiteX27" fmla="*/ 1437756 w 1506602"/>
                <a:gd name="connsiteY27" fmla="*/ 786748 h 1226411"/>
                <a:gd name="connsiteX28" fmla="*/ 1414790 w 1506602"/>
                <a:gd name="connsiteY28" fmla="*/ 833370 h 1226411"/>
                <a:gd name="connsiteX29" fmla="*/ 1396416 w 1506602"/>
                <a:gd name="connsiteY29" fmla="*/ 823264 h 1226411"/>
                <a:gd name="connsiteX30" fmla="*/ 1418969 w 1506602"/>
                <a:gd name="connsiteY30" fmla="*/ 778020 h 1226411"/>
                <a:gd name="connsiteX31" fmla="*/ 1422644 w 1506602"/>
                <a:gd name="connsiteY31" fmla="*/ 132340 h 1226411"/>
                <a:gd name="connsiteX32" fmla="*/ 1403812 w 1506602"/>
                <a:gd name="connsiteY32" fmla="*/ 141986 h 1226411"/>
                <a:gd name="connsiteX33" fmla="*/ 1379146 w 1506602"/>
                <a:gd name="connsiteY33" fmla="*/ 97798 h 1226411"/>
                <a:gd name="connsiteX34" fmla="*/ 1397243 w 1506602"/>
                <a:gd name="connsiteY34" fmla="*/ 86820 h 1226411"/>
                <a:gd name="connsiteX35" fmla="*/ 1422644 w 1506602"/>
                <a:gd name="connsiteY35" fmla="*/ 132340 h 1226411"/>
                <a:gd name="connsiteX36" fmla="*/ 1388378 w 1506602"/>
                <a:gd name="connsiteY36" fmla="*/ 878246 h 1226411"/>
                <a:gd name="connsiteX37" fmla="*/ 1358889 w 1506602"/>
                <a:gd name="connsiteY37" fmla="*/ 921148 h 1226411"/>
                <a:gd name="connsiteX38" fmla="*/ 1341894 w 1506602"/>
                <a:gd name="connsiteY38" fmla="*/ 908562 h 1226411"/>
                <a:gd name="connsiteX39" fmla="*/ 1370510 w 1506602"/>
                <a:gd name="connsiteY39" fmla="*/ 866901 h 1226411"/>
                <a:gd name="connsiteX40" fmla="*/ 1368765 w 1506602"/>
                <a:gd name="connsiteY40" fmla="*/ 43230 h 1226411"/>
                <a:gd name="connsiteX41" fmla="*/ 1351448 w 1506602"/>
                <a:gd name="connsiteY41" fmla="*/ 55402 h 1226411"/>
                <a:gd name="connsiteX42" fmla="*/ 1320856 w 1506602"/>
                <a:gd name="connsiteY42" fmla="*/ 15027 h 1226411"/>
                <a:gd name="connsiteX43" fmla="*/ 1337301 w 1506602"/>
                <a:gd name="connsiteY43" fmla="*/ 1660 h 1226411"/>
                <a:gd name="connsiteX44" fmla="*/ 1368581 w 1506602"/>
                <a:gd name="connsiteY44" fmla="*/ 43230 h 1226411"/>
                <a:gd name="connsiteX45" fmla="*/ 1326552 w 1506602"/>
                <a:gd name="connsiteY45" fmla="*/ 961890 h 1226411"/>
                <a:gd name="connsiteX46" fmla="*/ 1291459 w 1506602"/>
                <a:gd name="connsiteY46" fmla="*/ 1000336 h 1226411"/>
                <a:gd name="connsiteX47" fmla="*/ 1276302 w 1506602"/>
                <a:gd name="connsiteY47" fmla="*/ 985546 h 1226411"/>
                <a:gd name="connsiteX48" fmla="*/ 1310429 w 1506602"/>
                <a:gd name="connsiteY48" fmla="*/ 948156 h 1226411"/>
                <a:gd name="connsiteX49" fmla="*/ 1253840 w 1506602"/>
                <a:gd name="connsiteY49" fmla="*/ 1036301 h 1226411"/>
                <a:gd name="connsiteX50" fmla="*/ 1213787 w 1506602"/>
                <a:gd name="connsiteY50" fmla="*/ 1069649 h 1226411"/>
                <a:gd name="connsiteX51" fmla="*/ 1200833 w 1506602"/>
                <a:gd name="connsiteY51" fmla="*/ 1052929 h 1226411"/>
                <a:gd name="connsiteX52" fmla="*/ 1239739 w 1506602"/>
                <a:gd name="connsiteY52" fmla="*/ 1020501 h 1226411"/>
                <a:gd name="connsiteX53" fmla="*/ 1171528 w 1506602"/>
                <a:gd name="connsiteY53" fmla="*/ 1100148 h 1226411"/>
                <a:gd name="connsiteX54" fmla="*/ 1127249 w 1506602"/>
                <a:gd name="connsiteY54" fmla="*/ 1127708 h 1226411"/>
                <a:gd name="connsiteX55" fmla="*/ 1116730 w 1506602"/>
                <a:gd name="connsiteY55" fmla="*/ 1109335 h 1226411"/>
                <a:gd name="connsiteX56" fmla="*/ 1159724 w 1506602"/>
                <a:gd name="connsiteY56" fmla="*/ 1082648 h 1226411"/>
                <a:gd name="connsiteX57" fmla="*/ 1081178 w 1506602"/>
                <a:gd name="connsiteY57" fmla="*/ 1151961 h 1226411"/>
                <a:gd name="connsiteX58" fmla="*/ 1033500 w 1506602"/>
                <a:gd name="connsiteY58" fmla="*/ 1173044 h 1226411"/>
                <a:gd name="connsiteX59" fmla="*/ 1025645 w 1506602"/>
                <a:gd name="connsiteY59" fmla="*/ 1153385 h 1226411"/>
                <a:gd name="connsiteX60" fmla="*/ 1071946 w 1506602"/>
                <a:gd name="connsiteY60" fmla="*/ 1132945 h 1226411"/>
                <a:gd name="connsiteX61" fmla="*/ 984719 w 1506602"/>
                <a:gd name="connsiteY61" fmla="*/ 1190728 h 1226411"/>
                <a:gd name="connsiteX62" fmla="*/ 934606 w 1506602"/>
                <a:gd name="connsiteY62" fmla="*/ 1204922 h 1226411"/>
                <a:gd name="connsiteX63" fmla="*/ 929553 w 1506602"/>
                <a:gd name="connsiteY63" fmla="*/ 1184389 h 1226411"/>
                <a:gd name="connsiteX64" fmla="*/ 978242 w 1506602"/>
                <a:gd name="connsiteY64" fmla="*/ 1170610 h 1226411"/>
                <a:gd name="connsiteX65" fmla="*/ 883666 w 1506602"/>
                <a:gd name="connsiteY65" fmla="*/ 1215670 h 1226411"/>
                <a:gd name="connsiteX66" fmla="*/ 832084 w 1506602"/>
                <a:gd name="connsiteY66" fmla="*/ 1222835 h 1226411"/>
                <a:gd name="connsiteX67" fmla="*/ 829924 w 1506602"/>
                <a:gd name="connsiteY67" fmla="*/ 1201752 h 1226411"/>
                <a:gd name="connsiteX68" fmla="*/ 880037 w 1506602"/>
                <a:gd name="connsiteY68" fmla="*/ 1194770 h 1226411"/>
                <a:gd name="connsiteX69" fmla="*/ 779582 w 1506602"/>
                <a:gd name="connsiteY69" fmla="*/ 1226510 h 1226411"/>
                <a:gd name="connsiteX70" fmla="*/ 753400 w 1506602"/>
                <a:gd name="connsiteY70" fmla="*/ 1226969 h 1226411"/>
                <a:gd name="connsiteX71" fmla="*/ 727494 w 1506602"/>
                <a:gd name="connsiteY71" fmla="*/ 1226510 h 1226411"/>
                <a:gd name="connsiteX72" fmla="*/ 728228 w 1506602"/>
                <a:gd name="connsiteY72" fmla="*/ 1205335 h 1226411"/>
                <a:gd name="connsiteX73" fmla="*/ 753400 w 1506602"/>
                <a:gd name="connsiteY73" fmla="*/ 1205794 h 1226411"/>
                <a:gd name="connsiteX74" fmla="*/ 778847 w 1506602"/>
                <a:gd name="connsiteY74" fmla="*/ 1205335 h 1226411"/>
                <a:gd name="connsiteX75" fmla="*/ 677748 w 1506602"/>
                <a:gd name="connsiteY75" fmla="*/ 1201890 h 1226411"/>
                <a:gd name="connsiteX76" fmla="*/ 675543 w 1506602"/>
                <a:gd name="connsiteY76" fmla="*/ 1222927 h 1226411"/>
                <a:gd name="connsiteX77" fmla="*/ 623961 w 1506602"/>
                <a:gd name="connsiteY77" fmla="*/ 1215808 h 1226411"/>
                <a:gd name="connsiteX78" fmla="*/ 627590 w 1506602"/>
                <a:gd name="connsiteY78" fmla="*/ 1194954 h 1226411"/>
                <a:gd name="connsiteX79" fmla="*/ 677840 w 1506602"/>
                <a:gd name="connsiteY79" fmla="*/ 1201890 h 1226411"/>
                <a:gd name="connsiteX80" fmla="*/ 578074 w 1506602"/>
                <a:gd name="connsiteY80" fmla="*/ 1184527 h 1226411"/>
                <a:gd name="connsiteX81" fmla="*/ 573021 w 1506602"/>
                <a:gd name="connsiteY81" fmla="*/ 1205105 h 1226411"/>
                <a:gd name="connsiteX82" fmla="*/ 522908 w 1506602"/>
                <a:gd name="connsiteY82" fmla="*/ 1190912 h 1226411"/>
                <a:gd name="connsiteX83" fmla="*/ 529385 w 1506602"/>
                <a:gd name="connsiteY83" fmla="*/ 1170748 h 1226411"/>
                <a:gd name="connsiteX84" fmla="*/ 578166 w 1506602"/>
                <a:gd name="connsiteY84" fmla="*/ 1184527 h 1226411"/>
                <a:gd name="connsiteX85" fmla="*/ 481614 w 1506602"/>
                <a:gd name="connsiteY85" fmla="*/ 1153615 h 1226411"/>
                <a:gd name="connsiteX86" fmla="*/ 473760 w 1506602"/>
                <a:gd name="connsiteY86" fmla="*/ 1173274 h 1226411"/>
                <a:gd name="connsiteX87" fmla="*/ 426128 w 1506602"/>
                <a:gd name="connsiteY87" fmla="*/ 1152282 h 1226411"/>
                <a:gd name="connsiteX88" fmla="*/ 435314 w 1506602"/>
                <a:gd name="connsiteY88" fmla="*/ 1133220 h 1226411"/>
                <a:gd name="connsiteX89" fmla="*/ 481890 w 1506602"/>
                <a:gd name="connsiteY89" fmla="*/ 1153615 h 1226411"/>
                <a:gd name="connsiteX90" fmla="*/ 390575 w 1506602"/>
                <a:gd name="connsiteY90" fmla="*/ 1109611 h 1226411"/>
                <a:gd name="connsiteX91" fmla="*/ 380057 w 1506602"/>
                <a:gd name="connsiteY91" fmla="*/ 1127984 h 1226411"/>
                <a:gd name="connsiteX92" fmla="*/ 335823 w 1506602"/>
                <a:gd name="connsiteY92" fmla="*/ 1100424 h 1226411"/>
                <a:gd name="connsiteX93" fmla="*/ 347582 w 1506602"/>
                <a:gd name="connsiteY93" fmla="*/ 1082832 h 1226411"/>
                <a:gd name="connsiteX94" fmla="*/ 390851 w 1506602"/>
                <a:gd name="connsiteY94" fmla="*/ 1109611 h 1226411"/>
                <a:gd name="connsiteX95" fmla="*/ 306564 w 1506602"/>
                <a:gd name="connsiteY95" fmla="*/ 1053389 h 1226411"/>
                <a:gd name="connsiteX96" fmla="*/ 293564 w 1506602"/>
                <a:gd name="connsiteY96" fmla="*/ 1070154 h 1226411"/>
                <a:gd name="connsiteX97" fmla="*/ 253557 w 1506602"/>
                <a:gd name="connsiteY97" fmla="*/ 1036853 h 1226411"/>
                <a:gd name="connsiteX98" fmla="*/ 267613 w 1506602"/>
                <a:gd name="connsiteY98" fmla="*/ 1021052 h 1226411"/>
                <a:gd name="connsiteX99" fmla="*/ 306839 w 1506602"/>
                <a:gd name="connsiteY99" fmla="*/ 1053389 h 1226411"/>
                <a:gd name="connsiteX100" fmla="*/ 231004 w 1506602"/>
                <a:gd name="connsiteY100" fmla="*/ 986097 h 1226411"/>
                <a:gd name="connsiteX101" fmla="*/ 215892 w 1506602"/>
                <a:gd name="connsiteY101" fmla="*/ 1000887 h 1226411"/>
                <a:gd name="connsiteX102" fmla="*/ 180707 w 1506602"/>
                <a:gd name="connsiteY102" fmla="*/ 962441 h 1226411"/>
                <a:gd name="connsiteX103" fmla="*/ 196830 w 1506602"/>
                <a:gd name="connsiteY103" fmla="*/ 948661 h 1226411"/>
                <a:gd name="connsiteX104" fmla="*/ 231279 w 1506602"/>
                <a:gd name="connsiteY104" fmla="*/ 986097 h 1226411"/>
                <a:gd name="connsiteX105" fmla="*/ 185668 w 1506602"/>
                <a:gd name="connsiteY105" fmla="*/ 15440 h 1226411"/>
                <a:gd name="connsiteX106" fmla="*/ 155169 w 1506602"/>
                <a:gd name="connsiteY106" fmla="*/ 55816 h 1226411"/>
                <a:gd name="connsiteX107" fmla="*/ 137852 w 1506602"/>
                <a:gd name="connsiteY107" fmla="*/ 43643 h 1226411"/>
                <a:gd name="connsiteX108" fmla="*/ 169224 w 1506602"/>
                <a:gd name="connsiteY108" fmla="*/ 2304 h 1226411"/>
                <a:gd name="connsiteX109" fmla="*/ 165320 w 1506602"/>
                <a:gd name="connsiteY109" fmla="*/ 909021 h 1226411"/>
                <a:gd name="connsiteX110" fmla="*/ 148279 w 1506602"/>
                <a:gd name="connsiteY110" fmla="*/ 921607 h 1226411"/>
                <a:gd name="connsiteX111" fmla="*/ 118790 w 1506602"/>
                <a:gd name="connsiteY111" fmla="*/ 878706 h 1226411"/>
                <a:gd name="connsiteX112" fmla="*/ 136612 w 1506602"/>
                <a:gd name="connsiteY112" fmla="*/ 867314 h 1226411"/>
                <a:gd name="connsiteX113" fmla="*/ 165595 w 1506602"/>
                <a:gd name="connsiteY113" fmla="*/ 909021 h 1226411"/>
                <a:gd name="connsiteX114" fmla="*/ 127563 w 1506602"/>
                <a:gd name="connsiteY114" fmla="*/ 98166 h 1226411"/>
                <a:gd name="connsiteX115" fmla="*/ 102942 w 1506602"/>
                <a:gd name="connsiteY115" fmla="*/ 142353 h 1226411"/>
                <a:gd name="connsiteX116" fmla="*/ 84110 w 1506602"/>
                <a:gd name="connsiteY116" fmla="*/ 132707 h 1226411"/>
                <a:gd name="connsiteX117" fmla="*/ 109419 w 1506602"/>
                <a:gd name="connsiteY117" fmla="*/ 87234 h 1226411"/>
                <a:gd name="connsiteX118" fmla="*/ 110889 w 1506602"/>
                <a:gd name="connsiteY118" fmla="*/ 823907 h 1226411"/>
                <a:gd name="connsiteX119" fmla="*/ 92516 w 1506602"/>
                <a:gd name="connsiteY119" fmla="*/ 834013 h 1226411"/>
                <a:gd name="connsiteX120" fmla="*/ 69274 w 1506602"/>
                <a:gd name="connsiteY120" fmla="*/ 787391 h 1226411"/>
                <a:gd name="connsiteX121" fmla="*/ 88520 w 1506602"/>
                <a:gd name="connsiteY121" fmla="*/ 778617 h 1226411"/>
                <a:gd name="connsiteX122" fmla="*/ 111165 w 1506602"/>
                <a:gd name="connsiteY122" fmla="*/ 823678 h 1226411"/>
                <a:gd name="connsiteX123" fmla="*/ 81492 w 1506602"/>
                <a:gd name="connsiteY123" fmla="*/ 188424 h 1226411"/>
                <a:gd name="connsiteX124" fmla="*/ 63119 w 1506602"/>
                <a:gd name="connsiteY124" fmla="*/ 235597 h 1226411"/>
                <a:gd name="connsiteX125" fmla="*/ 43138 w 1506602"/>
                <a:gd name="connsiteY125" fmla="*/ 228662 h 1226411"/>
                <a:gd name="connsiteX126" fmla="*/ 61878 w 1506602"/>
                <a:gd name="connsiteY126" fmla="*/ 180110 h 1226411"/>
                <a:gd name="connsiteX127" fmla="*/ 68906 w 1506602"/>
                <a:gd name="connsiteY127" fmla="*/ 731858 h 1226411"/>
                <a:gd name="connsiteX128" fmla="*/ 49063 w 1506602"/>
                <a:gd name="connsiteY128" fmla="*/ 739253 h 1226411"/>
                <a:gd name="connsiteX129" fmla="*/ 32527 w 1506602"/>
                <a:gd name="connsiteY129" fmla="*/ 689875 h 1226411"/>
                <a:gd name="connsiteX130" fmla="*/ 52830 w 1506602"/>
                <a:gd name="connsiteY130" fmla="*/ 683858 h 1226411"/>
                <a:gd name="connsiteX131" fmla="*/ 69182 w 1506602"/>
                <a:gd name="connsiteY131" fmla="*/ 731628 h 1226411"/>
                <a:gd name="connsiteX132" fmla="*/ 48374 w 1506602"/>
                <a:gd name="connsiteY132" fmla="*/ 283965 h 1226411"/>
                <a:gd name="connsiteX133" fmla="*/ 36845 w 1506602"/>
                <a:gd name="connsiteY133" fmla="*/ 333251 h 1226411"/>
                <a:gd name="connsiteX134" fmla="*/ 16083 w 1506602"/>
                <a:gd name="connsiteY134" fmla="*/ 329117 h 1226411"/>
                <a:gd name="connsiteX135" fmla="*/ 27934 w 1506602"/>
                <a:gd name="connsiteY135" fmla="*/ 278591 h 1226411"/>
                <a:gd name="connsiteX136" fmla="*/ 40152 w 1506602"/>
                <a:gd name="connsiteY136" fmla="*/ 634847 h 1226411"/>
                <a:gd name="connsiteX137" fmla="*/ 19482 w 1506602"/>
                <a:gd name="connsiteY137" fmla="*/ 639440 h 1226411"/>
                <a:gd name="connsiteX138" fmla="*/ 9928 w 1506602"/>
                <a:gd name="connsiteY138" fmla="*/ 588225 h 1226411"/>
                <a:gd name="connsiteX139" fmla="*/ 30874 w 1506602"/>
                <a:gd name="connsiteY139" fmla="*/ 585056 h 1226411"/>
                <a:gd name="connsiteX140" fmla="*/ 40428 w 1506602"/>
                <a:gd name="connsiteY140" fmla="*/ 634618 h 1226411"/>
                <a:gd name="connsiteX141" fmla="*/ 28715 w 1506602"/>
                <a:gd name="connsiteY141" fmla="*/ 383226 h 1226411"/>
                <a:gd name="connsiteX142" fmla="*/ 24122 w 1506602"/>
                <a:gd name="connsiteY142" fmla="*/ 433753 h 1226411"/>
                <a:gd name="connsiteX143" fmla="*/ 2993 w 1506602"/>
                <a:gd name="connsiteY143" fmla="*/ 432512 h 1226411"/>
                <a:gd name="connsiteX144" fmla="*/ 7586 w 1506602"/>
                <a:gd name="connsiteY144" fmla="*/ 380654 h 1226411"/>
                <a:gd name="connsiteX145" fmla="*/ 25086 w 1506602"/>
                <a:gd name="connsiteY145" fmla="*/ 534805 h 1226411"/>
                <a:gd name="connsiteX146" fmla="*/ 4003 w 1506602"/>
                <a:gd name="connsiteY146" fmla="*/ 536459 h 1226411"/>
                <a:gd name="connsiteX147" fmla="*/ 1660 w 1506602"/>
                <a:gd name="connsiteY147" fmla="*/ 484462 h 1226411"/>
                <a:gd name="connsiteX148" fmla="*/ 22835 w 1506602"/>
                <a:gd name="connsiteY148" fmla="*/ 484233 h 1226411"/>
                <a:gd name="connsiteX149" fmla="*/ 25362 w 1506602"/>
                <a:gd name="connsiteY149" fmla="*/ 534575 h 12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06602" h="1226411">
                  <a:moveTo>
                    <a:pt x="1505048" y="483911"/>
                  </a:moveTo>
                  <a:cubicBezTo>
                    <a:pt x="1505048" y="501182"/>
                    <a:pt x="1504037" y="518683"/>
                    <a:pt x="1502660" y="535908"/>
                  </a:cubicBezTo>
                  <a:lnTo>
                    <a:pt x="1481576" y="534254"/>
                  </a:lnTo>
                  <a:cubicBezTo>
                    <a:pt x="1482908" y="517488"/>
                    <a:pt x="1483689" y="500493"/>
                    <a:pt x="1483873" y="483728"/>
                  </a:cubicBezTo>
                  <a:close/>
                  <a:moveTo>
                    <a:pt x="1503854" y="431823"/>
                  </a:moveTo>
                  <a:lnTo>
                    <a:pt x="1482678" y="433063"/>
                  </a:lnTo>
                  <a:cubicBezTo>
                    <a:pt x="1481714" y="416298"/>
                    <a:pt x="1480152" y="399349"/>
                    <a:pt x="1478085" y="382537"/>
                  </a:cubicBezTo>
                  <a:lnTo>
                    <a:pt x="1499077" y="379827"/>
                  </a:lnTo>
                  <a:cubicBezTo>
                    <a:pt x="1501235" y="397144"/>
                    <a:pt x="1502843" y="414598"/>
                    <a:pt x="1503854" y="431823"/>
                  </a:cubicBezTo>
                  <a:close/>
                  <a:moveTo>
                    <a:pt x="1496688" y="587674"/>
                  </a:moveTo>
                  <a:cubicBezTo>
                    <a:pt x="1494116" y="604807"/>
                    <a:pt x="1490900" y="622032"/>
                    <a:pt x="1487180" y="638844"/>
                  </a:cubicBezTo>
                  <a:lnTo>
                    <a:pt x="1466510" y="634250"/>
                  </a:lnTo>
                  <a:cubicBezTo>
                    <a:pt x="1470139" y="617898"/>
                    <a:pt x="1473262" y="601178"/>
                    <a:pt x="1475697" y="584504"/>
                  </a:cubicBezTo>
                  <a:close/>
                  <a:moveTo>
                    <a:pt x="1490671" y="328566"/>
                  </a:moveTo>
                  <a:lnTo>
                    <a:pt x="1469909" y="332700"/>
                  </a:lnTo>
                  <a:cubicBezTo>
                    <a:pt x="1466648" y="316210"/>
                    <a:pt x="1462789" y="299628"/>
                    <a:pt x="1458380" y="283414"/>
                  </a:cubicBezTo>
                  <a:lnTo>
                    <a:pt x="1478820" y="277856"/>
                  </a:lnTo>
                  <a:cubicBezTo>
                    <a:pt x="1483321" y="294529"/>
                    <a:pt x="1487318" y="311616"/>
                    <a:pt x="1490671" y="328520"/>
                  </a:cubicBezTo>
                  <a:close/>
                  <a:moveTo>
                    <a:pt x="1474135" y="689278"/>
                  </a:moveTo>
                  <a:cubicBezTo>
                    <a:pt x="1469220" y="705860"/>
                    <a:pt x="1463708" y="722487"/>
                    <a:pt x="1457645" y="738656"/>
                  </a:cubicBezTo>
                  <a:lnTo>
                    <a:pt x="1437802" y="731261"/>
                  </a:lnTo>
                  <a:cubicBezTo>
                    <a:pt x="1443681" y="715551"/>
                    <a:pt x="1449056" y="699383"/>
                    <a:pt x="1453833" y="683260"/>
                  </a:cubicBezTo>
                  <a:close/>
                  <a:moveTo>
                    <a:pt x="1463433" y="228064"/>
                  </a:moveTo>
                  <a:lnTo>
                    <a:pt x="1443452" y="235046"/>
                  </a:lnTo>
                  <a:cubicBezTo>
                    <a:pt x="1437894" y="219108"/>
                    <a:pt x="1431739" y="203260"/>
                    <a:pt x="1425079" y="187827"/>
                  </a:cubicBezTo>
                  <a:lnTo>
                    <a:pt x="1444508" y="179513"/>
                  </a:lnTo>
                  <a:cubicBezTo>
                    <a:pt x="1451398" y="195314"/>
                    <a:pt x="1457737" y="211712"/>
                    <a:pt x="1463433" y="228064"/>
                  </a:cubicBezTo>
                  <a:close/>
                  <a:moveTo>
                    <a:pt x="1437756" y="786748"/>
                  </a:moveTo>
                  <a:cubicBezTo>
                    <a:pt x="1430636" y="802502"/>
                    <a:pt x="1422828" y="818166"/>
                    <a:pt x="1414790" y="833370"/>
                  </a:cubicBezTo>
                  <a:lnTo>
                    <a:pt x="1396416" y="823264"/>
                  </a:lnTo>
                  <a:cubicBezTo>
                    <a:pt x="1404409" y="808520"/>
                    <a:pt x="1411988" y="793270"/>
                    <a:pt x="1418969" y="778020"/>
                  </a:cubicBezTo>
                  <a:close/>
                  <a:moveTo>
                    <a:pt x="1422644" y="132340"/>
                  </a:moveTo>
                  <a:lnTo>
                    <a:pt x="1403812" y="141986"/>
                  </a:lnTo>
                  <a:cubicBezTo>
                    <a:pt x="1396141" y="127058"/>
                    <a:pt x="1387873" y="112175"/>
                    <a:pt x="1379146" y="97798"/>
                  </a:cubicBezTo>
                  <a:lnTo>
                    <a:pt x="1397243" y="86820"/>
                  </a:lnTo>
                  <a:cubicBezTo>
                    <a:pt x="1406016" y="101657"/>
                    <a:pt x="1414560" y="116952"/>
                    <a:pt x="1422644" y="132340"/>
                  </a:cubicBezTo>
                  <a:close/>
                  <a:moveTo>
                    <a:pt x="1388378" y="878246"/>
                  </a:moveTo>
                  <a:cubicBezTo>
                    <a:pt x="1379192" y="892807"/>
                    <a:pt x="1369178" y="907276"/>
                    <a:pt x="1358889" y="921148"/>
                  </a:cubicBezTo>
                  <a:lnTo>
                    <a:pt x="1341894" y="908562"/>
                  </a:lnTo>
                  <a:cubicBezTo>
                    <a:pt x="1351861" y="895057"/>
                    <a:pt x="1361507" y="881002"/>
                    <a:pt x="1370510" y="866901"/>
                  </a:cubicBezTo>
                  <a:close/>
                  <a:moveTo>
                    <a:pt x="1368765" y="43230"/>
                  </a:moveTo>
                  <a:lnTo>
                    <a:pt x="1351448" y="55402"/>
                  </a:lnTo>
                  <a:cubicBezTo>
                    <a:pt x="1341802" y="41622"/>
                    <a:pt x="1331513" y="28118"/>
                    <a:pt x="1320856" y="15027"/>
                  </a:cubicBezTo>
                  <a:lnTo>
                    <a:pt x="1337301" y="1660"/>
                  </a:lnTo>
                  <a:cubicBezTo>
                    <a:pt x="1348049" y="15119"/>
                    <a:pt x="1358614" y="29083"/>
                    <a:pt x="1368581" y="43230"/>
                  </a:cubicBezTo>
                  <a:close/>
                  <a:moveTo>
                    <a:pt x="1326552" y="961890"/>
                  </a:moveTo>
                  <a:cubicBezTo>
                    <a:pt x="1315391" y="974981"/>
                    <a:pt x="1303585" y="987934"/>
                    <a:pt x="1291459" y="1000336"/>
                  </a:cubicBezTo>
                  <a:lnTo>
                    <a:pt x="1276302" y="985546"/>
                  </a:lnTo>
                  <a:cubicBezTo>
                    <a:pt x="1288106" y="973465"/>
                    <a:pt x="1299543" y="960880"/>
                    <a:pt x="1310429" y="948156"/>
                  </a:cubicBezTo>
                  <a:close/>
                  <a:moveTo>
                    <a:pt x="1253840" y="1036301"/>
                  </a:moveTo>
                  <a:cubicBezTo>
                    <a:pt x="1240887" y="1047831"/>
                    <a:pt x="1227429" y="1059268"/>
                    <a:pt x="1213787" y="1069649"/>
                  </a:cubicBezTo>
                  <a:lnTo>
                    <a:pt x="1200833" y="1052929"/>
                  </a:lnTo>
                  <a:cubicBezTo>
                    <a:pt x="1214062" y="1042640"/>
                    <a:pt x="1227153" y="1031754"/>
                    <a:pt x="1239739" y="1020501"/>
                  </a:cubicBezTo>
                  <a:close/>
                  <a:moveTo>
                    <a:pt x="1171528" y="1100148"/>
                  </a:moveTo>
                  <a:cubicBezTo>
                    <a:pt x="1157151" y="1109794"/>
                    <a:pt x="1142269" y="1119073"/>
                    <a:pt x="1127249" y="1127708"/>
                  </a:cubicBezTo>
                  <a:lnTo>
                    <a:pt x="1116730" y="1109335"/>
                  </a:lnTo>
                  <a:cubicBezTo>
                    <a:pt x="1131291" y="1100976"/>
                    <a:pt x="1145760" y="1092018"/>
                    <a:pt x="1159724" y="1082648"/>
                  </a:cubicBezTo>
                  <a:close/>
                  <a:moveTo>
                    <a:pt x="1081178" y="1151961"/>
                  </a:moveTo>
                  <a:cubicBezTo>
                    <a:pt x="1065607" y="1159540"/>
                    <a:pt x="1049576" y="1166613"/>
                    <a:pt x="1033500" y="1173044"/>
                  </a:cubicBezTo>
                  <a:lnTo>
                    <a:pt x="1025645" y="1153385"/>
                  </a:lnTo>
                  <a:cubicBezTo>
                    <a:pt x="1041262" y="1147138"/>
                    <a:pt x="1056833" y="1140248"/>
                    <a:pt x="1071946" y="1132945"/>
                  </a:cubicBezTo>
                  <a:close/>
                  <a:moveTo>
                    <a:pt x="984719" y="1190728"/>
                  </a:moveTo>
                  <a:cubicBezTo>
                    <a:pt x="968274" y="1196011"/>
                    <a:pt x="951371" y="1200788"/>
                    <a:pt x="934606" y="1204922"/>
                  </a:cubicBezTo>
                  <a:lnTo>
                    <a:pt x="929553" y="1184389"/>
                  </a:lnTo>
                  <a:cubicBezTo>
                    <a:pt x="945859" y="1180347"/>
                    <a:pt x="962258" y="1175708"/>
                    <a:pt x="978242" y="1170610"/>
                  </a:cubicBezTo>
                  <a:close/>
                  <a:moveTo>
                    <a:pt x="883666" y="1215670"/>
                  </a:moveTo>
                  <a:cubicBezTo>
                    <a:pt x="866625" y="1218610"/>
                    <a:pt x="849262" y="1221044"/>
                    <a:pt x="832084" y="1222835"/>
                  </a:cubicBezTo>
                  <a:lnTo>
                    <a:pt x="829924" y="1201752"/>
                  </a:lnTo>
                  <a:cubicBezTo>
                    <a:pt x="846598" y="1200007"/>
                    <a:pt x="863456" y="1197664"/>
                    <a:pt x="880037" y="1194770"/>
                  </a:cubicBezTo>
                  <a:close/>
                  <a:moveTo>
                    <a:pt x="779582" y="1226510"/>
                  </a:moveTo>
                  <a:cubicBezTo>
                    <a:pt x="770900" y="1226786"/>
                    <a:pt x="762127" y="1226969"/>
                    <a:pt x="753400" y="1226969"/>
                  </a:cubicBezTo>
                  <a:cubicBezTo>
                    <a:pt x="744673" y="1226969"/>
                    <a:pt x="736083" y="1226969"/>
                    <a:pt x="727494" y="1226510"/>
                  </a:cubicBezTo>
                  <a:lnTo>
                    <a:pt x="728228" y="1205335"/>
                  </a:lnTo>
                  <a:cubicBezTo>
                    <a:pt x="736543" y="1205656"/>
                    <a:pt x="745040" y="1205794"/>
                    <a:pt x="753400" y="1205794"/>
                  </a:cubicBezTo>
                  <a:cubicBezTo>
                    <a:pt x="761760" y="1205794"/>
                    <a:pt x="770441" y="1205794"/>
                    <a:pt x="778847" y="1205335"/>
                  </a:cubicBezTo>
                  <a:close/>
                  <a:moveTo>
                    <a:pt x="677748" y="1201890"/>
                  </a:moveTo>
                  <a:lnTo>
                    <a:pt x="675543" y="1222927"/>
                  </a:lnTo>
                  <a:cubicBezTo>
                    <a:pt x="658365" y="1221136"/>
                    <a:pt x="641002" y="1218748"/>
                    <a:pt x="623961" y="1215808"/>
                  </a:cubicBezTo>
                  <a:lnTo>
                    <a:pt x="627590" y="1194954"/>
                  </a:lnTo>
                  <a:cubicBezTo>
                    <a:pt x="644263" y="1197802"/>
                    <a:pt x="661120" y="1200145"/>
                    <a:pt x="677840" y="1201890"/>
                  </a:cubicBezTo>
                  <a:close/>
                  <a:moveTo>
                    <a:pt x="578074" y="1184527"/>
                  </a:moveTo>
                  <a:lnTo>
                    <a:pt x="573021" y="1205105"/>
                  </a:lnTo>
                  <a:cubicBezTo>
                    <a:pt x="556210" y="1200971"/>
                    <a:pt x="539352" y="1196195"/>
                    <a:pt x="522908" y="1190912"/>
                  </a:cubicBezTo>
                  <a:lnTo>
                    <a:pt x="529385" y="1170748"/>
                  </a:lnTo>
                  <a:cubicBezTo>
                    <a:pt x="545323" y="1175892"/>
                    <a:pt x="561859" y="1180531"/>
                    <a:pt x="578166" y="1184527"/>
                  </a:cubicBezTo>
                  <a:close/>
                  <a:moveTo>
                    <a:pt x="481614" y="1153615"/>
                  </a:moveTo>
                  <a:lnTo>
                    <a:pt x="473760" y="1173274"/>
                  </a:lnTo>
                  <a:cubicBezTo>
                    <a:pt x="457683" y="1166843"/>
                    <a:pt x="441607" y="1159769"/>
                    <a:pt x="426128" y="1152282"/>
                  </a:cubicBezTo>
                  <a:lnTo>
                    <a:pt x="435314" y="1133220"/>
                  </a:lnTo>
                  <a:cubicBezTo>
                    <a:pt x="450702" y="1140524"/>
                    <a:pt x="466273" y="1147368"/>
                    <a:pt x="481890" y="1153615"/>
                  </a:cubicBezTo>
                  <a:close/>
                  <a:moveTo>
                    <a:pt x="390575" y="1109611"/>
                  </a:moveTo>
                  <a:lnTo>
                    <a:pt x="380057" y="1127984"/>
                  </a:lnTo>
                  <a:cubicBezTo>
                    <a:pt x="365082" y="1119395"/>
                    <a:pt x="350200" y="1110162"/>
                    <a:pt x="335823" y="1100424"/>
                  </a:cubicBezTo>
                  <a:lnTo>
                    <a:pt x="347582" y="1082832"/>
                  </a:lnTo>
                  <a:cubicBezTo>
                    <a:pt x="361821" y="1092294"/>
                    <a:pt x="376290" y="1101297"/>
                    <a:pt x="390851" y="1109611"/>
                  </a:cubicBezTo>
                  <a:close/>
                  <a:moveTo>
                    <a:pt x="306564" y="1053389"/>
                  </a:moveTo>
                  <a:lnTo>
                    <a:pt x="293564" y="1070154"/>
                  </a:lnTo>
                  <a:cubicBezTo>
                    <a:pt x="279784" y="1059544"/>
                    <a:pt x="266464" y="1048382"/>
                    <a:pt x="253557" y="1036853"/>
                  </a:cubicBezTo>
                  <a:lnTo>
                    <a:pt x="267613" y="1021052"/>
                  </a:lnTo>
                  <a:cubicBezTo>
                    <a:pt x="280474" y="1032213"/>
                    <a:pt x="293564" y="1043145"/>
                    <a:pt x="306839" y="1053389"/>
                  </a:cubicBezTo>
                  <a:close/>
                  <a:moveTo>
                    <a:pt x="231004" y="986097"/>
                  </a:moveTo>
                  <a:lnTo>
                    <a:pt x="215892" y="1000887"/>
                  </a:lnTo>
                  <a:cubicBezTo>
                    <a:pt x="203766" y="988486"/>
                    <a:pt x="191915" y="975532"/>
                    <a:pt x="180707" y="962441"/>
                  </a:cubicBezTo>
                  <a:lnTo>
                    <a:pt x="196830" y="948661"/>
                  </a:lnTo>
                  <a:cubicBezTo>
                    <a:pt x="207992" y="961431"/>
                    <a:pt x="219475" y="974017"/>
                    <a:pt x="231279" y="986097"/>
                  </a:cubicBezTo>
                  <a:close/>
                  <a:moveTo>
                    <a:pt x="185668" y="15440"/>
                  </a:moveTo>
                  <a:cubicBezTo>
                    <a:pt x="175058" y="28531"/>
                    <a:pt x="164815" y="42082"/>
                    <a:pt x="155169" y="55816"/>
                  </a:cubicBezTo>
                  <a:lnTo>
                    <a:pt x="137852" y="43643"/>
                  </a:lnTo>
                  <a:cubicBezTo>
                    <a:pt x="147773" y="29496"/>
                    <a:pt x="158338" y="15532"/>
                    <a:pt x="169224" y="2304"/>
                  </a:cubicBezTo>
                  <a:close/>
                  <a:moveTo>
                    <a:pt x="165320" y="909021"/>
                  </a:moveTo>
                  <a:lnTo>
                    <a:pt x="148279" y="921607"/>
                  </a:lnTo>
                  <a:cubicBezTo>
                    <a:pt x="137989" y="907827"/>
                    <a:pt x="128068" y="893266"/>
                    <a:pt x="118790" y="878706"/>
                  </a:cubicBezTo>
                  <a:lnTo>
                    <a:pt x="136612" y="867314"/>
                  </a:lnTo>
                  <a:cubicBezTo>
                    <a:pt x="145936" y="881461"/>
                    <a:pt x="155582" y="895517"/>
                    <a:pt x="165595" y="909021"/>
                  </a:cubicBezTo>
                  <a:close/>
                  <a:moveTo>
                    <a:pt x="127563" y="98166"/>
                  </a:moveTo>
                  <a:cubicBezTo>
                    <a:pt x="118882" y="112543"/>
                    <a:pt x="110613" y="127425"/>
                    <a:pt x="102942" y="142353"/>
                  </a:cubicBezTo>
                  <a:lnTo>
                    <a:pt x="84110" y="132707"/>
                  </a:lnTo>
                  <a:cubicBezTo>
                    <a:pt x="91965" y="117320"/>
                    <a:pt x="100508" y="102024"/>
                    <a:pt x="109419" y="87234"/>
                  </a:cubicBezTo>
                  <a:close/>
                  <a:moveTo>
                    <a:pt x="110889" y="823907"/>
                  </a:moveTo>
                  <a:lnTo>
                    <a:pt x="92516" y="834013"/>
                  </a:lnTo>
                  <a:cubicBezTo>
                    <a:pt x="84294" y="818809"/>
                    <a:pt x="76439" y="803145"/>
                    <a:pt x="69274" y="787391"/>
                  </a:cubicBezTo>
                  <a:lnTo>
                    <a:pt x="88520" y="778617"/>
                  </a:lnTo>
                  <a:cubicBezTo>
                    <a:pt x="95547" y="793684"/>
                    <a:pt x="103172" y="808933"/>
                    <a:pt x="111165" y="823678"/>
                  </a:cubicBezTo>
                  <a:close/>
                  <a:moveTo>
                    <a:pt x="81492" y="188424"/>
                  </a:moveTo>
                  <a:cubicBezTo>
                    <a:pt x="74877" y="203858"/>
                    <a:pt x="68768" y="219705"/>
                    <a:pt x="63119" y="235597"/>
                  </a:cubicBezTo>
                  <a:lnTo>
                    <a:pt x="43138" y="228662"/>
                  </a:lnTo>
                  <a:cubicBezTo>
                    <a:pt x="48788" y="212309"/>
                    <a:pt x="55081" y="196003"/>
                    <a:pt x="61878" y="180110"/>
                  </a:cubicBezTo>
                  <a:close/>
                  <a:moveTo>
                    <a:pt x="68906" y="731858"/>
                  </a:moveTo>
                  <a:lnTo>
                    <a:pt x="49063" y="739253"/>
                  </a:lnTo>
                  <a:cubicBezTo>
                    <a:pt x="43000" y="723085"/>
                    <a:pt x="37442" y="706457"/>
                    <a:pt x="32527" y="689875"/>
                  </a:cubicBezTo>
                  <a:lnTo>
                    <a:pt x="52830" y="683858"/>
                  </a:lnTo>
                  <a:cubicBezTo>
                    <a:pt x="57882" y="699750"/>
                    <a:pt x="63303" y="715873"/>
                    <a:pt x="69182" y="731628"/>
                  </a:cubicBezTo>
                  <a:close/>
                  <a:moveTo>
                    <a:pt x="48374" y="283965"/>
                  </a:moveTo>
                  <a:cubicBezTo>
                    <a:pt x="43781" y="300179"/>
                    <a:pt x="40106" y="316761"/>
                    <a:pt x="36845" y="333251"/>
                  </a:cubicBezTo>
                  <a:lnTo>
                    <a:pt x="16083" y="329117"/>
                  </a:lnTo>
                  <a:cubicBezTo>
                    <a:pt x="19390" y="312167"/>
                    <a:pt x="23387" y="295126"/>
                    <a:pt x="27934" y="278591"/>
                  </a:cubicBezTo>
                  <a:close/>
                  <a:moveTo>
                    <a:pt x="40152" y="634847"/>
                  </a:moveTo>
                  <a:lnTo>
                    <a:pt x="19482" y="639440"/>
                  </a:lnTo>
                  <a:cubicBezTo>
                    <a:pt x="15716" y="622537"/>
                    <a:pt x="12546" y="605312"/>
                    <a:pt x="9928" y="588225"/>
                  </a:cubicBezTo>
                  <a:lnTo>
                    <a:pt x="30874" y="585056"/>
                  </a:lnTo>
                  <a:cubicBezTo>
                    <a:pt x="33676" y="601454"/>
                    <a:pt x="36753" y="618219"/>
                    <a:pt x="40428" y="634618"/>
                  </a:cubicBezTo>
                  <a:close/>
                  <a:moveTo>
                    <a:pt x="28715" y="383226"/>
                  </a:moveTo>
                  <a:cubicBezTo>
                    <a:pt x="26602" y="399854"/>
                    <a:pt x="25040" y="416849"/>
                    <a:pt x="24122" y="433753"/>
                  </a:cubicBezTo>
                  <a:lnTo>
                    <a:pt x="2993" y="432512"/>
                  </a:lnTo>
                  <a:cubicBezTo>
                    <a:pt x="4003" y="415241"/>
                    <a:pt x="5611" y="397833"/>
                    <a:pt x="7586" y="380654"/>
                  </a:cubicBezTo>
                  <a:close/>
                  <a:moveTo>
                    <a:pt x="25086" y="534805"/>
                  </a:moveTo>
                  <a:lnTo>
                    <a:pt x="4003" y="536459"/>
                  </a:lnTo>
                  <a:cubicBezTo>
                    <a:pt x="2625" y="519234"/>
                    <a:pt x="1844" y="501733"/>
                    <a:pt x="1660" y="484462"/>
                  </a:cubicBezTo>
                  <a:lnTo>
                    <a:pt x="22835" y="484233"/>
                  </a:lnTo>
                  <a:cubicBezTo>
                    <a:pt x="23295" y="500815"/>
                    <a:pt x="24030" y="517810"/>
                    <a:pt x="25362" y="534575"/>
                  </a:cubicBezTo>
                  <a:close/>
                </a:path>
              </a:pathLst>
            </a:custGeom>
            <a:grpFill/>
            <a:ln w="4591"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FEF7E119-2448-41FB-B140-62DE98695F52}"/>
                </a:ext>
              </a:extLst>
            </p:cNvPr>
            <p:cNvSpPr/>
            <p:nvPr/>
          </p:nvSpPr>
          <p:spPr>
            <a:xfrm>
              <a:off x="4997869" y="3698332"/>
              <a:ext cx="32153" cy="32153"/>
            </a:xfrm>
            <a:custGeom>
              <a:avLst/>
              <a:gdLst>
                <a:gd name="connsiteX0" fmla="*/ 34549 w 32153"/>
                <a:gd name="connsiteY0" fmla="*/ 16497 h 32153"/>
                <a:gd name="connsiteX1" fmla="*/ 17094 w 32153"/>
                <a:gd name="connsiteY1" fmla="*/ 34502 h 32153"/>
                <a:gd name="connsiteX2" fmla="*/ 1660 w 32153"/>
                <a:gd name="connsiteY2" fmla="*/ 20034 h 32153"/>
                <a:gd name="connsiteX3" fmla="*/ 19574 w 32153"/>
                <a:gd name="connsiteY3" fmla="*/ 1660 h 32153"/>
              </a:gdLst>
              <a:ahLst/>
              <a:cxnLst>
                <a:cxn ang="0">
                  <a:pos x="connsiteX0" y="connsiteY0"/>
                </a:cxn>
                <a:cxn ang="0">
                  <a:pos x="connsiteX1" y="connsiteY1"/>
                </a:cxn>
                <a:cxn ang="0">
                  <a:pos x="connsiteX2" y="connsiteY2"/>
                </a:cxn>
                <a:cxn ang="0">
                  <a:pos x="connsiteX3" y="connsiteY3"/>
                </a:cxn>
              </a:cxnLst>
              <a:rect l="l" t="t" r="r" b="b"/>
              <a:pathLst>
                <a:path w="32153" h="32153">
                  <a:moveTo>
                    <a:pt x="34549" y="16497"/>
                  </a:moveTo>
                  <a:cubicBezTo>
                    <a:pt x="28715" y="22284"/>
                    <a:pt x="22835" y="28347"/>
                    <a:pt x="17094" y="34502"/>
                  </a:cubicBezTo>
                  <a:lnTo>
                    <a:pt x="1660" y="20034"/>
                  </a:lnTo>
                  <a:cubicBezTo>
                    <a:pt x="7540" y="13741"/>
                    <a:pt x="13557" y="7493"/>
                    <a:pt x="19574" y="1660"/>
                  </a:cubicBezTo>
                  <a:close/>
                </a:path>
              </a:pathLst>
            </a:custGeom>
            <a:grpFill/>
            <a:ln w="4591"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CC089832-B6D7-4BEB-AC1F-A2EC1106604C}"/>
                </a:ext>
              </a:extLst>
            </p:cNvPr>
            <p:cNvSpPr/>
            <p:nvPr/>
          </p:nvSpPr>
          <p:spPr>
            <a:xfrm>
              <a:off x="3950137" y="3680280"/>
              <a:ext cx="32153" cy="32153"/>
            </a:xfrm>
            <a:custGeom>
              <a:avLst/>
              <a:gdLst>
                <a:gd name="connsiteX0" fmla="*/ 34549 w 32153"/>
                <a:gd name="connsiteY0" fmla="*/ 19574 h 32153"/>
                <a:gd name="connsiteX1" fmla="*/ 19574 w 32153"/>
                <a:gd name="connsiteY1" fmla="*/ 34503 h 32153"/>
                <a:gd name="connsiteX2" fmla="*/ 1660 w 32153"/>
                <a:gd name="connsiteY2" fmla="*/ 16129 h 32153"/>
                <a:gd name="connsiteX3" fmla="*/ 17094 w 32153"/>
                <a:gd name="connsiteY3" fmla="*/ 1660 h 32153"/>
                <a:gd name="connsiteX4" fmla="*/ 34549 w 32153"/>
                <a:gd name="connsiteY4" fmla="*/ 19574 h 32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53" h="32153">
                  <a:moveTo>
                    <a:pt x="34549" y="19574"/>
                  </a:moveTo>
                  <a:lnTo>
                    <a:pt x="19574" y="34503"/>
                  </a:lnTo>
                  <a:cubicBezTo>
                    <a:pt x="13511" y="28485"/>
                    <a:pt x="7494" y="22238"/>
                    <a:pt x="1660" y="16129"/>
                  </a:cubicBezTo>
                  <a:lnTo>
                    <a:pt x="17094" y="1660"/>
                  </a:lnTo>
                  <a:cubicBezTo>
                    <a:pt x="22789" y="7632"/>
                    <a:pt x="28669" y="13741"/>
                    <a:pt x="34549" y="19574"/>
                  </a:cubicBezTo>
                  <a:close/>
                </a:path>
              </a:pathLst>
            </a:custGeom>
            <a:grpFill/>
            <a:ln w="4591"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3BDC4330-FDCA-44D3-AE2A-8352F01F0F08}"/>
                </a:ext>
              </a:extLst>
            </p:cNvPr>
            <p:cNvSpPr/>
            <p:nvPr/>
          </p:nvSpPr>
          <p:spPr>
            <a:xfrm>
              <a:off x="3747940" y="2430075"/>
              <a:ext cx="1502010" cy="1226411"/>
            </a:xfrm>
            <a:custGeom>
              <a:avLst/>
              <a:gdLst>
                <a:gd name="connsiteX0" fmla="*/ 1504772 w 1502009"/>
                <a:gd name="connsiteY0" fmla="*/ 744351 h 1226411"/>
                <a:gd name="connsiteX1" fmla="*/ 1483597 w 1502009"/>
                <a:gd name="connsiteY1" fmla="*/ 744351 h 1226411"/>
                <a:gd name="connsiteX2" fmla="*/ 1481301 w 1502009"/>
                <a:gd name="connsiteY2" fmla="*/ 693825 h 1226411"/>
                <a:gd name="connsiteX3" fmla="*/ 1502430 w 1502009"/>
                <a:gd name="connsiteY3" fmla="*/ 692125 h 1226411"/>
                <a:gd name="connsiteX4" fmla="*/ 1504772 w 1502009"/>
                <a:gd name="connsiteY4" fmla="*/ 744351 h 1226411"/>
                <a:gd name="connsiteX5" fmla="*/ 1503532 w 1502009"/>
                <a:gd name="connsiteY5" fmla="*/ 796393 h 1226411"/>
                <a:gd name="connsiteX6" fmla="*/ 1498939 w 1502009"/>
                <a:gd name="connsiteY6" fmla="*/ 848252 h 1226411"/>
                <a:gd name="connsiteX7" fmla="*/ 1477948 w 1502009"/>
                <a:gd name="connsiteY7" fmla="*/ 845588 h 1226411"/>
                <a:gd name="connsiteX8" fmla="*/ 1482541 w 1502009"/>
                <a:gd name="connsiteY8" fmla="*/ 795061 h 1226411"/>
                <a:gd name="connsiteX9" fmla="*/ 1496321 w 1502009"/>
                <a:gd name="connsiteY9" fmla="*/ 640588 h 1226411"/>
                <a:gd name="connsiteX10" fmla="*/ 1475375 w 1502009"/>
                <a:gd name="connsiteY10" fmla="*/ 643712 h 1226411"/>
                <a:gd name="connsiteX11" fmla="*/ 1466188 w 1502009"/>
                <a:gd name="connsiteY11" fmla="*/ 593967 h 1226411"/>
                <a:gd name="connsiteX12" fmla="*/ 1486858 w 1502009"/>
                <a:gd name="connsiteY12" fmla="*/ 589373 h 1226411"/>
                <a:gd name="connsiteX13" fmla="*/ 1496321 w 1502009"/>
                <a:gd name="connsiteY13" fmla="*/ 640588 h 1226411"/>
                <a:gd name="connsiteX14" fmla="*/ 1490258 w 1502009"/>
                <a:gd name="connsiteY14" fmla="*/ 899650 h 1226411"/>
                <a:gd name="connsiteX15" fmla="*/ 1478407 w 1502009"/>
                <a:gd name="connsiteY15" fmla="*/ 950177 h 1226411"/>
                <a:gd name="connsiteX16" fmla="*/ 1457967 w 1502009"/>
                <a:gd name="connsiteY16" fmla="*/ 944619 h 1226411"/>
                <a:gd name="connsiteX17" fmla="*/ 1469496 w 1502009"/>
                <a:gd name="connsiteY17" fmla="*/ 895379 h 1226411"/>
                <a:gd name="connsiteX18" fmla="*/ 1473722 w 1502009"/>
                <a:gd name="connsiteY18" fmla="*/ 538939 h 1226411"/>
                <a:gd name="connsiteX19" fmla="*/ 1453465 w 1502009"/>
                <a:gd name="connsiteY19" fmla="*/ 544956 h 1226411"/>
                <a:gd name="connsiteX20" fmla="*/ 1437343 w 1502009"/>
                <a:gd name="connsiteY20" fmla="*/ 496956 h 1226411"/>
                <a:gd name="connsiteX21" fmla="*/ 1457186 w 1502009"/>
                <a:gd name="connsiteY21" fmla="*/ 489515 h 1226411"/>
                <a:gd name="connsiteX22" fmla="*/ 1473859 w 1502009"/>
                <a:gd name="connsiteY22" fmla="*/ 538939 h 1226411"/>
                <a:gd name="connsiteX23" fmla="*/ 1463065 w 1502009"/>
                <a:gd name="connsiteY23" fmla="*/ 1000107 h 1226411"/>
                <a:gd name="connsiteX24" fmla="*/ 1444325 w 1502009"/>
                <a:gd name="connsiteY24" fmla="*/ 1048703 h 1226411"/>
                <a:gd name="connsiteX25" fmla="*/ 1424849 w 1502009"/>
                <a:gd name="connsiteY25" fmla="*/ 1040389 h 1226411"/>
                <a:gd name="connsiteX26" fmla="*/ 1443222 w 1502009"/>
                <a:gd name="connsiteY26" fmla="*/ 993171 h 1226411"/>
                <a:gd name="connsiteX27" fmla="*/ 1437251 w 1502009"/>
                <a:gd name="connsiteY27" fmla="*/ 441377 h 1226411"/>
                <a:gd name="connsiteX28" fmla="*/ 1417959 w 1502009"/>
                <a:gd name="connsiteY28" fmla="*/ 450196 h 1226411"/>
                <a:gd name="connsiteX29" fmla="*/ 1395360 w 1502009"/>
                <a:gd name="connsiteY29" fmla="*/ 404906 h 1226411"/>
                <a:gd name="connsiteX30" fmla="*/ 1413733 w 1502009"/>
                <a:gd name="connsiteY30" fmla="*/ 394755 h 1226411"/>
                <a:gd name="connsiteX31" fmla="*/ 1437389 w 1502009"/>
                <a:gd name="connsiteY31" fmla="*/ 441377 h 1226411"/>
                <a:gd name="connsiteX32" fmla="*/ 1422231 w 1502009"/>
                <a:gd name="connsiteY32" fmla="*/ 1095831 h 1226411"/>
                <a:gd name="connsiteX33" fmla="*/ 1396922 w 1502009"/>
                <a:gd name="connsiteY33" fmla="*/ 1141351 h 1226411"/>
                <a:gd name="connsiteX34" fmla="*/ 1378548 w 1502009"/>
                <a:gd name="connsiteY34" fmla="*/ 1130418 h 1226411"/>
                <a:gd name="connsiteX35" fmla="*/ 1403169 w 1502009"/>
                <a:gd name="connsiteY35" fmla="*/ 1086185 h 1226411"/>
                <a:gd name="connsiteX36" fmla="*/ 1387643 w 1502009"/>
                <a:gd name="connsiteY36" fmla="*/ 349879 h 1226411"/>
                <a:gd name="connsiteX37" fmla="*/ 1369775 w 1502009"/>
                <a:gd name="connsiteY37" fmla="*/ 361270 h 1226411"/>
                <a:gd name="connsiteX38" fmla="*/ 1341067 w 1502009"/>
                <a:gd name="connsiteY38" fmla="*/ 319563 h 1226411"/>
                <a:gd name="connsiteX39" fmla="*/ 1358109 w 1502009"/>
                <a:gd name="connsiteY39" fmla="*/ 306931 h 1226411"/>
                <a:gd name="connsiteX40" fmla="*/ 1387643 w 1502009"/>
                <a:gd name="connsiteY40" fmla="*/ 349879 h 1226411"/>
                <a:gd name="connsiteX41" fmla="*/ 1368627 w 1502009"/>
                <a:gd name="connsiteY41" fmla="*/ 1184941 h 1226411"/>
                <a:gd name="connsiteX42" fmla="*/ 1337255 w 1502009"/>
                <a:gd name="connsiteY42" fmla="*/ 1226281 h 1226411"/>
                <a:gd name="connsiteX43" fmla="*/ 1320811 w 1502009"/>
                <a:gd name="connsiteY43" fmla="*/ 1212914 h 1226411"/>
                <a:gd name="connsiteX44" fmla="*/ 1351311 w 1502009"/>
                <a:gd name="connsiteY44" fmla="*/ 1172585 h 1226411"/>
                <a:gd name="connsiteX45" fmla="*/ 1325634 w 1502009"/>
                <a:gd name="connsiteY45" fmla="*/ 266280 h 1226411"/>
                <a:gd name="connsiteX46" fmla="*/ 1309557 w 1502009"/>
                <a:gd name="connsiteY46" fmla="*/ 280060 h 1226411"/>
                <a:gd name="connsiteX47" fmla="*/ 1275383 w 1502009"/>
                <a:gd name="connsiteY47" fmla="*/ 242671 h 1226411"/>
                <a:gd name="connsiteX48" fmla="*/ 1290495 w 1502009"/>
                <a:gd name="connsiteY48" fmla="*/ 227880 h 1226411"/>
                <a:gd name="connsiteX49" fmla="*/ 1325634 w 1502009"/>
                <a:gd name="connsiteY49" fmla="*/ 266143 h 1226411"/>
                <a:gd name="connsiteX50" fmla="*/ 1252876 w 1502009"/>
                <a:gd name="connsiteY50" fmla="*/ 191731 h 1226411"/>
                <a:gd name="connsiteX51" fmla="*/ 1238775 w 1502009"/>
                <a:gd name="connsiteY51" fmla="*/ 207532 h 1226411"/>
                <a:gd name="connsiteX52" fmla="*/ 1199869 w 1502009"/>
                <a:gd name="connsiteY52" fmla="*/ 175379 h 1226411"/>
                <a:gd name="connsiteX53" fmla="*/ 1212822 w 1502009"/>
                <a:gd name="connsiteY53" fmla="*/ 158613 h 1226411"/>
                <a:gd name="connsiteX54" fmla="*/ 1252876 w 1502009"/>
                <a:gd name="connsiteY54" fmla="*/ 191731 h 1226411"/>
                <a:gd name="connsiteX55" fmla="*/ 1170610 w 1502009"/>
                <a:gd name="connsiteY55" fmla="*/ 128022 h 1226411"/>
                <a:gd name="connsiteX56" fmla="*/ 1158851 w 1502009"/>
                <a:gd name="connsiteY56" fmla="*/ 145615 h 1226411"/>
                <a:gd name="connsiteX57" fmla="*/ 1115858 w 1502009"/>
                <a:gd name="connsiteY57" fmla="*/ 118973 h 1226411"/>
                <a:gd name="connsiteX58" fmla="*/ 1126376 w 1502009"/>
                <a:gd name="connsiteY58" fmla="*/ 100600 h 1226411"/>
                <a:gd name="connsiteX59" fmla="*/ 1170564 w 1502009"/>
                <a:gd name="connsiteY59" fmla="*/ 128022 h 1226411"/>
                <a:gd name="connsiteX60" fmla="*/ 1080306 w 1502009"/>
                <a:gd name="connsiteY60" fmla="*/ 76348 h 1226411"/>
                <a:gd name="connsiteX61" fmla="*/ 1071119 w 1502009"/>
                <a:gd name="connsiteY61" fmla="*/ 95410 h 1226411"/>
                <a:gd name="connsiteX62" fmla="*/ 1024818 w 1502009"/>
                <a:gd name="connsiteY62" fmla="*/ 74970 h 1226411"/>
                <a:gd name="connsiteX63" fmla="*/ 1032673 w 1502009"/>
                <a:gd name="connsiteY63" fmla="*/ 55310 h 1226411"/>
                <a:gd name="connsiteX64" fmla="*/ 1080260 w 1502009"/>
                <a:gd name="connsiteY64" fmla="*/ 76348 h 1226411"/>
                <a:gd name="connsiteX65" fmla="*/ 983846 w 1502009"/>
                <a:gd name="connsiteY65" fmla="*/ 37718 h 1226411"/>
                <a:gd name="connsiteX66" fmla="*/ 977370 w 1502009"/>
                <a:gd name="connsiteY66" fmla="*/ 57836 h 1226411"/>
                <a:gd name="connsiteX67" fmla="*/ 928727 w 1502009"/>
                <a:gd name="connsiteY67" fmla="*/ 44056 h 1226411"/>
                <a:gd name="connsiteX68" fmla="*/ 933779 w 1502009"/>
                <a:gd name="connsiteY68" fmla="*/ 23525 h 1226411"/>
                <a:gd name="connsiteX69" fmla="*/ 983616 w 1502009"/>
                <a:gd name="connsiteY69" fmla="*/ 37534 h 1226411"/>
                <a:gd name="connsiteX70" fmla="*/ 882794 w 1502009"/>
                <a:gd name="connsiteY70" fmla="*/ 12822 h 1226411"/>
                <a:gd name="connsiteX71" fmla="*/ 879165 w 1502009"/>
                <a:gd name="connsiteY71" fmla="*/ 33676 h 1226411"/>
                <a:gd name="connsiteX72" fmla="*/ 829052 w 1502009"/>
                <a:gd name="connsiteY72" fmla="*/ 26740 h 1226411"/>
                <a:gd name="connsiteX73" fmla="*/ 831211 w 1502009"/>
                <a:gd name="connsiteY73" fmla="*/ 5703 h 1226411"/>
                <a:gd name="connsiteX74" fmla="*/ 882564 w 1502009"/>
                <a:gd name="connsiteY74" fmla="*/ 12822 h 1226411"/>
                <a:gd name="connsiteX75" fmla="*/ 779261 w 1502009"/>
                <a:gd name="connsiteY75" fmla="*/ 2120 h 1226411"/>
                <a:gd name="connsiteX76" fmla="*/ 778525 w 1502009"/>
                <a:gd name="connsiteY76" fmla="*/ 23295 h 1226411"/>
                <a:gd name="connsiteX77" fmla="*/ 753446 w 1502009"/>
                <a:gd name="connsiteY77" fmla="*/ 22835 h 1226411"/>
                <a:gd name="connsiteX78" fmla="*/ 727907 w 1502009"/>
                <a:gd name="connsiteY78" fmla="*/ 23295 h 1226411"/>
                <a:gd name="connsiteX79" fmla="*/ 727173 w 1502009"/>
                <a:gd name="connsiteY79" fmla="*/ 2120 h 1226411"/>
                <a:gd name="connsiteX80" fmla="*/ 753446 w 1502009"/>
                <a:gd name="connsiteY80" fmla="*/ 1660 h 1226411"/>
                <a:gd name="connsiteX81" fmla="*/ 779031 w 1502009"/>
                <a:gd name="connsiteY81" fmla="*/ 2120 h 1226411"/>
                <a:gd name="connsiteX82" fmla="*/ 677427 w 1502009"/>
                <a:gd name="connsiteY82" fmla="*/ 26786 h 1226411"/>
                <a:gd name="connsiteX83" fmla="*/ 627268 w 1502009"/>
                <a:gd name="connsiteY83" fmla="*/ 33768 h 1226411"/>
                <a:gd name="connsiteX84" fmla="*/ 623639 w 1502009"/>
                <a:gd name="connsiteY84" fmla="*/ 12914 h 1226411"/>
                <a:gd name="connsiteX85" fmla="*/ 675222 w 1502009"/>
                <a:gd name="connsiteY85" fmla="*/ 5703 h 1226411"/>
                <a:gd name="connsiteX86" fmla="*/ 577752 w 1502009"/>
                <a:gd name="connsiteY86" fmla="*/ 44194 h 1226411"/>
                <a:gd name="connsiteX87" fmla="*/ 529064 w 1502009"/>
                <a:gd name="connsiteY87" fmla="*/ 57974 h 1226411"/>
                <a:gd name="connsiteX88" fmla="*/ 522541 w 1502009"/>
                <a:gd name="connsiteY88" fmla="*/ 37810 h 1226411"/>
                <a:gd name="connsiteX89" fmla="*/ 572654 w 1502009"/>
                <a:gd name="connsiteY89" fmla="*/ 23571 h 1226411"/>
                <a:gd name="connsiteX90" fmla="*/ 481293 w 1502009"/>
                <a:gd name="connsiteY90" fmla="*/ 75199 h 1226411"/>
                <a:gd name="connsiteX91" fmla="*/ 434992 w 1502009"/>
                <a:gd name="connsiteY91" fmla="*/ 95639 h 1226411"/>
                <a:gd name="connsiteX92" fmla="*/ 425806 w 1502009"/>
                <a:gd name="connsiteY92" fmla="*/ 76577 h 1226411"/>
                <a:gd name="connsiteX93" fmla="*/ 473439 w 1502009"/>
                <a:gd name="connsiteY93" fmla="*/ 55540 h 1226411"/>
                <a:gd name="connsiteX94" fmla="*/ 390208 w 1502009"/>
                <a:gd name="connsiteY94" fmla="*/ 119295 h 1226411"/>
                <a:gd name="connsiteX95" fmla="*/ 347168 w 1502009"/>
                <a:gd name="connsiteY95" fmla="*/ 145982 h 1226411"/>
                <a:gd name="connsiteX96" fmla="*/ 335410 w 1502009"/>
                <a:gd name="connsiteY96" fmla="*/ 128390 h 1226411"/>
                <a:gd name="connsiteX97" fmla="*/ 379643 w 1502009"/>
                <a:gd name="connsiteY97" fmla="*/ 100830 h 1226411"/>
                <a:gd name="connsiteX98" fmla="*/ 306105 w 1502009"/>
                <a:gd name="connsiteY98" fmla="*/ 175655 h 1226411"/>
                <a:gd name="connsiteX99" fmla="*/ 267199 w 1502009"/>
                <a:gd name="connsiteY99" fmla="*/ 208083 h 1226411"/>
                <a:gd name="connsiteX100" fmla="*/ 253098 w 1502009"/>
                <a:gd name="connsiteY100" fmla="*/ 192282 h 1226411"/>
                <a:gd name="connsiteX101" fmla="*/ 293152 w 1502009"/>
                <a:gd name="connsiteY101" fmla="*/ 158935 h 1226411"/>
                <a:gd name="connsiteX102" fmla="*/ 230636 w 1502009"/>
                <a:gd name="connsiteY102" fmla="*/ 243084 h 1226411"/>
                <a:gd name="connsiteX103" fmla="*/ 196508 w 1502009"/>
                <a:gd name="connsiteY103" fmla="*/ 280428 h 1226411"/>
                <a:gd name="connsiteX104" fmla="*/ 180386 w 1502009"/>
                <a:gd name="connsiteY104" fmla="*/ 266648 h 1226411"/>
                <a:gd name="connsiteX105" fmla="*/ 215479 w 1502009"/>
                <a:gd name="connsiteY105" fmla="*/ 228202 h 1226411"/>
                <a:gd name="connsiteX106" fmla="*/ 186036 w 1502009"/>
                <a:gd name="connsiteY106" fmla="*/ 1213419 h 1226411"/>
                <a:gd name="connsiteX107" fmla="*/ 169592 w 1502009"/>
                <a:gd name="connsiteY107" fmla="*/ 1226786 h 1226411"/>
                <a:gd name="connsiteX108" fmla="*/ 138128 w 1502009"/>
                <a:gd name="connsiteY108" fmla="*/ 1185446 h 1226411"/>
                <a:gd name="connsiteX109" fmla="*/ 155444 w 1502009"/>
                <a:gd name="connsiteY109" fmla="*/ 1173274 h 1226411"/>
                <a:gd name="connsiteX110" fmla="*/ 186036 w 1502009"/>
                <a:gd name="connsiteY110" fmla="*/ 1213419 h 1226411"/>
                <a:gd name="connsiteX111" fmla="*/ 164952 w 1502009"/>
                <a:gd name="connsiteY111" fmla="*/ 319838 h 1226411"/>
                <a:gd name="connsiteX112" fmla="*/ 136290 w 1502009"/>
                <a:gd name="connsiteY112" fmla="*/ 361545 h 1226411"/>
                <a:gd name="connsiteX113" fmla="*/ 118330 w 1502009"/>
                <a:gd name="connsiteY113" fmla="*/ 350338 h 1226411"/>
                <a:gd name="connsiteX114" fmla="*/ 147774 w 1502009"/>
                <a:gd name="connsiteY114" fmla="*/ 307436 h 1226411"/>
                <a:gd name="connsiteX115" fmla="*/ 127793 w 1502009"/>
                <a:gd name="connsiteY115" fmla="*/ 1130740 h 1226411"/>
                <a:gd name="connsiteX116" fmla="*/ 109420 w 1502009"/>
                <a:gd name="connsiteY116" fmla="*/ 1141672 h 1226411"/>
                <a:gd name="connsiteX117" fmla="*/ 84065 w 1502009"/>
                <a:gd name="connsiteY117" fmla="*/ 1096152 h 1226411"/>
                <a:gd name="connsiteX118" fmla="*/ 102943 w 1502009"/>
                <a:gd name="connsiteY118" fmla="*/ 1086506 h 1226411"/>
                <a:gd name="connsiteX119" fmla="*/ 127793 w 1502009"/>
                <a:gd name="connsiteY119" fmla="*/ 1130740 h 1226411"/>
                <a:gd name="connsiteX120" fmla="*/ 110613 w 1502009"/>
                <a:gd name="connsiteY120" fmla="*/ 404998 h 1226411"/>
                <a:gd name="connsiteX121" fmla="*/ 88015 w 1502009"/>
                <a:gd name="connsiteY121" fmla="*/ 450288 h 1226411"/>
                <a:gd name="connsiteX122" fmla="*/ 68768 w 1502009"/>
                <a:gd name="connsiteY122" fmla="*/ 441469 h 1226411"/>
                <a:gd name="connsiteX123" fmla="*/ 92011 w 1502009"/>
                <a:gd name="connsiteY123" fmla="*/ 394893 h 1226411"/>
                <a:gd name="connsiteX124" fmla="*/ 81676 w 1502009"/>
                <a:gd name="connsiteY124" fmla="*/ 1040481 h 1226411"/>
                <a:gd name="connsiteX125" fmla="*/ 62200 w 1502009"/>
                <a:gd name="connsiteY125" fmla="*/ 1048749 h 1226411"/>
                <a:gd name="connsiteX126" fmla="*/ 43459 w 1502009"/>
                <a:gd name="connsiteY126" fmla="*/ 1000152 h 1226411"/>
                <a:gd name="connsiteX127" fmla="*/ 63487 w 1502009"/>
                <a:gd name="connsiteY127" fmla="*/ 993217 h 1226411"/>
                <a:gd name="connsiteX128" fmla="*/ 81584 w 1502009"/>
                <a:gd name="connsiteY128" fmla="*/ 1040757 h 1226411"/>
                <a:gd name="connsiteX129" fmla="*/ 68631 w 1502009"/>
                <a:gd name="connsiteY129" fmla="*/ 497002 h 1226411"/>
                <a:gd name="connsiteX130" fmla="*/ 52600 w 1502009"/>
                <a:gd name="connsiteY130" fmla="*/ 544956 h 1226411"/>
                <a:gd name="connsiteX131" fmla="*/ 32298 w 1502009"/>
                <a:gd name="connsiteY131" fmla="*/ 538985 h 1226411"/>
                <a:gd name="connsiteX132" fmla="*/ 48834 w 1502009"/>
                <a:gd name="connsiteY132" fmla="*/ 489607 h 1226411"/>
                <a:gd name="connsiteX133" fmla="*/ 48558 w 1502009"/>
                <a:gd name="connsiteY133" fmla="*/ 944849 h 1226411"/>
                <a:gd name="connsiteX134" fmla="*/ 28118 w 1502009"/>
                <a:gd name="connsiteY134" fmla="*/ 950361 h 1226411"/>
                <a:gd name="connsiteX135" fmla="*/ 16267 w 1502009"/>
                <a:gd name="connsiteY135" fmla="*/ 899834 h 1226411"/>
                <a:gd name="connsiteX136" fmla="*/ 37029 w 1502009"/>
                <a:gd name="connsiteY136" fmla="*/ 895746 h 1226411"/>
                <a:gd name="connsiteX137" fmla="*/ 48558 w 1502009"/>
                <a:gd name="connsiteY137" fmla="*/ 945124 h 1226411"/>
                <a:gd name="connsiteX138" fmla="*/ 39923 w 1502009"/>
                <a:gd name="connsiteY138" fmla="*/ 593967 h 1226411"/>
                <a:gd name="connsiteX139" fmla="*/ 30736 w 1502009"/>
                <a:gd name="connsiteY139" fmla="*/ 643712 h 1226411"/>
                <a:gd name="connsiteX140" fmla="*/ 9837 w 1502009"/>
                <a:gd name="connsiteY140" fmla="*/ 640588 h 1226411"/>
                <a:gd name="connsiteX141" fmla="*/ 19299 w 1502009"/>
                <a:gd name="connsiteY141" fmla="*/ 589373 h 1226411"/>
                <a:gd name="connsiteX142" fmla="*/ 28853 w 1502009"/>
                <a:gd name="connsiteY142" fmla="*/ 845588 h 1226411"/>
                <a:gd name="connsiteX143" fmla="*/ 7861 w 1502009"/>
                <a:gd name="connsiteY143" fmla="*/ 848298 h 1226411"/>
                <a:gd name="connsiteX144" fmla="*/ 2993 w 1502009"/>
                <a:gd name="connsiteY144" fmla="*/ 796439 h 1226411"/>
                <a:gd name="connsiteX145" fmla="*/ 24122 w 1502009"/>
                <a:gd name="connsiteY145" fmla="*/ 795153 h 1226411"/>
                <a:gd name="connsiteX146" fmla="*/ 28853 w 1502009"/>
                <a:gd name="connsiteY146" fmla="*/ 845955 h 1226411"/>
                <a:gd name="connsiteX147" fmla="*/ 24995 w 1502009"/>
                <a:gd name="connsiteY147" fmla="*/ 694009 h 1226411"/>
                <a:gd name="connsiteX148" fmla="*/ 22835 w 1502009"/>
                <a:gd name="connsiteY148" fmla="*/ 744535 h 1226411"/>
                <a:gd name="connsiteX149" fmla="*/ 1660 w 1502009"/>
                <a:gd name="connsiteY149" fmla="*/ 744535 h 1226411"/>
                <a:gd name="connsiteX150" fmla="*/ 3911 w 1502009"/>
                <a:gd name="connsiteY150" fmla="*/ 692493 h 12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502009" h="1226411">
                  <a:moveTo>
                    <a:pt x="1504772" y="744351"/>
                  </a:moveTo>
                  <a:lnTo>
                    <a:pt x="1483597" y="744351"/>
                  </a:lnTo>
                  <a:cubicBezTo>
                    <a:pt x="1483597" y="727586"/>
                    <a:pt x="1482679" y="710545"/>
                    <a:pt x="1481301" y="693825"/>
                  </a:cubicBezTo>
                  <a:lnTo>
                    <a:pt x="1502430" y="692125"/>
                  </a:lnTo>
                  <a:cubicBezTo>
                    <a:pt x="1503808" y="709580"/>
                    <a:pt x="1504589" y="727080"/>
                    <a:pt x="1504772" y="744351"/>
                  </a:cubicBezTo>
                  <a:close/>
                  <a:moveTo>
                    <a:pt x="1503532" y="796393"/>
                  </a:moveTo>
                  <a:cubicBezTo>
                    <a:pt x="1502522" y="813664"/>
                    <a:pt x="1500914" y="831073"/>
                    <a:pt x="1498939" y="848252"/>
                  </a:cubicBezTo>
                  <a:lnTo>
                    <a:pt x="1477948" y="845588"/>
                  </a:lnTo>
                  <a:cubicBezTo>
                    <a:pt x="1480060" y="828914"/>
                    <a:pt x="1481668" y="811919"/>
                    <a:pt x="1482541" y="795061"/>
                  </a:cubicBezTo>
                  <a:close/>
                  <a:moveTo>
                    <a:pt x="1496321" y="640588"/>
                  </a:moveTo>
                  <a:lnTo>
                    <a:pt x="1475375" y="643712"/>
                  </a:lnTo>
                  <a:cubicBezTo>
                    <a:pt x="1472895" y="627084"/>
                    <a:pt x="1469771" y="610319"/>
                    <a:pt x="1466188" y="593967"/>
                  </a:cubicBezTo>
                  <a:lnTo>
                    <a:pt x="1486858" y="589373"/>
                  </a:lnTo>
                  <a:cubicBezTo>
                    <a:pt x="1490671" y="606185"/>
                    <a:pt x="1493886" y="623456"/>
                    <a:pt x="1496321" y="640588"/>
                  </a:cubicBezTo>
                  <a:close/>
                  <a:moveTo>
                    <a:pt x="1490258" y="899650"/>
                  </a:moveTo>
                  <a:cubicBezTo>
                    <a:pt x="1486904" y="916646"/>
                    <a:pt x="1482908" y="933687"/>
                    <a:pt x="1478407" y="950177"/>
                  </a:cubicBezTo>
                  <a:lnTo>
                    <a:pt x="1457967" y="944619"/>
                  </a:lnTo>
                  <a:cubicBezTo>
                    <a:pt x="1462560" y="928451"/>
                    <a:pt x="1466188" y="911869"/>
                    <a:pt x="1469496" y="895379"/>
                  </a:cubicBezTo>
                  <a:close/>
                  <a:moveTo>
                    <a:pt x="1473722" y="538939"/>
                  </a:moveTo>
                  <a:lnTo>
                    <a:pt x="1453465" y="544956"/>
                  </a:lnTo>
                  <a:cubicBezTo>
                    <a:pt x="1448872" y="528788"/>
                    <a:pt x="1443222" y="512803"/>
                    <a:pt x="1437343" y="496956"/>
                  </a:cubicBezTo>
                  <a:lnTo>
                    <a:pt x="1457186" y="489515"/>
                  </a:lnTo>
                  <a:cubicBezTo>
                    <a:pt x="1463387" y="505683"/>
                    <a:pt x="1468761" y="522311"/>
                    <a:pt x="1473859" y="538939"/>
                  </a:cubicBezTo>
                  <a:close/>
                  <a:moveTo>
                    <a:pt x="1463065" y="1000107"/>
                  </a:moveTo>
                  <a:cubicBezTo>
                    <a:pt x="1457416" y="1016458"/>
                    <a:pt x="1451077" y="1032765"/>
                    <a:pt x="1444325" y="1048703"/>
                  </a:cubicBezTo>
                  <a:lnTo>
                    <a:pt x="1424849" y="1040389"/>
                  </a:lnTo>
                  <a:cubicBezTo>
                    <a:pt x="1431417" y="1024910"/>
                    <a:pt x="1437572" y="1009063"/>
                    <a:pt x="1443222" y="993171"/>
                  </a:cubicBezTo>
                  <a:close/>
                  <a:moveTo>
                    <a:pt x="1437251" y="441377"/>
                  </a:moveTo>
                  <a:lnTo>
                    <a:pt x="1417959" y="450196"/>
                  </a:lnTo>
                  <a:cubicBezTo>
                    <a:pt x="1410977" y="434901"/>
                    <a:pt x="1403398" y="419651"/>
                    <a:pt x="1395360" y="404906"/>
                  </a:cubicBezTo>
                  <a:lnTo>
                    <a:pt x="1413733" y="394755"/>
                  </a:lnTo>
                  <a:cubicBezTo>
                    <a:pt x="1422369" y="409959"/>
                    <a:pt x="1430177" y="425668"/>
                    <a:pt x="1437389" y="441377"/>
                  </a:cubicBezTo>
                  <a:close/>
                  <a:moveTo>
                    <a:pt x="1422231" y="1095831"/>
                  </a:moveTo>
                  <a:cubicBezTo>
                    <a:pt x="1414376" y="1111218"/>
                    <a:pt x="1405833" y="1126514"/>
                    <a:pt x="1396922" y="1141351"/>
                  </a:cubicBezTo>
                  <a:lnTo>
                    <a:pt x="1378548" y="1130418"/>
                  </a:lnTo>
                  <a:cubicBezTo>
                    <a:pt x="1387230" y="1115995"/>
                    <a:pt x="1395498" y="1101113"/>
                    <a:pt x="1403169" y="1086185"/>
                  </a:cubicBezTo>
                  <a:close/>
                  <a:moveTo>
                    <a:pt x="1387643" y="349879"/>
                  </a:moveTo>
                  <a:lnTo>
                    <a:pt x="1369775" y="361270"/>
                  </a:lnTo>
                  <a:cubicBezTo>
                    <a:pt x="1360589" y="347077"/>
                    <a:pt x="1351081" y="333067"/>
                    <a:pt x="1341067" y="319563"/>
                  </a:cubicBezTo>
                  <a:lnTo>
                    <a:pt x="1358109" y="306931"/>
                  </a:lnTo>
                  <a:cubicBezTo>
                    <a:pt x="1368397" y="320849"/>
                    <a:pt x="1378319" y="335318"/>
                    <a:pt x="1387643" y="349879"/>
                  </a:cubicBezTo>
                  <a:close/>
                  <a:moveTo>
                    <a:pt x="1368627" y="1184941"/>
                  </a:moveTo>
                  <a:cubicBezTo>
                    <a:pt x="1358660" y="1199088"/>
                    <a:pt x="1348095" y="1213052"/>
                    <a:pt x="1337255" y="1226281"/>
                  </a:cubicBezTo>
                  <a:lnTo>
                    <a:pt x="1320811" y="1212914"/>
                  </a:lnTo>
                  <a:cubicBezTo>
                    <a:pt x="1331375" y="1199915"/>
                    <a:pt x="1341618" y="1186365"/>
                    <a:pt x="1351311" y="1172585"/>
                  </a:cubicBezTo>
                  <a:close/>
                  <a:moveTo>
                    <a:pt x="1325634" y="266280"/>
                  </a:moveTo>
                  <a:lnTo>
                    <a:pt x="1309557" y="280060"/>
                  </a:lnTo>
                  <a:cubicBezTo>
                    <a:pt x="1298625" y="267291"/>
                    <a:pt x="1287142" y="254705"/>
                    <a:pt x="1275383" y="242671"/>
                  </a:cubicBezTo>
                  <a:lnTo>
                    <a:pt x="1290495" y="227880"/>
                  </a:lnTo>
                  <a:cubicBezTo>
                    <a:pt x="1302621" y="240053"/>
                    <a:pt x="1314426" y="253006"/>
                    <a:pt x="1325634" y="266143"/>
                  </a:cubicBezTo>
                  <a:close/>
                  <a:moveTo>
                    <a:pt x="1252876" y="191731"/>
                  </a:moveTo>
                  <a:lnTo>
                    <a:pt x="1238775" y="207532"/>
                  </a:lnTo>
                  <a:cubicBezTo>
                    <a:pt x="1226234" y="196370"/>
                    <a:pt x="1213144" y="185484"/>
                    <a:pt x="1199869" y="175379"/>
                  </a:cubicBezTo>
                  <a:lnTo>
                    <a:pt x="1212822" y="158613"/>
                  </a:lnTo>
                  <a:cubicBezTo>
                    <a:pt x="1226464" y="169040"/>
                    <a:pt x="1239923" y="180248"/>
                    <a:pt x="1252876" y="191731"/>
                  </a:cubicBezTo>
                  <a:close/>
                  <a:moveTo>
                    <a:pt x="1170610" y="128022"/>
                  </a:moveTo>
                  <a:lnTo>
                    <a:pt x="1158851" y="145615"/>
                  </a:lnTo>
                  <a:cubicBezTo>
                    <a:pt x="1145071" y="136428"/>
                    <a:pt x="1130372" y="127241"/>
                    <a:pt x="1115858" y="118973"/>
                  </a:cubicBezTo>
                  <a:lnTo>
                    <a:pt x="1126376" y="100600"/>
                  </a:lnTo>
                  <a:cubicBezTo>
                    <a:pt x="1141304" y="109189"/>
                    <a:pt x="1156417" y="118422"/>
                    <a:pt x="1170564" y="128022"/>
                  </a:cubicBezTo>
                  <a:close/>
                  <a:moveTo>
                    <a:pt x="1080306" y="76348"/>
                  </a:moveTo>
                  <a:lnTo>
                    <a:pt x="1071119" y="95410"/>
                  </a:lnTo>
                  <a:cubicBezTo>
                    <a:pt x="1055961" y="88060"/>
                    <a:pt x="1040390" y="81216"/>
                    <a:pt x="1024818" y="74970"/>
                  </a:cubicBezTo>
                  <a:lnTo>
                    <a:pt x="1032673" y="55310"/>
                  </a:lnTo>
                  <a:cubicBezTo>
                    <a:pt x="1048658" y="61741"/>
                    <a:pt x="1064550" y="68814"/>
                    <a:pt x="1080260" y="76348"/>
                  </a:cubicBezTo>
                  <a:close/>
                  <a:moveTo>
                    <a:pt x="983846" y="37718"/>
                  </a:moveTo>
                  <a:lnTo>
                    <a:pt x="977370" y="57836"/>
                  </a:lnTo>
                  <a:cubicBezTo>
                    <a:pt x="961385" y="52738"/>
                    <a:pt x="945217" y="48099"/>
                    <a:pt x="928727" y="44056"/>
                  </a:cubicBezTo>
                  <a:lnTo>
                    <a:pt x="933779" y="23525"/>
                  </a:lnTo>
                  <a:cubicBezTo>
                    <a:pt x="950315" y="27658"/>
                    <a:pt x="967173" y="32390"/>
                    <a:pt x="983616" y="37534"/>
                  </a:cubicBezTo>
                  <a:close/>
                  <a:moveTo>
                    <a:pt x="882794" y="12822"/>
                  </a:moveTo>
                  <a:lnTo>
                    <a:pt x="879165" y="33676"/>
                  </a:lnTo>
                  <a:cubicBezTo>
                    <a:pt x="862583" y="30782"/>
                    <a:pt x="845726" y="28485"/>
                    <a:pt x="829052" y="26740"/>
                  </a:cubicBezTo>
                  <a:lnTo>
                    <a:pt x="831211" y="5703"/>
                  </a:lnTo>
                  <a:cubicBezTo>
                    <a:pt x="848160" y="7448"/>
                    <a:pt x="865523" y="9974"/>
                    <a:pt x="882564" y="12822"/>
                  </a:cubicBezTo>
                  <a:close/>
                  <a:moveTo>
                    <a:pt x="779261" y="2120"/>
                  </a:moveTo>
                  <a:lnTo>
                    <a:pt x="778525" y="23295"/>
                  </a:lnTo>
                  <a:cubicBezTo>
                    <a:pt x="770212" y="22973"/>
                    <a:pt x="761760" y="22835"/>
                    <a:pt x="753446" y="22835"/>
                  </a:cubicBezTo>
                  <a:cubicBezTo>
                    <a:pt x="745132" y="22835"/>
                    <a:pt x="736359" y="22835"/>
                    <a:pt x="727907" y="23295"/>
                  </a:cubicBezTo>
                  <a:lnTo>
                    <a:pt x="727173" y="2120"/>
                  </a:lnTo>
                  <a:cubicBezTo>
                    <a:pt x="735854" y="1844"/>
                    <a:pt x="744719" y="1660"/>
                    <a:pt x="753446" y="1660"/>
                  </a:cubicBezTo>
                  <a:cubicBezTo>
                    <a:pt x="762174" y="1660"/>
                    <a:pt x="770579" y="1798"/>
                    <a:pt x="779031" y="2120"/>
                  </a:cubicBezTo>
                  <a:close/>
                  <a:moveTo>
                    <a:pt x="677427" y="26786"/>
                  </a:moveTo>
                  <a:cubicBezTo>
                    <a:pt x="660661" y="28531"/>
                    <a:pt x="643804" y="30874"/>
                    <a:pt x="627268" y="33768"/>
                  </a:cubicBezTo>
                  <a:lnTo>
                    <a:pt x="623639" y="12914"/>
                  </a:lnTo>
                  <a:cubicBezTo>
                    <a:pt x="640634" y="9928"/>
                    <a:pt x="657997" y="7540"/>
                    <a:pt x="675222" y="5703"/>
                  </a:cubicBezTo>
                  <a:close/>
                  <a:moveTo>
                    <a:pt x="577752" y="44194"/>
                  </a:moveTo>
                  <a:cubicBezTo>
                    <a:pt x="561446" y="48191"/>
                    <a:pt x="545048" y="52830"/>
                    <a:pt x="529064" y="57974"/>
                  </a:cubicBezTo>
                  <a:lnTo>
                    <a:pt x="522541" y="37810"/>
                  </a:lnTo>
                  <a:cubicBezTo>
                    <a:pt x="539031" y="32482"/>
                    <a:pt x="555888" y="27704"/>
                    <a:pt x="572654" y="23571"/>
                  </a:cubicBezTo>
                  <a:close/>
                  <a:moveTo>
                    <a:pt x="481293" y="75199"/>
                  </a:moveTo>
                  <a:cubicBezTo>
                    <a:pt x="465676" y="81446"/>
                    <a:pt x="450104" y="88336"/>
                    <a:pt x="434992" y="95639"/>
                  </a:cubicBezTo>
                  <a:lnTo>
                    <a:pt x="425806" y="76577"/>
                  </a:lnTo>
                  <a:cubicBezTo>
                    <a:pt x="441377" y="69044"/>
                    <a:pt x="457408" y="61970"/>
                    <a:pt x="473439" y="55540"/>
                  </a:cubicBezTo>
                  <a:close/>
                  <a:moveTo>
                    <a:pt x="390208" y="119295"/>
                  </a:moveTo>
                  <a:cubicBezTo>
                    <a:pt x="375647" y="127609"/>
                    <a:pt x="361178" y="136612"/>
                    <a:pt x="347168" y="145982"/>
                  </a:cubicBezTo>
                  <a:lnTo>
                    <a:pt x="335410" y="128390"/>
                  </a:lnTo>
                  <a:cubicBezTo>
                    <a:pt x="349787" y="118744"/>
                    <a:pt x="364669" y="109511"/>
                    <a:pt x="379643" y="100830"/>
                  </a:cubicBezTo>
                  <a:close/>
                  <a:moveTo>
                    <a:pt x="306105" y="175655"/>
                  </a:moveTo>
                  <a:cubicBezTo>
                    <a:pt x="292830" y="185944"/>
                    <a:pt x="279739" y="196876"/>
                    <a:pt x="267199" y="208083"/>
                  </a:cubicBezTo>
                  <a:lnTo>
                    <a:pt x="253098" y="192282"/>
                  </a:lnTo>
                  <a:cubicBezTo>
                    <a:pt x="266005" y="180753"/>
                    <a:pt x="279463" y="169316"/>
                    <a:pt x="293152" y="158935"/>
                  </a:cubicBezTo>
                  <a:close/>
                  <a:moveTo>
                    <a:pt x="230636" y="243084"/>
                  </a:moveTo>
                  <a:cubicBezTo>
                    <a:pt x="218878" y="255073"/>
                    <a:pt x="207395" y="267658"/>
                    <a:pt x="196508" y="280428"/>
                  </a:cubicBezTo>
                  <a:lnTo>
                    <a:pt x="180386" y="266648"/>
                  </a:lnTo>
                  <a:cubicBezTo>
                    <a:pt x="191593" y="253511"/>
                    <a:pt x="203352" y="240558"/>
                    <a:pt x="215479" y="228202"/>
                  </a:cubicBezTo>
                  <a:close/>
                  <a:moveTo>
                    <a:pt x="186036" y="1213419"/>
                  </a:moveTo>
                  <a:lnTo>
                    <a:pt x="169592" y="1226786"/>
                  </a:lnTo>
                  <a:cubicBezTo>
                    <a:pt x="158660" y="1213327"/>
                    <a:pt x="148095" y="1199226"/>
                    <a:pt x="138128" y="1185446"/>
                  </a:cubicBezTo>
                  <a:lnTo>
                    <a:pt x="155444" y="1173274"/>
                  </a:lnTo>
                  <a:cubicBezTo>
                    <a:pt x="165136" y="1186962"/>
                    <a:pt x="175425" y="1200558"/>
                    <a:pt x="186036" y="1213419"/>
                  </a:cubicBezTo>
                  <a:close/>
                  <a:moveTo>
                    <a:pt x="164952" y="319838"/>
                  </a:moveTo>
                  <a:cubicBezTo>
                    <a:pt x="154939" y="333618"/>
                    <a:pt x="145339" y="347398"/>
                    <a:pt x="136290" y="361545"/>
                  </a:cubicBezTo>
                  <a:lnTo>
                    <a:pt x="118330" y="350338"/>
                  </a:lnTo>
                  <a:cubicBezTo>
                    <a:pt x="127517" y="335777"/>
                    <a:pt x="137531" y="321354"/>
                    <a:pt x="147774" y="307436"/>
                  </a:cubicBezTo>
                  <a:close/>
                  <a:moveTo>
                    <a:pt x="127793" y="1130740"/>
                  </a:moveTo>
                  <a:lnTo>
                    <a:pt x="109420" y="1141672"/>
                  </a:lnTo>
                  <a:cubicBezTo>
                    <a:pt x="100462" y="1126836"/>
                    <a:pt x="91965" y="1111540"/>
                    <a:pt x="84065" y="1096152"/>
                  </a:cubicBezTo>
                  <a:lnTo>
                    <a:pt x="102943" y="1086506"/>
                  </a:lnTo>
                  <a:cubicBezTo>
                    <a:pt x="110797" y="1101526"/>
                    <a:pt x="119111" y="1116409"/>
                    <a:pt x="127793" y="1130740"/>
                  </a:cubicBezTo>
                  <a:close/>
                  <a:moveTo>
                    <a:pt x="110613" y="404998"/>
                  </a:moveTo>
                  <a:cubicBezTo>
                    <a:pt x="102575" y="419788"/>
                    <a:pt x="94997" y="434993"/>
                    <a:pt x="88015" y="450288"/>
                  </a:cubicBezTo>
                  <a:lnTo>
                    <a:pt x="68768" y="441469"/>
                  </a:lnTo>
                  <a:cubicBezTo>
                    <a:pt x="75934" y="425760"/>
                    <a:pt x="83743" y="410097"/>
                    <a:pt x="92011" y="394893"/>
                  </a:cubicBezTo>
                  <a:close/>
                  <a:moveTo>
                    <a:pt x="81676" y="1040481"/>
                  </a:moveTo>
                  <a:lnTo>
                    <a:pt x="62200" y="1048749"/>
                  </a:lnTo>
                  <a:cubicBezTo>
                    <a:pt x="55448" y="1032856"/>
                    <a:pt x="49155" y="1016596"/>
                    <a:pt x="43459" y="1000152"/>
                  </a:cubicBezTo>
                  <a:lnTo>
                    <a:pt x="63487" y="993217"/>
                  </a:lnTo>
                  <a:cubicBezTo>
                    <a:pt x="68998" y="1009385"/>
                    <a:pt x="75107" y="1025094"/>
                    <a:pt x="81584" y="1040757"/>
                  </a:cubicBezTo>
                  <a:close/>
                  <a:moveTo>
                    <a:pt x="68631" y="497002"/>
                  </a:moveTo>
                  <a:cubicBezTo>
                    <a:pt x="62752" y="512757"/>
                    <a:pt x="57377" y="528879"/>
                    <a:pt x="52600" y="544956"/>
                  </a:cubicBezTo>
                  <a:lnTo>
                    <a:pt x="32298" y="538985"/>
                  </a:lnTo>
                  <a:cubicBezTo>
                    <a:pt x="37212" y="522403"/>
                    <a:pt x="42771" y="505775"/>
                    <a:pt x="48834" y="489607"/>
                  </a:cubicBezTo>
                  <a:close/>
                  <a:moveTo>
                    <a:pt x="48558" y="944849"/>
                  </a:moveTo>
                  <a:lnTo>
                    <a:pt x="28118" y="950361"/>
                  </a:lnTo>
                  <a:cubicBezTo>
                    <a:pt x="23525" y="933687"/>
                    <a:pt x="19620" y="916646"/>
                    <a:pt x="16267" y="899834"/>
                  </a:cubicBezTo>
                  <a:lnTo>
                    <a:pt x="37029" y="895746"/>
                  </a:lnTo>
                  <a:cubicBezTo>
                    <a:pt x="40244" y="912328"/>
                    <a:pt x="44194" y="928910"/>
                    <a:pt x="48558" y="945124"/>
                  </a:cubicBezTo>
                  <a:close/>
                  <a:moveTo>
                    <a:pt x="39923" y="593967"/>
                  </a:moveTo>
                  <a:cubicBezTo>
                    <a:pt x="36294" y="610365"/>
                    <a:pt x="33170" y="627084"/>
                    <a:pt x="30736" y="643712"/>
                  </a:cubicBezTo>
                  <a:lnTo>
                    <a:pt x="9837" y="640588"/>
                  </a:lnTo>
                  <a:cubicBezTo>
                    <a:pt x="12363" y="623502"/>
                    <a:pt x="15578" y="606277"/>
                    <a:pt x="19299" y="589373"/>
                  </a:cubicBezTo>
                  <a:close/>
                  <a:moveTo>
                    <a:pt x="28853" y="845588"/>
                  </a:moveTo>
                  <a:lnTo>
                    <a:pt x="7861" y="848298"/>
                  </a:lnTo>
                  <a:cubicBezTo>
                    <a:pt x="5657" y="831165"/>
                    <a:pt x="4049" y="813710"/>
                    <a:pt x="2993" y="796439"/>
                  </a:cubicBezTo>
                  <a:lnTo>
                    <a:pt x="24122" y="795153"/>
                  </a:lnTo>
                  <a:cubicBezTo>
                    <a:pt x="25132" y="812240"/>
                    <a:pt x="26740" y="829189"/>
                    <a:pt x="28853" y="845955"/>
                  </a:cubicBezTo>
                  <a:close/>
                  <a:moveTo>
                    <a:pt x="24995" y="694009"/>
                  </a:moveTo>
                  <a:cubicBezTo>
                    <a:pt x="23708" y="710774"/>
                    <a:pt x="22973" y="727770"/>
                    <a:pt x="22835" y="744535"/>
                  </a:cubicBezTo>
                  <a:lnTo>
                    <a:pt x="1660" y="744535"/>
                  </a:lnTo>
                  <a:cubicBezTo>
                    <a:pt x="1660" y="727264"/>
                    <a:pt x="2533" y="709718"/>
                    <a:pt x="3911" y="692493"/>
                  </a:cubicBezTo>
                  <a:close/>
                </a:path>
              </a:pathLst>
            </a:custGeom>
            <a:grpFill/>
            <a:ln w="4591"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CF7784F3-7A20-43FE-9C1E-FA00414DDAAA}"/>
                </a:ext>
              </a:extLst>
            </p:cNvPr>
            <p:cNvSpPr/>
            <p:nvPr/>
          </p:nvSpPr>
          <p:spPr>
            <a:xfrm>
              <a:off x="5015967" y="3680004"/>
              <a:ext cx="32153" cy="32153"/>
            </a:xfrm>
            <a:custGeom>
              <a:avLst/>
              <a:gdLst>
                <a:gd name="connsiteX0" fmla="*/ 34548 w 32153"/>
                <a:gd name="connsiteY0" fmla="*/ 16267 h 32153"/>
                <a:gd name="connsiteX1" fmla="*/ 16635 w 32153"/>
                <a:gd name="connsiteY1" fmla="*/ 34640 h 32153"/>
                <a:gd name="connsiteX2" fmla="*/ 1660 w 32153"/>
                <a:gd name="connsiteY2" fmla="*/ 19712 h 32153"/>
                <a:gd name="connsiteX3" fmla="*/ 19069 w 32153"/>
                <a:gd name="connsiteY3" fmla="*/ 1660 h 32153"/>
              </a:gdLst>
              <a:ahLst/>
              <a:cxnLst>
                <a:cxn ang="0">
                  <a:pos x="connsiteX0" y="connsiteY0"/>
                </a:cxn>
                <a:cxn ang="0">
                  <a:pos x="connsiteX1" y="connsiteY1"/>
                </a:cxn>
                <a:cxn ang="0">
                  <a:pos x="connsiteX2" y="connsiteY2"/>
                </a:cxn>
                <a:cxn ang="0">
                  <a:pos x="connsiteX3" y="connsiteY3"/>
                </a:cxn>
              </a:cxnLst>
              <a:rect l="l" t="t" r="r" b="b"/>
              <a:pathLst>
                <a:path w="32153" h="32153">
                  <a:moveTo>
                    <a:pt x="34548" y="16267"/>
                  </a:moveTo>
                  <a:cubicBezTo>
                    <a:pt x="28761" y="22514"/>
                    <a:pt x="22698" y="28714"/>
                    <a:pt x="16635" y="34640"/>
                  </a:cubicBezTo>
                  <a:lnTo>
                    <a:pt x="1660" y="19712"/>
                  </a:lnTo>
                  <a:cubicBezTo>
                    <a:pt x="7585" y="13786"/>
                    <a:pt x="13419" y="7723"/>
                    <a:pt x="19069" y="1660"/>
                  </a:cubicBezTo>
                  <a:close/>
                </a:path>
              </a:pathLst>
            </a:custGeom>
            <a:grpFill/>
            <a:ln w="4591"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73B881A0-BFA9-4F15-A341-65D3609E35BC}"/>
                </a:ext>
              </a:extLst>
            </p:cNvPr>
            <p:cNvSpPr/>
            <p:nvPr/>
          </p:nvSpPr>
          <p:spPr>
            <a:xfrm>
              <a:off x="3968051" y="3698194"/>
              <a:ext cx="32153" cy="32153"/>
            </a:xfrm>
            <a:custGeom>
              <a:avLst/>
              <a:gdLst>
                <a:gd name="connsiteX0" fmla="*/ 34549 w 32153"/>
                <a:gd name="connsiteY0" fmla="*/ 20172 h 32153"/>
                <a:gd name="connsiteX1" fmla="*/ 19069 w 32153"/>
                <a:gd name="connsiteY1" fmla="*/ 34640 h 32153"/>
                <a:gd name="connsiteX2" fmla="*/ 1660 w 32153"/>
                <a:gd name="connsiteY2" fmla="*/ 16589 h 32153"/>
                <a:gd name="connsiteX3" fmla="*/ 16635 w 32153"/>
                <a:gd name="connsiteY3" fmla="*/ 1660 h 32153"/>
                <a:gd name="connsiteX4" fmla="*/ 34549 w 32153"/>
                <a:gd name="connsiteY4" fmla="*/ 20172 h 32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53" h="32153">
                  <a:moveTo>
                    <a:pt x="34549" y="20172"/>
                  </a:moveTo>
                  <a:lnTo>
                    <a:pt x="19069" y="34640"/>
                  </a:lnTo>
                  <a:cubicBezTo>
                    <a:pt x="13419" y="28577"/>
                    <a:pt x="7540" y="22514"/>
                    <a:pt x="1660" y="16589"/>
                  </a:cubicBezTo>
                  <a:lnTo>
                    <a:pt x="16635" y="1660"/>
                  </a:lnTo>
                  <a:cubicBezTo>
                    <a:pt x="22698" y="7723"/>
                    <a:pt x="28715" y="13924"/>
                    <a:pt x="34549" y="20172"/>
                  </a:cubicBezTo>
                  <a:close/>
                </a:path>
              </a:pathLst>
            </a:custGeom>
            <a:grpFill/>
            <a:ln w="4591"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28CB80D9-2F44-40DE-8728-412D29E326F0}"/>
                </a:ext>
              </a:extLst>
            </p:cNvPr>
            <p:cNvSpPr/>
            <p:nvPr/>
          </p:nvSpPr>
          <p:spPr>
            <a:xfrm>
              <a:off x="2699841" y="3755931"/>
              <a:ext cx="1502010" cy="1226411"/>
            </a:xfrm>
            <a:custGeom>
              <a:avLst/>
              <a:gdLst>
                <a:gd name="connsiteX0" fmla="*/ 1504910 w 1502009"/>
                <a:gd name="connsiteY0" fmla="*/ 483865 h 1226411"/>
                <a:gd name="connsiteX1" fmla="*/ 1502476 w 1502009"/>
                <a:gd name="connsiteY1" fmla="*/ 535908 h 1226411"/>
                <a:gd name="connsiteX2" fmla="*/ 1481392 w 1502009"/>
                <a:gd name="connsiteY2" fmla="*/ 534208 h 1226411"/>
                <a:gd name="connsiteX3" fmla="*/ 1483735 w 1502009"/>
                <a:gd name="connsiteY3" fmla="*/ 483682 h 1226411"/>
                <a:gd name="connsiteX4" fmla="*/ 1503762 w 1502009"/>
                <a:gd name="connsiteY4" fmla="*/ 431823 h 1226411"/>
                <a:gd name="connsiteX5" fmla="*/ 1482633 w 1502009"/>
                <a:gd name="connsiteY5" fmla="*/ 433017 h 1226411"/>
                <a:gd name="connsiteX6" fmla="*/ 1478039 w 1502009"/>
                <a:gd name="connsiteY6" fmla="*/ 382491 h 1226411"/>
                <a:gd name="connsiteX7" fmla="*/ 1499031 w 1502009"/>
                <a:gd name="connsiteY7" fmla="*/ 379827 h 1226411"/>
                <a:gd name="connsiteX8" fmla="*/ 1503762 w 1502009"/>
                <a:gd name="connsiteY8" fmla="*/ 431823 h 1226411"/>
                <a:gd name="connsiteX9" fmla="*/ 1496504 w 1502009"/>
                <a:gd name="connsiteY9" fmla="*/ 587628 h 1226411"/>
                <a:gd name="connsiteX10" fmla="*/ 1486951 w 1502009"/>
                <a:gd name="connsiteY10" fmla="*/ 638798 h 1226411"/>
                <a:gd name="connsiteX11" fmla="*/ 1466281 w 1502009"/>
                <a:gd name="connsiteY11" fmla="*/ 634204 h 1226411"/>
                <a:gd name="connsiteX12" fmla="*/ 1475467 w 1502009"/>
                <a:gd name="connsiteY12" fmla="*/ 584412 h 1226411"/>
                <a:gd name="connsiteX13" fmla="*/ 1490671 w 1502009"/>
                <a:gd name="connsiteY13" fmla="*/ 328520 h 1226411"/>
                <a:gd name="connsiteX14" fmla="*/ 1469909 w 1502009"/>
                <a:gd name="connsiteY14" fmla="*/ 332654 h 1226411"/>
                <a:gd name="connsiteX15" fmla="*/ 1458334 w 1502009"/>
                <a:gd name="connsiteY15" fmla="*/ 283368 h 1226411"/>
                <a:gd name="connsiteX16" fmla="*/ 1478774 w 1502009"/>
                <a:gd name="connsiteY16" fmla="*/ 277994 h 1226411"/>
                <a:gd name="connsiteX17" fmla="*/ 1490671 w 1502009"/>
                <a:gd name="connsiteY17" fmla="*/ 328520 h 1226411"/>
                <a:gd name="connsiteX18" fmla="*/ 1473905 w 1502009"/>
                <a:gd name="connsiteY18" fmla="*/ 689232 h 1226411"/>
                <a:gd name="connsiteX19" fmla="*/ 1457461 w 1502009"/>
                <a:gd name="connsiteY19" fmla="*/ 738610 h 1226411"/>
                <a:gd name="connsiteX20" fmla="*/ 1437619 w 1502009"/>
                <a:gd name="connsiteY20" fmla="*/ 731215 h 1226411"/>
                <a:gd name="connsiteX21" fmla="*/ 1453603 w 1502009"/>
                <a:gd name="connsiteY21" fmla="*/ 683214 h 1226411"/>
                <a:gd name="connsiteX22" fmla="*/ 1463387 w 1502009"/>
                <a:gd name="connsiteY22" fmla="*/ 228064 h 1226411"/>
                <a:gd name="connsiteX23" fmla="*/ 1443360 w 1502009"/>
                <a:gd name="connsiteY23" fmla="*/ 235000 h 1226411"/>
                <a:gd name="connsiteX24" fmla="*/ 1424987 w 1502009"/>
                <a:gd name="connsiteY24" fmla="*/ 187781 h 1226411"/>
                <a:gd name="connsiteX25" fmla="*/ 1444463 w 1502009"/>
                <a:gd name="connsiteY25" fmla="*/ 179467 h 1226411"/>
                <a:gd name="connsiteX26" fmla="*/ 1463387 w 1502009"/>
                <a:gd name="connsiteY26" fmla="*/ 228064 h 1226411"/>
                <a:gd name="connsiteX27" fmla="*/ 1437435 w 1502009"/>
                <a:gd name="connsiteY27" fmla="*/ 786748 h 1226411"/>
                <a:gd name="connsiteX28" fmla="*/ 1414468 w 1502009"/>
                <a:gd name="connsiteY28" fmla="*/ 833370 h 1226411"/>
                <a:gd name="connsiteX29" fmla="*/ 1396095 w 1502009"/>
                <a:gd name="connsiteY29" fmla="*/ 823264 h 1226411"/>
                <a:gd name="connsiteX30" fmla="*/ 1418602 w 1502009"/>
                <a:gd name="connsiteY30" fmla="*/ 777974 h 1226411"/>
                <a:gd name="connsiteX31" fmla="*/ 1422231 w 1502009"/>
                <a:gd name="connsiteY31" fmla="*/ 132294 h 1226411"/>
                <a:gd name="connsiteX32" fmla="*/ 1403398 w 1502009"/>
                <a:gd name="connsiteY32" fmla="*/ 141986 h 1226411"/>
                <a:gd name="connsiteX33" fmla="*/ 1378732 w 1502009"/>
                <a:gd name="connsiteY33" fmla="*/ 97798 h 1226411"/>
                <a:gd name="connsiteX34" fmla="*/ 1396830 w 1502009"/>
                <a:gd name="connsiteY34" fmla="*/ 86820 h 1226411"/>
                <a:gd name="connsiteX35" fmla="*/ 1422368 w 1502009"/>
                <a:gd name="connsiteY35" fmla="*/ 132294 h 1226411"/>
                <a:gd name="connsiteX36" fmla="*/ 1387873 w 1502009"/>
                <a:gd name="connsiteY36" fmla="*/ 878246 h 1226411"/>
                <a:gd name="connsiteX37" fmla="*/ 1358430 w 1502009"/>
                <a:gd name="connsiteY37" fmla="*/ 921148 h 1226411"/>
                <a:gd name="connsiteX38" fmla="*/ 1341435 w 1502009"/>
                <a:gd name="connsiteY38" fmla="*/ 908608 h 1226411"/>
                <a:gd name="connsiteX39" fmla="*/ 1370005 w 1502009"/>
                <a:gd name="connsiteY39" fmla="*/ 866855 h 1226411"/>
                <a:gd name="connsiteX40" fmla="*/ 1368535 w 1502009"/>
                <a:gd name="connsiteY40" fmla="*/ 43230 h 1226411"/>
                <a:gd name="connsiteX41" fmla="*/ 1351264 w 1502009"/>
                <a:gd name="connsiteY41" fmla="*/ 55402 h 1226411"/>
                <a:gd name="connsiteX42" fmla="*/ 1320673 w 1502009"/>
                <a:gd name="connsiteY42" fmla="*/ 15027 h 1226411"/>
                <a:gd name="connsiteX43" fmla="*/ 1337071 w 1502009"/>
                <a:gd name="connsiteY43" fmla="*/ 1660 h 1226411"/>
                <a:gd name="connsiteX44" fmla="*/ 1368535 w 1502009"/>
                <a:gd name="connsiteY44" fmla="*/ 43230 h 1226411"/>
                <a:gd name="connsiteX45" fmla="*/ 1326323 w 1502009"/>
                <a:gd name="connsiteY45" fmla="*/ 961890 h 1226411"/>
                <a:gd name="connsiteX46" fmla="*/ 1291230 w 1502009"/>
                <a:gd name="connsiteY46" fmla="*/ 1000336 h 1226411"/>
                <a:gd name="connsiteX47" fmla="*/ 1276118 w 1502009"/>
                <a:gd name="connsiteY47" fmla="*/ 985546 h 1226411"/>
                <a:gd name="connsiteX48" fmla="*/ 1310200 w 1502009"/>
                <a:gd name="connsiteY48" fmla="*/ 948156 h 1226411"/>
                <a:gd name="connsiteX49" fmla="*/ 1253611 w 1502009"/>
                <a:gd name="connsiteY49" fmla="*/ 1036301 h 1226411"/>
                <a:gd name="connsiteX50" fmla="*/ 1213557 w 1502009"/>
                <a:gd name="connsiteY50" fmla="*/ 1069695 h 1226411"/>
                <a:gd name="connsiteX51" fmla="*/ 1200604 w 1502009"/>
                <a:gd name="connsiteY51" fmla="*/ 1052929 h 1226411"/>
                <a:gd name="connsiteX52" fmla="*/ 1239509 w 1502009"/>
                <a:gd name="connsiteY52" fmla="*/ 1020776 h 1226411"/>
                <a:gd name="connsiteX53" fmla="*/ 1171023 w 1502009"/>
                <a:gd name="connsiteY53" fmla="*/ 1100194 h 1226411"/>
                <a:gd name="connsiteX54" fmla="*/ 1126744 w 1502009"/>
                <a:gd name="connsiteY54" fmla="*/ 1127754 h 1226411"/>
                <a:gd name="connsiteX55" fmla="*/ 1116225 w 1502009"/>
                <a:gd name="connsiteY55" fmla="*/ 1109381 h 1226411"/>
                <a:gd name="connsiteX56" fmla="*/ 1159264 w 1502009"/>
                <a:gd name="connsiteY56" fmla="*/ 1082694 h 1226411"/>
                <a:gd name="connsiteX57" fmla="*/ 1080673 w 1502009"/>
                <a:gd name="connsiteY57" fmla="*/ 1152007 h 1226411"/>
                <a:gd name="connsiteX58" fmla="*/ 1032994 w 1502009"/>
                <a:gd name="connsiteY58" fmla="*/ 1173044 h 1226411"/>
                <a:gd name="connsiteX59" fmla="*/ 1025140 w 1502009"/>
                <a:gd name="connsiteY59" fmla="*/ 1153385 h 1226411"/>
                <a:gd name="connsiteX60" fmla="*/ 1071440 w 1502009"/>
                <a:gd name="connsiteY60" fmla="*/ 1132945 h 1226411"/>
                <a:gd name="connsiteX61" fmla="*/ 984213 w 1502009"/>
                <a:gd name="connsiteY61" fmla="*/ 1190728 h 1226411"/>
                <a:gd name="connsiteX62" fmla="*/ 934101 w 1502009"/>
                <a:gd name="connsiteY62" fmla="*/ 1204922 h 1226411"/>
                <a:gd name="connsiteX63" fmla="*/ 929048 w 1502009"/>
                <a:gd name="connsiteY63" fmla="*/ 1184389 h 1226411"/>
                <a:gd name="connsiteX64" fmla="*/ 977737 w 1502009"/>
                <a:gd name="connsiteY64" fmla="*/ 1170610 h 1226411"/>
                <a:gd name="connsiteX65" fmla="*/ 883161 w 1502009"/>
                <a:gd name="connsiteY65" fmla="*/ 1215670 h 1226411"/>
                <a:gd name="connsiteX66" fmla="*/ 831532 w 1502009"/>
                <a:gd name="connsiteY66" fmla="*/ 1222835 h 1226411"/>
                <a:gd name="connsiteX67" fmla="*/ 829373 w 1502009"/>
                <a:gd name="connsiteY67" fmla="*/ 1201752 h 1226411"/>
                <a:gd name="connsiteX68" fmla="*/ 879486 w 1502009"/>
                <a:gd name="connsiteY68" fmla="*/ 1194770 h 1226411"/>
                <a:gd name="connsiteX69" fmla="*/ 779582 w 1502009"/>
                <a:gd name="connsiteY69" fmla="*/ 1226418 h 1226411"/>
                <a:gd name="connsiteX70" fmla="*/ 753400 w 1502009"/>
                <a:gd name="connsiteY70" fmla="*/ 1226878 h 1226411"/>
                <a:gd name="connsiteX71" fmla="*/ 727540 w 1502009"/>
                <a:gd name="connsiteY71" fmla="*/ 1226418 h 1226411"/>
                <a:gd name="connsiteX72" fmla="*/ 728229 w 1502009"/>
                <a:gd name="connsiteY72" fmla="*/ 1205243 h 1226411"/>
                <a:gd name="connsiteX73" fmla="*/ 753400 w 1502009"/>
                <a:gd name="connsiteY73" fmla="*/ 1205702 h 1226411"/>
                <a:gd name="connsiteX74" fmla="*/ 778847 w 1502009"/>
                <a:gd name="connsiteY74" fmla="*/ 1205243 h 1226411"/>
                <a:gd name="connsiteX75" fmla="*/ 677748 w 1502009"/>
                <a:gd name="connsiteY75" fmla="*/ 1201798 h 1226411"/>
                <a:gd name="connsiteX76" fmla="*/ 675590 w 1502009"/>
                <a:gd name="connsiteY76" fmla="*/ 1222835 h 1226411"/>
                <a:gd name="connsiteX77" fmla="*/ 624007 w 1502009"/>
                <a:gd name="connsiteY77" fmla="*/ 1215716 h 1226411"/>
                <a:gd name="connsiteX78" fmla="*/ 627636 w 1502009"/>
                <a:gd name="connsiteY78" fmla="*/ 1194862 h 1226411"/>
                <a:gd name="connsiteX79" fmla="*/ 677702 w 1502009"/>
                <a:gd name="connsiteY79" fmla="*/ 1201890 h 1226411"/>
                <a:gd name="connsiteX80" fmla="*/ 578074 w 1502009"/>
                <a:gd name="connsiteY80" fmla="*/ 1184435 h 1226411"/>
                <a:gd name="connsiteX81" fmla="*/ 573021 w 1502009"/>
                <a:gd name="connsiteY81" fmla="*/ 1205013 h 1226411"/>
                <a:gd name="connsiteX82" fmla="*/ 522908 w 1502009"/>
                <a:gd name="connsiteY82" fmla="*/ 1190820 h 1226411"/>
                <a:gd name="connsiteX83" fmla="*/ 529385 w 1502009"/>
                <a:gd name="connsiteY83" fmla="*/ 1170656 h 1226411"/>
                <a:gd name="connsiteX84" fmla="*/ 578028 w 1502009"/>
                <a:gd name="connsiteY84" fmla="*/ 1184527 h 1226411"/>
                <a:gd name="connsiteX85" fmla="*/ 481614 w 1502009"/>
                <a:gd name="connsiteY85" fmla="*/ 1153523 h 1226411"/>
                <a:gd name="connsiteX86" fmla="*/ 473760 w 1502009"/>
                <a:gd name="connsiteY86" fmla="*/ 1173182 h 1226411"/>
                <a:gd name="connsiteX87" fmla="*/ 426128 w 1502009"/>
                <a:gd name="connsiteY87" fmla="*/ 1152145 h 1226411"/>
                <a:gd name="connsiteX88" fmla="*/ 435314 w 1502009"/>
                <a:gd name="connsiteY88" fmla="*/ 1133083 h 1226411"/>
                <a:gd name="connsiteX89" fmla="*/ 481752 w 1502009"/>
                <a:gd name="connsiteY89" fmla="*/ 1153615 h 1226411"/>
                <a:gd name="connsiteX90" fmla="*/ 390575 w 1502009"/>
                <a:gd name="connsiteY90" fmla="*/ 1109519 h 1226411"/>
                <a:gd name="connsiteX91" fmla="*/ 380057 w 1502009"/>
                <a:gd name="connsiteY91" fmla="*/ 1127892 h 1226411"/>
                <a:gd name="connsiteX92" fmla="*/ 335823 w 1502009"/>
                <a:gd name="connsiteY92" fmla="*/ 1100332 h 1226411"/>
                <a:gd name="connsiteX93" fmla="*/ 347582 w 1502009"/>
                <a:gd name="connsiteY93" fmla="*/ 1082740 h 1226411"/>
                <a:gd name="connsiteX94" fmla="*/ 390713 w 1502009"/>
                <a:gd name="connsiteY94" fmla="*/ 1109611 h 1226411"/>
                <a:gd name="connsiteX95" fmla="*/ 306564 w 1502009"/>
                <a:gd name="connsiteY95" fmla="*/ 1053297 h 1226411"/>
                <a:gd name="connsiteX96" fmla="*/ 293611 w 1502009"/>
                <a:gd name="connsiteY96" fmla="*/ 1070062 h 1226411"/>
                <a:gd name="connsiteX97" fmla="*/ 253557 w 1502009"/>
                <a:gd name="connsiteY97" fmla="*/ 1036761 h 1226411"/>
                <a:gd name="connsiteX98" fmla="*/ 267659 w 1502009"/>
                <a:gd name="connsiteY98" fmla="*/ 1020960 h 1226411"/>
                <a:gd name="connsiteX99" fmla="*/ 306702 w 1502009"/>
                <a:gd name="connsiteY99" fmla="*/ 1053389 h 1226411"/>
                <a:gd name="connsiteX100" fmla="*/ 231050 w 1502009"/>
                <a:gd name="connsiteY100" fmla="*/ 985959 h 1226411"/>
                <a:gd name="connsiteX101" fmla="*/ 215892 w 1502009"/>
                <a:gd name="connsiteY101" fmla="*/ 1000795 h 1226411"/>
                <a:gd name="connsiteX102" fmla="*/ 180753 w 1502009"/>
                <a:gd name="connsiteY102" fmla="*/ 962303 h 1226411"/>
                <a:gd name="connsiteX103" fmla="*/ 196830 w 1502009"/>
                <a:gd name="connsiteY103" fmla="*/ 948524 h 1226411"/>
                <a:gd name="connsiteX104" fmla="*/ 231188 w 1502009"/>
                <a:gd name="connsiteY104" fmla="*/ 986051 h 1226411"/>
                <a:gd name="connsiteX105" fmla="*/ 185714 w 1502009"/>
                <a:gd name="connsiteY105" fmla="*/ 15348 h 1226411"/>
                <a:gd name="connsiteX106" fmla="*/ 155214 w 1502009"/>
                <a:gd name="connsiteY106" fmla="*/ 55724 h 1226411"/>
                <a:gd name="connsiteX107" fmla="*/ 137898 w 1502009"/>
                <a:gd name="connsiteY107" fmla="*/ 43505 h 1226411"/>
                <a:gd name="connsiteX108" fmla="*/ 169270 w 1502009"/>
                <a:gd name="connsiteY108" fmla="*/ 2166 h 1226411"/>
                <a:gd name="connsiteX109" fmla="*/ 165320 w 1502009"/>
                <a:gd name="connsiteY109" fmla="*/ 908929 h 1226411"/>
                <a:gd name="connsiteX110" fmla="*/ 148324 w 1502009"/>
                <a:gd name="connsiteY110" fmla="*/ 921515 h 1226411"/>
                <a:gd name="connsiteX111" fmla="*/ 118790 w 1502009"/>
                <a:gd name="connsiteY111" fmla="*/ 878614 h 1226411"/>
                <a:gd name="connsiteX112" fmla="*/ 136658 w 1502009"/>
                <a:gd name="connsiteY112" fmla="*/ 867222 h 1226411"/>
                <a:gd name="connsiteX113" fmla="*/ 165458 w 1502009"/>
                <a:gd name="connsiteY113" fmla="*/ 909021 h 1226411"/>
                <a:gd name="connsiteX114" fmla="*/ 127563 w 1502009"/>
                <a:gd name="connsiteY114" fmla="*/ 98074 h 1226411"/>
                <a:gd name="connsiteX115" fmla="*/ 102989 w 1502009"/>
                <a:gd name="connsiteY115" fmla="*/ 142261 h 1226411"/>
                <a:gd name="connsiteX116" fmla="*/ 84110 w 1502009"/>
                <a:gd name="connsiteY116" fmla="*/ 132615 h 1226411"/>
                <a:gd name="connsiteX117" fmla="*/ 109419 w 1502009"/>
                <a:gd name="connsiteY117" fmla="*/ 87142 h 1226411"/>
                <a:gd name="connsiteX118" fmla="*/ 110935 w 1502009"/>
                <a:gd name="connsiteY118" fmla="*/ 823815 h 1226411"/>
                <a:gd name="connsiteX119" fmla="*/ 92562 w 1502009"/>
                <a:gd name="connsiteY119" fmla="*/ 833921 h 1226411"/>
                <a:gd name="connsiteX120" fmla="*/ 69274 w 1502009"/>
                <a:gd name="connsiteY120" fmla="*/ 787299 h 1226411"/>
                <a:gd name="connsiteX121" fmla="*/ 88520 w 1502009"/>
                <a:gd name="connsiteY121" fmla="*/ 778525 h 1226411"/>
                <a:gd name="connsiteX122" fmla="*/ 111073 w 1502009"/>
                <a:gd name="connsiteY122" fmla="*/ 823678 h 1226411"/>
                <a:gd name="connsiteX123" fmla="*/ 81492 w 1502009"/>
                <a:gd name="connsiteY123" fmla="*/ 188286 h 1226411"/>
                <a:gd name="connsiteX124" fmla="*/ 63119 w 1502009"/>
                <a:gd name="connsiteY124" fmla="*/ 235506 h 1226411"/>
                <a:gd name="connsiteX125" fmla="*/ 43092 w 1502009"/>
                <a:gd name="connsiteY125" fmla="*/ 228570 h 1226411"/>
                <a:gd name="connsiteX126" fmla="*/ 61833 w 1502009"/>
                <a:gd name="connsiteY126" fmla="*/ 180019 h 1226411"/>
                <a:gd name="connsiteX127" fmla="*/ 68906 w 1502009"/>
                <a:gd name="connsiteY127" fmla="*/ 731766 h 1226411"/>
                <a:gd name="connsiteX128" fmla="*/ 49109 w 1502009"/>
                <a:gd name="connsiteY128" fmla="*/ 739161 h 1226411"/>
                <a:gd name="connsiteX129" fmla="*/ 32528 w 1502009"/>
                <a:gd name="connsiteY129" fmla="*/ 689783 h 1226411"/>
                <a:gd name="connsiteX130" fmla="*/ 52830 w 1502009"/>
                <a:gd name="connsiteY130" fmla="*/ 683766 h 1226411"/>
                <a:gd name="connsiteX131" fmla="*/ 69044 w 1502009"/>
                <a:gd name="connsiteY131" fmla="*/ 731628 h 1226411"/>
                <a:gd name="connsiteX132" fmla="*/ 48374 w 1502009"/>
                <a:gd name="connsiteY132" fmla="*/ 283873 h 1226411"/>
                <a:gd name="connsiteX133" fmla="*/ 36845 w 1502009"/>
                <a:gd name="connsiteY133" fmla="*/ 333159 h 1226411"/>
                <a:gd name="connsiteX134" fmla="*/ 16083 w 1502009"/>
                <a:gd name="connsiteY134" fmla="*/ 329025 h 1226411"/>
                <a:gd name="connsiteX135" fmla="*/ 27934 w 1502009"/>
                <a:gd name="connsiteY135" fmla="*/ 278499 h 1226411"/>
                <a:gd name="connsiteX136" fmla="*/ 40152 w 1502009"/>
                <a:gd name="connsiteY136" fmla="*/ 634755 h 1226411"/>
                <a:gd name="connsiteX137" fmla="*/ 19482 w 1502009"/>
                <a:gd name="connsiteY137" fmla="*/ 639349 h 1226411"/>
                <a:gd name="connsiteX138" fmla="*/ 9974 w 1502009"/>
                <a:gd name="connsiteY138" fmla="*/ 588133 h 1226411"/>
                <a:gd name="connsiteX139" fmla="*/ 30920 w 1502009"/>
                <a:gd name="connsiteY139" fmla="*/ 584964 h 1226411"/>
                <a:gd name="connsiteX140" fmla="*/ 40290 w 1502009"/>
                <a:gd name="connsiteY140" fmla="*/ 634618 h 1226411"/>
                <a:gd name="connsiteX141" fmla="*/ 28715 w 1502009"/>
                <a:gd name="connsiteY141" fmla="*/ 383088 h 1226411"/>
                <a:gd name="connsiteX142" fmla="*/ 24122 w 1502009"/>
                <a:gd name="connsiteY142" fmla="*/ 433615 h 1226411"/>
                <a:gd name="connsiteX143" fmla="*/ 2993 w 1502009"/>
                <a:gd name="connsiteY143" fmla="*/ 432374 h 1226411"/>
                <a:gd name="connsiteX144" fmla="*/ 7586 w 1502009"/>
                <a:gd name="connsiteY144" fmla="*/ 380516 h 1226411"/>
                <a:gd name="connsiteX145" fmla="*/ 25132 w 1502009"/>
                <a:gd name="connsiteY145" fmla="*/ 534667 h 1226411"/>
                <a:gd name="connsiteX146" fmla="*/ 4003 w 1502009"/>
                <a:gd name="connsiteY146" fmla="*/ 536321 h 1226411"/>
                <a:gd name="connsiteX147" fmla="*/ 1660 w 1502009"/>
                <a:gd name="connsiteY147" fmla="*/ 484279 h 1226411"/>
                <a:gd name="connsiteX148" fmla="*/ 22836 w 1502009"/>
                <a:gd name="connsiteY148" fmla="*/ 484279 h 1226411"/>
                <a:gd name="connsiteX149" fmla="*/ 25270 w 1502009"/>
                <a:gd name="connsiteY149" fmla="*/ 534575 h 12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02009" h="1226411">
                  <a:moveTo>
                    <a:pt x="1504910" y="483865"/>
                  </a:moveTo>
                  <a:cubicBezTo>
                    <a:pt x="1504910" y="501182"/>
                    <a:pt x="1503854" y="518683"/>
                    <a:pt x="1502476" y="535908"/>
                  </a:cubicBezTo>
                  <a:lnTo>
                    <a:pt x="1481392" y="534208"/>
                  </a:lnTo>
                  <a:cubicBezTo>
                    <a:pt x="1482725" y="517442"/>
                    <a:pt x="1483506" y="500447"/>
                    <a:pt x="1483735" y="483682"/>
                  </a:cubicBezTo>
                  <a:close/>
                  <a:moveTo>
                    <a:pt x="1503762" y="431823"/>
                  </a:moveTo>
                  <a:lnTo>
                    <a:pt x="1482633" y="433017"/>
                  </a:lnTo>
                  <a:cubicBezTo>
                    <a:pt x="1481668" y="416252"/>
                    <a:pt x="1480107" y="399303"/>
                    <a:pt x="1478039" y="382491"/>
                  </a:cubicBezTo>
                  <a:lnTo>
                    <a:pt x="1499031" y="379827"/>
                  </a:lnTo>
                  <a:cubicBezTo>
                    <a:pt x="1501190" y="397098"/>
                    <a:pt x="1502797" y="414552"/>
                    <a:pt x="1503762" y="431823"/>
                  </a:cubicBezTo>
                  <a:close/>
                  <a:moveTo>
                    <a:pt x="1496504" y="587628"/>
                  </a:moveTo>
                  <a:cubicBezTo>
                    <a:pt x="1493886" y="604715"/>
                    <a:pt x="1490717" y="621940"/>
                    <a:pt x="1486951" y="638798"/>
                  </a:cubicBezTo>
                  <a:lnTo>
                    <a:pt x="1466281" y="634204"/>
                  </a:lnTo>
                  <a:cubicBezTo>
                    <a:pt x="1469955" y="617806"/>
                    <a:pt x="1473033" y="601040"/>
                    <a:pt x="1475467" y="584412"/>
                  </a:cubicBezTo>
                  <a:close/>
                  <a:moveTo>
                    <a:pt x="1490671" y="328520"/>
                  </a:moveTo>
                  <a:lnTo>
                    <a:pt x="1469909" y="332654"/>
                  </a:lnTo>
                  <a:cubicBezTo>
                    <a:pt x="1466648" y="316118"/>
                    <a:pt x="1462744" y="299536"/>
                    <a:pt x="1458334" y="283368"/>
                  </a:cubicBezTo>
                  <a:lnTo>
                    <a:pt x="1478774" y="277994"/>
                  </a:lnTo>
                  <a:cubicBezTo>
                    <a:pt x="1483368" y="294483"/>
                    <a:pt x="1487318" y="311525"/>
                    <a:pt x="1490671" y="328520"/>
                  </a:cubicBezTo>
                  <a:close/>
                  <a:moveTo>
                    <a:pt x="1473905" y="689232"/>
                  </a:moveTo>
                  <a:cubicBezTo>
                    <a:pt x="1469037" y="705814"/>
                    <a:pt x="1463479" y="722441"/>
                    <a:pt x="1457461" y="738610"/>
                  </a:cubicBezTo>
                  <a:lnTo>
                    <a:pt x="1437619" y="731215"/>
                  </a:lnTo>
                  <a:cubicBezTo>
                    <a:pt x="1443452" y="715505"/>
                    <a:pt x="1448872" y="699337"/>
                    <a:pt x="1453603" y="683214"/>
                  </a:cubicBezTo>
                  <a:close/>
                  <a:moveTo>
                    <a:pt x="1463387" y="228064"/>
                  </a:moveTo>
                  <a:lnTo>
                    <a:pt x="1443360" y="235000"/>
                  </a:lnTo>
                  <a:cubicBezTo>
                    <a:pt x="1437848" y="219108"/>
                    <a:pt x="1431693" y="203260"/>
                    <a:pt x="1424987" y="187781"/>
                  </a:cubicBezTo>
                  <a:lnTo>
                    <a:pt x="1444463" y="179467"/>
                  </a:lnTo>
                  <a:cubicBezTo>
                    <a:pt x="1451215" y="195314"/>
                    <a:pt x="1457691" y="211712"/>
                    <a:pt x="1463387" y="228064"/>
                  </a:cubicBezTo>
                  <a:close/>
                  <a:moveTo>
                    <a:pt x="1437435" y="786748"/>
                  </a:moveTo>
                  <a:cubicBezTo>
                    <a:pt x="1430269" y="802457"/>
                    <a:pt x="1422506" y="818166"/>
                    <a:pt x="1414468" y="833370"/>
                  </a:cubicBezTo>
                  <a:lnTo>
                    <a:pt x="1396095" y="823264"/>
                  </a:lnTo>
                  <a:cubicBezTo>
                    <a:pt x="1404087" y="808474"/>
                    <a:pt x="1411666" y="793270"/>
                    <a:pt x="1418602" y="777974"/>
                  </a:cubicBezTo>
                  <a:close/>
                  <a:moveTo>
                    <a:pt x="1422231" y="132294"/>
                  </a:moveTo>
                  <a:lnTo>
                    <a:pt x="1403398" y="141986"/>
                  </a:lnTo>
                  <a:cubicBezTo>
                    <a:pt x="1395728" y="127058"/>
                    <a:pt x="1387414" y="112175"/>
                    <a:pt x="1378732" y="97798"/>
                  </a:cubicBezTo>
                  <a:lnTo>
                    <a:pt x="1396830" y="86820"/>
                  </a:lnTo>
                  <a:cubicBezTo>
                    <a:pt x="1405925" y="101611"/>
                    <a:pt x="1414468" y="116907"/>
                    <a:pt x="1422368" y="132294"/>
                  </a:cubicBezTo>
                  <a:close/>
                  <a:moveTo>
                    <a:pt x="1387873" y="878246"/>
                  </a:moveTo>
                  <a:cubicBezTo>
                    <a:pt x="1378686" y="892761"/>
                    <a:pt x="1368719" y="907230"/>
                    <a:pt x="1358430" y="921148"/>
                  </a:cubicBezTo>
                  <a:lnTo>
                    <a:pt x="1341435" y="908608"/>
                  </a:lnTo>
                  <a:cubicBezTo>
                    <a:pt x="1351402" y="894828"/>
                    <a:pt x="1361048" y="881048"/>
                    <a:pt x="1370005" y="866855"/>
                  </a:cubicBezTo>
                  <a:close/>
                  <a:moveTo>
                    <a:pt x="1368535" y="43230"/>
                  </a:moveTo>
                  <a:lnTo>
                    <a:pt x="1351264" y="55402"/>
                  </a:lnTo>
                  <a:cubicBezTo>
                    <a:pt x="1341572" y="41622"/>
                    <a:pt x="1331284" y="27843"/>
                    <a:pt x="1320673" y="15027"/>
                  </a:cubicBezTo>
                  <a:lnTo>
                    <a:pt x="1337071" y="1660"/>
                  </a:lnTo>
                  <a:cubicBezTo>
                    <a:pt x="1347911" y="15119"/>
                    <a:pt x="1358476" y="29083"/>
                    <a:pt x="1368535" y="43230"/>
                  </a:cubicBezTo>
                  <a:close/>
                  <a:moveTo>
                    <a:pt x="1326323" y="961890"/>
                  </a:moveTo>
                  <a:cubicBezTo>
                    <a:pt x="1315115" y="975027"/>
                    <a:pt x="1303356" y="987980"/>
                    <a:pt x="1291230" y="1000336"/>
                  </a:cubicBezTo>
                  <a:lnTo>
                    <a:pt x="1276118" y="985546"/>
                  </a:lnTo>
                  <a:cubicBezTo>
                    <a:pt x="1287831" y="973511"/>
                    <a:pt x="1299314" y="960926"/>
                    <a:pt x="1310200" y="948156"/>
                  </a:cubicBezTo>
                  <a:close/>
                  <a:moveTo>
                    <a:pt x="1253611" y="1036301"/>
                  </a:moveTo>
                  <a:cubicBezTo>
                    <a:pt x="1240704" y="1047877"/>
                    <a:pt x="1227199" y="1059268"/>
                    <a:pt x="1213557" y="1069695"/>
                  </a:cubicBezTo>
                  <a:lnTo>
                    <a:pt x="1200604" y="1052929"/>
                  </a:lnTo>
                  <a:cubicBezTo>
                    <a:pt x="1213832" y="1042640"/>
                    <a:pt x="1226970" y="1031754"/>
                    <a:pt x="1239509" y="1020776"/>
                  </a:cubicBezTo>
                  <a:close/>
                  <a:moveTo>
                    <a:pt x="1171023" y="1100194"/>
                  </a:moveTo>
                  <a:cubicBezTo>
                    <a:pt x="1156646" y="1109794"/>
                    <a:pt x="1141764" y="1119073"/>
                    <a:pt x="1126744" y="1127754"/>
                  </a:cubicBezTo>
                  <a:lnTo>
                    <a:pt x="1116225" y="1109381"/>
                  </a:lnTo>
                  <a:cubicBezTo>
                    <a:pt x="1130832" y="1101022"/>
                    <a:pt x="1145301" y="1092018"/>
                    <a:pt x="1159264" y="1082694"/>
                  </a:cubicBezTo>
                  <a:close/>
                  <a:moveTo>
                    <a:pt x="1080673" y="1152007"/>
                  </a:moveTo>
                  <a:cubicBezTo>
                    <a:pt x="1065101" y="1159494"/>
                    <a:pt x="1049071" y="1166613"/>
                    <a:pt x="1032994" y="1173044"/>
                  </a:cubicBezTo>
                  <a:lnTo>
                    <a:pt x="1025140" y="1153385"/>
                  </a:lnTo>
                  <a:cubicBezTo>
                    <a:pt x="1040757" y="1147138"/>
                    <a:pt x="1056329" y="1140248"/>
                    <a:pt x="1071440" y="1132945"/>
                  </a:cubicBezTo>
                  <a:close/>
                  <a:moveTo>
                    <a:pt x="984213" y="1190728"/>
                  </a:moveTo>
                  <a:cubicBezTo>
                    <a:pt x="967770" y="1196011"/>
                    <a:pt x="950912" y="1200788"/>
                    <a:pt x="934101" y="1204922"/>
                  </a:cubicBezTo>
                  <a:lnTo>
                    <a:pt x="929048" y="1184389"/>
                  </a:lnTo>
                  <a:cubicBezTo>
                    <a:pt x="945354" y="1180347"/>
                    <a:pt x="961752" y="1175708"/>
                    <a:pt x="977737" y="1170610"/>
                  </a:cubicBezTo>
                  <a:close/>
                  <a:moveTo>
                    <a:pt x="883161" y="1215670"/>
                  </a:moveTo>
                  <a:cubicBezTo>
                    <a:pt x="866120" y="1218610"/>
                    <a:pt x="848757" y="1221044"/>
                    <a:pt x="831532" y="1222835"/>
                  </a:cubicBezTo>
                  <a:lnTo>
                    <a:pt x="829373" y="1201752"/>
                  </a:lnTo>
                  <a:cubicBezTo>
                    <a:pt x="846093" y="1200007"/>
                    <a:pt x="862950" y="1197664"/>
                    <a:pt x="879486" y="1194770"/>
                  </a:cubicBezTo>
                  <a:close/>
                  <a:moveTo>
                    <a:pt x="779582" y="1226418"/>
                  </a:moveTo>
                  <a:cubicBezTo>
                    <a:pt x="770901" y="1226694"/>
                    <a:pt x="762127" y="1226878"/>
                    <a:pt x="753400" y="1226878"/>
                  </a:cubicBezTo>
                  <a:cubicBezTo>
                    <a:pt x="744673" y="1226878"/>
                    <a:pt x="736129" y="1226878"/>
                    <a:pt x="727540" y="1226418"/>
                  </a:cubicBezTo>
                  <a:lnTo>
                    <a:pt x="728229" y="1205243"/>
                  </a:lnTo>
                  <a:cubicBezTo>
                    <a:pt x="736635" y="1205565"/>
                    <a:pt x="745086" y="1205702"/>
                    <a:pt x="753400" y="1205702"/>
                  </a:cubicBezTo>
                  <a:cubicBezTo>
                    <a:pt x="761714" y="1205702"/>
                    <a:pt x="770441" y="1205702"/>
                    <a:pt x="778847" y="1205243"/>
                  </a:cubicBezTo>
                  <a:close/>
                  <a:moveTo>
                    <a:pt x="677748" y="1201798"/>
                  </a:moveTo>
                  <a:lnTo>
                    <a:pt x="675590" y="1222835"/>
                  </a:lnTo>
                  <a:cubicBezTo>
                    <a:pt x="658365" y="1221044"/>
                    <a:pt x="641002" y="1218656"/>
                    <a:pt x="624007" y="1215716"/>
                  </a:cubicBezTo>
                  <a:lnTo>
                    <a:pt x="627636" y="1194862"/>
                  </a:lnTo>
                  <a:cubicBezTo>
                    <a:pt x="644125" y="1197802"/>
                    <a:pt x="661167" y="1200145"/>
                    <a:pt x="677702" y="1201890"/>
                  </a:cubicBezTo>
                  <a:close/>
                  <a:moveTo>
                    <a:pt x="578074" y="1184435"/>
                  </a:moveTo>
                  <a:lnTo>
                    <a:pt x="573021" y="1205013"/>
                  </a:lnTo>
                  <a:cubicBezTo>
                    <a:pt x="556210" y="1200880"/>
                    <a:pt x="539352" y="1196103"/>
                    <a:pt x="522908" y="1190820"/>
                  </a:cubicBezTo>
                  <a:lnTo>
                    <a:pt x="529385" y="1170656"/>
                  </a:lnTo>
                  <a:cubicBezTo>
                    <a:pt x="545324" y="1175892"/>
                    <a:pt x="561722" y="1180531"/>
                    <a:pt x="578028" y="1184527"/>
                  </a:cubicBezTo>
                  <a:close/>
                  <a:moveTo>
                    <a:pt x="481614" y="1153523"/>
                  </a:moveTo>
                  <a:lnTo>
                    <a:pt x="473760" y="1173182"/>
                  </a:lnTo>
                  <a:cubicBezTo>
                    <a:pt x="457729" y="1166751"/>
                    <a:pt x="441607" y="1159677"/>
                    <a:pt x="426128" y="1152145"/>
                  </a:cubicBezTo>
                  <a:lnTo>
                    <a:pt x="435314" y="1133083"/>
                  </a:lnTo>
                  <a:cubicBezTo>
                    <a:pt x="450610" y="1140524"/>
                    <a:pt x="466181" y="1147368"/>
                    <a:pt x="481752" y="1153615"/>
                  </a:cubicBezTo>
                  <a:close/>
                  <a:moveTo>
                    <a:pt x="390575" y="1109519"/>
                  </a:moveTo>
                  <a:lnTo>
                    <a:pt x="380057" y="1127892"/>
                  </a:lnTo>
                  <a:cubicBezTo>
                    <a:pt x="365082" y="1119303"/>
                    <a:pt x="350200" y="1110116"/>
                    <a:pt x="335823" y="1100332"/>
                  </a:cubicBezTo>
                  <a:lnTo>
                    <a:pt x="347582" y="1082740"/>
                  </a:lnTo>
                  <a:cubicBezTo>
                    <a:pt x="361729" y="1092340"/>
                    <a:pt x="376382" y="1101297"/>
                    <a:pt x="390713" y="1109611"/>
                  </a:cubicBezTo>
                  <a:close/>
                  <a:moveTo>
                    <a:pt x="306564" y="1053297"/>
                  </a:moveTo>
                  <a:lnTo>
                    <a:pt x="293611" y="1070062"/>
                  </a:lnTo>
                  <a:cubicBezTo>
                    <a:pt x="279831" y="1059452"/>
                    <a:pt x="266464" y="1048244"/>
                    <a:pt x="253557" y="1036761"/>
                  </a:cubicBezTo>
                  <a:lnTo>
                    <a:pt x="267659" y="1020960"/>
                  </a:lnTo>
                  <a:cubicBezTo>
                    <a:pt x="280336" y="1032213"/>
                    <a:pt x="293427" y="1043099"/>
                    <a:pt x="306702" y="1053389"/>
                  </a:cubicBezTo>
                  <a:close/>
                  <a:moveTo>
                    <a:pt x="231050" y="985959"/>
                  </a:moveTo>
                  <a:lnTo>
                    <a:pt x="215892" y="1000795"/>
                  </a:lnTo>
                  <a:cubicBezTo>
                    <a:pt x="203766" y="988394"/>
                    <a:pt x="191961" y="975440"/>
                    <a:pt x="180753" y="962303"/>
                  </a:cubicBezTo>
                  <a:lnTo>
                    <a:pt x="196830" y="948524"/>
                  </a:lnTo>
                  <a:cubicBezTo>
                    <a:pt x="207900" y="961431"/>
                    <a:pt x="219383" y="974017"/>
                    <a:pt x="231188" y="986051"/>
                  </a:cubicBezTo>
                  <a:close/>
                  <a:moveTo>
                    <a:pt x="185714" y="15348"/>
                  </a:moveTo>
                  <a:cubicBezTo>
                    <a:pt x="175103" y="28394"/>
                    <a:pt x="164861" y="41990"/>
                    <a:pt x="155214" y="55724"/>
                  </a:cubicBezTo>
                  <a:lnTo>
                    <a:pt x="137898" y="43505"/>
                  </a:lnTo>
                  <a:cubicBezTo>
                    <a:pt x="147819" y="29404"/>
                    <a:pt x="158384" y="15440"/>
                    <a:pt x="169270" y="2166"/>
                  </a:cubicBezTo>
                  <a:close/>
                  <a:moveTo>
                    <a:pt x="165320" y="908929"/>
                  </a:moveTo>
                  <a:lnTo>
                    <a:pt x="148324" y="921515"/>
                  </a:lnTo>
                  <a:cubicBezTo>
                    <a:pt x="137990" y="907735"/>
                    <a:pt x="128068" y="893175"/>
                    <a:pt x="118790" y="878614"/>
                  </a:cubicBezTo>
                  <a:lnTo>
                    <a:pt x="136658" y="867222"/>
                  </a:lnTo>
                  <a:cubicBezTo>
                    <a:pt x="145798" y="881461"/>
                    <a:pt x="155444" y="895517"/>
                    <a:pt x="165458" y="909021"/>
                  </a:cubicBezTo>
                  <a:close/>
                  <a:moveTo>
                    <a:pt x="127563" y="98074"/>
                  </a:moveTo>
                  <a:cubicBezTo>
                    <a:pt x="118882" y="112451"/>
                    <a:pt x="110614" y="127333"/>
                    <a:pt x="102989" y="142261"/>
                  </a:cubicBezTo>
                  <a:lnTo>
                    <a:pt x="84110" y="132615"/>
                  </a:lnTo>
                  <a:cubicBezTo>
                    <a:pt x="92011" y="117228"/>
                    <a:pt x="100508" y="101933"/>
                    <a:pt x="109419" y="87142"/>
                  </a:cubicBezTo>
                  <a:close/>
                  <a:moveTo>
                    <a:pt x="110935" y="823815"/>
                  </a:moveTo>
                  <a:lnTo>
                    <a:pt x="92562" y="833921"/>
                  </a:lnTo>
                  <a:cubicBezTo>
                    <a:pt x="84294" y="818717"/>
                    <a:pt x="76439" y="803054"/>
                    <a:pt x="69274" y="787299"/>
                  </a:cubicBezTo>
                  <a:lnTo>
                    <a:pt x="88520" y="778525"/>
                  </a:lnTo>
                  <a:cubicBezTo>
                    <a:pt x="95410" y="793684"/>
                    <a:pt x="103035" y="808933"/>
                    <a:pt x="111073" y="823678"/>
                  </a:cubicBezTo>
                  <a:close/>
                  <a:moveTo>
                    <a:pt x="81492" y="188286"/>
                  </a:moveTo>
                  <a:cubicBezTo>
                    <a:pt x="74924" y="203720"/>
                    <a:pt x="68814" y="219613"/>
                    <a:pt x="63119" y="235506"/>
                  </a:cubicBezTo>
                  <a:lnTo>
                    <a:pt x="43092" y="228570"/>
                  </a:lnTo>
                  <a:cubicBezTo>
                    <a:pt x="48788" y="212218"/>
                    <a:pt x="55081" y="195865"/>
                    <a:pt x="61833" y="180019"/>
                  </a:cubicBezTo>
                  <a:close/>
                  <a:moveTo>
                    <a:pt x="68906" y="731766"/>
                  </a:moveTo>
                  <a:lnTo>
                    <a:pt x="49109" y="739161"/>
                  </a:lnTo>
                  <a:cubicBezTo>
                    <a:pt x="43046" y="722993"/>
                    <a:pt x="37442" y="706365"/>
                    <a:pt x="32528" y="689783"/>
                  </a:cubicBezTo>
                  <a:lnTo>
                    <a:pt x="52830" y="683766"/>
                  </a:lnTo>
                  <a:cubicBezTo>
                    <a:pt x="57745" y="699705"/>
                    <a:pt x="63165" y="715873"/>
                    <a:pt x="69044" y="731628"/>
                  </a:cubicBezTo>
                  <a:close/>
                  <a:moveTo>
                    <a:pt x="48374" y="283873"/>
                  </a:moveTo>
                  <a:cubicBezTo>
                    <a:pt x="43781" y="300042"/>
                    <a:pt x="40106" y="316623"/>
                    <a:pt x="36845" y="333159"/>
                  </a:cubicBezTo>
                  <a:lnTo>
                    <a:pt x="16083" y="329025"/>
                  </a:lnTo>
                  <a:cubicBezTo>
                    <a:pt x="19436" y="312076"/>
                    <a:pt x="23433" y="294989"/>
                    <a:pt x="27934" y="278499"/>
                  </a:cubicBezTo>
                  <a:close/>
                  <a:moveTo>
                    <a:pt x="40152" y="634755"/>
                  </a:moveTo>
                  <a:lnTo>
                    <a:pt x="19482" y="639349"/>
                  </a:lnTo>
                  <a:cubicBezTo>
                    <a:pt x="15716" y="622445"/>
                    <a:pt x="12546" y="605220"/>
                    <a:pt x="9974" y="588133"/>
                  </a:cubicBezTo>
                  <a:lnTo>
                    <a:pt x="30920" y="584964"/>
                  </a:lnTo>
                  <a:cubicBezTo>
                    <a:pt x="33538" y="601454"/>
                    <a:pt x="36478" y="618219"/>
                    <a:pt x="40290" y="634618"/>
                  </a:cubicBezTo>
                  <a:close/>
                  <a:moveTo>
                    <a:pt x="28715" y="383088"/>
                  </a:moveTo>
                  <a:cubicBezTo>
                    <a:pt x="26602" y="399762"/>
                    <a:pt x="25040" y="416757"/>
                    <a:pt x="24122" y="433615"/>
                  </a:cubicBezTo>
                  <a:lnTo>
                    <a:pt x="2993" y="432374"/>
                  </a:lnTo>
                  <a:cubicBezTo>
                    <a:pt x="4003" y="415103"/>
                    <a:pt x="5611" y="397649"/>
                    <a:pt x="7586" y="380516"/>
                  </a:cubicBezTo>
                  <a:close/>
                  <a:moveTo>
                    <a:pt x="25132" y="534667"/>
                  </a:moveTo>
                  <a:lnTo>
                    <a:pt x="4003" y="536321"/>
                  </a:lnTo>
                  <a:cubicBezTo>
                    <a:pt x="2625" y="519096"/>
                    <a:pt x="1844" y="501596"/>
                    <a:pt x="1660" y="484279"/>
                  </a:cubicBezTo>
                  <a:lnTo>
                    <a:pt x="22836" y="484279"/>
                  </a:lnTo>
                  <a:cubicBezTo>
                    <a:pt x="23157" y="500815"/>
                    <a:pt x="23938" y="517810"/>
                    <a:pt x="25270" y="534575"/>
                  </a:cubicBezTo>
                  <a:close/>
                </a:path>
              </a:pathLst>
            </a:custGeom>
            <a:grpFill/>
            <a:ln w="4591"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CFBEB4D5-F50A-4DF8-BB12-8A45B23DCBD3}"/>
                </a:ext>
              </a:extLst>
            </p:cNvPr>
            <p:cNvSpPr/>
            <p:nvPr/>
          </p:nvSpPr>
          <p:spPr>
            <a:xfrm>
              <a:off x="2902176" y="3698332"/>
              <a:ext cx="32153" cy="32153"/>
            </a:xfrm>
            <a:custGeom>
              <a:avLst/>
              <a:gdLst>
                <a:gd name="connsiteX0" fmla="*/ 34549 w 32153"/>
                <a:gd name="connsiteY0" fmla="*/ 16451 h 32153"/>
                <a:gd name="connsiteX1" fmla="*/ 17140 w 32153"/>
                <a:gd name="connsiteY1" fmla="*/ 34502 h 32153"/>
                <a:gd name="connsiteX2" fmla="*/ 1660 w 32153"/>
                <a:gd name="connsiteY2" fmla="*/ 20034 h 32153"/>
                <a:gd name="connsiteX3" fmla="*/ 19574 w 32153"/>
                <a:gd name="connsiteY3" fmla="*/ 1660 h 32153"/>
              </a:gdLst>
              <a:ahLst/>
              <a:cxnLst>
                <a:cxn ang="0">
                  <a:pos x="connsiteX0" y="connsiteY0"/>
                </a:cxn>
                <a:cxn ang="0">
                  <a:pos x="connsiteX1" y="connsiteY1"/>
                </a:cxn>
                <a:cxn ang="0">
                  <a:pos x="connsiteX2" y="connsiteY2"/>
                </a:cxn>
                <a:cxn ang="0">
                  <a:pos x="connsiteX3" y="connsiteY3"/>
                </a:cxn>
              </a:cxnLst>
              <a:rect l="l" t="t" r="r" b="b"/>
              <a:pathLst>
                <a:path w="32153" h="32153">
                  <a:moveTo>
                    <a:pt x="34549" y="16451"/>
                  </a:moveTo>
                  <a:cubicBezTo>
                    <a:pt x="28669" y="22376"/>
                    <a:pt x="22790" y="28439"/>
                    <a:pt x="17140" y="34502"/>
                  </a:cubicBezTo>
                  <a:lnTo>
                    <a:pt x="1660" y="20034"/>
                  </a:lnTo>
                  <a:cubicBezTo>
                    <a:pt x="7494" y="13786"/>
                    <a:pt x="13511" y="7539"/>
                    <a:pt x="19574" y="1660"/>
                  </a:cubicBezTo>
                  <a:close/>
                </a:path>
              </a:pathLst>
            </a:custGeom>
            <a:grpFill/>
            <a:ln w="4591"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1D2A9E6E-26C6-4A35-919C-9E91C9A470F2}"/>
                </a:ext>
              </a:extLst>
            </p:cNvPr>
            <p:cNvSpPr/>
            <p:nvPr/>
          </p:nvSpPr>
          <p:spPr>
            <a:xfrm>
              <a:off x="1854122" y="3680280"/>
              <a:ext cx="32153" cy="32153"/>
            </a:xfrm>
            <a:custGeom>
              <a:avLst/>
              <a:gdLst>
                <a:gd name="connsiteX0" fmla="*/ 34549 w 32153"/>
                <a:gd name="connsiteY0" fmla="*/ 19574 h 32153"/>
                <a:gd name="connsiteX1" fmla="*/ 19574 w 32153"/>
                <a:gd name="connsiteY1" fmla="*/ 34503 h 32153"/>
                <a:gd name="connsiteX2" fmla="*/ 1660 w 32153"/>
                <a:gd name="connsiteY2" fmla="*/ 16129 h 32153"/>
                <a:gd name="connsiteX3" fmla="*/ 17140 w 32153"/>
                <a:gd name="connsiteY3" fmla="*/ 1660 h 32153"/>
                <a:gd name="connsiteX4" fmla="*/ 34549 w 32153"/>
                <a:gd name="connsiteY4" fmla="*/ 19574 h 32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53" h="32153">
                  <a:moveTo>
                    <a:pt x="34549" y="19574"/>
                  </a:moveTo>
                  <a:lnTo>
                    <a:pt x="19574" y="34503"/>
                  </a:lnTo>
                  <a:cubicBezTo>
                    <a:pt x="13511" y="28485"/>
                    <a:pt x="7494" y="22238"/>
                    <a:pt x="1660" y="16129"/>
                  </a:cubicBezTo>
                  <a:lnTo>
                    <a:pt x="17140" y="1660"/>
                  </a:lnTo>
                  <a:cubicBezTo>
                    <a:pt x="22790" y="7586"/>
                    <a:pt x="28669" y="13741"/>
                    <a:pt x="34549" y="19574"/>
                  </a:cubicBezTo>
                  <a:close/>
                </a:path>
              </a:pathLst>
            </a:custGeom>
            <a:grpFill/>
            <a:ln w="4591"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C76FB977-AB1E-46E4-9C08-267DD2119F5C}"/>
                </a:ext>
              </a:extLst>
            </p:cNvPr>
            <p:cNvSpPr/>
            <p:nvPr/>
          </p:nvSpPr>
          <p:spPr>
            <a:xfrm>
              <a:off x="1651925" y="2430075"/>
              <a:ext cx="1502010" cy="1226411"/>
            </a:xfrm>
            <a:custGeom>
              <a:avLst/>
              <a:gdLst>
                <a:gd name="connsiteX0" fmla="*/ 1504542 w 1502009"/>
                <a:gd name="connsiteY0" fmla="*/ 744902 h 1226411"/>
                <a:gd name="connsiteX1" fmla="*/ 1483367 w 1502009"/>
                <a:gd name="connsiteY1" fmla="*/ 745362 h 1226411"/>
                <a:gd name="connsiteX2" fmla="*/ 1480566 w 1502009"/>
                <a:gd name="connsiteY2" fmla="*/ 694835 h 1226411"/>
                <a:gd name="connsiteX3" fmla="*/ 1501649 w 1502009"/>
                <a:gd name="connsiteY3" fmla="*/ 692998 h 1226411"/>
                <a:gd name="connsiteX4" fmla="*/ 1504542 w 1502009"/>
                <a:gd name="connsiteY4" fmla="*/ 744902 h 1226411"/>
                <a:gd name="connsiteX5" fmla="*/ 1503991 w 1502009"/>
                <a:gd name="connsiteY5" fmla="*/ 796991 h 1226411"/>
                <a:gd name="connsiteX6" fmla="*/ 1499398 w 1502009"/>
                <a:gd name="connsiteY6" fmla="*/ 848941 h 1226411"/>
                <a:gd name="connsiteX7" fmla="*/ 1478361 w 1502009"/>
                <a:gd name="connsiteY7" fmla="*/ 846368 h 1226411"/>
                <a:gd name="connsiteX8" fmla="*/ 1482633 w 1502009"/>
                <a:gd name="connsiteY8" fmla="*/ 795842 h 1226411"/>
                <a:gd name="connsiteX9" fmla="*/ 1495402 w 1502009"/>
                <a:gd name="connsiteY9" fmla="*/ 641278 h 1226411"/>
                <a:gd name="connsiteX10" fmla="*/ 1474502 w 1502009"/>
                <a:gd name="connsiteY10" fmla="*/ 644493 h 1226411"/>
                <a:gd name="connsiteX11" fmla="*/ 1465316 w 1502009"/>
                <a:gd name="connsiteY11" fmla="*/ 594701 h 1226411"/>
                <a:gd name="connsiteX12" fmla="*/ 1485986 w 1502009"/>
                <a:gd name="connsiteY12" fmla="*/ 590108 h 1226411"/>
                <a:gd name="connsiteX13" fmla="*/ 1495402 w 1502009"/>
                <a:gd name="connsiteY13" fmla="*/ 641094 h 1226411"/>
                <a:gd name="connsiteX14" fmla="*/ 1491406 w 1502009"/>
                <a:gd name="connsiteY14" fmla="*/ 900386 h 1226411"/>
                <a:gd name="connsiteX15" fmla="*/ 1479555 w 1502009"/>
                <a:gd name="connsiteY15" fmla="*/ 950912 h 1226411"/>
                <a:gd name="connsiteX16" fmla="*/ 1459115 w 1502009"/>
                <a:gd name="connsiteY16" fmla="*/ 945354 h 1226411"/>
                <a:gd name="connsiteX17" fmla="*/ 1470644 w 1502009"/>
                <a:gd name="connsiteY17" fmla="*/ 896114 h 1226411"/>
                <a:gd name="connsiteX18" fmla="*/ 1472803 w 1502009"/>
                <a:gd name="connsiteY18" fmla="*/ 539674 h 1226411"/>
                <a:gd name="connsiteX19" fmla="*/ 1452455 w 1502009"/>
                <a:gd name="connsiteY19" fmla="*/ 545645 h 1226411"/>
                <a:gd name="connsiteX20" fmla="*/ 1436516 w 1502009"/>
                <a:gd name="connsiteY20" fmla="*/ 497599 h 1226411"/>
                <a:gd name="connsiteX21" fmla="*/ 1456405 w 1502009"/>
                <a:gd name="connsiteY21" fmla="*/ 490250 h 1226411"/>
                <a:gd name="connsiteX22" fmla="*/ 1472803 w 1502009"/>
                <a:gd name="connsiteY22" fmla="*/ 539490 h 1226411"/>
                <a:gd name="connsiteX23" fmla="*/ 1464075 w 1502009"/>
                <a:gd name="connsiteY23" fmla="*/ 1000841 h 1226411"/>
                <a:gd name="connsiteX24" fmla="*/ 1445105 w 1502009"/>
                <a:gd name="connsiteY24" fmla="*/ 1049347 h 1226411"/>
                <a:gd name="connsiteX25" fmla="*/ 1425676 w 1502009"/>
                <a:gd name="connsiteY25" fmla="*/ 1040940 h 1226411"/>
                <a:gd name="connsiteX26" fmla="*/ 1444049 w 1502009"/>
                <a:gd name="connsiteY26" fmla="*/ 993859 h 1226411"/>
                <a:gd name="connsiteX27" fmla="*/ 1436516 w 1502009"/>
                <a:gd name="connsiteY27" fmla="*/ 442020 h 1226411"/>
                <a:gd name="connsiteX28" fmla="*/ 1417224 w 1502009"/>
                <a:gd name="connsiteY28" fmla="*/ 450748 h 1226411"/>
                <a:gd name="connsiteX29" fmla="*/ 1394809 w 1502009"/>
                <a:gd name="connsiteY29" fmla="*/ 405320 h 1226411"/>
                <a:gd name="connsiteX30" fmla="*/ 1413457 w 1502009"/>
                <a:gd name="connsiteY30" fmla="*/ 395306 h 1226411"/>
                <a:gd name="connsiteX31" fmla="*/ 1436654 w 1502009"/>
                <a:gd name="connsiteY31" fmla="*/ 441745 h 1226411"/>
                <a:gd name="connsiteX32" fmla="*/ 1422736 w 1502009"/>
                <a:gd name="connsiteY32" fmla="*/ 1096382 h 1226411"/>
                <a:gd name="connsiteX33" fmla="*/ 1397197 w 1502009"/>
                <a:gd name="connsiteY33" fmla="*/ 1141764 h 1226411"/>
                <a:gd name="connsiteX34" fmla="*/ 1379145 w 1502009"/>
                <a:gd name="connsiteY34" fmla="*/ 1130740 h 1226411"/>
                <a:gd name="connsiteX35" fmla="*/ 1403949 w 1502009"/>
                <a:gd name="connsiteY35" fmla="*/ 1086690 h 1226411"/>
                <a:gd name="connsiteX36" fmla="*/ 1387551 w 1502009"/>
                <a:gd name="connsiteY36" fmla="*/ 350108 h 1226411"/>
                <a:gd name="connsiteX37" fmla="*/ 1369683 w 1502009"/>
                <a:gd name="connsiteY37" fmla="*/ 361408 h 1226411"/>
                <a:gd name="connsiteX38" fmla="*/ 1341113 w 1502009"/>
                <a:gd name="connsiteY38" fmla="*/ 319609 h 1226411"/>
                <a:gd name="connsiteX39" fmla="*/ 1358200 w 1502009"/>
                <a:gd name="connsiteY39" fmla="*/ 307069 h 1226411"/>
                <a:gd name="connsiteX40" fmla="*/ 1387551 w 1502009"/>
                <a:gd name="connsiteY40" fmla="*/ 350108 h 1226411"/>
                <a:gd name="connsiteX41" fmla="*/ 1368902 w 1502009"/>
                <a:gd name="connsiteY41" fmla="*/ 1185078 h 1226411"/>
                <a:gd name="connsiteX42" fmla="*/ 1337438 w 1502009"/>
                <a:gd name="connsiteY42" fmla="*/ 1226418 h 1226411"/>
                <a:gd name="connsiteX43" fmla="*/ 1321040 w 1502009"/>
                <a:gd name="connsiteY43" fmla="*/ 1213052 h 1226411"/>
                <a:gd name="connsiteX44" fmla="*/ 1351632 w 1502009"/>
                <a:gd name="connsiteY44" fmla="*/ 1172769 h 1226411"/>
                <a:gd name="connsiteX45" fmla="*/ 1325863 w 1502009"/>
                <a:gd name="connsiteY45" fmla="*/ 266418 h 1226411"/>
                <a:gd name="connsiteX46" fmla="*/ 1309695 w 1502009"/>
                <a:gd name="connsiteY46" fmla="*/ 280198 h 1226411"/>
                <a:gd name="connsiteX47" fmla="*/ 1275612 w 1502009"/>
                <a:gd name="connsiteY47" fmla="*/ 242809 h 1226411"/>
                <a:gd name="connsiteX48" fmla="*/ 1290770 w 1502009"/>
                <a:gd name="connsiteY48" fmla="*/ 228018 h 1226411"/>
                <a:gd name="connsiteX49" fmla="*/ 1325634 w 1502009"/>
                <a:gd name="connsiteY49" fmla="*/ 266189 h 1226411"/>
                <a:gd name="connsiteX50" fmla="*/ 1253105 w 1502009"/>
                <a:gd name="connsiteY50" fmla="*/ 191961 h 1226411"/>
                <a:gd name="connsiteX51" fmla="*/ 1238774 w 1502009"/>
                <a:gd name="connsiteY51" fmla="*/ 207486 h 1226411"/>
                <a:gd name="connsiteX52" fmla="*/ 1199823 w 1502009"/>
                <a:gd name="connsiteY52" fmla="*/ 175333 h 1226411"/>
                <a:gd name="connsiteX53" fmla="*/ 1212822 w 1502009"/>
                <a:gd name="connsiteY53" fmla="*/ 158567 h 1226411"/>
                <a:gd name="connsiteX54" fmla="*/ 1252876 w 1502009"/>
                <a:gd name="connsiteY54" fmla="*/ 191731 h 1226411"/>
                <a:gd name="connsiteX55" fmla="*/ 1170564 w 1502009"/>
                <a:gd name="connsiteY55" fmla="*/ 128022 h 1226411"/>
                <a:gd name="connsiteX56" fmla="*/ 1158805 w 1502009"/>
                <a:gd name="connsiteY56" fmla="*/ 145615 h 1226411"/>
                <a:gd name="connsiteX57" fmla="*/ 1115812 w 1502009"/>
                <a:gd name="connsiteY57" fmla="*/ 118973 h 1226411"/>
                <a:gd name="connsiteX58" fmla="*/ 1126330 w 1502009"/>
                <a:gd name="connsiteY58" fmla="*/ 100600 h 1226411"/>
                <a:gd name="connsiteX59" fmla="*/ 1170564 w 1502009"/>
                <a:gd name="connsiteY59" fmla="*/ 128022 h 1226411"/>
                <a:gd name="connsiteX60" fmla="*/ 1080305 w 1502009"/>
                <a:gd name="connsiteY60" fmla="*/ 76348 h 1226411"/>
                <a:gd name="connsiteX61" fmla="*/ 1071119 w 1502009"/>
                <a:gd name="connsiteY61" fmla="*/ 95410 h 1226411"/>
                <a:gd name="connsiteX62" fmla="*/ 1024818 w 1502009"/>
                <a:gd name="connsiteY62" fmla="*/ 74970 h 1226411"/>
                <a:gd name="connsiteX63" fmla="*/ 1032673 w 1502009"/>
                <a:gd name="connsiteY63" fmla="*/ 55310 h 1226411"/>
                <a:gd name="connsiteX64" fmla="*/ 1080305 w 1502009"/>
                <a:gd name="connsiteY64" fmla="*/ 76348 h 1226411"/>
                <a:gd name="connsiteX65" fmla="*/ 983846 w 1502009"/>
                <a:gd name="connsiteY65" fmla="*/ 37718 h 1226411"/>
                <a:gd name="connsiteX66" fmla="*/ 977369 w 1502009"/>
                <a:gd name="connsiteY66" fmla="*/ 57836 h 1226411"/>
                <a:gd name="connsiteX67" fmla="*/ 928680 w 1502009"/>
                <a:gd name="connsiteY67" fmla="*/ 44056 h 1226411"/>
                <a:gd name="connsiteX68" fmla="*/ 933733 w 1502009"/>
                <a:gd name="connsiteY68" fmla="*/ 23525 h 1226411"/>
                <a:gd name="connsiteX69" fmla="*/ 983662 w 1502009"/>
                <a:gd name="connsiteY69" fmla="*/ 37534 h 1226411"/>
                <a:gd name="connsiteX70" fmla="*/ 882793 w 1502009"/>
                <a:gd name="connsiteY70" fmla="*/ 12822 h 1226411"/>
                <a:gd name="connsiteX71" fmla="*/ 879165 w 1502009"/>
                <a:gd name="connsiteY71" fmla="*/ 33676 h 1226411"/>
                <a:gd name="connsiteX72" fmla="*/ 829006 w 1502009"/>
                <a:gd name="connsiteY72" fmla="*/ 26740 h 1226411"/>
                <a:gd name="connsiteX73" fmla="*/ 831211 w 1502009"/>
                <a:gd name="connsiteY73" fmla="*/ 5703 h 1226411"/>
                <a:gd name="connsiteX74" fmla="*/ 882610 w 1502009"/>
                <a:gd name="connsiteY74" fmla="*/ 12822 h 1226411"/>
                <a:gd name="connsiteX75" fmla="*/ 779260 w 1502009"/>
                <a:gd name="connsiteY75" fmla="*/ 2120 h 1226411"/>
                <a:gd name="connsiteX76" fmla="*/ 778525 w 1502009"/>
                <a:gd name="connsiteY76" fmla="*/ 23295 h 1226411"/>
                <a:gd name="connsiteX77" fmla="*/ 753446 w 1502009"/>
                <a:gd name="connsiteY77" fmla="*/ 22835 h 1226411"/>
                <a:gd name="connsiteX78" fmla="*/ 727907 w 1502009"/>
                <a:gd name="connsiteY78" fmla="*/ 23295 h 1226411"/>
                <a:gd name="connsiteX79" fmla="*/ 727172 w 1502009"/>
                <a:gd name="connsiteY79" fmla="*/ 2120 h 1226411"/>
                <a:gd name="connsiteX80" fmla="*/ 753400 w 1502009"/>
                <a:gd name="connsiteY80" fmla="*/ 1660 h 1226411"/>
                <a:gd name="connsiteX81" fmla="*/ 779077 w 1502009"/>
                <a:gd name="connsiteY81" fmla="*/ 2120 h 1226411"/>
                <a:gd name="connsiteX82" fmla="*/ 677381 w 1502009"/>
                <a:gd name="connsiteY82" fmla="*/ 26786 h 1226411"/>
                <a:gd name="connsiteX83" fmla="*/ 627268 w 1502009"/>
                <a:gd name="connsiteY83" fmla="*/ 33768 h 1226411"/>
                <a:gd name="connsiteX84" fmla="*/ 623639 w 1502009"/>
                <a:gd name="connsiteY84" fmla="*/ 12914 h 1226411"/>
                <a:gd name="connsiteX85" fmla="*/ 675222 w 1502009"/>
                <a:gd name="connsiteY85" fmla="*/ 5703 h 1226411"/>
                <a:gd name="connsiteX86" fmla="*/ 577706 w 1502009"/>
                <a:gd name="connsiteY86" fmla="*/ 44194 h 1226411"/>
                <a:gd name="connsiteX87" fmla="*/ 529017 w 1502009"/>
                <a:gd name="connsiteY87" fmla="*/ 57974 h 1226411"/>
                <a:gd name="connsiteX88" fmla="*/ 522541 w 1502009"/>
                <a:gd name="connsiteY88" fmla="*/ 37810 h 1226411"/>
                <a:gd name="connsiteX89" fmla="*/ 572654 w 1502009"/>
                <a:gd name="connsiteY89" fmla="*/ 23571 h 1226411"/>
                <a:gd name="connsiteX90" fmla="*/ 481247 w 1502009"/>
                <a:gd name="connsiteY90" fmla="*/ 75199 h 1226411"/>
                <a:gd name="connsiteX91" fmla="*/ 434946 w 1502009"/>
                <a:gd name="connsiteY91" fmla="*/ 95639 h 1226411"/>
                <a:gd name="connsiteX92" fmla="*/ 425760 w 1502009"/>
                <a:gd name="connsiteY92" fmla="*/ 76577 h 1226411"/>
                <a:gd name="connsiteX93" fmla="*/ 473438 w 1502009"/>
                <a:gd name="connsiteY93" fmla="*/ 55540 h 1226411"/>
                <a:gd name="connsiteX94" fmla="*/ 390162 w 1502009"/>
                <a:gd name="connsiteY94" fmla="*/ 119295 h 1226411"/>
                <a:gd name="connsiteX95" fmla="*/ 347168 w 1502009"/>
                <a:gd name="connsiteY95" fmla="*/ 145982 h 1226411"/>
                <a:gd name="connsiteX96" fmla="*/ 335364 w 1502009"/>
                <a:gd name="connsiteY96" fmla="*/ 128390 h 1226411"/>
                <a:gd name="connsiteX97" fmla="*/ 379643 w 1502009"/>
                <a:gd name="connsiteY97" fmla="*/ 100830 h 1226411"/>
                <a:gd name="connsiteX98" fmla="*/ 306104 w 1502009"/>
                <a:gd name="connsiteY98" fmla="*/ 175609 h 1226411"/>
                <a:gd name="connsiteX99" fmla="*/ 267199 w 1502009"/>
                <a:gd name="connsiteY99" fmla="*/ 208037 h 1226411"/>
                <a:gd name="connsiteX100" fmla="*/ 253006 w 1502009"/>
                <a:gd name="connsiteY100" fmla="*/ 192282 h 1226411"/>
                <a:gd name="connsiteX101" fmla="*/ 293013 w 1502009"/>
                <a:gd name="connsiteY101" fmla="*/ 158889 h 1226411"/>
                <a:gd name="connsiteX102" fmla="*/ 230590 w 1502009"/>
                <a:gd name="connsiteY102" fmla="*/ 243084 h 1226411"/>
                <a:gd name="connsiteX103" fmla="*/ 196462 w 1502009"/>
                <a:gd name="connsiteY103" fmla="*/ 280428 h 1226411"/>
                <a:gd name="connsiteX104" fmla="*/ 180386 w 1502009"/>
                <a:gd name="connsiteY104" fmla="*/ 266648 h 1226411"/>
                <a:gd name="connsiteX105" fmla="*/ 215433 w 1502009"/>
                <a:gd name="connsiteY105" fmla="*/ 228202 h 1226411"/>
                <a:gd name="connsiteX106" fmla="*/ 186035 w 1502009"/>
                <a:gd name="connsiteY106" fmla="*/ 1213419 h 1226411"/>
                <a:gd name="connsiteX107" fmla="*/ 169637 w 1502009"/>
                <a:gd name="connsiteY107" fmla="*/ 1226786 h 1226411"/>
                <a:gd name="connsiteX108" fmla="*/ 138173 w 1502009"/>
                <a:gd name="connsiteY108" fmla="*/ 1185446 h 1226411"/>
                <a:gd name="connsiteX109" fmla="*/ 155490 w 1502009"/>
                <a:gd name="connsiteY109" fmla="*/ 1173274 h 1226411"/>
                <a:gd name="connsiteX110" fmla="*/ 186035 w 1502009"/>
                <a:gd name="connsiteY110" fmla="*/ 1213419 h 1226411"/>
                <a:gd name="connsiteX111" fmla="*/ 164998 w 1502009"/>
                <a:gd name="connsiteY111" fmla="*/ 320022 h 1226411"/>
                <a:gd name="connsiteX112" fmla="*/ 136336 w 1502009"/>
                <a:gd name="connsiteY112" fmla="*/ 361729 h 1226411"/>
                <a:gd name="connsiteX113" fmla="*/ 118468 w 1502009"/>
                <a:gd name="connsiteY113" fmla="*/ 350338 h 1226411"/>
                <a:gd name="connsiteX114" fmla="*/ 147957 w 1502009"/>
                <a:gd name="connsiteY114" fmla="*/ 307436 h 1226411"/>
                <a:gd name="connsiteX115" fmla="*/ 127792 w 1502009"/>
                <a:gd name="connsiteY115" fmla="*/ 1130740 h 1226411"/>
                <a:gd name="connsiteX116" fmla="*/ 109695 w 1502009"/>
                <a:gd name="connsiteY116" fmla="*/ 1141672 h 1226411"/>
                <a:gd name="connsiteX117" fmla="*/ 84340 w 1502009"/>
                <a:gd name="connsiteY117" fmla="*/ 1096152 h 1226411"/>
                <a:gd name="connsiteX118" fmla="*/ 103172 w 1502009"/>
                <a:gd name="connsiteY118" fmla="*/ 1086506 h 1226411"/>
                <a:gd name="connsiteX119" fmla="*/ 127792 w 1502009"/>
                <a:gd name="connsiteY119" fmla="*/ 1130740 h 1226411"/>
                <a:gd name="connsiteX120" fmla="*/ 110659 w 1502009"/>
                <a:gd name="connsiteY120" fmla="*/ 404998 h 1226411"/>
                <a:gd name="connsiteX121" fmla="*/ 88060 w 1502009"/>
                <a:gd name="connsiteY121" fmla="*/ 450288 h 1226411"/>
                <a:gd name="connsiteX122" fmla="*/ 68768 w 1502009"/>
                <a:gd name="connsiteY122" fmla="*/ 441469 h 1226411"/>
                <a:gd name="connsiteX123" fmla="*/ 92057 w 1502009"/>
                <a:gd name="connsiteY123" fmla="*/ 394893 h 1226411"/>
                <a:gd name="connsiteX124" fmla="*/ 81722 w 1502009"/>
                <a:gd name="connsiteY124" fmla="*/ 1040481 h 1226411"/>
                <a:gd name="connsiteX125" fmla="*/ 62246 w 1502009"/>
                <a:gd name="connsiteY125" fmla="*/ 1048749 h 1226411"/>
                <a:gd name="connsiteX126" fmla="*/ 43505 w 1502009"/>
                <a:gd name="connsiteY126" fmla="*/ 1000152 h 1226411"/>
                <a:gd name="connsiteX127" fmla="*/ 63486 w 1502009"/>
                <a:gd name="connsiteY127" fmla="*/ 993217 h 1226411"/>
                <a:gd name="connsiteX128" fmla="*/ 81722 w 1502009"/>
                <a:gd name="connsiteY128" fmla="*/ 1040757 h 1226411"/>
                <a:gd name="connsiteX129" fmla="*/ 68676 w 1502009"/>
                <a:gd name="connsiteY129" fmla="*/ 497002 h 1226411"/>
                <a:gd name="connsiteX130" fmla="*/ 52600 w 1502009"/>
                <a:gd name="connsiteY130" fmla="*/ 544956 h 1226411"/>
                <a:gd name="connsiteX131" fmla="*/ 32527 w 1502009"/>
                <a:gd name="connsiteY131" fmla="*/ 539214 h 1226411"/>
                <a:gd name="connsiteX132" fmla="*/ 49063 w 1502009"/>
                <a:gd name="connsiteY132" fmla="*/ 489836 h 1226411"/>
                <a:gd name="connsiteX133" fmla="*/ 48604 w 1502009"/>
                <a:gd name="connsiteY133" fmla="*/ 944849 h 1226411"/>
                <a:gd name="connsiteX134" fmla="*/ 28164 w 1502009"/>
                <a:gd name="connsiteY134" fmla="*/ 950361 h 1226411"/>
                <a:gd name="connsiteX135" fmla="*/ 16267 w 1502009"/>
                <a:gd name="connsiteY135" fmla="*/ 899834 h 1226411"/>
                <a:gd name="connsiteX136" fmla="*/ 37029 w 1502009"/>
                <a:gd name="connsiteY136" fmla="*/ 895746 h 1226411"/>
                <a:gd name="connsiteX137" fmla="*/ 48604 w 1502009"/>
                <a:gd name="connsiteY137" fmla="*/ 945124 h 1226411"/>
                <a:gd name="connsiteX138" fmla="*/ 39922 w 1502009"/>
                <a:gd name="connsiteY138" fmla="*/ 593967 h 1226411"/>
                <a:gd name="connsiteX139" fmla="*/ 30736 w 1502009"/>
                <a:gd name="connsiteY139" fmla="*/ 643712 h 1226411"/>
                <a:gd name="connsiteX140" fmla="*/ 9790 w 1502009"/>
                <a:gd name="connsiteY140" fmla="*/ 640588 h 1226411"/>
                <a:gd name="connsiteX141" fmla="*/ 19253 w 1502009"/>
                <a:gd name="connsiteY141" fmla="*/ 589373 h 1226411"/>
                <a:gd name="connsiteX142" fmla="*/ 28899 w 1502009"/>
                <a:gd name="connsiteY142" fmla="*/ 845588 h 1226411"/>
                <a:gd name="connsiteX143" fmla="*/ 7907 w 1502009"/>
                <a:gd name="connsiteY143" fmla="*/ 848298 h 1226411"/>
                <a:gd name="connsiteX144" fmla="*/ 3038 w 1502009"/>
                <a:gd name="connsiteY144" fmla="*/ 796439 h 1226411"/>
                <a:gd name="connsiteX145" fmla="*/ 24167 w 1502009"/>
                <a:gd name="connsiteY145" fmla="*/ 795153 h 1226411"/>
                <a:gd name="connsiteX146" fmla="*/ 28899 w 1502009"/>
                <a:gd name="connsiteY146" fmla="*/ 845955 h 1226411"/>
                <a:gd name="connsiteX147" fmla="*/ 25040 w 1502009"/>
                <a:gd name="connsiteY147" fmla="*/ 694009 h 1226411"/>
                <a:gd name="connsiteX148" fmla="*/ 22835 w 1502009"/>
                <a:gd name="connsiteY148" fmla="*/ 744535 h 1226411"/>
                <a:gd name="connsiteX149" fmla="*/ 1660 w 1502009"/>
                <a:gd name="connsiteY149" fmla="*/ 744535 h 1226411"/>
                <a:gd name="connsiteX150" fmla="*/ 3911 w 1502009"/>
                <a:gd name="connsiteY150" fmla="*/ 692493 h 12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502009" h="1226411">
                  <a:moveTo>
                    <a:pt x="1504542" y="744902"/>
                  </a:moveTo>
                  <a:lnTo>
                    <a:pt x="1483367" y="745362"/>
                  </a:lnTo>
                  <a:cubicBezTo>
                    <a:pt x="1483000" y="728504"/>
                    <a:pt x="1482035" y="711509"/>
                    <a:pt x="1480566" y="694835"/>
                  </a:cubicBezTo>
                  <a:lnTo>
                    <a:pt x="1501649" y="692998"/>
                  </a:lnTo>
                  <a:cubicBezTo>
                    <a:pt x="1503164" y="709902"/>
                    <a:pt x="1504129" y="727402"/>
                    <a:pt x="1504542" y="744902"/>
                  </a:cubicBezTo>
                  <a:close/>
                  <a:moveTo>
                    <a:pt x="1503991" y="796991"/>
                  </a:moveTo>
                  <a:cubicBezTo>
                    <a:pt x="1503164" y="814261"/>
                    <a:pt x="1501695" y="831716"/>
                    <a:pt x="1499398" y="848941"/>
                  </a:cubicBezTo>
                  <a:lnTo>
                    <a:pt x="1478361" y="846368"/>
                  </a:lnTo>
                  <a:cubicBezTo>
                    <a:pt x="1480428" y="829695"/>
                    <a:pt x="1481852" y="812746"/>
                    <a:pt x="1482633" y="795842"/>
                  </a:cubicBezTo>
                  <a:close/>
                  <a:moveTo>
                    <a:pt x="1495402" y="641278"/>
                  </a:moveTo>
                  <a:lnTo>
                    <a:pt x="1474502" y="644493"/>
                  </a:lnTo>
                  <a:cubicBezTo>
                    <a:pt x="1471930" y="627819"/>
                    <a:pt x="1468761" y="611054"/>
                    <a:pt x="1465316" y="594701"/>
                  </a:cubicBezTo>
                  <a:lnTo>
                    <a:pt x="1485986" y="590108"/>
                  </a:lnTo>
                  <a:cubicBezTo>
                    <a:pt x="1489568" y="606736"/>
                    <a:pt x="1492784" y="623961"/>
                    <a:pt x="1495402" y="641094"/>
                  </a:cubicBezTo>
                  <a:close/>
                  <a:moveTo>
                    <a:pt x="1491406" y="900386"/>
                  </a:moveTo>
                  <a:cubicBezTo>
                    <a:pt x="1488099" y="917335"/>
                    <a:pt x="1484102" y="934376"/>
                    <a:pt x="1479555" y="950912"/>
                  </a:cubicBezTo>
                  <a:lnTo>
                    <a:pt x="1459115" y="945354"/>
                  </a:lnTo>
                  <a:cubicBezTo>
                    <a:pt x="1463708" y="929140"/>
                    <a:pt x="1467429" y="912558"/>
                    <a:pt x="1470644" y="896114"/>
                  </a:cubicBezTo>
                  <a:close/>
                  <a:moveTo>
                    <a:pt x="1472803" y="539674"/>
                  </a:moveTo>
                  <a:lnTo>
                    <a:pt x="1452455" y="545645"/>
                  </a:lnTo>
                  <a:cubicBezTo>
                    <a:pt x="1447861" y="529477"/>
                    <a:pt x="1442349" y="513492"/>
                    <a:pt x="1436516" y="497599"/>
                  </a:cubicBezTo>
                  <a:lnTo>
                    <a:pt x="1456405" y="490250"/>
                  </a:lnTo>
                  <a:cubicBezTo>
                    <a:pt x="1462376" y="506051"/>
                    <a:pt x="1467888" y="522862"/>
                    <a:pt x="1472803" y="539490"/>
                  </a:cubicBezTo>
                  <a:close/>
                  <a:moveTo>
                    <a:pt x="1464075" y="1000841"/>
                  </a:moveTo>
                  <a:cubicBezTo>
                    <a:pt x="1458334" y="1017147"/>
                    <a:pt x="1451949" y="1033453"/>
                    <a:pt x="1445105" y="1049347"/>
                  </a:cubicBezTo>
                  <a:lnTo>
                    <a:pt x="1425676" y="1040940"/>
                  </a:lnTo>
                  <a:cubicBezTo>
                    <a:pt x="1432336" y="1025507"/>
                    <a:pt x="1438537" y="1009660"/>
                    <a:pt x="1444049" y="993859"/>
                  </a:cubicBezTo>
                  <a:close/>
                  <a:moveTo>
                    <a:pt x="1436516" y="442020"/>
                  </a:moveTo>
                  <a:lnTo>
                    <a:pt x="1417224" y="450748"/>
                  </a:lnTo>
                  <a:cubicBezTo>
                    <a:pt x="1410288" y="435406"/>
                    <a:pt x="1402755" y="420110"/>
                    <a:pt x="1394809" y="405320"/>
                  </a:cubicBezTo>
                  <a:lnTo>
                    <a:pt x="1413457" y="395306"/>
                  </a:lnTo>
                  <a:cubicBezTo>
                    <a:pt x="1421771" y="410326"/>
                    <a:pt x="1429534" y="426082"/>
                    <a:pt x="1436654" y="441745"/>
                  </a:cubicBezTo>
                  <a:close/>
                  <a:moveTo>
                    <a:pt x="1422736" y="1096382"/>
                  </a:moveTo>
                  <a:cubicBezTo>
                    <a:pt x="1414789" y="1111723"/>
                    <a:pt x="1406200" y="1126973"/>
                    <a:pt x="1397197" y="1141764"/>
                  </a:cubicBezTo>
                  <a:lnTo>
                    <a:pt x="1379145" y="1130740"/>
                  </a:lnTo>
                  <a:cubicBezTo>
                    <a:pt x="1387873" y="1116409"/>
                    <a:pt x="1396233" y="1101572"/>
                    <a:pt x="1403949" y="1086690"/>
                  </a:cubicBezTo>
                  <a:close/>
                  <a:moveTo>
                    <a:pt x="1387551" y="350108"/>
                  </a:moveTo>
                  <a:lnTo>
                    <a:pt x="1369683" y="361408"/>
                  </a:lnTo>
                  <a:cubicBezTo>
                    <a:pt x="1360497" y="347214"/>
                    <a:pt x="1351310" y="333113"/>
                    <a:pt x="1341113" y="319609"/>
                  </a:cubicBezTo>
                  <a:lnTo>
                    <a:pt x="1358200" y="307069"/>
                  </a:lnTo>
                  <a:cubicBezTo>
                    <a:pt x="1368213" y="320987"/>
                    <a:pt x="1378089" y="335456"/>
                    <a:pt x="1387551" y="350108"/>
                  </a:cubicBezTo>
                  <a:close/>
                  <a:moveTo>
                    <a:pt x="1368902" y="1185078"/>
                  </a:moveTo>
                  <a:cubicBezTo>
                    <a:pt x="1358981" y="1199180"/>
                    <a:pt x="1348370" y="1213098"/>
                    <a:pt x="1337438" y="1226418"/>
                  </a:cubicBezTo>
                  <a:lnTo>
                    <a:pt x="1321040" y="1213052"/>
                  </a:lnTo>
                  <a:cubicBezTo>
                    <a:pt x="1331651" y="1200007"/>
                    <a:pt x="1341940" y="1186457"/>
                    <a:pt x="1351632" y="1172769"/>
                  </a:cubicBezTo>
                  <a:close/>
                  <a:moveTo>
                    <a:pt x="1325863" y="266418"/>
                  </a:moveTo>
                  <a:lnTo>
                    <a:pt x="1309695" y="280198"/>
                  </a:lnTo>
                  <a:cubicBezTo>
                    <a:pt x="1298855" y="267429"/>
                    <a:pt x="1287371" y="254843"/>
                    <a:pt x="1275612" y="242809"/>
                  </a:cubicBezTo>
                  <a:lnTo>
                    <a:pt x="1290770" y="228018"/>
                  </a:lnTo>
                  <a:cubicBezTo>
                    <a:pt x="1302621" y="240053"/>
                    <a:pt x="1314426" y="253006"/>
                    <a:pt x="1325634" y="266189"/>
                  </a:cubicBezTo>
                  <a:close/>
                  <a:moveTo>
                    <a:pt x="1253105" y="191961"/>
                  </a:moveTo>
                  <a:lnTo>
                    <a:pt x="1238774" y="207486"/>
                  </a:lnTo>
                  <a:cubicBezTo>
                    <a:pt x="1226188" y="196325"/>
                    <a:pt x="1213098" y="185392"/>
                    <a:pt x="1199823" y="175333"/>
                  </a:cubicBezTo>
                  <a:lnTo>
                    <a:pt x="1212822" y="158567"/>
                  </a:lnTo>
                  <a:cubicBezTo>
                    <a:pt x="1226464" y="169040"/>
                    <a:pt x="1239922" y="180202"/>
                    <a:pt x="1252876" y="191731"/>
                  </a:cubicBezTo>
                  <a:close/>
                  <a:moveTo>
                    <a:pt x="1170564" y="128022"/>
                  </a:moveTo>
                  <a:lnTo>
                    <a:pt x="1158805" y="145615"/>
                  </a:lnTo>
                  <a:cubicBezTo>
                    <a:pt x="1145025" y="136428"/>
                    <a:pt x="1130372" y="127241"/>
                    <a:pt x="1115812" y="118973"/>
                  </a:cubicBezTo>
                  <a:lnTo>
                    <a:pt x="1126330" y="100600"/>
                  </a:lnTo>
                  <a:cubicBezTo>
                    <a:pt x="1141350" y="109189"/>
                    <a:pt x="1156233" y="118422"/>
                    <a:pt x="1170564" y="128022"/>
                  </a:cubicBezTo>
                  <a:close/>
                  <a:moveTo>
                    <a:pt x="1080305" y="76348"/>
                  </a:moveTo>
                  <a:lnTo>
                    <a:pt x="1071119" y="95410"/>
                  </a:lnTo>
                  <a:cubicBezTo>
                    <a:pt x="1056007" y="88106"/>
                    <a:pt x="1040435" y="81216"/>
                    <a:pt x="1024818" y="74970"/>
                  </a:cubicBezTo>
                  <a:lnTo>
                    <a:pt x="1032673" y="55310"/>
                  </a:lnTo>
                  <a:cubicBezTo>
                    <a:pt x="1048703" y="61741"/>
                    <a:pt x="1064734" y="68814"/>
                    <a:pt x="1080305" y="76348"/>
                  </a:cubicBezTo>
                  <a:close/>
                  <a:moveTo>
                    <a:pt x="983846" y="37718"/>
                  </a:moveTo>
                  <a:lnTo>
                    <a:pt x="977369" y="57836"/>
                  </a:lnTo>
                  <a:cubicBezTo>
                    <a:pt x="961339" y="52738"/>
                    <a:pt x="945216" y="48099"/>
                    <a:pt x="928680" y="44056"/>
                  </a:cubicBezTo>
                  <a:lnTo>
                    <a:pt x="933733" y="23525"/>
                  </a:lnTo>
                  <a:cubicBezTo>
                    <a:pt x="950315" y="27658"/>
                    <a:pt x="967172" y="32390"/>
                    <a:pt x="983662" y="37534"/>
                  </a:cubicBezTo>
                  <a:close/>
                  <a:moveTo>
                    <a:pt x="882793" y="12822"/>
                  </a:moveTo>
                  <a:lnTo>
                    <a:pt x="879165" y="33676"/>
                  </a:lnTo>
                  <a:cubicBezTo>
                    <a:pt x="862583" y="30782"/>
                    <a:pt x="845725" y="28485"/>
                    <a:pt x="829006" y="26740"/>
                  </a:cubicBezTo>
                  <a:lnTo>
                    <a:pt x="831211" y="5703"/>
                  </a:lnTo>
                  <a:cubicBezTo>
                    <a:pt x="848206" y="7448"/>
                    <a:pt x="865568" y="9974"/>
                    <a:pt x="882610" y="12822"/>
                  </a:cubicBezTo>
                  <a:close/>
                  <a:moveTo>
                    <a:pt x="779260" y="2120"/>
                  </a:moveTo>
                  <a:lnTo>
                    <a:pt x="778525" y="23295"/>
                  </a:lnTo>
                  <a:cubicBezTo>
                    <a:pt x="770211" y="22973"/>
                    <a:pt x="761760" y="22835"/>
                    <a:pt x="753446" y="22835"/>
                  </a:cubicBezTo>
                  <a:cubicBezTo>
                    <a:pt x="745132" y="22835"/>
                    <a:pt x="736313" y="22835"/>
                    <a:pt x="727907" y="23295"/>
                  </a:cubicBezTo>
                  <a:lnTo>
                    <a:pt x="727172" y="2120"/>
                  </a:lnTo>
                  <a:cubicBezTo>
                    <a:pt x="735854" y="1844"/>
                    <a:pt x="744673" y="1660"/>
                    <a:pt x="753400" y="1660"/>
                  </a:cubicBezTo>
                  <a:cubicBezTo>
                    <a:pt x="762127" y="1660"/>
                    <a:pt x="770487" y="1798"/>
                    <a:pt x="779077" y="2120"/>
                  </a:cubicBezTo>
                  <a:close/>
                  <a:moveTo>
                    <a:pt x="677381" y="26786"/>
                  </a:moveTo>
                  <a:cubicBezTo>
                    <a:pt x="660661" y="28531"/>
                    <a:pt x="643804" y="30874"/>
                    <a:pt x="627268" y="33768"/>
                  </a:cubicBezTo>
                  <a:lnTo>
                    <a:pt x="623639" y="12914"/>
                  </a:lnTo>
                  <a:cubicBezTo>
                    <a:pt x="640634" y="9928"/>
                    <a:pt x="657997" y="7540"/>
                    <a:pt x="675222" y="5703"/>
                  </a:cubicBezTo>
                  <a:close/>
                  <a:moveTo>
                    <a:pt x="577706" y="44194"/>
                  </a:moveTo>
                  <a:cubicBezTo>
                    <a:pt x="561400" y="48191"/>
                    <a:pt x="545002" y="52876"/>
                    <a:pt x="529017" y="57974"/>
                  </a:cubicBezTo>
                  <a:lnTo>
                    <a:pt x="522541" y="37810"/>
                  </a:lnTo>
                  <a:cubicBezTo>
                    <a:pt x="538985" y="32527"/>
                    <a:pt x="555842" y="27704"/>
                    <a:pt x="572654" y="23571"/>
                  </a:cubicBezTo>
                  <a:close/>
                  <a:moveTo>
                    <a:pt x="481247" y="75199"/>
                  </a:moveTo>
                  <a:cubicBezTo>
                    <a:pt x="465630" y="81446"/>
                    <a:pt x="450058" y="88336"/>
                    <a:pt x="434946" y="95639"/>
                  </a:cubicBezTo>
                  <a:lnTo>
                    <a:pt x="425760" y="76577"/>
                  </a:lnTo>
                  <a:cubicBezTo>
                    <a:pt x="441331" y="69044"/>
                    <a:pt x="457362" y="61970"/>
                    <a:pt x="473438" y="55540"/>
                  </a:cubicBezTo>
                  <a:close/>
                  <a:moveTo>
                    <a:pt x="390162" y="119295"/>
                  </a:moveTo>
                  <a:cubicBezTo>
                    <a:pt x="375601" y="127609"/>
                    <a:pt x="361132" y="136612"/>
                    <a:pt x="347168" y="145982"/>
                  </a:cubicBezTo>
                  <a:lnTo>
                    <a:pt x="335364" y="128390"/>
                  </a:lnTo>
                  <a:cubicBezTo>
                    <a:pt x="349787" y="118744"/>
                    <a:pt x="364669" y="109511"/>
                    <a:pt x="379643" y="100830"/>
                  </a:cubicBezTo>
                  <a:close/>
                  <a:moveTo>
                    <a:pt x="306104" y="175609"/>
                  </a:moveTo>
                  <a:cubicBezTo>
                    <a:pt x="292830" y="185944"/>
                    <a:pt x="279739" y="196876"/>
                    <a:pt x="267199" y="208037"/>
                  </a:cubicBezTo>
                  <a:lnTo>
                    <a:pt x="253006" y="192282"/>
                  </a:lnTo>
                  <a:cubicBezTo>
                    <a:pt x="265867" y="180753"/>
                    <a:pt x="279371" y="169316"/>
                    <a:pt x="293013" y="158889"/>
                  </a:cubicBezTo>
                  <a:close/>
                  <a:moveTo>
                    <a:pt x="230590" y="243084"/>
                  </a:moveTo>
                  <a:cubicBezTo>
                    <a:pt x="218832" y="255073"/>
                    <a:pt x="207394" y="267658"/>
                    <a:pt x="196462" y="280428"/>
                  </a:cubicBezTo>
                  <a:lnTo>
                    <a:pt x="180386" y="266648"/>
                  </a:lnTo>
                  <a:cubicBezTo>
                    <a:pt x="191547" y="253511"/>
                    <a:pt x="203352" y="240558"/>
                    <a:pt x="215433" y="228202"/>
                  </a:cubicBezTo>
                  <a:close/>
                  <a:moveTo>
                    <a:pt x="186035" y="1213419"/>
                  </a:moveTo>
                  <a:lnTo>
                    <a:pt x="169637" y="1226786"/>
                  </a:lnTo>
                  <a:cubicBezTo>
                    <a:pt x="158705" y="1213327"/>
                    <a:pt x="148095" y="1199226"/>
                    <a:pt x="138173" y="1185446"/>
                  </a:cubicBezTo>
                  <a:lnTo>
                    <a:pt x="155490" y="1173274"/>
                  </a:lnTo>
                  <a:cubicBezTo>
                    <a:pt x="165136" y="1186962"/>
                    <a:pt x="175425" y="1200558"/>
                    <a:pt x="186035" y="1213419"/>
                  </a:cubicBezTo>
                  <a:close/>
                  <a:moveTo>
                    <a:pt x="164998" y="320022"/>
                  </a:moveTo>
                  <a:cubicBezTo>
                    <a:pt x="154985" y="333802"/>
                    <a:pt x="145339" y="347582"/>
                    <a:pt x="136336" y="361729"/>
                  </a:cubicBezTo>
                  <a:lnTo>
                    <a:pt x="118468" y="350338"/>
                  </a:lnTo>
                  <a:cubicBezTo>
                    <a:pt x="127655" y="335777"/>
                    <a:pt x="137668" y="321354"/>
                    <a:pt x="147957" y="307436"/>
                  </a:cubicBezTo>
                  <a:close/>
                  <a:moveTo>
                    <a:pt x="127792" y="1130740"/>
                  </a:moveTo>
                  <a:lnTo>
                    <a:pt x="109695" y="1141672"/>
                  </a:lnTo>
                  <a:cubicBezTo>
                    <a:pt x="100738" y="1126836"/>
                    <a:pt x="92194" y="1111540"/>
                    <a:pt x="84340" y="1096152"/>
                  </a:cubicBezTo>
                  <a:lnTo>
                    <a:pt x="103172" y="1086506"/>
                  </a:lnTo>
                  <a:cubicBezTo>
                    <a:pt x="110843" y="1101526"/>
                    <a:pt x="119111" y="1116409"/>
                    <a:pt x="127792" y="1130740"/>
                  </a:cubicBezTo>
                  <a:close/>
                  <a:moveTo>
                    <a:pt x="110659" y="404998"/>
                  </a:moveTo>
                  <a:cubicBezTo>
                    <a:pt x="102621" y="419788"/>
                    <a:pt x="94996" y="434993"/>
                    <a:pt x="88060" y="450288"/>
                  </a:cubicBezTo>
                  <a:lnTo>
                    <a:pt x="68768" y="441469"/>
                  </a:lnTo>
                  <a:cubicBezTo>
                    <a:pt x="75934" y="425760"/>
                    <a:pt x="83788" y="410097"/>
                    <a:pt x="92057" y="394893"/>
                  </a:cubicBezTo>
                  <a:close/>
                  <a:moveTo>
                    <a:pt x="81722" y="1040481"/>
                  </a:moveTo>
                  <a:lnTo>
                    <a:pt x="62246" y="1048749"/>
                  </a:lnTo>
                  <a:cubicBezTo>
                    <a:pt x="55448" y="1032856"/>
                    <a:pt x="49155" y="1016596"/>
                    <a:pt x="43505" y="1000152"/>
                  </a:cubicBezTo>
                  <a:lnTo>
                    <a:pt x="63486" y="993217"/>
                  </a:lnTo>
                  <a:cubicBezTo>
                    <a:pt x="68998" y="1009385"/>
                    <a:pt x="75153" y="1025094"/>
                    <a:pt x="81722" y="1040757"/>
                  </a:cubicBezTo>
                  <a:close/>
                  <a:moveTo>
                    <a:pt x="68676" y="497002"/>
                  </a:moveTo>
                  <a:cubicBezTo>
                    <a:pt x="62797" y="512757"/>
                    <a:pt x="57377" y="528879"/>
                    <a:pt x="52600" y="544956"/>
                  </a:cubicBezTo>
                  <a:lnTo>
                    <a:pt x="32527" y="539214"/>
                  </a:lnTo>
                  <a:cubicBezTo>
                    <a:pt x="37442" y="522679"/>
                    <a:pt x="43000" y="506051"/>
                    <a:pt x="49063" y="489836"/>
                  </a:cubicBezTo>
                  <a:close/>
                  <a:moveTo>
                    <a:pt x="48604" y="944849"/>
                  </a:moveTo>
                  <a:lnTo>
                    <a:pt x="28164" y="950361"/>
                  </a:lnTo>
                  <a:cubicBezTo>
                    <a:pt x="23570" y="933687"/>
                    <a:pt x="19620" y="916646"/>
                    <a:pt x="16267" y="899834"/>
                  </a:cubicBezTo>
                  <a:lnTo>
                    <a:pt x="37029" y="895746"/>
                  </a:lnTo>
                  <a:cubicBezTo>
                    <a:pt x="40290" y="912328"/>
                    <a:pt x="44194" y="928910"/>
                    <a:pt x="48604" y="945124"/>
                  </a:cubicBezTo>
                  <a:close/>
                  <a:moveTo>
                    <a:pt x="39922" y="593967"/>
                  </a:moveTo>
                  <a:cubicBezTo>
                    <a:pt x="36294" y="610365"/>
                    <a:pt x="33216" y="627084"/>
                    <a:pt x="30736" y="643712"/>
                  </a:cubicBezTo>
                  <a:lnTo>
                    <a:pt x="9790" y="640588"/>
                  </a:lnTo>
                  <a:cubicBezTo>
                    <a:pt x="12363" y="623502"/>
                    <a:pt x="15532" y="606277"/>
                    <a:pt x="19253" y="589373"/>
                  </a:cubicBezTo>
                  <a:close/>
                  <a:moveTo>
                    <a:pt x="28899" y="845588"/>
                  </a:moveTo>
                  <a:lnTo>
                    <a:pt x="7907" y="848298"/>
                  </a:lnTo>
                  <a:cubicBezTo>
                    <a:pt x="5702" y="831165"/>
                    <a:pt x="4049" y="813710"/>
                    <a:pt x="3038" y="796439"/>
                  </a:cubicBezTo>
                  <a:lnTo>
                    <a:pt x="24167" y="795153"/>
                  </a:lnTo>
                  <a:cubicBezTo>
                    <a:pt x="25178" y="812240"/>
                    <a:pt x="26740" y="829189"/>
                    <a:pt x="28899" y="845955"/>
                  </a:cubicBezTo>
                  <a:close/>
                  <a:moveTo>
                    <a:pt x="25040" y="694009"/>
                  </a:moveTo>
                  <a:cubicBezTo>
                    <a:pt x="23708" y="710774"/>
                    <a:pt x="22973" y="727770"/>
                    <a:pt x="22835" y="744535"/>
                  </a:cubicBezTo>
                  <a:lnTo>
                    <a:pt x="1660" y="744535"/>
                  </a:lnTo>
                  <a:cubicBezTo>
                    <a:pt x="1660" y="727264"/>
                    <a:pt x="2579" y="709718"/>
                    <a:pt x="3911" y="692493"/>
                  </a:cubicBezTo>
                  <a:close/>
                </a:path>
              </a:pathLst>
            </a:custGeom>
            <a:grpFill/>
            <a:ln w="4591"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12616DE2-0E43-47FE-96B9-9FBC05D572EC}"/>
                </a:ext>
              </a:extLst>
            </p:cNvPr>
            <p:cNvSpPr/>
            <p:nvPr/>
          </p:nvSpPr>
          <p:spPr>
            <a:xfrm>
              <a:off x="2919998" y="3680004"/>
              <a:ext cx="32153" cy="32153"/>
            </a:xfrm>
            <a:custGeom>
              <a:avLst/>
              <a:gdLst>
                <a:gd name="connsiteX0" fmla="*/ 34549 w 32153"/>
                <a:gd name="connsiteY0" fmla="*/ 16267 h 32153"/>
                <a:gd name="connsiteX1" fmla="*/ 16635 w 32153"/>
                <a:gd name="connsiteY1" fmla="*/ 34640 h 32153"/>
                <a:gd name="connsiteX2" fmla="*/ 1660 w 32153"/>
                <a:gd name="connsiteY2" fmla="*/ 19712 h 32153"/>
                <a:gd name="connsiteX3" fmla="*/ 19069 w 32153"/>
                <a:gd name="connsiteY3" fmla="*/ 1660 h 32153"/>
              </a:gdLst>
              <a:ahLst/>
              <a:cxnLst>
                <a:cxn ang="0">
                  <a:pos x="connsiteX0" y="connsiteY0"/>
                </a:cxn>
                <a:cxn ang="0">
                  <a:pos x="connsiteX1" y="connsiteY1"/>
                </a:cxn>
                <a:cxn ang="0">
                  <a:pos x="connsiteX2" y="connsiteY2"/>
                </a:cxn>
                <a:cxn ang="0">
                  <a:pos x="connsiteX3" y="connsiteY3"/>
                </a:cxn>
              </a:cxnLst>
              <a:rect l="l" t="t" r="r" b="b"/>
              <a:pathLst>
                <a:path w="32153" h="32153">
                  <a:moveTo>
                    <a:pt x="34549" y="16267"/>
                  </a:moveTo>
                  <a:cubicBezTo>
                    <a:pt x="28715" y="22514"/>
                    <a:pt x="22652" y="28760"/>
                    <a:pt x="16635" y="34640"/>
                  </a:cubicBezTo>
                  <a:lnTo>
                    <a:pt x="1660" y="19712"/>
                  </a:lnTo>
                  <a:cubicBezTo>
                    <a:pt x="7540" y="13832"/>
                    <a:pt x="13374" y="7769"/>
                    <a:pt x="19069" y="1660"/>
                  </a:cubicBezTo>
                  <a:close/>
                </a:path>
              </a:pathLst>
            </a:custGeom>
            <a:grpFill/>
            <a:ln w="4591"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B280E872-AE46-4CA5-9E12-42F2328DF83F}"/>
                </a:ext>
              </a:extLst>
            </p:cNvPr>
            <p:cNvSpPr/>
            <p:nvPr/>
          </p:nvSpPr>
          <p:spPr>
            <a:xfrm>
              <a:off x="1871990" y="3698194"/>
              <a:ext cx="32153" cy="32153"/>
            </a:xfrm>
            <a:custGeom>
              <a:avLst/>
              <a:gdLst>
                <a:gd name="connsiteX0" fmla="*/ 34548 w 32153"/>
                <a:gd name="connsiteY0" fmla="*/ 20172 h 32153"/>
                <a:gd name="connsiteX1" fmla="*/ 19069 w 32153"/>
                <a:gd name="connsiteY1" fmla="*/ 34640 h 32153"/>
                <a:gd name="connsiteX2" fmla="*/ 1660 w 32153"/>
                <a:gd name="connsiteY2" fmla="*/ 16589 h 32153"/>
                <a:gd name="connsiteX3" fmla="*/ 16635 w 32153"/>
                <a:gd name="connsiteY3" fmla="*/ 1660 h 32153"/>
                <a:gd name="connsiteX4" fmla="*/ 34548 w 32153"/>
                <a:gd name="connsiteY4" fmla="*/ 20172 h 32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53" h="32153">
                  <a:moveTo>
                    <a:pt x="34548" y="20172"/>
                  </a:moveTo>
                  <a:lnTo>
                    <a:pt x="19069" y="34640"/>
                  </a:lnTo>
                  <a:cubicBezTo>
                    <a:pt x="13419" y="28577"/>
                    <a:pt x="7540" y="22514"/>
                    <a:pt x="1660" y="16589"/>
                  </a:cubicBezTo>
                  <a:lnTo>
                    <a:pt x="16635" y="1660"/>
                  </a:lnTo>
                  <a:cubicBezTo>
                    <a:pt x="22698" y="7723"/>
                    <a:pt x="28715" y="13924"/>
                    <a:pt x="34548" y="20172"/>
                  </a:cubicBezTo>
                  <a:close/>
                </a:path>
              </a:pathLst>
            </a:custGeom>
            <a:grpFill/>
            <a:ln w="4591"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FC3CF2D6-510F-4E10-B329-E07D543B148E}"/>
                </a:ext>
              </a:extLst>
            </p:cNvPr>
            <p:cNvSpPr/>
            <p:nvPr/>
          </p:nvSpPr>
          <p:spPr>
            <a:xfrm>
              <a:off x="603871" y="3755931"/>
              <a:ext cx="1502010" cy="1226411"/>
            </a:xfrm>
            <a:custGeom>
              <a:avLst/>
              <a:gdLst>
                <a:gd name="connsiteX0" fmla="*/ 1504818 w 1502009"/>
                <a:gd name="connsiteY0" fmla="*/ 483865 h 1226411"/>
                <a:gd name="connsiteX1" fmla="*/ 1502384 w 1502009"/>
                <a:gd name="connsiteY1" fmla="*/ 535908 h 1226411"/>
                <a:gd name="connsiteX2" fmla="*/ 1481255 w 1502009"/>
                <a:gd name="connsiteY2" fmla="*/ 534208 h 1226411"/>
                <a:gd name="connsiteX3" fmla="*/ 1483643 w 1502009"/>
                <a:gd name="connsiteY3" fmla="*/ 483682 h 1226411"/>
                <a:gd name="connsiteX4" fmla="*/ 1503670 w 1502009"/>
                <a:gd name="connsiteY4" fmla="*/ 431823 h 1226411"/>
                <a:gd name="connsiteX5" fmla="*/ 1482541 w 1502009"/>
                <a:gd name="connsiteY5" fmla="*/ 433017 h 1226411"/>
                <a:gd name="connsiteX6" fmla="*/ 1477948 w 1502009"/>
                <a:gd name="connsiteY6" fmla="*/ 382491 h 1226411"/>
                <a:gd name="connsiteX7" fmla="*/ 1498939 w 1502009"/>
                <a:gd name="connsiteY7" fmla="*/ 379827 h 1226411"/>
                <a:gd name="connsiteX8" fmla="*/ 1503670 w 1502009"/>
                <a:gd name="connsiteY8" fmla="*/ 431823 h 1226411"/>
                <a:gd name="connsiteX9" fmla="*/ 1496413 w 1502009"/>
                <a:gd name="connsiteY9" fmla="*/ 587628 h 1226411"/>
                <a:gd name="connsiteX10" fmla="*/ 1486859 w 1502009"/>
                <a:gd name="connsiteY10" fmla="*/ 638798 h 1226411"/>
                <a:gd name="connsiteX11" fmla="*/ 1466189 w 1502009"/>
                <a:gd name="connsiteY11" fmla="*/ 634204 h 1226411"/>
                <a:gd name="connsiteX12" fmla="*/ 1475375 w 1502009"/>
                <a:gd name="connsiteY12" fmla="*/ 584412 h 1226411"/>
                <a:gd name="connsiteX13" fmla="*/ 1490579 w 1502009"/>
                <a:gd name="connsiteY13" fmla="*/ 328520 h 1226411"/>
                <a:gd name="connsiteX14" fmla="*/ 1469817 w 1502009"/>
                <a:gd name="connsiteY14" fmla="*/ 332654 h 1226411"/>
                <a:gd name="connsiteX15" fmla="*/ 1458242 w 1502009"/>
                <a:gd name="connsiteY15" fmla="*/ 283368 h 1226411"/>
                <a:gd name="connsiteX16" fmla="*/ 1478682 w 1502009"/>
                <a:gd name="connsiteY16" fmla="*/ 277810 h 1226411"/>
                <a:gd name="connsiteX17" fmla="*/ 1490579 w 1502009"/>
                <a:gd name="connsiteY17" fmla="*/ 328520 h 1226411"/>
                <a:gd name="connsiteX18" fmla="*/ 1473814 w 1502009"/>
                <a:gd name="connsiteY18" fmla="*/ 689232 h 1226411"/>
                <a:gd name="connsiteX19" fmla="*/ 1457370 w 1502009"/>
                <a:gd name="connsiteY19" fmla="*/ 738610 h 1226411"/>
                <a:gd name="connsiteX20" fmla="*/ 1437527 w 1502009"/>
                <a:gd name="connsiteY20" fmla="*/ 731215 h 1226411"/>
                <a:gd name="connsiteX21" fmla="*/ 1453511 w 1502009"/>
                <a:gd name="connsiteY21" fmla="*/ 683214 h 1226411"/>
                <a:gd name="connsiteX22" fmla="*/ 1463295 w 1502009"/>
                <a:gd name="connsiteY22" fmla="*/ 228064 h 1226411"/>
                <a:gd name="connsiteX23" fmla="*/ 1443268 w 1502009"/>
                <a:gd name="connsiteY23" fmla="*/ 235000 h 1226411"/>
                <a:gd name="connsiteX24" fmla="*/ 1424895 w 1502009"/>
                <a:gd name="connsiteY24" fmla="*/ 187781 h 1226411"/>
                <a:gd name="connsiteX25" fmla="*/ 1444371 w 1502009"/>
                <a:gd name="connsiteY25" fmla="*/ 179467 h 1226411"/>
                <a:gd name="connsiteX26" fmla="*/ 1463295 w 1502009"/>
                <a:gd name="connsiteY26" fmla="*/ 228064 h 1226411"/>
                <a:gd name="connsiteX27" fmla="*/ 1437481 w 1502009"/>
                <a:gd name="connsiteY27" fmla="*/ 786748 h 1226411"/>
                <a:gd name="connsiteX28" fmla="*/ 1414285 w 1502009"/>
                <a:gd name="connsiteY28" fmla="*/ 833370 h 1226411"/>
                <a:gd name="connsiteX29" fmla="*/ 1395911 w 1502009"/>
                <a:gd name="connsiteY29" fmla="*/ 823264 h 1226411"/>
                <a:gd name="connsiteX30" fmla="*/ 1418418 w 1502009"/>
                <a:gd name="connsiteY30" fmla="*/ 777974 h 1226411"/>
                <a:gd name="connsiteX31" fmla="*/ 1422277 w 1502009"/>
                <a:gd name="connsiteY31" fmla="*/ 132294 h 1226411"/>
                <a:gd name="connsiteX32" fmla="*/ 1403444 w 1502009"/>
                <a:gd name="connsiteY32" fmla="*/ 141986 h 1226411"/>
                <a:gd name="connsiteX33" fmla="*/ 1378778 w 1502009"/>
                <a:gd name="connsiteY33" fmla="*/ 97798 h 1226411"/>
                <a:gd name="connsiteX34" fmla="*/ 1396876 w 1502009"/>
                <a:gd name="connsiteY34" fmla="*/ 86820 h 1226411"/>
                <a:gd name="connsiteX35" fmla="*/ 1422277 w 1502009"/>
                <a:gd name="connsiteY35" fmla="*/ 132294 h 1226411"/>
                <a:gd name="connsiteX36" fmla="*/ 1387919 w 1502009"/>
                <a:gd name="connsiteY36" fmla="*/ 878246 h 1226411"/>
                <a:gd name="connsiteX37" fmla="*/ 1358476 w 1502009"/>
                <a:gd name="connsiteY37" fmla="*/ 921148 h 1226411"/>
                <a:gd name="connsiteX38" fmla="*/ 1341435 w 1502009"/>
                <a:gd name="connsiteY38" fmla="*/ 908608 h 1226411"/>
                <a:gd name="connsiteX39" fmla="*/ 1370051 w 1502009"/>
                <a:gd name="connsiteY39" fmla="*/ 866855 h 1226411"/>
                <a:gd name="connsiteX40" fmla="*/ 1368351 w 1502009"/>
                <a:gd name="connsiteY40" fmla="*/ 43230 h 1226411"/>
                <a:gd name="connsiteX41" fmla="*/ 1351081 w 1502009"/>
                <a:gd name="connsiteY41" fmla="*/ 55402 h 1226411"/>
                <a:gd name="connsiteX42" fmla="*/ 1320489 w 1502009"/>
                <a:gd name="connsiteY42" fmla="*/ 15027 h 1226411"/>
                <a:gd name="connsiteX43" fmla="*/ 1336887 w 1502009"/>
                <a:gd name="connsiteY43" fmla="*/ 1660 h 1226411"/>
                <a:gd name="connsiteX44" fmla="*/ 1368351 w 1502009"/>
                <a:gd name="connsiteY44" fmla="*/ 43230 h 1226411"/>
                <a:gd name="connsiteX45" fmla="*/ 1326139 w 1502009"/>
                <a:gd name="connsiteY45" fmla="*/ 961890 h 1226411"/>
                <a:gd name="connsiteX46" fmla="*/ 1291046 w 1502009"/>
                <a:gd name="connsiteY46" fmla="*/ 1000336 h 1226411"/>
                <a:gd name="connsiteX47" fmla="*/ 1275888 w 1502009"/>
                <a:gd name="connsiteY47" fmla="*/ 985546 h 1226411"/>
                <a:gd name="connsiteX48" fmla="*/ 1310017 w 1502009"/>
                <a:gd name="connsiteY48" fmla="*/ 948156 h 1226411"/>
                <a:gd name="connsiteX49" fmla="*/ 1253427 w 1502009"/>
                <a:gd name="connsiteY49" fmla="*/ 1036301 h 1226411"/>
                <a:gd name="connsiteX50" fmla="*/ 1213373 w 1502009"/>
                <a:gd name="connsiteY50" fmla="*/ 1069695 h 1226411"/>
                <a:gd name="connsiteX51" fmla="*/ 1200420 w 1502009"/>
                <a:gd name="connsiteY51" fmla="*/ 1052929 h 1226411"/>
                <a:gd name="connsiteX52" fmla="*/ 1239326 w 1502009"/>
                <a:gd name="connsiteY52" fmla="*/ 1020776 h 1226411"/>
                <a:gd name="connsiteX53" fmla="*/ 1171115 w 1502009"/>
                <a:gd name="connsiteY53" fmla="*/ 1100194 h 1226411"/>
                <a:gd name="connsiteX54" fmla="*/ 1126836 w 1502009"/>
                <a:gd name="connsiteY54" fmla="*/ 1127754 h 1226411"/>
                <a:gd name="connsiteX55" fmla="*/ 1116317 w 1502009"/>
                <a:gd name="connsiteY55" fmla="*/ 1109381 h 1226411"/>
                <a:gd name="connsiteX56" fmla="*/ 1159356 w 1502009"/>
                <a:gd name="connsiteY56" fmla="*/ 1082694 h 1226411"/>
                <a:gd name="connsiteX57" fmla="*/ 1080581 w 1502009"/>
                <a:gd name="connsiteY57" fmla="*/ 1152099 h 1226411"/>
                <a:gd name="connsiteX58" fmla="*/ 1032903 w 1502009"/>
                <a:gd name="connsiteY58" fmla="*/ 1173136 h 1226411"/>
                <a:gd name="connsiteX59" fmla="*/ 1025461 w 1502009"/>
                <a:gd name="connsiteY59" fmla="*/ 1153477 h 1226411"/>
                <a:gd name="connsiteX60" fmla="*/ 1071762 w 1502009"/>
                <a:gd name="connsiteY60" fmla="*/ 1133037 h 1226411"/>
                <a:gd name="connsiteX61" fmla="*/ 984122 w 1502009"/>
                <a:gd name="connsiteY61" fmla="*/ 1190820 h 1226411"/>
                <a:gd name="connsiteX62" fmla="*/ 934009 w 1502009"/>
                <a:gd name="connsiteY62" fmla="*/ 1205013 h 1226411"/>
                <a:gd name="connsiteX63" fmla="*/ 928956 w 1502009"/>
                <a:gd name="connsiteY63" fmla="*/ 1184481 h 1226411"/>
                <a:gd name="connsiteX64" fmla="*/ 977645 w 1502009"/>
                <a:gd name="connsiteY64" fmla="*/ 1170702 h 1226411"/>
                <a:gd name="connsiteX65" fmla="*/ 883069 w 1502009"/>
                <a:gd name="connsiteY65" fmla="*/ 1215762 h 1226411"/>
                <a:gd name="connsiteX66" fmla="*/ 831440 w 1502009"/>
                <a:gd name="connsiteY66" fmla="*/ 1222927 h 1226411"/>
                <a:gd name="connsiteX67" fmla="*/ 829281 w 1502009"/>
                <a:gd name="connsiteY67" fmla="*/ 1201844 h 1226411"/>
                <a:gd name="connsiteX68" fmla="*/ 879394 w 1502009"/>
                <a:gd name="connsiteY68" fmla="*/ 1194862 h 1226411"/>
                <a:gd name="connsiteX69" fmla="*/ 779490 w 1502009"/>
                <a:gd name="connsiteY69" fmla="*/ 1226510 h 1226411"/>
                <a:gd name="connsiteX70" fmla="*/ 753308 w 1502009"/>
                <a:gd name="connsiteY70" fmla="*/ 1226969 h 1226411"/>
                <a:gd name="connsiteX71" fmla="*/ 727448 w 1502009"/>
                <a:gd name="connsiteY71" fmla="*/ 1226510 h 1226411"/>
                <a:gd name="connsiteX72" fmla="*/ 728137 w 1502009"/>
                <a:gd name="connsiteY72" fmla="*/ 1205335 h 1226411"/>
                <a:gd name="connsiteX73" fmla="*/ 753308 w 1502009"/>
                <a:gd name="connsiteY73" fmla="*/ 1205794 h 1226411"/>
                <a:gd name="connsiteX74" fmla="*/ 778755 w 1502009"/>
                <a:gd name="connsiteY74" fmla="*/ 1205335 h 1226411"/>
                <a:gd name="connsiteX75" fmla="*/ 677657 w 1502009"/>
                <a:gd name="connsiteY75" fmla="*/ 1201890 h 1226411"/>
                <a:gd name="connsiteX76" fmla="*/ 675452 w 1502009"/>
                <a:gd name="connsiteY76" fmla="*/ 1222927 h 1226411"/>
                <a:gd name="connsiteX77" fmla="*/ 623915 w 1502009"/>
                <a:gd name="connsiteY77" fmla="*/ 1215808 h 1226411"/>
                <a:gd name="connsiteX78" fmla="*/ 627544 w 1502009"/>
                <a:gd name="connsiteY78" fmla="*/ 1194954 h 1226411"/>
                <a:gd name="connsiteX79" fmla="*/ 677611 w 1502009"/>
                <a:gd name="connsiteY79" fmla="*/ 1201890 h 1226411"/>
                <a:gd name="connsiteX80" fmla="*/ 577982 w 1502009"/>
                <a:gd name="connsiteY80" fmla="*/ 1184527 h 1226411"/>
                <a:gd name="connsiteX81" fmla="*/ 572929 w 1502009"/>
                <a:gd name="connsiteY81" fmla="*/ 1205105 h 1226411"/>
                <a:gd name="connsiteX82" fmla="*/ 522816 w 1502009"/>
                <a:gd name="connsiteY82" fmla="*/ 1190912 h 1226411"/>
                <a:gd name="connsiteX83" fmla="*/ 529293 w 1502009"/>
                <a:gd name="connsiteY83" fmla="*/ 1170748 h 1226411"/>
                <a:gd name="connsiteX84" fmla="*/ 577936 w 1502009"/>
                <a:gd name="connsiteY84" fmla="*/ 1184527 h 1226411"/>
                <a:gd name="connsiteX85" fmla="*/ 481523 w 1502009"/>
                <a:gd name="connsiteY85" fmla="*/ 1153615 h 1226411"/>
                <a:gd name="connsiteX86" fmla="*/ 473668 w 1502009"/>
                <a:gd name="connsiteY86" fmla="*/ 1173274 h 1226411"/>
                <a:gd name="connsiteX87" fmla="*/ 426036 w 1502009"/>
                <a:gd name="connsiteY87" fmla="*/ 1152236 h 1226411"/>
                <a:gd name="connsiteX88" fmla="*/ 435222 w 1502009"/>
                <a:gd name="connsiteY88" fmla="*/ 1133175 h 1226411"/>
                <a:gd name="connsiteX89" fmla="*/ 481660 w 1502009"/>
                <a:gd name="connsiteY89" fmla="*/ 1153615 h 1226411"/>
                <a:gd name="connsiteX90" fmla="*/ 390483 w 1502009"/>
                <a:gd name="connsiteY90" fmla="*/ 1109611 h 1226411"/>
                <a:gd name="connsiteX91" fmla="*/ 379965 w 1502009"/>
                <a:gd name="connsiteY91" fmla="*/ 1127984 h 1226411"/>
                <a:gd name="connsiteX92" fmla="*/ 335731 w 1502009"/>
                <a:gd name="connsiteY92" fmla="*/ 1100424 h 1226411"/>
                <a:gd name="connsiteX93" fmla="*/ 347490 w 1502009"/>
                <a:gd name="connsiteY93" fmla="*/ 1082832 h 1226411"/>
                <a:gd name="connsiteX94" fmla="*/ 390621 w 1502009"/>
                <a:gd name="connsiteY94" fmla="*/ 1109611 h 1226411"/>
                <a:gd name="connsiteX95" fmla="*/ 306472 w 1502009"/>
                <a:gd name="connsiteY95" fmla="*/ 1053389 h 1226411"/>
                <a:gd name="connsiteX96" fmla="*/ 293519 w 1502009"/>
                <a:gd name="connsiteY96" fmla="*/ 1070154 h 1226411"/>
                <a:gd name="connsiteX97" fmla="*/ 253465 w 1502009"/>
                <a:gd name="connsiteY97" fmla="*/ 1036853 h 1226411"/>
                <a:gd name="connsiteX98" fmla="*/ 267567 w 1502009"/>
                <a:gd name="connsiteY98" fmla="*/ 1021052 h 1226411"/>
                <a:gd name="connsiteX99" fmla="*/ 306610 w 1502009"/>
                <a:gd name="connsiteY99" fmla="*/ 1053389 h 1226411"/>
                <a:gd name="connsiteX100" fmla="*/ 230958 w 1502009"/>
                <a:gd name="connsiteY100" fmla="*/ 986051 h 1226411"/>
                <a:gd name="connsiteX101" fmla="*/ 215800 w 1502009"/>
                <a:gd name="connsiteY101" fmla="*/ 1000887 h 1226411"/>
                <a:gd name="connsiteX102" fmla="*/ 180661 w 1502009"/>
                <a:gd name="connsiteY102" fmla="*/ 962395 h 1226411"/>
                <a:gd name="connsiteX103" fmla="*/ 196738 w 1502009"/>
                <a:gd name="connsiteY103" fmla="*/ 948616 h 1226411"/>
                <a:gd name="connsiteX104" fmla="*/ 231096 w 1502009"/>
                <a:gd name="connsiteY104" fmla="*/ 986051 h 1226411"/>
                <a:gd name="connsiteX105" fmla="*/ 185622 w 1502009"/>
                <a:gd name="connsiteY105" fmla="*/ 15440 h 1226411"/>
                <a:gd name="connsiteX106" fmla="*/ 155123 w 1502009"/>
                <a:gd name="connsiteY106" fmla="*/ 55816 h 1226411"/>
                <a:gd name="connsiteX107" fmla="*/ 137760 w 1502009"/>
                <a:gd name="connsiteY107" fmla="*/ 43597 h 1226411"/>
                <a:gd name="connsiteX108" fmla="*/ 169178 w 1502009"/>
                <a:gd name="connsiteY108" fmla="*/ 2258 h 1226411"/>
                <a:gd name="connsiteX109" fmla="*/ 165228 w 1502009"/>
                <a:gd name="connsiteY109" fmla="*/ 909021 h 1226411"/>
                <a:gd name="connsiteX110" fmla="*/ 148233 w 1502009"/>
                <a:gd name="connsiteY110" fmla="*/ 921607 h 1226411"/>
                <a:gd name="connsiteX111" fmla="*/ 118698 w 1502009"/>
                <a:gd name="connsiteY111" fmla="*/ 878706 h 1226411"/>
                <a:gd name="connsiteX112" fmla="*/ 136520 w 1502009"/>
                <a:gd name="connsiteY112" fmla="*/ 867314 h 1226411"/>
                <a:gd name="connsiteX113" fmla="*/ 165366 w 1502009"/>
                <a:gd name="connsiteY113" fmla="*/ 909021 h 1226411"/>
                <a:gd name="connsiteX114" fmla="*/ 127471 w 1502009"/>
                <a:gd name="connsiteY114" fmla="*/ 98166 h 1226411"/>
                <a:gd name="connsiteX115" fmla="*/ 102851 w 1502009"/>
                <a:gd name="connsiteY115" fmla="*/ 142353 h 1226411"/>
                <a:gd name="connsiteX116" fmla="*/ 84018 w 1502009"/>
                <a:gd name="connsiteY116" fmla="*/ 132707 h 1226411"/>
                <a:gd name="connsiteX117" fmla="*/ 109327 w 1502009"/>
                <a:gd name="connsiteY117" fmla="*/ 87234 h 1226411"/>
                <a:gd name="connsiteX118" fmla="*/ 110843 w 1502009"/>
                <a:gd name="connsiteY118" fmla="*/ 823907 h 1226411"/>
                <a:gd name="connsiteX119" fmla="*/ 92240 w 1502009"/>
                <a:gd name="connsiteY119" fmla="*/ 834013 h 1226411"/>
                <a:gd name="connsiteX120" fmla="*/ 68952 w 1502009"/>
                <a:gd name="connsiteY120" fmla="*/ 787391 h 1226411"/>
                <a:gd name="connsiteX121" fmla="*/ 88198 w 1502009"/>
                <a:gd name="connsiteY121" fmla="*/ 778617 h 1226411"/>
                <a:gd name="connsiteX122" fmla="*/ 110981 w 1502009"/>
                <a:gd name="connsiteY122" fmla="*/ 823678 h 1226411"/>
                <a:gd name="connsiteX123" fmla="*/ 81400 w 1502009"/>
                <a:gd name="connsiteY123" fmla="*/ 188378 h 1226411"/>
                <a:gd name="connsiteX124" fmla="*/ 63027 w 1502009"/>
                <a:gd name="connsiteY124" fmla="*/ 235597 h 1226411"/>
                <a:gd name="connsiteX125" fmla="*/ 43000 w 1502009"/>
                <a:gd name="connsiteY125" fmla="*/ 228662 h 1226411"/>
                <a:gd name="connsiteX126" fmla="*/ 61741 w 1502009"/>
                <a:gd name="connsiteY126" fmla="*/ 180110 h 1226411"/>
                <a:gd name="connsiteX127" fmla="*/ 68815 w 1502009"/>
                <a:gd name="connsiteY127" fmla="*/ 731858 h 1226411"/>
                <a:gd name="connsiteX128" fmla="*/ 49017 w 1502009"/>
                <a:gd name="connsiteY128" fmla="*/ 739253 h 1226411"/>
                <a:gd name="connsiteX129" fmla="*/ 32436 w 1502009"/>
                <a:gd name="connsiteY129" fmla="*/ 689875 h 1226411"/>
                <a:gd name="connsiteX130" fmla="*/ 52738 w 1502009"/>
                <a:gd name="connsiteY130" fmla="*/ 683858 h 1226411"/>
                <a:gd name="connsiteX131" fmla="*/ 68952 w 1502009"/>
                <a:gd name="connsiteY131" fmla="*/ 731628 h 1226411"/>
                <a:gd name="connsiteX132" fmla="*/ 48283 w 1502009"/>
                <a:gd name="connsiteY132" fmla="*/ 283965 h 1226411"/>
                <a:gd name="connsiteX133" fmla="*/ 36753 w 1502009"/>
                <a:gd name="connsiteY133" fmla="*/ 333251 h 1226411"/>
                <a:gd name="connsiteX134" fmla="*/ 15992 w 1502009"/>
                <a:gd name="connsiteY134" fmla="*/ 329117 h 1226411"/>
                <a:gd name="connsiteX135" fmla="*/ 27842 w 1502009"/>
                <a:gd name="connsiteY135" fmla="*/ 278591 h 1226411"/>
                <a:gd name="connsiteX136" fmla="*/ 40060 w 1502009"/>
                <a:gd name="connsiteY136" fmla="*/ 634847 h 1226411"/>
                <a:gd name="connsiteX137" fmla="*/ 19391 w 1502009"/>
                <a:gd name="connsiteY137" fmla="*/ 639440 h 1226411"/>
                <a:gd name="connsiteX138" fmla="*/ 9882 w 1502009"/>
                <a:gd name="connsiteY138" fmla="*/ 588225 h 1226411"/>
                <a:gd name="connsiteX139" fmla="*/ 30782 w 1502009"/>
                <a:gd name="connsiteY139" fmla="*/ 585056 h 1226411"/>
                <a:gd name="connsiteX140" fmla="*/ 40198 w 1502009"/>
                <a:gd name="connsiteY140" fmla="*/ 634618 h 1226411"/>
                <a:gd name="connsiteX141" fmla="*/ 28715 w 1502009"/>
                <a:gd name="connsiteY141" fmla="*/ 382950 h 1226411"/>
                <a:gd name="connsiteX142" fmla="*/ 24122 w 1502009"/>
                <a:gd name="connsiteY142" fmla="*/ 433477 h 1226411"/>
                <a:gd name="connsiteX143" fmla="*/ 2992 w 1502009"/>
                <a:gd name="connsiteY143" fmla="*/ 432236 h 1226411"/>
                <a:gd name="connsiteX144" fmla="*/ 7586 w 1502009"/>
                <a:gd name="connsiteY144" fmla="*/ 380378 h 1226411"/>
                <a:gd name="connsiteX145" fmla="*/ 25132 w 1502009"/>
                <a:gd name="connsiteY145" fmla="*/ 534529 h 1226411"/>
                <a:gd name="connsiteX146" fmla="*/ 4003 w 1502009"/>
                <a:gd name="connsiteY146" fmla="*/ 536183 h 1226411"/>
                <a:gd name="connsiteX147" fmla="*/ 1660 w 1502009"/>
                <a:gd name="connsiteY147" fmla="*/ 484141 h 1226411"/>
                <a:gd name="connsiteX148" fmla="*/ 22836 w 1502009"/>
                <a:gd name="connsiteY148" fmla="*/ 484141 h 1226411"/>
                <a:gd name="connsiteX149" fmla="*/ 25178 w 1502009"/>
                <a:gd name="connsiteY149" fmla="*/ 534575 h 12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02009" h="1226411">
                  <a:moveTo>
                    <a:pt x="1504818" y="483865"/>
                  </a:moveTo>
                  <a:cubicBezTo>
                    <a:pt x="1504589" y="501182"/>
                    <a:pt x="1503762" y="518683"/>
                    <a:pt x="1502384" y="535908"/>
                  </a:cubicBezTo>
                  <a:lnTo>
                    <a:pt x="1481255" y="534208"/>
                  </a:lnTo>
                  <a:cubicBezTo>
                    <a:pt x="1482633" y="517442"/>
                    <a:pt x="1483414" y="500447"/>
                    <a:pt x="1483643" y="483682"/>
                  </a:cubicBezTo>
                  <a:close/>
                  <a:moveTo>
                    <a:pt x="1503670" y="431823"/>
                  </a:moveTo>
                  <a:lnTo>
                    <a:pt x="1482541" y="433017"/>
                  </a:lnTo>
                  <a:cubicBezTo>
                    <a:pt x="1481576" y="416252"/>
                    <a:pt x="1480015" y="399303"/>
                    <a:pt x="1477948" y="382491"/>
                  </a:cubicBezTo>
                  <a:lnTo>
                    <a:pt x="1498939" y="379827"/>
                  </a:lnTo>
                  <a:cubicBezTo>
                    <a:pt x="1501098" y="397098"/>
                    <a:pt x="1502706" y="414552"/>
                    <a:pt x="1503670" y="431823"/>
                  </a:cubicBezTo>
                  <a:close/>
                  <a:moveTo>
                    <a:pt x="1496413" y="587628"/>
                  </a:moveTo>
                  <a:cubicBezTo>
                    <a:pt x="1493795" y="604715"/>
                    <a:pt x="1490625" y="621940"/>
                    <a:pt x="1486859" y="638798"/>
                  </a:cubicBezTo>
                  <a:lnTo>
                    <a:pt x="1466189" y="634204"/>
                  </a:lnTo>
                  <a:cubicBezTo>
                    <a:pt x="1469817" y="617806"/>
                    <a:pt x="1472941" y="601040"/>
                    <a:pt x="1475375" y="584412"/>
                  </a:cubicBezTo>
                  <a:close/>
                  <a:moveTo>
                    <a:pt x="1490579" y="328520"/>
                  </a:moveTo>
                  <a:lnTo>
                    <a:pt x="1469817" y="332654"/>
                  </a:lnTo>
                  <a:cubicBezTo>
                    <a:pt x="1466510" y="316118"/>
                    <a:pt x="1462652" y="299536"/>
                    <a:pt x="1458242" y="283368"/>
                  </a:cubicBezTo>
                  <a:lnTo>
                    <a:pt x="1478682" y="277810"/>
                  </a:lnTo>
                  <a:cubicBezTo>
                    <a:pt x="1483184" y="294483"/>
                    <a:pt x="1487226" y="311525"/>
                    <a:pt x="1490579" y="328520"/>
                  </a:cubicBezTo>
                  <a:close/>
                  <a:moveTo>
                    <a:pt x="1473814" y="689232"/>
                  </a:moveTo>
                  <a:cubicBezTo>
                    <a:pt x="1468945" y="705814"/>
                    <a:pt x="1463387" y="722441"/>
                    <a:pt x="1457370" y="738610"/>
                  </a:cubicBezTo>
                  <a:lnTo>
                    <a:pt x="1437527" y="731215"/>
                  </a:lnTo>
                  <a:cubicBezTo>
                    <a:pt x="1443360" y="715505"/>
                    <a:pt x="1448780" y="699337"/>
                    <a:pt x="1453511" y="683214"/>
                  </a:cubicBezTo>
                  <a:close/>
                  <a:moveTo>
                    <a:pt x="1463295" y="228064"/>
                  </a:moveTo>
                  <a:lnTo>
                    <a:pt x="1443268" y="235000"/>
                  </a:lnTo>
                  <a:cubicBezTo>
                    <a:pt x="1437756" y="219108"/>
                    <a:pt x="1431601" y="203260"/>
                    <a:pt x="1424895" y="187781"/>
                  </a:cubicBezTo>
                  <a:lnTo>
                    <a:pt x="1444371" y="179467"/>
                  </a:lnTo>
                  <a:cubicBezTo>
                    <a:pt x="1451261" y="195314"/>
                    <a:pt x="1457599" y="211712"/>
                    <a:pt x="1463295" y="228064"/>
                  </a:cubicBezTo>
                  <a:close/>
                  <a:moveTo>
                    <a:pt x="1437481" y="786748"/>
                  </a:moveTo>
                  <a:cubicBezTo>
                    <a:pt x="1430315" y="802457"/>
                    <a:pt x="1422552" y="818166"/>
                    <a:pt x="1414285" y="833370"/>
                  </a:cubicBezTo>
                  <a:lnTo>
                    <a:pt x="1395911" y="823264"/>
                  </a:lnTo>
                  <a:cubicBezTo>
                    <a:pt x="1403904" y="808474"/>
                    <a:pt x="1411482" y="793270"/>
                    <a:pt x="1418418" y="777974"/>
                  </a:cubicBezTo>
                  <a:close/>
                  <a:moveTo>
                    <a:pt x="1422277" y="132294"/>
                  </a:moveTo>
                  <a:lnTo>
                    <a:pt x="1403444" y="141986"/>
                  </a:lnTo>
                  <a:cubicBezTo>
                    <a:pt x="1395773" y="127058"/>
                    <a:pt x="1387460" y="112175"/>
                    <a:pt x="1378778" y="97798"/>
                  </a:cubicBezTo>
                  <a:lnTo>
                    <a:pt x="1396876" y="86820"/>
                  </a:lnTo>
                  <a:cubicBezTo>
                    <a:pt x="1405833" y="101611"/>
                    <a:pt x="1414376" y="116907"/>
                    <a:pt x="1422277" y="132294"/>
                  </a:cubicBezTo>
                  <a:close/>
                  <a:moveTo>
                    <a:pt x="1387919" y="878246"/>
                  </a:moveTo>
                  <a:cubicBezTo>
                    <a:pt x="1378732" y="892761"/>
                    <a:pt x="1368765" y="907230"/>
                    <a:pt x="1358476" y="921148"/>
                  </a:cubicBezTo>
                  <a:lnTo>
                    <a:pt x="1341435" y="908608"/>
                  </a:lnTo>
                  <a:cubicBezTo>
                    <a:pt x="1351448" y="894828"/>
                    <a:pt x="1361048" y="881048"/>
                    <a:pt x="1370051" y="866855"/>
                  </a:cubicBezTo>
                  <a:close/>
                  <a:moveTo>
                    <a:pt x="1368351" y="43230"/>
                  </a:moveTo>
                  <a:lnTo>
                    <a:pt x="1351081" y="55402"/>
                  </a:lnTo>
                  <a:cubicBezTo>
                    <a:pt x="1341389" y="41622"/>
                    <a:pt x="1331100" y="27843"/>
                    <a:pt x="1320489" y="15027"/>
                  </a:cubicBezTo>
                  <a:lnTo>
                    <a:pt x="1336887" y="1660"/>
                  </a:lnTo>
                  <a:cubicBezTo>
                    <a:pt x="1347819" y="15119"/>
                    <a:pt x="1358384" y="29083"/>
                    <a:pt x="1368351" y="43230"/>
                  </a:cubicBezTo>
                  <a:close/>
                  <a:moveTo>
                    <a:pt x="1326139" y="961890"/>
                  </a:moveTo>
                  <a:cubicBezTo>
                    <a:pt x="1314931" y="975027"/>
                    <a:pt x="1303173" y="987980"/>
                    <a:pt x="1291046" y="1000336"/>
                  </a:cubicBezTo>
                  <a:lnTo>
                    <a:pt x="1275888" y="985546"/>
                  </a:lnTo>
                  <a:cubicBezTo>
                    <a:pt x="1287647" y="973511"/>
                    <a:pt x="1299130" y="960926"/>
                    <a:pt x="1310017" y="948156"/>
                  </a:cubicBezTo>
                  <a:close/>
                  <a:moveTo>
                    <a:pt x="1253427" y="1036301"/>
                  </a:moveTo>
                  <a:cubicBezTo>
                    <a:pt x="1240520" y="1047877"/>
                    <a:pt x="1227016" y="1059268"/>
                    <a:pt x="1213373" y="1069695"/>
                  </a:cubicBezTo>
                  <a:lnTo>
                    <a:pt x="1200420" y="1052929"/>
                  </a:lnTo>
                  <a:cubicBezTo>
                    <a:pt x="1213649" y="1042640"/>
                    <a:pt x="1226786" y="1031754"/>
                    <a:pt x="1239326" y="1020776"/>
                  </a:cubicBezTo>
                  <a:close/>
                  <a:moveTo>
                    <a:pt x="1171115" y="1100194"/>
                  </a:moveTo>
                  <a:cubicBezTo>
                    <a:pt x="1156738" y="1109794"/>
                    <a:pt x="1141856" y="1119073"/>
                    <a:pt x="1126836" y="1127754"/>
                  </a:cubicBezTo>
                  <a:lnTo>
                    <a:pt x="1116317" y="1109381"/>
                  </a:lnTo>
                  <a:cubicBezTo>
                    <a:pt x="1130924" y="1101022"/>
                    <a:pt x="1145392" y="1092018"/>
                    <a:pt x="1159356" y="1082694"/>
                  </a:cubicBezTo>
                  <a:close/>
                  <a:moveTo>
                    <a:pt x="1080581" y="1152099"/>
                  </a:moveTo>
                  <a:cubicBezTo>
                    <a:pt x="1065010" y="1159586"/>
                    <a:pt x="1048979" y="1166705"/>
                    <a:pt x="1032903" y="1173136"/>
                  </a:cubicBezTo>
                  <a:lnTo>
                    <a:pt x="1025461" y="1153477"/>
                  </a:lnTo>
                  <a:cubicBezTo>
                    <a:pt x="1041079" y="1147230"/>
                    <a:pt x="1056650" y="1140340"/>
                    <a:pt x="1071762" y="1133037"/>
                  </a:cubicBezTo>
                  <a:close/>
                  <a:moveTo>
                    <a:pt x="984122" y="1190820"/>
                  </a:moveTo>
                  <a:cubicBezTo>
                    <a:pt x="967678" y="1196103"/>
                    <a:pt x="950820" y="1200880"/>
                    <a:pt x="934009" y="1205013"/>
                  </a:cubicBezTo>
                  <a:lnTo>
                    <a:pt x="928956" y="1184481"/>
                  </a:lnTo>
                  <a:cubicBezTo>
                    <a:pt x="945262" y="1180439"/>
                    <a:pt x="961660" y="1175800"/>
                    <a:pt x="977645" y="1170702"/>
                  </a:cubicBezTo>
                  <a:close/>
                  <a:moveTo>
                    <a:pt x="883069" y="1215762"/>
                  </a:moveTo>
                  <a:cubicBezTo>
                    <a:pt x="866028" y="1218702"/>
                    <a:pt x="848665" y="1221136"/>
                    <a:pt x="831440" y="1222927"/>
                  </a:cubicBezTo>
                  <a:lnTo>
                    <a:pt x="829281" y="1201844"/>
                  </a:lnTo>
                  <a:cubicBezTo>
                    <a:pt x="846001" y="1200099"/>
                    <a:pt x="862858" y="1197756"/>
                    <a:pt x="879394" y="1194862"/>
                  </a:cubicBezTo>
                  <a:close/>
                  <a:moveTo>
                    <a:pt x="779490" y="1226510"/>
                  </a:moveTo>
                  <a:cubicBezTo>
                    <a:pt x="770809" y="1226786"/>
                    <a:pt x="761990" y="1226969"/>
                    <a:pt x="753308" y="1226969"/>
                  </a:cubicBezTo>
                  <a:cubicBezTo>
                    <a:pt x="744627" y="1226969"/>
                    <a:pt x="736037" y="1226969"/>
                    <a:pt x="727448" y="1226510"/>
                  </a:cubicBezTo>
                  <a:lnTo>
                    <a:pt x="728137" y="1205335"/>
                  </a:lnTo>
                  <a:cubicBezTo>
                    <a:pt x="736497" y="1205656"/>
                    <a:pt x="744994" y="1205794"/>
                    <a:pt x="753308" y="1205794"/>
                  </a:cubicBezTo>
                  <a:cubicBezTo>
                    <a:pt x="761622" y="1205794"/>
                    <a:pt x="770350" y="1205794"/>
                    <a:pt x="778755" y="1205335"/>
                  </a:cubicBezTo>
                  <a:close/>
                  <a:moveTo>
                    <a:pt x="677657" y="1201890"/>
                  </a:moveTo>
                  <a:lnTo>
                    <a:pt x="675452" y="1222927"/>
                  </a:lnTo>
                  <a:cubicBezTo>
                    <a:pt x="658273" y="1221136"/>
                    <a:pt x="640910" y="1218748"/>
                    <a:pt x="623915" y="1215808"/>
                  </a:cubicBezTo>
                  <a:lnTo>
                    <a:pt x="627544" y="1194954"/>
                  </a:lnTo>
                  <a:cubicBezTo>
                    <a:pt x="644217" y="1197802"/>
                    <a:pt x="660891" y="1200145"/>
                    <a:pt x="677611" y="1201890"/>
                  </a:cubicBezTo>
                  <a:close/>
                  <a:moveTo>
                    <a:pt x="577982" y="1184527"/>
                  </a:moveTo>
                  <a:lnTo>
                    <a:pt x="572929" y="1205105"/>
                  </a:lnTo>
                  <a:cubicBezTo>
                    <a:pt x="556118" y="1200971"/>
                    <a:pt x="539260" y="1196195"/>
                    <a:pt x="522816" y="1190912"/>
                  </a:cubicBezTo>
                  <a:lnTo>
                    <a:pt x="529293" y="1170748"/>
                  </a:lnTo>
                  <a:cubicBezTo>
                    <a:pt x="545232" y="1175892"/>
                    <a:pt x="561538" y="1180531"/>
                    <a:pt x="577936" y="1184527"/>
                  </a:cubicBezTo>
                  <a:close/>
                  <a:moveTo>
                    <a:pt x="481523" y="1153615"/>
                  </a:moveTo>
                  <a:lnTo>
                    <a:pt x="473668" y="1173274"/>
                  </a:lnTo>
                  <a:cubicBezTo>
                    <a:pt x="457638" y="1166843"/>
                    <a:pt x="441515" y="1159769"/>
                    <a:pt x="426036" y="1152236"/>
                  </a:cubicBezTo>
                  <a:lnTo>
                    <a:pt x="435222" y="1133175"/>
                  </a:lnTo>
                  <a:cubicBezTo>
                    <a:pt x="450518" y="1140524"/>
                    <a:pt x="466089" y="1147368"/>
                    <a:pt x="481660" y="1153615"/>
                  </a:cubicBezTo>
                  <a:close/>
                  <a:moveTo>
                    <a:pt x="390483" y="1109611"/>
                  </a:moveTo>
                  <a:lnTo>
                    <a:pt x="379965" y="1127984"/>
                  </a:lnTo>
                  <a:cubicBezTo>
                    <a:pt x="364991" y="1119395"/>
                    <a:pt x="350108" y="1110208"/>
                    <a:pt x="335731" y="1100424"/>
                  </a:cubicBezTo>
                  <a:lnTo>
                    <a:pt x="347490" y="1082832"/>
                  </a:lnTo>
                  <a:cubicBezTo>
                    <a:pt x="361638" y="1092340"/>
                    <a:pt x="376060" y="1101297"/>
                    <a:pt x="390621" y="1109611"/>
                  </a:cubicBezTo>
                  <a:close/>
                  <a:moveTo>
                    <a:pt x="306472" y="1053389"/>
                  </a:moveTo>
                  <a:lnTo>
                    <a:pt x="293519" y="1070154"/>
                  </a:lnTo>
                  <a:cubicBezTo>
                    <a:pt x="279739" y="1059544"/>
                    <a:pt x="266372" y="1048336"/>
                    <a:pt x="253465" y="1036853"/>
                  </a:cubicBezTo>
                  <a:lnTo>
                    <a:pt x="267567" y="1021052"/>
                  </a:lnTo>
                  <a:cubicBezTo>
                    <a:pt x="280244" y="1032213"/>
                    <a:pt x="293335" y="1043099"/>
                    <a:pt x="306610" y="1053389"/>
                  </a:cubicBezTo>
                  <a:close/>
                  <a:moveTo>
                    <a:pt x="230958" y="986051"/>
                  </a:moveTo>
                  <a:lnTo>
                    <a:pt x="215800" y="1000887"/>
                  </a:lnTo>
                  <a:cubicBezTo>
                    <a:pt x="203674" y="988486"/>
                    <a:pt x="191869" y="975532"/>
                    <a:pt x="180661" y="962395"/>
                  </a:cubicBezTo>
                  <a:lnTo>
                    <a:pt x="196738" y="948616"/>
                  </a:lnTo>
                  <a:cubicBezTo>
                    <a:pt x="207854" y="961431"/>
                    <a:pt x="219291" y="974017"/>
                    <a:pt x="231096" y="986051"/>
                  </a:cubicBezTo>
                  <a:close/>
                  <a:moveTo>
                    <a:pt x="185622" y="15440"/>
                  </a:moveTo>
                  <a:cubicBezTo>
                    <a:pt x="175012" y="28486"/>
                    <a:pt x="164769" y="42082"/>
                    <a:pt x="155123" y="55816"/>
                  </a:cubicBezTo>
                  <a:lnTo>
                    <a:pt x="137760" y="43597"/>
                  </a:lnTo>
                  <a:cubicBezTo>
                    <a:pt x="147727" y="29496"/>
                    <a:pt x="158292" y="15532"/>
                    <a:pt x="169178" y="2258"/>
                  </a:cubicBezTo>
                  <a:close/>
                  <a:moveTo>
                    <a:pt x="165228" y="909021"/>
                  </a:moveTo>
                  <a:lnTo>
                    <a:pt x="148233" y="921607"/>
                  </a:lnTo>
                  <a:cubicBezTo>
                    <a:pt x="137898" y="907827"/>
                    <a:pt x="127976" y="893266"/>
                    <a:pt x="118698" y="878706"/>
                  </a:cubicBezTo>
                  <a:lnTo>
                    <a:pt x="136520" y="867314"/>
                  </a:lnTo>
                  <a:cubicBezTo>
                    <a:pt x="145706" y="881461"/>
                    <a:pt x="155352" y="895517"/>
                    <a:pt x="165366" y="909021"/>
                  </a:cubicBezTo>
                  <a:close/>
                  <a:moveTo>
                    <a:pt x="127471" y="98166"/>
                  </a:moveTo>
                  <a:cubicBezTo>
                    <a:pt x="118790" y="112543"/>
                    <a:pt x="110522" y="127425"/>
                    <a:pt x="102851" y="142353"/>
                  </a:cubicBezTo>
                  <a:lnTo>
                    <a:pt x="84018" y="132707"/>
                  </a:lnTo>
                  <a:cubicBezTo>
                    <a:pt x="91919" y="117320"/>
                    <a:pt x="100416" y="102024"/>
                    <a:pt x="109327" y="87234"/>
                  </a:cubicBezTo>
                  <a:close/>
                  <a:moveTo>
                    <a:pt x="110843" y="823907"/>
                  </a:moveTo>
                  <a:lnTo>
                    <a:pt x="92240" y="834013"/>
                  </a:lnTo>
                  <a:cubicBezTo>
                    <a:pt x="83972" y="818809"/>
                    <a:pt x="76118" y="803145"/>
                    <a:pt x="68952" y="787391"/>
                  </a:cubicBezTo>
                  <a:lnTo>
                    <a:pt x="88198" y="778617"/>
                  </a:lnTo>
                  <a:cubicBezTo>
                    <a:pt x="95318" y="793684"/>
                    <a:pt x="102943" y="808933"/>
                    <a:pt x="110981" y="823678"/>
                  </a:cubicBezTo>
                  <a:close/>
                  <a:moveTo>
                    <a:pt x="81400" y="188378"/>
                  </a:moveTo>
                  <a:cubicBezTo>
                    <a:pt x="74832" y="203812"/>
                    <a:pt x="68723" y="219705"/>
                    <a:pt x="63027" y="235597"/>
                  </a:cubicBezTo>
                  <a:lnTo>
                    <a:pt x="43000" y="228662"/>
                  </a:lnTo>
                  <a:cubicBezTo>
                    <a:pt x="48650" y="212309"/>
                    <a:pt x="54989" y="195957"/>
                    <a:pt x="61741" y="180110"/>
                  </a:cubicBezTo>
                  <a:close/>
                  <a:moveTo>
                    <a:pt x="68815" y="731858"/>
                  </a:moveTo>
                  <a:lnTo>
                    <a:pt x="49017" y="739253"/>
                  </a:lnTo>
                  <a:cubicBezTo>
                    <a:pt x="42954" y="723085"/>
                    <a:pt x="37350" y="706457"/>
                    <a:pt x="32436" y="689875"/>
                  </a:cubicBezTo>
                  <a:lnTo>
                    <a:pt x="52738" y="683858"/>
                  </a:lnTo>
                  <a:cubicBezTo>
                    <a:pt x="57653" y="699705"/>
                    <a:pt x="63073" y="715873"/>
                    <a:pt x="68952" y="731628"/>
                  </a:cubicBezTo>
                  <a:close/>
                  <a:moveTo>
                    <a:pt x="48283" y="283965"/>
                  </a:moveTo>
                  <a:cubicBezTo>
                    <a:pt x="43689" y="300133"/>
                    <a:pt x="40014" y="316715"/>
                    <a:pt x="36753" y="333251"/>
                  </a:cubicBezTo>
                  <a:lnTo>
                    <a:pt x="15992" y="329117"/>
                  </a:lnTo>
                  <a:cubicBezTo>
                    <a:pt x="19345" y="312167"/>
                    <a:pt x="23341" y="295080"/>
                    <a:pt x="27842" y="278591"/>
                  </a:cubicBezTo>
                  <a:close/>
                  <a:moveTo>
                    <a:pt x="40060" y="634847"/>
                  </a:moveTo>
                  <a:lnTo>
                    <a:pt x="19391" y="639440"/>
                  </a:lnTo>
                  <a:cubicBezTo>
                    <a:pt x="15624" y="622537"/>
                    <a:pt x="12455" y="605312"/>
                    <a:pt x="9882" y="588225"/>
                  </a:cubicBezTo>
                  <a:lnTo>
                    <a:pt x="30782" y="585056"/>
                  </a:lnTo>
                  <a:cubicBezTo>
                    <a:pt x="33308" y="601454"/>
                    <a:pt x="36570" y="618219"/>
                    <a:pt x="40198" y="634618"/>
                  </a:cubicBezTo>
                  <a:close/>
                  <a:moveTo>
                    <a:pt x="28715" y="382950"/>
                  </a:moveTo>
                  <a:cubicBezTo>
                    <a:pt x="26602" y="399624"/>
                    <a:pt x="25040" y="416620"/>
                    <a:pt x="24122" y="433477"/>
                  </a:cubicBezTo>
                  <a:lnTo>
                    <a:pt x="2992" y="432236"/>
                  </a:lnTo>
                  <a:cubicBezTo>
                    <a:pt x="4003" y="414966"/>
                    <a:pt x="5611" y="397511"/>
                    <a:pt x="7586" y="380378"/>
                  </a:cubicBezTo>
                  <a:close/>
                  <a:moveTo>
                    <a:pt x="25132" y="534529"/>
                  </a:moveTo>
                  <a:lnTo>
                    <a:pt x="4003" y="536183"/>
                  </a:lnTo>
                  <a:cubicBezTo>
                    <a:pt x="2625" y="518958"/>
                    <a:pt x="1844" y="501458"/>
                    <a:pt x="1660" y="484141"/>
                  </a:cubicBezTo>
                  <a:lnTo>
                    <a:pt x="22836" y="484141"/>
                  </a:lnTo>
                  <a:cubicBezTo>
                    <a:pt x="23065" y="500815"/>
                    <a:pt x="23846" y="517810"/>
                    <a:pt x="25178" y="534575"/>
                  </a:cubicBezTo>
                  <a:close/>
                </a:path>
              </a:pathLst>
            </a:custGeom>
            <a:grpFill/>
            <a:ln w="4591"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C0E95A40-A061-4ABC-914B-AEF359BC6C0A}"/>
                </a:ext>
              </a:extLst>
            </p:cNvPr>
            <p:cNvSpPr/>
            <p:nvPr/>
          </p:nvSpPr>
          <p:spPr>
            <a:xfrm>
              <a:off x="806115" y="3698332"/>
              <a:ext cx="32153" cy="32153"/>
            </a:xfrm>
            <a:custGeom>
              <a:avLst/>
              <a:gdLst>
                <a:gd name="connsiteX0" fmla="*/ 34548 w 32153"/>
                <a:gd name="connsiteY0" fmla="*/ 16451 h 32153"/>
                <a:gd name="connsiteX1" fmla="*/ 17140 w 32153"/>
                <a:gd name="connsiteY1" fmla="*/ 34502 h 32153"/>
                <a:gd name="connsiteX2" fmla="*/ 1660 w 32153"/>
                <a:gd name="connsiteY2" fmla="*/ 20034 h 32153"/>
                <a:gd name="connsiteX3" fmla="*/ 19574 w 32153"/>
                <a:gd name="connsiteY3" fmla="*/ 1660 h 32153"/>
              </a:gdLst>
              <a:ahLst/>
              <a:cxnLst>
                <a:cxn ang="0">
                  <a:pos x="connsiteX0" y="connsiteY0"/>
                </a:cxn>
                <a:cxn ang="0">
                  <a:pos x="connsiteX1" y="connsiteY1"/>
                </a:cxn>
                <a:cxn ang="0">
                  <a:pos x="connsiteX2" y="connsiteY2"/>
                </a:cxn>
                <a:cxn ang="0">
                  <a:pos x="connsiteX3" y="connsiteY3"/>
                </a:cxn>
              </a:cxnLst>
              <a:rect l="l" t="t" r="r" b="b"/>
              <a:pathLst>
                <a:path w="32153" h="32153">
                  <a:moveTo>
                    <a:pt x="34548" y="16451"/>
                  </a:moveTo>
                  <a:cubicBezTo>
                    <a:pt x="28669" y="22376"/>
                    <a:pt x="22789" y="28439"/>
                    <a:pt x="17140" y="34502"/>
                  </a:cubicBezTo>
                  <a:lnTo>
                    <a:pt x="1660" y="20034"/>
                  </a:lnTo>
                  <a:cubicBezTo>
                    <a:pt x="7494" y="13786"/>
                    <a:pt x="13511" y="7539"/>
                    <a:pt x="19574" y="1660"/>
                  </a:cubicBezTo>
                  <a:close/>
                </a:path>
              </a:pathLst>
            </a:custGeom>
            <a:grpFill/>
            <a:ln w="4591"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B504115B-2543-4B96-83A0-116CBA4F9C8F}"/>
                </a:ext>
              </a:extLst>
            </p:cNvPr>
            <p:cNvSpPr/>
            <p:nvPr/>
          </p:nvSpPr>
          <p:spPr>
            <a:xfrm>
              <a:off x="10255316" y="3698194"/>
              <a:ext cx="32153" cy="32153"/>
            </a:xfrm>
            <a:custGeom>
              <a:avLst/>
              <a:gdLst>
                <a:gd name="connsiteX0" fmla="*/ 34548 w 32153"/>
                <a:gd name="connsiteY0" fmla="*/ 20172 h 32153"/>
                <a:gd name="connsiteX1" fmla="*/ 19069 w 32153"/>
                <a:gd name="connsiteY1" fmla="*/ 34640 h 32153"/>
                <a:gd name="connsiteX2" fmla="*/ 1660 w 32153"/>
                <a:gd name="connsiteY2" fmla="*/ 16589 h 32153"/>
                <a:gd name="connsiteX3" fmla="*/ 16635 w 32153"/>
                <a:gd name="connsiteY3" fmla="*/ 1660 h 32153"/>
                <a:gd name="connsiteX4" fmla="*/ 34548 w 32153"/>
                <a:gd name="connsiteY4" fmla="*/ 20172 h 32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53" h="32153">
                  <a:moveTo>
                    <a:pt x="34548" y="20172"/>
                  </a:moveTo>
                  <a:lnTo>
                    <a:pt x="19069" y="34640"/>
                  </a:lnTo>
                  <a:cubicBezTo>
                    <a:pt x="13420" y="28577"/>
                    <a:pt x="7540" y="22514"/>
                    <a:pt x="1660" y="16589"/>
                  </a:cubicBezTo>
                  <a:lnTo>
                    <a:pt x="16635" y="1660"/>
                  </a:lnTo>
                  <a:cubicBezTo>
                    <a:pt x="22697" y="7723"/>
                    <a:pt x="28714" y="13924"/>
                    <a:pt x="34548" y="20172"/>
                  </a:cubicBezTo>
                  <a:close/>
                </a:path>
              </a:pathLst>
            </a:custGeom>
            <a:grpFill/>
            <a:ln w="4591"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A18E0BFC-0D55-45E9-A296-640DAF48F3A6}"/>
                </a:ext>
              </a:extLst>
            </p:cNvPr>
            <p:cNvSpPr/>
            <p:nvPr/>
          </p:nvSpPr>
          <p:spPr>
            <a:xfrm>
              <a:off x="8987014" y="3755931"/>
              <a:ext cx="1506603" cy="1226411"/>
            </a:xfrm>
            <a:custGeom>
              <a:avLst/>
              <a:gdLst>
                <a:gd name="connsiteX0" fmla="*/ 1505002 w 1506602"/>
                <a:gd name="connsiteY0" fmla="*/ 483911 h 1226411"/>
                <a:gd name="connsiteX1" fmla="*/ 1502660 w 1506602"/>
                <a:gd name="connsiteY1" fmla="*/ 535908 h 1226411"/>
                <a:gd name="connsiteX2" fmla="*/ 1481531 w 1506602"/>
                <a:gd name="connsiteY2" fmla="*/ 534254 h 1226411"/>
                <a:gd name="connsiteX3" fmla="*/ 1483873 w 1506602"/>
                <a:gd name="connsiteY3" fmla="*/ 483728 h 1226411"/>
                <a:gd name="connsiteX4" fmla="*/ 1503808 w 1506602"/>
                <a:gd name="connsiteY4" fmla="*/ 431823 h 1226411"/>
                <a:gd name="connsiteX5" fmla="*/ 1482679 w 1506602"/>
                <a:gd name="connsiteY5" fmla="*/ 433063 h 1226411"/>
                <a:gd name="connsiteX6" fmla="*/ 1478086 w 1506602"/>
                <a:gd name="connsiteY6" fmla="*/ 382537 h 1226411"/>
                <a:gd name="connsiteX7" fmla="*/ 1499077 w 1506602"/>
                <a:gd name="connsiteY7" fmla="*/ 379827 h 1226411"/>
                <a:gd name="connsiteX8" fmla="*/ 1503808 w 1506602"/>
                <a:gd name="connsiteY8" fmla="*/ 431823 h 1226411"/>
                <a:gd name="connsiteX9" fmla="*/ 1496688 w 1506602"/>
                <a:gd name="connsiteY9" fmla="*/ 587674 h 1226411"/>
                <a:gd name="connsiteX10" fmla="*/ 1487181 w 1506602"/>
                <a:gd name="connsiteY10" fmla="*/ 638844 h 1226411"/>
                <a:gd name="connsiteX11" fmla="*/ 1466511 w 1506602"/>
                <a:gd name="connsiteY11" fmla="*/ 634250 h 1226411"/>
                <a:gd name="connsiteX12" fmla="*/ 1475697 w 1506602"/>
                <a:gd name="connsiteY12" fmla="*/ 584504 h 1226411"/>
                <a:gd name="connsiteX13" fmla="*/ 1490672 w 1506602"/>
                <a:gd name="connsiteY13" fmla="*/ 328566 h 1226411"/>
                <a:gd name="connsiteX14" fmla="*/ 1469910 w 1506602"/>
                <a:gd name="connsiteY14" fmla="*/ 332700 h 1226411"/>
                <a:gd name="connsiteX15" fmla="*/ 1458335 w 1506602"/>
                <a:gd name="connsiteY15" fmla="*/ 283414 h 1226411"/>
                <a:gd name="connsiteX16" fmla="*/ 1478775 w 1506602"/>
                <a:gd name="connsiteY16" fmla="*/ 277856 h 1226411"/>
                <a:gd name="connsiteX17" fmla="*/ 1490672 w 1506602"/>
                <a:gd name="connsiteY17" fmla="*/ 328520 h 1226411"/>
                <a:gd name="connsiteX18" fmla="*/ 1474135 w 1506602"/>
                <a:gd name="connsiteY18" fmla="*/ 689278 h 1226411"/>
                <a:gd name="connsiteX19" fmla="*/ 1457645 w 1506602"/>
                <a:gd name="connsiteY19" fmla="*/ 738656 h 1226411"/>
                <a:gd name="connsiteX20" fmla="*/ 1437803 w 1506602"/>
                <a:gd name="connsiteY20" fmla="*/ 731261 h 1226411"/>
                <a:gd name="connsiteX21" fmla="*/ 1453833 w 1506602"/>
                <a:gd name="connsiteY21" fmla="*/ 683260 h 1226411"/>
                <a:gd name="connsiteX22" fmla="*/ 1463433 w 1506602"/>
                <a:gd name="connsiteY22" fmla="*/ 228064 h 1226411"/>
                <a:gd name="connsiteX23" fmla="*/ 1443406 w 1506602"/>
                <a:gd name="connsiteY23" fmla="*/ 235046 h 1226411"/>
                <a:gd name="connsiteX24" fmla="*/ 1425033 w 1506602"/>
                <a:gd name="connsiteY24" fmla="*/ 187827 h 1226411"/>
                <a:gd name="connsiteX25" fmla="*/ 1444509 w 1506602"/>
                <a:gd name="connsiteY25" fmla="*/ 179513 h 1226411"/>
                <a:gd name="connsiteX26" fmla="*/ 1463433 w 1506602"/>
                <a:gd name="connsiteY26" fmla="*/ 228064 h 1226411"/>
                <a:gd name="connsiteX27" fmla="*/ 1437757 w 1506602"/>
                <a:gd name="connsiteY27" fmla="*/ 786748 h 1226411"/>
                <a:gd name="connsiteX28" fmla="*/ 1414560 w 1506602"/>
                <a:gd name="connsiteY28" fmla="*/ 833370 h 1226411"/>
                <a:gd name="connsiteX29" fmla="*/ 1395911 w 1506602"/>
                <a:gd name="connsiteY29" fmla="*/ 823264 h 1226411"/>
                <a:gd name="connsiteX30" fmla="*/ 1418464 w 1506602"/>
                <a:gd name="connsiteY30" fmla="*/ 778020 h 1226411"/>
                <a:gd name="connsiteX31" fmla="*/ 1422461 w 1506602"/>
                <a:gd name="connsiteY31" fmla="*/ 132340 h 1226411"/>
                <a:gd name="connsiteX32" fmla="*/ 1403628 w 1506602"/>
                <a:gd name="connsiteY32" fmla="*/ 141986 h 1226411"/>
                <a:gd name="connsiteX33" fmla="*/ 1378962 w 1506602"/>
                <a:gd name="connsiteY33" fmla="*/ 97798 h 1226411"/>
                <a:gd name="connsiteX34" fmla="*/ 1397060 w 1506602"/>
                <a:gd name="connsiteY34" fmla="*/ 86820 h 1226411"/>
                <a:gd name="connsiteX35" fmla="*/ 1422461 w 1506602"/>
                <a:gd name="connsiteY35" fmla="*/ 132340 h 1226411"/>
                <a:gd name="connsiteX36" fmla="*/ 1387965 w 1506602"/>
                <a:gd name="connsiteY36" fmla="*/ 878246 h 1226411"/>
                <a:gd name="connsiteX37" fmla="*/ 1358522 w 1506602"/>
                <a:gd name="connsiteY37" fmla="*/ 921148 h 1226411"/>
                <a:gd name="connsiteX38" fmla="*/ 1341480 w 1506602"/>
                <a:gd name="connsiteY38" fmla="*/ 908562 h 1226411"/>
                <a:gd name="connsiteX39" fmla="*/ 1370098 w 1506602"/>
                <a:gd name="connsiteY39" fmla="*/ 866901 h 1226411"/>
                <a:gd name="connsiteX40" fmla="*/ 1368351 w 1506602"/>
                <a:gd name="connsiteY40" fmla="*/ 43230 h 1226411"/>
                <a:gd name="connsiteX41" fmla="*/ 1351081 w 1506602"/>
                <a:gd name="connsiteY41" fmla="*/ 55402 h 1226411"/>
                <a:gd name="connsiteX42" fmla="*/ 1320490 w 1506602"/>
                <a:gd name="connsiteY42" fmla="*/ 15027 h 1226411"/>
                <a:gd name="connsiteX43" fmla="*/ 1336887 w 1506602"/>
                <a:gd name="connsiteY43" fmla="*/ 1660 h 1226411"/>
                <a:gd name="connsiteX44" fmla="*/ 1368535 w 1506602"/>
                <a:gd name="connsiteY44" fmla="*/ 43230 h 1226411"/>
                <a:gd name="connsiteX45" fmla="*/ 1326139 w 1506602"/>
                <a:gd name="connsiteY45" fmla="*/ 961890 h 1226411"/>
                <a:gd name="connsiteX46" fmla="*/ 1291092 w 1506602"/>
                <a:gd name="connsiteY46" fmla="*/ 1000336 h 1226411"/>
                <a:gd name="connsiteX47" fmla="*/ 1275935 w 1506602"/>
                <a:gd name="connsiteY47" fmla="*/ 985546 h 1226411"/>
                <a:gd name="connsiteX48" fmla="*/ 1310017 w 1506602"/>
                <a:gd name="connsiteY48" fmla="*/ 948156 h 1226411"/>
                <a:gd name="connsiteX49" fmla="*/ 1253473 w 1506602"/>
                <a:gd name="connsiteY49" fmla="*/ 1036301 h 1226411"/>
                <a:gd name="connsiteX50" fmla="*/ 1213420 w 1506602"/>
                <a:gd name="connsiteY50" fmla="*/ 1069649 h 1226411"/>
                <a:gd name="connsiteX51" fmla="*/ 1200420 w 1506602"/>
                <a:gd name="connsiteY51" fmla="*/ 1052929 h 1226411"/>
                <a:gd name="connsiteX52" fmla="*/ 1239371 w 1506602"/>
                <a:gd name="connsiteY52" fmla="*/ 1020501 h 1226411"/>
                <a:gd name="connsiteX53" fmla="*/ 1171161 w 1506602"/>
                <a:gd name="connsiteY53" fmla="*/ 1100148 h 1226411"/>
                <a:gd name="connsiteX54" fmla="*/ 1126881 w 1506602"/>
                <a:gd name="connsiteY54" fmla="*/ 1127708 h 1226411"/>
                <a:gd name="connsiteX55" fmla="*/ 1116364 w 1506602"/>
                <a:gd name="connsiteY55" fmla="*/ 1109335 h 1226411"/>
                <a:gd name="connsiteX56" fmla="*/ 1159356 w 1506602"/>
                <a:gd name="connsiteY56" fmla="*/ 1082648 h 1226411"/>
                <a:gd name="connsiteX57" fmla="*/ 1080810 w 1506602"/>
                <a:gd name="connsiteY57" fmla="*/ 1151961 h 1226411"/>
                <a:gd name="connsiteX58" fmla="*/ 1033132 w 1506602"/>
                <a:gd name="connsiteY58" fmla="*/ 1173044 h 1226411"/>
                <a:gd name="connsiteX59" fmla="*/ 1025232 w 1506602"/>
                <a:gd name="connsiteY59" fmla="*/ 1153385 h 1226411"/>
                <a:gd name="connsiteX60" fmla="*/ 1071579 w 1506602"/>
                <a:gd name="connsiteY60" fmla="*/ 1132945 h 1226411"/>
                <a:gd name="connsiteX61" fmla="*/ 984122 w 1506602"/>
                <a:gd name="connsiteY61" fmla="*/ 1190728 h 1226411"/>
                <a:gd name="connsiteX62" fmla="*/ 934009 w 1506602"/>
                <a:gd name="connsiteY62" fmla="*/ 1204922 h 1226411"/>
                <a:gd name="connsiteX63" fmla="*/ 928911 w 1506602"/>
                <a:gd name="connsiteY63" fmla="*/ 1184389 h 1226411"/>
                <a:gd name="connsiteX64" fmla="*/ 977645 w 1506602"/>
                <a:gd name="connsiteY64" fmla="*/ 1170610 h 1226411"/>
                <a:gd name="connsiteX65" fmla="*/ 883070 w 1506602"/>
                <a:gd name="connsiteY65" fmla="*/ 1215670 h 1226411"/>
                <a:gd name="connsiteX66" fmla="*/ 831487 w 1506602"/>
                <a:gd name="connsiteY66" fmla="*/ 1222835 h 1226411"/>
                <a:gd name="connsiteX67" fmla="*/ 829282 w 1506602"/>
                <a:gd name="connsiteY67" fmla="*/ 1201752 h 1226411"/>
                <a:gd name="connsiteX68" fmla="*/ 879441 w 1506602"/>
                <a:gd name="connsiteY68" fmla="*/ 1194770 h 1226411"/>
                <a:gd name="connsiteX69" fmla="*/ 779536 w 1506602"/>
                <a:gd name="connsiteY69" fmla="*/ 1226418 h 1226411"/>
                <a:gd name="connsiteX70" fmla="*/ 753355 w 1506602"/>
                <a:gd name="connsiteY70" fmla="*/ 1226878 h 1226411"/>
                <a:gd name="connsiteX71" fmla="*/ 727448 w 1506602"/>
                <a:gd name="connsiteY71" fmla="*/ 1226418 h 1226411"/>
                <a:gd name="connsiteX72" fmla="*/ 728184 w 1506602"/>
                <a:gd name="connsiteY72" fmla="*/ 1205243 h 1226411"/>
                <a:gd name="connsiteX73" fmla="*/ 753355 w 1506602"/>
                <a:gd name="connsiteY73" fmla="*/ 1205702 h 1226411"/>
                <a:gd name="connsiteX74" fmla="*/ 778801 w 1506602"/>
                <a:gd name="connsiteY74" fmla="*/ 1205243 h 1226411"/>
                <a:gd name="connsiteX75" fmla="*/ 677657 w 1506602"/>
                <a:gd name="connsiteY75" fmla="*/ 1201798 h 1226411"/>
                <a:gd name="connsiteX76" fmla="*/ 675497 w 1506602"/>
                <a:gd name="connsiteY76" fmla="*/ 1222835 h 1226411"/>
                <a:gd name="connsiteX77" fmla="*/ 623915 w 1506602"/>
                <a:gd name="connsiteY77" fmla="*/ 1215716 h 1226411"/>
                <a:gd name="connsiteX78" fmla="*/ 627544 w 1506602"/>
                <a:gd name="connsiteY78" fmla="*/ 1194862 h 1226411"/>
                <a:gd name="connsiteX79" fmla="*/ 677794 w 1506602"/>
                <a:gd name="connsiteY79" fmla="*/ 1201890 h 1226411"/>
                <a:gd name="connsiteX80" fmla="*/ 578028 w 1506602"/>
                <a:gd name="connsiteY80" fmla="*/ 1184435 h 1226411"/>
                <a:gd name="connsiteX81" fmla="*/ 572930 w 1506602"/>
                <a:gd name="connsiteY81" fmla="*/ 1205013 h 1226411"/>
                <a:gd name="connsiteX82" fmla="*/ 522862 w 1506602"/>
                <a:gd name="connsiteY82" fmla="*/ 1190820 h 1226411"/>
                <a:gd name="connsiteX83" fmla="*/ 529339 w 1506602"/>
                <a:gd name="connsiteY83" fmla="*/ 1170656 h 1226411"/>
                <a:gd name="connsiteX84" fmla="*/ 578166 w 1506602"/>
                <a:gd name="connsiteY84" fmla="*/ 1184527 h 1226411"/>
                <a:gd name="connsiteX85" fmla="*/ 481568 w 1506602"/>
                <a:gd name="connsiteY85" fmla="*/ 1153523 h 1226411"/>
                <a:gd name="connsiteX86" fmla="*/ 473714 w 1506602"/>
                <a:gd name="connsiteY86" fmla="*/ 1173182 h 1226411"/>
                <a:gd name="connsiteX87" fmla="*/ 426082 w 1506602"/>
                <a:gd name="connsiteY87" fmla="*/ 1152190 h 1226411"/>
                <a:gd name="connsiteX88" fmla="*/ 435269 w 1506602"/>
                <a:gd name="connsiteY88" fmla="*/ 1133129 h 1226411"/>
                <a:gd name="connsiteX89" fmla="*/ 481844 w 1506602"/>
                <a:gd name="connsiteY89" fmla="*/ 1153615 h 1226411"/>
                <a:gd name="connsiteX90" fmla="*/ 390576 w 1506602"/>
                <a:gd name="connsiteY90" fmla="*/ 1109519 h 1226411"/>
                <a:gd name="connsiteX91" fmla="*/ 380057 w 1506602"/>
                <a:gd name="connsiteY91" fmla="*/ 1127892 h 1226411"/>
                <a:gd name="connsiteX92" fmla="*/ 335777 w 1506602"/>
                <a:gd name="connsiteY92" fmla="*/ 1100332 h 1226411"/>
                <a:gd name="connsiteX93" fmla="*/ 347582 w 1506602"/>
                <a:gd name="connsiteY93" fmla="*/ 1082740 h 1226411"/>
                <a:gd name="connsiteX94" fmla="*/ 390851 w 1506602"/>
                <a:gd name="connsiteY94" fmla="*/ 1109611 h 1226411"/>
                <a:gd name="connsiteX95" fmla="*/ 306518 w 1506602"/>
                <a:gd name="connsiteY95" fmla="*/ 1053297 h 1226411"/>
                <a:gd name="connsiteX96" fmla="*/ 293565 w 1506602"/>
                <a:gd name="connsiteY96" fmla="*/ 1070062 h 1226411"/>
                <a:gd name="connsiteX97" fmla="*/ 253511 w 1506602"/>
                <a:gd name="connsiteY97" fmla="*/ 1036761 h 1226411"/>
                <a:gd name="connsiteX98" fmla="*/ 267613 w 1506602"/>
                <a:gd name="connsiteY98" fmla="*/ 1020960 h 1226411"/>
                <a:gd name="connsiteX99" fmla="*/ 306794 w 1506602"/>
                <a:gd name="connsiteY99" fmla="*/ 1053389 h 1226411"/>
                <a:gd name="connsiteX100" fmla="*/ 231005 w 1506602"/>
                <a:gd name="connsiteY100" fmla="*/ 986005 h 1226411"/>
                <a:gd name="connsiteX101" fmla="*/ 215893 w 1506602"/>
                <a:gd name="connsiteY101" fmla="*/ 1000795 h 1226411"/>
                <a:gd name="connsiteX102" fmla="*/ 180707 w 1506602"/>
                <a:gd name="connsiteY102" fmla="*/ 962349 h 1226411"/>
                <a:gd name="connsiteX103" fmla="*/ 196830 w 1506602"/>
                <a:gd name="connsiteY103" fmla="*/ 948570 h 1226411"/>
                <a:gd name="connsiteX104" fmla="*/ 231279 w 1506602"/>
                <a:gd name="connsiteY104" fmla="*/ 986097 h 1226411"/>
                <a:gd name="connsiteX105" fmla="*/ 185668 w 1506602"/>
                <a:gd name="connsiteY105" fmla="*/ 15348 h 1226411"/>
                <a:gd name="connsiteX106" fmla="*/ 155169 w 1506602"/>
                <a:gd name="connsiteY106" fmla="*/ 55724 h 1226411"/>
                <a:gd name="connsiteX107" fmla="*/ 137852 w 1506602"/>
                <a:gd name="connsiteY107" fmla="*/ 43551 h 1226411"/>
                <a:gd name="connsiteX108" fmla="*/ 169224 w 1506602"/>
                <a:gd name="connsiteY108" fmla="*/ 2212 h 1226411"/>
                <a:gd name="connsiteX109" fmla="*/ 165320 w 1506602"/>
                <a:gd name="connsiteY109" fmla="*/ 908929 h 1226411"/>
                <a:gd name="connsiteX110" fmla="*/ 148279 w 1506602"/>
                <a:gd name="connsiteY110" fmla="*/ 921515 h 1226411"/>
                <a:gd name="connsiteX111" fmla="*/ 118744 w 1506602"/>
                <a:gd name="connsiteY111" fmla="*/ 878614 h 1226411"/>
                <a:gd name="connsiteX112" fmla="*/ 136612 w 1506602"/>
                <a:gd name="connsiteY112" fmla="*/ 867222 h 1226411"/>
                <a:gd name="connsiteX113" fmla="*/ 165595 w 1506602"/>
                <a:gd name="connsiteY113" fmla="*/ 909021 h 1226411"/>
                <a:gd name="connsiteX114" fmla="*/ 127518 w 1506602"/>
                <a:gd name="connsiteY114" fmla="*/ 98074 h 1226411"/>
                <a:gd name="connsiteX115" fmla="*/ 102943 w 1506602"/>
                <a:gd name="connsiteY115" fmla="*/ 142261 h 1226411"/>
                <a:gd name="connsiteX116" fmla="*/ 84064 w 1506602"/>
                <a:gd name="connsiteY116" fmla="*/ 132615 h 1226411"/>
                <a:gd name="connsiteX117" fmla="*/ 109419 w 1506602"/>
                <a:gd name="connsiteY117" fmla="*/ 87142 h 1226411"/>
                <a:gd name="connsiteX118" fmla="*/ 110889 w 1506602"/>
                <a:gd name="connsiteY118" fmla="*/ 823815 h 1226411"/>
                <a:gd name="connsiteX119" fmla="*/ 92654 w 1506602"/>
                <a:gd name="connsiteY119" fmla="*/ 833783 h 1226411"/>
                <a:gd name="connsiteX120" fmla="*/ 69366 w 1506602"/>
                <a:gd name="connsiteY120" fmla="*/ 787161 h 1226411"/>
                <a:gd name="connsiteX121" fmla="*/ 88657 w 1506602"/>
                <a:gd name="connsiteY121" fmla="*/ 778388 h 1226411"/>
                <a:gd name="connsiteX122" fmla="*/ 111027 w 1506602"/>
                <a:gd name="connsiteY122" fmla="*/ 823678 h 1226411"/>
                <a:gd name="connsiteX123" fmla="*/ 81493 w 1506602"/>
                <a:gd name="connsiteY123" fmla="*/ 188332 h 1226411"/>
                <a:gd name="connsiteX124" fmla="*/ 63119 w 1506602"/>
                <a:gd name="connsiteY124" fmla="*/ 235506 h 1226411"/>
                <a:gd name="connsiteX125" fmla="*/ 43092 w 1506602"/>
                <a:gd name="connsiteY125" fmla="*/ 228570 h 1226411"/>
                <a:gd name="connsiteX126" fmla="*/ 61879 w 1506602"/>
                <a:gd name="connsiteY126" fmla="*/ 180019 h 1226411"/>
                <a:gd name="connsiteX127" fmla="*/ 68907 w 1506602"/>
                <a:gd name="connsiteY127" fmla="*/ 731766 h 1226411"/>
                <a:gd name="connsiteX128" fmla="*/ 49064 w 1506602"/>
                <a:gd name="connsiteY128" fmla="*/ 739161 h 1226411"/>
                <a:gd name="connsiteX129" fmla="*/ 32527 w 1506602"/>
                <a:gd name="connsiteY129" fmla="*/ 689783 h 1226411"/>
                <a:gd name="connsiteX130" fmla="*/ 52830 w 1506602"/>
                <a:gd name="connsiteY130" fmla="*/ 683766 h 1226411"/>
                <a:gd name="connsiteX131" fmla="*/ 69182 w 1506602"/>
                <a:gd name="connsiteY131" fmla="*/ 731628 h 1226411"/>
                <a:gd name="connsiteX132" fmla="*/ 48329 w 1506602"/>
                <a:gd name="connsiteY132" fmla="*/ 283873 h 1226411"/>
                <a:gd name="connsiteX133" fmla="*/ 36800 w 1506602"/>
                <a:gd name="connsiteY133" fmla="*/ 333159 h 1226411"/>
                <a:gd name="connsiteX134" fmla="*/ 16038 w 1506602"/>
                <a:gd name="connsiteY134" fmla="*/ 329025 h 1226411"/>
                <a:gd name="connsiteX135" fmla="*/ 27888 w 1506602"/>
                <a:gd name="connsiteY135" fmla="*/ 278499 h 1226411"/>
                <a:gd name="connsiteX136" fmla="*/ 40107 w 1506602"/>
                <a:gd name="connsiteY136" fmla="*/ 634755 h 1226411"/>
                <a:gd name="connsiteX137" fmla="*/ 19483 w 1506602"/>
                <a:gd name="connsiteY137" fmla="*/ 639349 h 1226411"/>
                <a:gd name="connsiteX138" fmla="*/ 9929 w 1506602"/>
                <a:gd name="connsiteY138" fmla="*/ 588133 h 1226411"/>
                <a:gd name="connsiteX139" fmla="*/ 30874 w 1506602"/>
                <a:gd name="connsiteY139" fmla="*/ 584964 h 1226411"/>
                <a:gd name="connsiteX140" fmla="*/ 40383 w 1506602"/>
                <a:gd name="connsiteY140" fmla="*/ 634618 h 1226411"/>
                <a:gd name="connsiteX141" fmla="*/ 28716 w 1506602"/>
                <a:gd name="connsiteY141" fmla="*/ 383134 h 1226411"/>
                <a:gd name="connsiteX142" fmla="*/ 24122 w 1506602"/>
                <a:gd name="connsiteY142" fmla="*/ 433661 h 1226411"/>
                <a:gd name="connsiteX143" fmla="*/ 2993 w 1506602"/>
                <a:gd name="connsiteY143" fmla="*/ 432420 h 1226411"/>
                <a:gd name="connsiteX144" fmla="*/ 7586 w 1506602"/>
                <a:gd name="connsiteY144" fmla="*/ 380562 h 1226411"/>
                <a:gd name="connsiteX145" fmla="*/ 25087 w 1506602"/>
                <a:gd name="connsiteY145" fmla="*/ 534713 h 1226411"/>
                <a:gd name="connsiteX146" fmla="*/ 4003 w 1506602"/>
                <a:gd name="connsiteY146" fmla="*/ 536367 h 1226411"/>
                <a:gd name="connsiteX147" fmla="*/ 1660 w 1506602"/>
                <a:gd name="connsiteY147" fmla="*/ 484371 h 1226411"/>
                <a:gd name="connsiteX148" fmla="*/ 22836 w 1506602"/>
                <a:gd name="connsiteY148" fmla="*/ 484141 h 1226411"/>
                <a:gd name="connsiteX149" fmla="*/ 25363 w 1506602"/>
                <a:gd name="connsiteY149" fmla="*/ 534575 h 12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06602" h="1226411">
                  <a:moveTo>
                    <a:pt x="1505002" y="483911"/>
                  </a:moveTo>
                  <a:cubicBezTo>
                    <a:pt x="1505002" y="501182"/>
                    <a:pt x="1504038" y="518683"/>
                    <a:pt x="1502660" y="535908"/>
                  </a:cubicBezTo>
                  <a:lnTo>
                    <a:pt x="1481531" y="534254"/>
                  </a:lnTo>
                  <a:cubicBezTo>
                    <a:pt x="1482862" y="517488"/>
                    <a:pt x="1483644" y="500493"/>
                    <a:pt x="1483873" y="483728"/>
                  </a:cubicBezTo>
                  <a:close/>
                  <a:moveTo>
                    <a:pt x="1503808" y="431823"/>
                  </a:moveTo>
                  <a:lnTo>
                    <a:pt x="1482679" y="433063"/>
                  </a:lnTo>
                  <a:cubicBezTo>
                    <a:pt x="1481714" y="416298"/>
                    <a:pt x="1480153" y="399349"/>
                    <a:pt x="1478086" y="382537"/>
                  </a:cubicBezTo>
                  <a:lnTo>
                    <a:pt x="1499077" y="379827"/>
                  </a:lnTo>
                  <a:cubicBezTo>
                    <a:pt x="1501235" y="397144"/>
                    <a:pt x="1502798" y="414598"/>
                    <a:pt x="1503808" y="431823"/>
                  </a:cubicBezTo>
                  <a:close/>
                  <a:moveTo>
                    <a:pt x="1496688" y="587674"/>
                  </a:moveTo>
                  <a:cubicBezTo>
                    <a:pt x="1494117" y="604807"/>
                    <a:pt x="1490900" y="622032"/>
                    <a:pt x="1487181" y="638844"/>
                  </a:cubicBezTo>
                  <a:lnTo>
                    <a:pt x="1466511" y="634250"/>
                  </a:lnTo>
                  <a:cubicBezTo>
                    <a:pt x="1470139" y="617898"/>
                    <a:pt x="1473263" y="601178"/>
                    <a:pt x="1475697" y="584504"/>
                  </a:cubicBezTo>
                  <a:close/>
                  <a:moveTo>
                    <a:pt x="1490672" y="328566"/>
                  </a:moveTo>
                  <a:lnTo>
                    <a:pt x="1469910" y="332700"/>
                  </a:lnTo>
                  <a:cubicBezTo>
                    <a:pt x="1466648" y="316210"/>
                    <a:pt x="1462744" y="299628"/>
                    <a:pt x="1458335" y="283414"/>
                  </a:cubicBezTo>
                  <a:lnTo>
                    <a:pt x="1478775" y="277856"/>
                  </a:lnTo>
                  <a:cubicBezTo>
                    <a:pt x="1483322" y="294529"/>
                    <a:pt x="1487318" y="311616"/>
                    <a:pt x="1490672" y="328520"/>
                  </a:cubicBezTo>
                  <a:close/>
                  <a:moveTo>
                    <a:pt x="1474135" y="689278"/>
                  </a:moveTo>
                  <a:cubicBezTo>
                    <a:pt x="1469220" y="705860"/>
                    <a:pt x="1463662" y="722487"/>
                    <a:pt x="1457645" y="738656"/>
                  </a:cubicBezTo>
                  <a:lnTo>
                    <a:pt x="1437803" y="731261"/>
                  </a:lnTo>
                  <a:cubicBezTo>
                    <a:pt x="1443681" y="715551"/>
                    <a:pt x="1449056" y="699383"/>
                    <a:pt x="1453833" y="683260"/>
                  </a:cubicBezTo>
                  <a:close/>
                  <a:moveTo>
                    <a:pt x="1463433" y="228064"/>
                  </a:moveTo>
                  <a:lnTo>
                    <a:pt x="1443406" y="235046"/>
                  </a:lnTo>
                  <a:cubicBezTo>
                    <a:pt x="1437895" y="219108"/>
                    <a:pt x="1431739" y="203260"/>
                    <a:pt x="1425033" y="187827"/>
                  </a:cubicBezTo>
                  <a:lnTo>
                    <a:pt x="1444509" y="179513"/>
                  </a:lnTo>
                  <a:cubicBezTo>
                    <a:pt x="1451399" y="195314"/>
                    <a:pt x="1457737" y="211712"/>
                    <a:pt x="1463433" y="228064"/>
                  </a:cubicBezTo>
                  <a:close/>
                  <a:moveTo>
                    <a:pt x="1437757" y="786748"/>
                  </a:moveTo>
                  <a:cubicBezTo>
                    <a:pt x="1430591" y="802502"/>
                    <a:pt x="1422783" y="818166"/>
                    <a:pt x="1414560" y="833370"/>
                  </a:cubicBezTo>
                  <a:lnTo>
                    <a:pt x="1395911" y="823264"/>
                  </a:lnTo>
                  <a:cubicBezTo>
                    <a:pt x="1403950" y="808520"/>
                    <a:pt x="1411528" y="793270"/>
                    <a:pt x="1418464" y="778020"/>
                  </a:cubicBezTo>
                  <a:close/>
                  <a:moveTo>
                    <a:pt x="1422461" y="132340"/>
                  </a:moveTo>
                  <a:lnTo>
                    <a:pt x="1403628" y="141986"/>
                  </a:lnTo>
                  <a:cubicBezTo>
                    <a:pt x="1395957" y="127058"/>
                    <a:pt x="1387643" y="112175"/>
                    <a:pt x="1378962" y="97798"/>
                  </a:cubicBezTo>
                  <a:lnTo>
                    <a:pt x="1397060" y="86820"/>
                  </a:lnTo>
                  <a:cubicBezTo>
                    <a:pt x="1406016" y="101657"/>
                    <a:pt x="1414560" y="116952"/>
                    <a:pt x="1422461" y="132340"/>
                  </a:cubicBezTo>
                  <a:close/>
                  <a:moveTo>
                    <a:pt x="1387965" y="878246"/>
                  </a:moveTo>
                  <a:cubicBezTo>
                    <a:pt x="1378778" y="892807"/>
                    <a:pt x="1368811" y="907276"/>
                    <a:pt x="1358522" y="921148"/>
                  </a:cubicBezTo>
                  <a:lnTo>
                    <a:pt x="1341480" y="908562"/>
                  </a:lnTo>
                  <a:cubicBezTo>
                    <a:pt x="1351494" y="895057"/>
                    <a:pt x="1361094" y="881002"/>
                    <a:pt x="1370098" y="866901"/>
                  </a:cubicBezTo>
                  <a:close/>
                  <a:moveTo>
                    <a:pt x="1368351" y="43230"/>
                  </a:moveTo>
                  <a:lnTo>
                    <a:pt x="1351081" y="55402"/>
                  </a:lnTo>
                  <a:cubicBezTo>
                    <a:pt x="1341389" y="41622"/>
                    <a:pt x="1331100" y="28118"/>
                    <a:pt x="1320490" y="15027"/>
                  </a:cubicBezTo>
                  <a:lnTo>
                    <a:pt x="1336887" y="1660"/>
                  </a:lnTo>
                  <a:cubicBezTo>
                    <a:pt x="1348003" y="15119"/>
                    <a:pt x="1358614" y="29083"/>
                    <a:pt x="1368535" y="43230"/>
                  </a:cubicBezTo>
                  <a:close/>
                  <a:moveTo>
                    <a:pt x="1326139" y="961890"/>
                  </a:moveTo>
                  <a:cubicBezTo>
                    <a:pt x="1314978" y="974981"/>
                    <a:pt x="1303173" y="987934"/>
                    <a:pt x="1291092" y="1000336"/>
                  </a:cubicBezTo>
                  <a:lnTo>
                    <a:pt x="1275935" y="985546"/>
                  </a:lnTo>
                  <a:cubicBezTo>
                    <a:pt x="1287693" y="973465"/>
                    <a:pt x="1299176" y="960880"/>
                    <a:pt x="1310017" y="948156"/>
                  </a:cubicBezTo>
                  <a:close/>
                  <a:moveTo>
                    <a:pt x="1253473" y="1036301"/>
                  </a:moveTo>
                  <a:cubicBezTo>
                    <a:pt x="1240520" y="1047831"/>
                    <a:pt x="1227061" y="1059268"/>
                    <a:pt x="1213420" y="1069649"/>
                  </a:cubicBezTo>
                  <a:lnTo>
                    <a:pt x="1200420" y="1052929"/>
                  </a:lnTo>
                  <a:cubicBezTo>
                    <a:pt x="1213695" y="1042640"/>
                    <a:pt x="1226786" y="1031754"/>
                    <a:pt x="1239371" y="1020501"/>
                  </a:cubicBezTo>
                  <a:close/>
                  <a:moveTo>
                    <a:pt x="1171161" y="1100148"/>
                  </a:moveTo>
                  <a:cubicBezTo>
                    <a:pt x="1156784" y="1109794"/>
                    <a:pt x="1141856" y="1119073"/>
                    <a:pt x="1126881" y="1127708"/>
                  </a:cubicBezTo>
                  <a:lnTo>
                    <a:pt x="1116364" y="1109335"/>
                  </a:lnTo>
                  <a:cubicBezTo>
                    <a:pt x="1130924" y="1100976"/>
                    <a:pt x="1145392" y="1092018"/>
                    <a:pt x="1159356" y="1082648"/>
                  </a:cubicBezTo>
                  <a:close/>
                  <a:moveTo>
                    <a:pt x="1080810" y="1151961"/>
                  </a:moveTo>
                  <a:cubicBezTo>
                    <a:pt x="1065240" y="1159540"/>
                    <a:pt x="1049209" y="1166613"/>
                    <a:pt x="1033132" y="1173044"/>
                  </a:cubicBezTo>
                  <a:lnTo>
                    <a:pt x="1025232" y="1153385"/>
                  </a:lnTo>
                  <a:cubicBezTo>
                    <a:pt x="1040849" y="1147138"/>
                    <a:pt x="1056467" y="1140248"/>
                    <a:pt x="1071579" y="1132945"/>
                  </a:cubicBezTo>
                  <a:close/>
                  <a:moveTo>
                    <a:pt x="984122" y="1190728"/>
                  </a:moveTo>
                  <a:cubicBezTo>
                    <a:pt x="967632" y="1196011"/>
                    <a:pt x="950775" y="1200788"/>
                    <a:pt x="934009" y="1204922"/>
                  </a:cubicBezTo>
                  <a:lnTo>
                    <a:pt x="928911" y="1184389"/>
                  </a:lnTo>
                  <a:cubicBezTo>
                    <a:pt x="945263" y="1180347"/>
                    <a:pt x="961614" y="1175708"/>
                    <a:pt x="977645" y="1170610"/>
                  </a:cubicBezTo>
                  <a:close/>
                  <a:moveTo>
                    <a:pt x="883070" y="1215670"/>
                  </a:moveTo>
                  <a:cubicBezTo>
                    <a:pt x="866029" y="1218610"/>
                    <a:pt x="848666" y="1221044"/>
                    <a:pt x="831487" y="1222835"/>
                  </a:cubicBezTo>
                  <a:lnTo>
                    <a:pt x="829282" y="1201752"/>
                  </a:lnTo>
                  <a:cubicBezTo>
                    <a:pt x="846001" y="1200007"/>
                    <a:pt x="862858" y="1197664"/>
                    <a:pt x="879441" y="1194770"/>
                  </a:cubicBezTo>
                  <a:close/>
                  <a:moveTo>
                    <a:pt x="779536" y="1226418"/>
                  </a:moveTo>
                  <a:cubicBezTo>
                    <a:pt x="770854" y="1226694"/>
                    <a:pt x="762036" y="1226878"/>
                    <a:pt x="753355" y="1226878"/>
                  </a:cubicBezTo>
                  <a:cubicBezTo>
                    <a:pt x="744673" y="1226878"/>
                    <a:pt x="736038" y="1226878"/>
                    <a:pt x="727448" y="1226418"/>
                  </a:cubicBezTo>
                  <a:lnTo>
                    <a:pt x="728184" y="1205243"/>
                  </a:lnTo>
                  <a:cubicBezTo>
                    <a:pt x="736497" y="1205565"/>
                    <a:pt x="744949" y="1205702"/>
                    <a:pt x="753355" y="1205702"/>
                  </a:cubicBezTo>
                  <a:cubicBezTo>
                    <a:pt x="761760" y="1205702"/>
                    <a:pt x="770350" y="1205702"/>
                    <a:pt x="778801" y="1205243"/>
                  </a:cubicBezTo>
                  <a:close/>
                  <a:moveTo>
                    <a:pt x="677657" y="1201798"/>
                  </a:moveTo>
                  <a:lnTo>
                    <a:pt x="675497" y="1222835"/>
                  </a:lnTo>
                  <a:cubicBezTo>
                    <a:pt x="658319" y="1221044"/>
                    <a:pt x="640957" y="1218656"/>
                    <a:pt x="623915" y="1215716"/>
                  </a:cubicBezTo>
                  <a:lnTo>
                    <a:pt x="627544" y="1194862"/>
                  </a:lnTo>
                  <a:cubicBezTo>
                    <a:pt x="644218" y="1197802"/>
                    <a:pt x="661075" y="1200145"/>
                    <a:pt x="677794" y="1201890"/>
                  </a:cubicBezTo>
                  <a:close/>
                  <a:moveTo>
                    <a:pt x="578028" y="1184435"/>
                  </a:moveTo>
                  <a:lnTo>
                    <a:pt x="572930" y="1205013"/>
                  </a:lnTo>
                  <a:cubicBezTo>
                    <a:pt x="556164" y="1200880"/>
                    <a:pt x="539307" y="1196103"/>
                    <a:pt x="522862" y="1190820"/>
                  </a:cubicBezTo>
                  <a:lnTo>
                    <a:pt x="529339" y="1170656"/>
                  </a:lnTo>
                  <a:cubicBezTo>
                    <a:pt x="545462" y="1175892"/>
                    <a:pt x="561813" y="1180531"/>
                    <a:pt x="578166" y="1184527"/>
                  </a:cubicBezTo>
                  <a:close/>
                  <a:moveTo>
                    <a:pt x="481568" y="1153523"/>
                  </a:moveTo>
                  <a:lnTo>
                    <a:pt x="473714" y="1173182"/>
                  </a:lnTo>
                  <a:cubicBezTo>
                    <a:pt x="457683" y="1166751"/>
                    <a:pt x="441561" y="1159677"/>
                    <a:pt x="426082" y="1152190"/>
                  </a:cubicBezTo>
                  <a:lnTo>
                    <a:pt x="435269" y="1133129"/>
                  </a:lnTo>
                  <a:cubicBezTo>
                    <a:pt x="450931" y="1140524"/>
                    <a:pt x="466273" y="1147368"/>
                    <a:pt x="481844" y="1153615"/>
                  </a:cubicBezTo>
                  <a:close/>
                  <a:moveTo>
                    <a:pt x="390576" y="1109519"/>
                  </a:moveTo>
                  <a:lnTo>
                    <a:pt x="380057" y="1127892"/>
                  </a:lnTo>
                  <a:cubicBezTo>
                    <a:pt x="365037" y="1119303"/>
                    <a:pt x="350155" y="1110070"/>
                    <a:pt x="335777" y="1100332"/>
                  </a:cubicBezTo>
                  <a:lnTo>
                    <a:pt x="347582" y="1082740"/>
                  </a:lnTo>
                  <a:cubicBezTo>
                    <a:pt x="361822" y="1092294"/>
                    <a:pt x="376290" y="1101297"/>
                    <a:pt x="390851" y="1109611"/>
                  </a:cubicBezTo>
                  <a:close/>
                  <a:moveTo>
                    <a:pt x="306518" y="1053297"/>
                  </a:moveTo>
                  <a:lnTo>
                    <a:pt x="293565" y="1070062"/>
                  </a:lnTo>
                  <a:cubicBezTo>
                    <a:pt x="279785" y="1059452"/>
                    <a:pt x="266465" y="1048290"/>
                    <a:pt x="253511" y="1036761"/>
                  </a:cubicBezTo>
                  <a:lnTo>
                    <a:pt x="267613" y="1020960"/>
                  </a:lnTo>
                  <a:cubicBezTo>
                    <a:pt x="280474" y="1032213"/>
                    <a:pt x="293565" y="1043145"/>
                    <a:pt x="306794" y="1053389"/>
                  </a:cubicBezTo>
                  <a:close/>
                  <a:moveTo>
                    <a:pt x="231005" y="986005"/>
                  </a:moveTo>
                  <a:lnTo>
                    <a:pt x="215893" y="1000795"/>
                  </a:lnTo>
                  <a:cubicBezTo>
                    <a:pt x="203720" y="988394"/>
                    <a:pt x="191916" y="975440"/>
                    <a:pt x="180707" y="962349"/>
                  </a:cubicBezTo>
                  <a:lnTo>
                    <a:pt x="196830" y="948570"/>
                  </a:lnTo>
                  <a:cubicBezTo>
                    <a:pt x="207992" y="961431"/>
                    <a:pt x="219476" y="974017"/>
                    <a:pt x="231279" y="986097"/>
                  </a:cubicBezTo>
                  <a:close/>
                  <a:moveTo>
                    <a:pt x="185668" y="15348"/>
                  </a:moveTo>
                  <a:cubicBezTo>
                    <a:pt x="175058" y="28440"/>
                    <a:pt x="164815" y="41990"/>
                    <a:pt x="155169" y="55724"/>
                  </a:cubicBezTo>
                  <a:lnTo>
                    <a:pt x="137852" y="43551"/>
                  </a:lnTo>
                  <a:cubicBezTo>
                    <a:pt x="147774" y="29404"/>
                    <a:pt x="158338" y="15440"/>
                    <a:pt x="169224" y="2212"/>
                  </a:cubicBezTo>
                  <a:close/>
                  <a:moveTo>
                    <a:pt x="165320" y="908929"/>
                  </a:moveTo>
                  <a:lnTo>
                    <a:pt x="148279" y="921515"/>
                  </a:lnTo>
                  <a:cubicBezTo>
                    <a:pt x="137990" y="907735"/>
                    <a:pt x="128022" y="893175"/>
                    <a:pt x="118744" y="878614"/>
                  </a:cubicBezTo>
                  <a:lnTo>
                    <a:pt x="136612" y="867222"/>
                  </a:lnTo>
                  <a:cubicBezTo>
                    <a:pt x="145891" y="881461"/>
                    <a:pt x="155582" y="895517"/>
                    <a:pt x="165595" y="909021"/>
                  </a:cubicBezTo>
                  <a:close/>
                  <a:moveTo>
                    <a:pt x="127518" y="98074"/>
                  </a:moveTo>
                  <a:cubicBezTo>
                    <a:pt x="118882" y="112451"/>
                    <a:pt x="110567" y="127333"/>
                    <a:pt x="102943" y="142261"/>
                  </a:cubicBezTo>
                  <a:lnTo>
                    <a:pt x="84064" y="132615"/>
                  </a:lnTo>
                  <a:cubicBezTo>
                    <a:pt x="91965" y="117228"/>
                    <a:pt x="100462" y="101933"/>
                    <a:pt x="109419" y="87142"/>
                  </a:cubicBezTo>
                  <a:close/>
                  <a:moveTo>
                    <a:pt x="110889" y="823815"/>
                  </a:moveTo>
                  <a:lnTo>
                    <a:pt x="92654" y="833783"/>
                  </a:lnTo>
                  <a:cubicBezTo>
                    <a:pt x="84386" y="818579"/>
                    <a:pt x="76577" y="802916"/>
                    <a:pt x="69366" y="787161"/>
                  </a:cubicBezTo>
                  <a:lnTo>
                    <a:pt x="88657" y="778388"/>
                  </a:lnTo>
                  <a:cubicBezTo>
                    <a:pt x="95547" y="793684"/>
                    <a:pt x="103127" y="808933"/>
                    <a:pt x="111027" y="823678"/>
                  </a:cubicBezTo>
                  <a:close/>
                  <a:moveTo>
                    <a:pt x="81493" y="188332"/>
                  </a:moveTo>
                  <a:cubicBezTo>
                    <a:pt x="74877" y="203766"/>
                    <a:pt x="68769" y="219613"/>
                    <a:pt x="63119" y="235506"/>
                  </a:cubicBezTo>
                  <a:lnTo>
                    <a:pt x="43092" y="228570"/>
                  </a:lnTo>
                  <a:cubicBezTo>
                    <a:pt x="48788" y="212218"/>
                    <a:pt x="55081" y="195911"/>
                    <a:pt x="61879" y="180019"/>
                  </a:cubicBezTo>
                  <a:close/>
                  <a:moveTo>
                    <a:pt x="68907" y="731766"/>
                  </a:moveTo>
                  <a:lnTo>
                    <a:pt x="49064" y="739161"/>
                  </a:lnTo>
                  <a:cubicBezTo>
                    <a:pt x="43000" y="722993"/>
                    <a:pt x="37442" y="706365"/>
                    <a:pt x="32527" y="689783"/>
                  </a:cubicBezTo>
                  <a:lnTo>
                    <a:pt x="52830" y="683766"/>
                  </a:lnTo>
                  <a:cubicBezTo>
                    <a:pt x="57882" y="699750"/>
                    <a:pt x="63303" y="715873"/>
                    <a:pt x="69182" y="731628"/>
                  </a:cubicBezTo>
                  <a:close/>
                  <a:moveTo>
                    <a:pt x="48329" y="283873"/>
                  </a:moveTo>
                  <a:cubicBezTo>
                    <a:pt x="43965" y="300088"/>
                    <a:pt x="40061" y="316669"/>
                    <a:pt x="36800" y="333159"/>
                  </a:cubicBezTo>
                  <a:lnTo>
                    <a:pt x="16038" y="329025"/>
                  </a:lnTo>
                  <a:cubicBezTo>
                    <a:pt x="19391" y="312076"/>
                    <a:pt x="23387" y="295035"/>
                    <a:pt x="27888" y="278499"/>
                  </a:cubicBezTo>
                  <a:close/>
                  <a:moveTo>
                    <a:pt x="40107" y="634755"/>
                  </a:moveTo>
                  <a:lnTo>
                    <a:pt x="19483" y="639349"/>
                  </a:lnTo>
                  <a:cubicBezTo>
                    <a:pt x="15716" y="622445"/>
                    <a:pt x="12501" y="605220"/>
                    <a:pt x="9929" y="588133"/>
                  </a:cubicBezTo>
                  <a:lnTo>
                    <a:pt x="30874" y="584964"/>
                  </a:lnTo>
                  <a:cubicBezTo>
                    <a:pt x="33630" y="601454"/>
                    <a:pt x="36754" y="618219"/>
                    <a:pt x="40383" y="634618"/>
                  </a:cubicBezTo>
                  <a:close/>
                  <a:moveTo>
                    <a:pt x="28716" y="383134"/>
                  </a:moveTo>
                  <a:cubicBezTo>
                    <a:pt x="26603" y="399762"/>
                    <a:pt x="24995" y="416757"/>
                    <a:pt x="24122" y="433661"/>
                  </a:cubicBezTo>
                  <a:lnTo>
                    <a:pt x="2993" y="432420"/>
                  </a:lnTo>
                  <a:cubicBezTo>
                    <a:pt x="4003" y="415149"/>
                    <a:pt x="5611" y="397741"/>
                    <a:pt x="7586" y="380562"/>
                  </a:cubicBezTo>
                  <a:close/>
                  <a:moveTo>
                    <a:pt x="25087" y="534713"/>
                  </a:moveTo>
                  <a:lnTo>
                    <a:pt x="4003" y="536367"/>
                  </a:lnTo>
                  <a:cubicBezTo>
                    <a:pt x="2625" y="519142"/>
                    <a:pt x="1798" y="501641"/>
                    <a:pt x="1660" y="484371"/>
                  </a:cubicBezTo>
                  <a:lnTo>
                    <a:pt x="22836" y="484141"/>
                  </a:lnTo>
                  <a:cubicBezTo>
                    <a:pt x="23249" y="500815"/>
                    <a:pt x="24030" y="517810"/>
                    <a:pt x="25363" y="534575"/>
                  </a:cubicBezTo>
                  <a:close/>
                </a:path>
              </a:pathLst>
            </a:custGeom>
            <a:grpFill/>
            <a:ln w="4591"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706F55BE-02CD-4F0B-ABD5-DBEF23093F31}"/>
                </a:ext>
              </a:extLst>
            </p:cNvPr>
            <p:cNvSpPr/>
            <p:nvPr/>
          </p:nvSpPr>
          <p:spPr>
            <a:xfrm>
              <a:off x="9189441" y="3698332"/>
              <a:ext cx="32153" cy="32153"/>
            </a:xfrm>
            <a:custGeom>
              <a:avLst/>
              <a:gdLst>
                <a:gd name="connsiteX0" fmla="*/ 34548 w 32153"/>
                <a:gd name="connsiteY0" fmla="*/ 16497 h 32153"/>
                <a:gd name="connsiteX1" fmla="*/ 17139 w 32153"/>
                <a:gd name="connsiteY1" fmla="*/ 34502 h 32153"/>
                <a:gd name="connsiteX2" fmla="*/ 1660 w 32153"/>
                <a:gd name="connsiteY2" fmla="*/ 20034 h 32153"/>
                <a:gd name="connsiteX3" fmla="*/ 19574 w 32153"/>
                <a:gd name="connsiteY3" fmla="*/ 1660 h 32153"/>
              </a:gdLst>
              <a:ahLst/>
              <a:cxnLst>
                <a:cxn ang="0">
                  <a:pos x="connsiteX0" y="connsiteY0"/>
                </a:cxn>
                <a:cxn ang="0">
                  <a:pos x="connsiteX1" y="connsiteY1"/>
                </a:cxn>
                <a:cxn ang="0">
                  <a:pos x="connsiteX2" y="connsiteY2"/>
                </a:cxn>
                <a:cxn ang="0">
                  <a:pos x="connsiteX3" y="connsiteY3"/>
                </a:cxn>
              </a:cxnLst>
              <a:rect l="l" t="t" r="r" b="b"/>
              <a:pathLst>
                <a:path w="32153" h="32153">
                  <a:moveTo>
                    <a:pt x="34548" y="16497"/>
                  </a:moveTo>
                  <a:cubicBezTo>
                    <a:pt x="28714" y="22284"/>
                    <a:pt x="22881" y="28347"/>
                    <a:pt x="17139" y="34502"/>
                  </a:cubicBezTo>
                  <a:lnTo>
                    <a:pt x="1660" y="20034"/>
                  </a:lnTo>
                  <a:cubicBezTo>
                    <a:pt x="7586" y="13741"/>
                    <a:pt x="13603" y="7493"/>
                    <a:pt x="19574" y="1660"/>
                  </a:cubicBezTo>
                  <a:close/>
                </a:path>
              </a:pathLst>
            </a:custGeom>
            <a:grpFill/>
            <a:ln w="4591"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AFBDF51E-A574-4927-8361-8802D67664B4}"/>
                </a:ext>
              </a:extLst>
            </p:cNvPr>
            <p:cNvSpPr/>
            <p:nvPr/>
          </p:nvSpPr>
          <p:spPr>
            <a:xfrm>
              <a:off x="8141709" y="3680280"/>
              <a:ext cx="32153" cy="32153"/>
            </a:xfrm>
            <a:custGeom>
              <a:avLst/>
              <a:gdLst>
                <a:gd name="connsiteX0" fmla="*/ 34548 w 32153"/>
                <a:gd name="connsiteY0" fmla="*/ 19574 h 32153"/>
                <a:gd name="connsiteX1" fmla="*/ 19574 w 32153"/>
                <a:gd name="connsiteY1" fmla="*/ 34503 h 32153"/>
                <a:gd name="connsiteX2" fmla="*/ 1660 w 32153"/>
                <a:gd name="connsiteY2" fmla="*/ 16129 h 32153"/>
                <a:gd name="connsiteX3" fmla="*/ 17140 w 32153"/>
                <a:gd name="connsiteY3" fmla="*/ 1660 h 32153"/>
                <a:gd name="connsiteX4" fmla="*/ 34548 w 32153"/>
                <a:gd name="connsiteY4" fmla="*/ 19574 h 32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53" h="32153">
                  <a:moveTo>
                    <a:pt x="34548" y="19574"/>
                  </a:moveTo>
                  <a:lnTo>
                    <a:pt x="19574" y="34503"/>
                  </a:lnTo>
                  <a:cubicBezTo>
                    <a:pt x="13557" y="28485"/>
                    <a:pt x="7539" y="22238"/>
                    <a:pt x="1660" y="16129"/>
                  </a:cubicBezTo>
                  <a:lnTo>
                    <a:pt x="17140" y="1660"/>
                  </a:lnTo>
                  <a:cubicBezTo>
                    <a:pt x="22835" y="7632"/>
                    <a:pt x="28485" y="13741"/>
                    <a:pt x="34548" y="19574"/>
                  </a:cubicBezTo>
                  <a:close/>
                </a:path>
              </a:pathLst>
            </a:custGeom>
            <a:grpFill/>
            <a:ln w="4591"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51D46056-6AFB-4A04-8598-5F31E2E2653D}"/>
                </a:ext>
              </a:extLst>
            </p:cNvPr>
            <p:cNvSpPr/>
            <p:nvPr/>
          </p:nvSpPr>
          <p:spPr>
            <a:xfrm>
              <a:off x="7939512" y="2430075"/>
              <a:ext cx="1502010" cy="1226411"/>
            </a:xfrm>
            <a:custGeom>
              <a:avLst/>
              <a:gdLst>
                <a:gd name="connsiteX0" fmla="*/ 1504818 w 1502009"/>
                <a:gd name="connsiteY0" fmla="*/ 744351 h 1226411"/>
                <a:gd name="connsiteX1" fmla="*/ 1483643 w 1502009"/>
                <a:gd name="connsiteY1" fmla="*/ 744351 h 1226411"/>
                <a:gd name="connsiteX2" fmla="*/ 1481347 w 1502009"/>
                <a:gd name="connsiteY2" fmla="*/ 693825 h 1226411"/>
                <a:gd name="connsiteX3" fmla="*/ 1502475 w 1502009"/>
                <a:gd name="connsiteY3" fmla="*/ 692125 h 1226411"/>
                <a:gd name="connsiteX4" fmla="*/ 1504818 w 1502009"/>
                <a:gd name="connsiteY4" fmla="*/ 744351 h 1226411"/>
                <a:gd name="connsiteX5" fmla="*/ 1503579 w 1502009"/>
                <a:gd name="connsiteY5" fmla="*/ 796393 h 1226411"/>
                <a:gd name="connsiteX6" fmla="*/ 1498985 w 1502009"/>
                <a:gd name="connsiteY6" fmla="*/ 848252 h 1226411"/>
                <a:gd name="connsiteX7" fmla="*/ 1477994 w 1502009"/>
                <a:gd name="connsiteY7" fmla="*/ 845588 h 1226411"/>
                <a:gd name="connsiteX8" fmla="*/ 1482587 w 1502009"/>
                <a:gd name="connsiteY8" fmla="*/ 795061 h 1226411"/>
                <a:gd name="connsiteX9" fmla="*/ 1496505 w 1502009"/>
                <a:gd name="connsiteY9" fmla="*/ 640588 h 1226411"/>
                <a:gd name="connsiteX10" fmla="*/ 1475467 w 1502009"/>
                <a:gd name="connsiteY10" fmla="*/ 643850 h 1226411"/>
                <a:gd name="connsiteX11" fmla="*/ 1466280 w 1502009"/>
                <a:gd name="connsiteY11" fmla="*/ 594104 h 1226411"/>
                <a:gd name="connsiteX12" fmla="*/ 1486904 w 1502009"/>
                <a:gd name="connsiteY12" fmla="*/ 589511 h 1226411"/>
                <a:gd name="connsiteX13" fmla="*/ 1496505 w 1502009"/>
                <a:gd name="connsiteY13" fmla="*/ 640588 h 1226411"/>
                <a:gd name="connsiteX14" fmla="*/ 1490395 w 1502009"/>
                <a:gd name="connsiteY14" fmla="*/ 899650 h 1226411"/>
                <a:gd name="connsiteX15" fmla="*/ 1478544 w 1502009"/>
                <a:gd name="connsiteY15" fmla="*/ 950177 h 1226411"/>
                <a:gd name="connsiteX16" fmla="*/ 1458104 w 1502009"/>
                <a:gd name="connsiteY16" fmla="*/ 944619 h 1226411"/>
                <a:gd name="connsiteX17" fmla="*/ 1469633 w 1502009"/>
                <a:gd name="connsiteY17" fmla="*/ 895379 h 1226411"/>
                <a:gd name="connsiteX18" fmla="*/ 1473905 w 1502009"/>
                <a:gd name="connsiteY18" fmla="*/ 538939 h 1226411"/>
                <a:gd name="connsiteX19" fmla="*/ 1453603 w 1502009"/>
                <a:gd name="connsiteY19" fmla="*/ 544956 h 1226411"/>
                <a:gd name="connsiteX20" fmla="*/ 1437526 w 1502009"/>
                <a:gd name="connsiteY20" fmla="*/ 496956 h 1226411"/>
                <a:gd name="connsiteX21" fmla="*/ 1457370 w 1502009"/>
                <a:gd name="connsiteY21" fmla="*/ 489515 h 1226411"/>
                <a:gd name="connsiteX22" fmla="*/ 1473905 w 1502009"/>
                <a:gd name="connsiteY22" fmla="*/ 538939 h 1226411"/>
                <a:gd name="connsiteX23" fmla="*/ 1463203 w 1502009"/>
                <a:gd name="connsiteY23" fmla="*/ 1000107 h 1226411"/>
                <a:gd name="connsiteX24" fmla="*/ 1444462 w 1502009"/>
                <a:gd name="connsiteY24" fmla="*/ 1048703 h 1226411"/>
                <a:gd name="connsiteX25" fmla="*/ 1424987 w 1502009"/>
                <a:gd name="connsiteY25" fmla="*/ 1040389 h 1226411"/>
                <a:gd name="connsiteX26" fmla="*/ 1443360 w 1502009"/>
                <a:gd name="connsiteY26" fmla="*/ 993171 h 1226411"/>
                <a:gd name="connsiteX27" fmla="*/ 1437388 w 1502009"/>
                <a:gd name="connsiteY27" fmla="*/ 441377 h 1226411"/>
                <a:gd name="connsiteX28" fmla="*/ 1418143 w 1502009"/>
                <a:gd name="connsiteY28" fmla="*/ 450196 h 1226411"/>
                <a:gd name="connsiteX29" fmla="*/ 1395544 w 1502009"/>
                <a:gd name="connsiteY29" fmla="*/ 404906 h 1226411"/>
                <a:gd name="connsiteX30" fmla="*/ 1414146 w 1502009"/>
                <a:gd name="connsiteY30" fmla="*/ 394755 h 1226411"/>
                <a:gd name="connsiteX31" fmla="*/ 1437388 w 1502009"/>
                <a:gd name="connsiteY31" fmla="*/ 441377 h 1226411"/>
                <a:gd name="connsiteX32" fmla="*/ 1422414 w 1502009"/>
                <a:gd name="connsiteY32" fmla="*/ 1095831 h 1226411"/>
                <a:gd name="connsiteX33" fmla="*/ 1397059 w 1502009"/>
                <a:gd name="connsiteY33" fmla="*/ 1141351 h 1226411"/>
                <a:gd name="connsiteX34" fmla="*/ 1378962 w 1502009"/>
                <a:gd name="connsiteY34" fmla="*/ 1130418 h 1226411"/>
                <a:gd name="connsiteX35" fmla="*/ 1403536 w 1502009"/>
                <a:gd name="connsiteY35" fmla="*/ 1086185 h 1226411"/>
                <a:gd name="connsiteX36" fmla="*/ 1387643 w 1502009"/>
                <a:gd name="connsiteY36" fmla="*/ 349879 h 1226411"/>
                <a:gd name="connsiteX37" fmla="*/ 1369821 w 1502009"/>
                <a:gd name="connsiteY37" fmla="*/ 361270 h 1226411"/>
                <a:gd name="connsiteX38" fmla="*/ 1341113 w 1502009"/>
                <a:gd name="connsiteY38" fmla="*/ 319563 h 1226411"/>
                <a:gd name="connsiteX39" fmla="*/ 1358108 w 1502009"/>
                <a:gd name="connsiteY39" fmla="*/ 306931 h 1226411"/>
                <a:gd name="connsiteX40" fmla="*/ 1387643 w 1502009"/>
                <a:gd name="connsiteY40" fmla="*/ 349879 h 1226411"/>
                <a:gd name="connsiteX41" fmla="*/ 1368673 w 1502009"/>
                <a:gd name="connsiteY41" fmla="*/ 1184941 h 1226411"/>
                <a:gd name="connsiteX42" fmla="*/ 1337254 w 1502009"/>
                <a:gd name="connsiteY42" fmla="*/ 1226281 h 1226411"/>
                <a:gd name="connsiteX43" fmla="*/ 1320811 w 1502009"/>
                <a:gd name="connsiteY43" fmla="*/ 1212914 h 1226411"/>
                <a:gd name="connsiteX44" fmla="*/ 1351310 w 1502009"/>
                <a:gd name="connsiteY44" fmla="*/ 1172585 h 1226411"/>
                <a:gd name="connsiteX45" fmla="*/ 1325679 w 1502009"/>
                <a:gd name="connsiteY45" fmla="*/ 266280 h 1226411"/>
                <a:gd name="connsiteX46" fmla="*/ 1309602 w 1502009"/>
                <a:gd name="connsiteY46" fmla="*/ 280060 h 1226411"/>
                <a:gd name="connsiteX47" fmla="*/ 1275383 w 1502009"/>
                <a:gd name="connsiteY47" fmla="*/ 242671 h 1226411"/>
                <a:gd name="connsiteX48" fmla="*/ 1290541 w 1502009"/>
                <a:gd name="connsiteY48" fmla="*/ 227880 h 1226411"/>
                <a:gd name="connsiteX49" fmla="*/ 1325679 w 1502009"/>
                <a:gd name="connsiteY49" fmla="*/ 266143 h 1226411"/>
                <a:gd name="connsiteX50" fmla="*/ 1252876 w 1502009"/>
                <a:gd name="connsiteY50" fmla="*/ 191869 h 1226411"/>
                <a:gd name="connsiteX51" fmla="*/ 1238774 w 1502009"/>
                <a:gd name="connsiteY51" fmla="*/ 207670 h 1226411"/>
                <a:gd name="connsiteX52" fmla="*/ 1199869 w 1502009"/>
                <a:gd name="connsiteY52" fmla="*/ 175517 h 1226411"/>
                <a:gd name="connsiteX53" fmla="*/ 1212822 w 1502009"/>
                <a:gd name="connsiteY53" fmla="*/ 158751 h 1226411"/>
                <a:gd name="connsiteX54" fmla="*/ 1252876 w 1502009"/>
                <a:gd name="connsiteY54" fmla="*/ 191731 h 1226411"/>
                <a:gd name="connsiteX55" fmla="*/ 1170609 w 1502009"/>
                <a:gd name="connsiteY55" fmla="*/ 128160 h 1226411"/>
                <a:gd name="connsiteX56" fmla="*/ 1158805 w 1502009"/>
                <a:gd name="connsiteY56" fmla="*/ 145752 h 1226411"/>
                <a:gd name="connsiteX57" fmla="*/ 1115811 w 1502009"/>
                <a:gd name="connsiteY57" fmla="*/ 119111 h 1226411"/>
                <a:gd name="connsiteX58" fmla="*/ 1126330 w 1502009"/>
                <a:gd name="connsiteY58" fmla="*/ 100738 h 1226411"/>
                <a:gd name="connsiteX59" fmla="*/ 1170609 w 1502009"/>
                <a:gd name="connsiteY59" fmla="*/ 128022 h 1226411"/>
                <a:gd name="connsiteX60" fmla="*/ 1080443 w 1502009"/>
                <a:gd name="connsiteY60" fmla="*/ 76348 h 1226411"/>
                <a:gd name="connsiteX61" fmla="*/ 1071257 w 1502009"/>
                <a:gd name="connsiteY61" fmla="*/ 95410 h 1226411"/>
                <a:gd name="connsiteX62" fmla="*/ 1025002 w 1502009"/>
                <a:gd name="connsiteY62" fmla="*/ 74970 h 1226411"/>
                <a:gd name="connsiteX63" fmla="*/ 1032856 w 1502009"/>
                <a:gd name="connsiteY63" fmla="*/ 55310 h 1226411"/>
                <a:gd name="connsiteX64" fmla="*/ 1080443 w 1502009"/>
                <a:gd name="connsiteY64" fmla="*/ 76348 h 1226411"/>
                <a:gd name="connsiteX65" fmla="*/ 983984 w 1502009"/>
                <a:gd name="connsiteY65" fmla="*/ 37718 h 1226411"/>
                <a:gd name="connsiteX66" fmla="*/ 977508 w 1502009"/>
                <a:gd name="connsiteY66" fmla="*/ 57836 h 1226411"/>
                <a:gd name="connsiteX67" fmla="*/ 928818 w 1502009"/>
                <a:gd name="connsiteY67" fmla="*/ 44056 h 1226411"/>
                <a:gd name="connsiteX68" fmla="*/ 933457 w 1502009"/>
                <a:gd name="connsiteY68" fmla="*/ 23754 h 1226411"/>
                <a:gd name="connsiteX69" fmla="*/ 983662 w 1502009"/>
                <a:gd name="connsiteY69" fmla="*/ 37534 h 1226411"/>
                <a:gd name="connsiteX70" fmla="*/ 882931 w 1502009"/>
                <a:gd name="connsiteY70" fmla="*/ 12822 h 1226411"/>
                <a:gd name="connsiteX71" fmla="*/ 879302 w 1502009"/>
                <a:gd name="connsiteY71" fmla="*/ 33676 h 1226411"/>
                <a:gd name="connsiteX72" fmla="*/ 829144 w 1502009"/>
                <a:gd name="connsiteY72" fmla="*/ 26740 h 1226411"/>
                <a:gd name="connsiteX73" fmla="*/ 831348 w 1502009"/>
                <a:gd name="connsiteY73" fmla="*/ 5703 h 1226411"/>
                <a:gd name="connsiteX74" fmla="*/ 882609 w 1502009"/>
                <a:gd name="connsiteY74" fmla="*/ 12822 h 1226411"/>
                <a:gd name="connsiteX75" fmla="*/ 779398 w 1502009"/>
                <a:gd name="connsiteY75" fmla="*/ 2120 h 1226411"/>
                <a:gd name="connsiteX76" fmla="*/ 778663 w 1502009"/>
                <a:gd name="connsiteY76" fmla="*/ 23295 h 1226411"/>
                <a:gd name="connsiteX77" fmla="*/ 753584 w 1502009"/>
                <a:gd name="connsiteY77" fmla="*/ 22835 h 1226411"/>
                <a:gd name="connsiteX78" fmla="*/ 728045 w 1502009"/>
                <a:gd name="connsiteY78" fmla="*/ 23295 h 1226411"/>
                <a:gd name="connsiteX79" fmla="*/ 727311 w 1502009"/>
                <a:gd name="connsiteY79" fmla="*/ 2120 h 1226411"/>
                <a:gd name="connsiteX80" fmla="*/ 753584 w 1502009"/>
                <a:gd name="connsiteY80" fmla="*/ 1660 h 1226411"/>
                <a:gd name="connsiteX81" fmla="*/ 779076 w 1502009"/>
                <a:gd name="connsiteY81" fmla="*/ 2120 h 1226411"/>
                <a:gd name="connsiteX82" fmla="*/ 677565 w 1502009"/>
                <a:gd name="connsiteY82" fmla="*/ 26786 h 1226411"/>
                <a:gd name="connsiteX83" fmla="*/ 627406 w 1502009"/>
                <a:gd name="connsiteY83" fmla="*/ 33768 h 1226411"/>
                <a:gd name="connsiteX84" fmla="*/ 623777 w 1502009"/>
                <a:gd name="connsiteY84" fmla="*/ 12914 h 1226411"/>
                <a:gd name="connsiteX85" fmla="*/ 675360 w 1502009"/>
                <a:gd name="connsiteY85" fmla="*/ 5703 h 1226411"/>
                <a:gd name="connsiteX86" fmla="*/ 577844 w 1502009"/>
                <a:gd name="connsiteY86" fmla="*/ 44194 h 1226411"/>
                <a:gd name="connsiteX87" fmla="*/ 529155 w 1502009"/>
                <a:gd name="connsiteY87" fmla="*/ 57974 h 1226411"/>
                <a:gd name="connsiteX88" fmla="*/ 522679 w 1502009"/>
                <a:gd name="connsiteY88" fmla="*/ 37810 h 1226411"/>
                <a:gd name="connsiteX89" fmla="*/ 572791 w 1502009"/>
                <a:gd name="connsiteY89" fmla="*/ 23571 h 1226411"/>
                <a:gd name="connsiteX90" fmla="*/ 481385 w 1502009"/>
                <a:gd name="connsiteY90" fmla="*/ 75199 h 1226411"/>
                <a:gd name="connsiteX91" fmla="*/ 435038 w 1502009"/>
                <a:gd name="connsiteY91" fmla="*/ 95639 h 1226411"/>
                <a:gd name="connsiteX92" fmla="*/ 425852 w 1502009"/>
                <a:gd name="connsiteY92" fmla="*/ 76577 h 1226411"/>
                <a:gd name="connsiteX93" fmla="*/ 473531 w 1502009"/>
                <a:gd name="connsiteY93" fmla="*/ 55540 h 1226411"/>
                <a:gd name="connsiteX94" fmla="*/ 390300 w 1502009"/>
                <a:gd name="connsiteY94" fmla="*/ 119295 h 1226411"/>
                <a:gd name="connsiteX95" fmla="*/ 347260 w 1502009"/>
                <a:gd name="connsiteY95" fmla="*/ 145982 h 1226411"/>
                <a:gd name="connsiteX96" fmla="*/ 335456 w 1502009"/>
                <a:gd name="connsiteY96" fmla="*/ 128390 h 1226411"/>
                <a:gd name="connsiteX97" fmla="*/ 379735 w 1502009"/>
                <a:gd name="connsiteY97" fmla="*/ 100830 h 1226411"/>
                <a:gd name="connsiteX98" fmla="*/ 306196 w 1502009"/>
                <a:gd name="connsiteY98" fmla="*/ 175655 h 1226411"/>
                <a:gd name="connsiteX99" fmla="*/ 267291 w 1502009"/>
                <a:gd name="connsiteY99" fmla="*/ 208083 h 1226411"/>
                <a:gd name="connsiteX100" fmla="*/ 253190 w 1502009"/>
                <a:gd name="connsiteY100" fmla="*/ 192282 h 1226411"/>
                <a:gd name="connsiteX101" fmla="*/ 293197 w 1502009"/>
                <a:gd name="connsiteY101" fmla="*/ 158935 h 1226411"/>
                <a:gd name="connsiteX102" fmla="*/ 230682 w 1502009"/>
                <a:gd name="connsiteY102" fmla="*/ 243084 h 1226411"/>
                <a:gd name="connsiteX103" fmla="*/ 196600 w 1502009"/>
                <a:gd name="connsiteY103" fmla="*/ 280428 h 1226411"/>
                <a:gd name="connsiteX104" fmla="*/ 180477 w 1502009"/>
                <a:gd name="connsiteY104" fmla="*/ 266648 h 1226411"/>
                <a:gd name="connsiteX105" fmla="*/ 215570 w 1502009"/>
                <a:gd name="connsiteY105" fmla="*/ 228202 h 1226411"/>
                <a:gd name="connsiteX106" fmla="*/ 186036 w 1502009"/>
                <a:gd name="connsiteY106" fmla="*/ 1213419 h 1226411"/>
                <a:gd name="connsiteX107" fmla="*/ 169637 w 1502009"/>
                <a:gd name="connsiteY107" fmla="*/ 1226786 h 1226411"/>
                <a:gd name="connsiteX108" fmla="*/ 138173 w 1502009"/>
                <a:gd name="connsiteY108" fmla="*/ 1185446 h 1226411"/>
                <a:gd name="connsiteX109" fmla="*/ 155490 w 1502009"/>
                <a:gd name="connsiteY109" fmla="*/ 1173274 h 1226411"/>
                <a:gd name="connsiteX110" fmla="*/ 186036 w 1502009"/>
                <a:gd name="connsiteY110" fmla="*/ 1213419 h 1226411"/>
                <a:gd name="connsiteX111" fmla="*/ 164998 w 1502009"/>
                <a:gd name="connsiteY111" fmla="*/ 320022 h 1226411"/>
                <a:gd name="connsiteX112" fmla="*/ 136336 w 1502009"/>
                <a:gd name="connsiteY112" fmla="*/ 361729 h 1226411"/>
                <a:gd name="connsiteX113" fmla="*/ 118468 w 1502009"/>
                <a:gd name="connsiteY113" fmla="*/ 350338 h 1226411"/>
                <a:gd name="connsiteX114" fmla="*/ 147957 w 1502009"/>
                <a:gd name="connsiteY114" fmla="*/ 307436 h 1226411"/>
                <a:gd name="connsiteX115" fmla="*/ 127838 w 1502009"/>
                <a:gd name="connsiteY115" fmla="*/ 1130740 h 1226411"/>
                <a:gd name="connsiteX116" fmla="*/ 109695 w 1502009"/>
                <a:gd name="connsiteY116" fmla="*/ 1141672 h 1226411"/>
                <a:gd name="connsiteX117" fmla="*/ 84340 w 1502009"/>
                <a:gd name="connsiteY117" fmla="*/ 1096152 h 1226411"/>
                <a:gd name="connsiteX118" fmla="*/ 103172 w 1502009"/>
                <a:gd name="connsiteY118" fmla="*/ 1086506 h 1226411"/>
                <a:gd name="connsiteX119" fmla="*/ 127838 w 1502009"/>
                <a:gd name="connsiteY119" fmla="*/ 1130740 h 1226411"/>
                <a:gd name="connsiteX120" fmla="*/ 110659 w 1502009"/>
                <a:gd name="connsiteY120" fmla="*/ 404998 h 1226411"/>
                <a:gd name="connsiteX121" fmla="*/ 88060 w 1502009"/>
                <a:gd name="connsiteY121" fmla="*/ 450288 h 1226411"/>
                <a:gd name="connsiteX122" fmla="*/ 68814 w 1502009"/>
                <a:gd name="connsiteY122" fmla="*/ 441469 h 1226411"/>
                <a:gd name="connsiteX123" fmla="*/ 92056 w 1502009"/>
                <a:gd name="connsiteY123" fmla="*/ 394893 h 1226411"/>
                <a:gd name="connsiteX124" fmla="*/ 81721 w 1502009"/>
                <a:gd name="connsiteY124" fmla="*/ 1040481 h 1226411"/>
                <a:gd name="connsiteX125" fmla="*/ 62246 w 1502009"/>
                <a:gd name="connsiteY125" fmla="*/ 1048749 h 1226411"/>
                <a:gd name="connsiteX126" fmla="*/ 43505 w 1502009"/>
                <a:gd name="connsiteY126" fmla="*/ 1000152 h 1226411"/>
                <a:gd name="connsiteX127" fmla="*/ 63486 w 1502009"/>
                <a:gd name="connsiteY127" fmla="*/ 993217 h 1226411"/>
                <a:gd name="connsiteX128" fmla="*/ 81721 w 1502009"/>
                <a:gd name="connsiteY128" fmla="*/ 1040757 h 1226411"/>
                <a:gd name="connsiteX129" fmla="*/ 68676 w 1502009"/>
                <a:gd name="connsiteY129" fmla="*/ 497002 h 1226411"/>
                <a:gd name="connsiteX130" fmla="*/ 52646 w 1502009"/>
                <a:gd name="connsiteY130" fmla="*/ 544956 h 1226411"/>
                <a:gd name="connsiteX131" fmla="*/ 32343 w 1502009"/>
                <a:gd name="connsiteY131" fmla="*/ 538985 h 1226411"/>
                <a:gd name="connsiteX132" fmla="*/ 48834 w 1502009"/>
                <a:gd name="connsiteY132" fmla="*/ 489607 h 1226411"/>
                <a:gd name="connsiteX133" fmla="*/ 48604 w 1502009"/>
                <a:gd name="connsiteY133" fmla="*/ 944849 h 1226411"/>
                <a:gd name="connsiteX134" fmla="*/ 28164 w 1502009"/>
                <a:gd name="connsiteY134" fmla="*/ 950361 h 1226411"/>
                <a:gd name="connsiteX135" fmla="*/ 16267 w 1502009"/>
                <a:gd name="connsiteY135" fmla="*/ 899834 h 1226411"/>
                <a:gd name="connsiteX136" fmla="*/ 37075 w 1502009"/>
                <a:gd name="connsiteY136" fmla="*/ 895746 h 1226411"/>
                <a:gd name="connsiteX137" fmla="*/ 48604 w 1502009"/>
                <a:gd name="connsiteY137" fmla="*/ 945124 h 1226411"/>
                <a:gd name="connsiteX138" fmla="*/ 39968 w 1502009"/>
                <a:gd name="connsiteY138" fmla="*/ 593967 h 1226411"/>
                <a:gd name="connsiteX139" fmla="*/ 30782 w 1502009"/>
                <a:gd name="connsiteY139" fmla="*/ 643712 h 1226411"/>
                <a:gd name="connsiteX140" fmla="*/ 9837 w 1502009"/>
                <a:gd name="connsiteY140" fmla="*/ 640588 h 1226411"/>
                <a:gd name="connsiteX141" fmla="*/ 19344 w 1502009"/>
                <a:gd name="connsiteY141" fmla="*/ 589373 h 1226411"/>
                <a:gd name="connsiteX142" fmla="*/ 28898 w 1502009"/>
                <a:gd name="connsiteY142" fmla="*/ 845588 h 1226411"/>
                <a:gd name="connsiteX143" fmla="*/ 7907 w 1502009"/>
                <a:gd name="connsiteY143" fmla="*/ 848298 h 1226411"/>
                <a:gd name="connsiteX144" fmla="*/ 3038 w 1502009"/>
                <a:gd name="connsiteY144" fmla="*/ 796439 h 1226411"/>
                <a:gd name="connsiteX145" fmla="*/ 24168 w 1502009"/>
                <a:gd name="connsiteY145" fmla="*/ 795153 h 1226411"/>
                <a:gd name="connsiteX146" fmla="*/ 28898 w 1502009"/>
                <a:gd name="connsiteY146" fmla="*/ 845955 h 1226411"/>
                <a:gd name="connsiteX147" fmla="*/ 25040 w 1502009"/>
                <a:gd name="connsiteY147" fmla="*/ 694009 h 1226411"/>
                <a:gd name="connsiteX148" fmla="*/ 22835 w 1502009"/>
                <a:gd name="connsiteY148" fmla="*/ 744535 h 1226411"/>
                <a:gd name="connsiteX149" fmla="*/ 1660 w 1502009"/>
                <a:gd name="connsiteY149" fmla="*/ 744535 h 1226411"/>
                <a:gd name="connsiteX150" fmla="*/ 3911 w 1502009"/>
                <a:gd name="connsiteY150" fmla="*/ 692493 h 12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502009" h="1226411">
                  <a:moveTo>
                    <a:pt x="1504818" y="744351"/>
                  </a:moveTo>
                  <a:lnTo>
                    <a:pt x="1483643" y="744351"/>
                  </a:lnTo>
                  <a:cubicBezTo>
                    <a:pt x="1483643" y="727586"/>
                    <a:pt x="1482679" y="710545"/>
                    <a:pt x="1481347" y="693825"/>
                  </a:cubicBezTo>
                  <a:lnTo>
                    <a:pt x="1502475" y="692125"/>
                  </a:lnTo>
                  <a:cubicBezTo>
                    <a:pt x="1503853" y="709580"/>
                    <a:pt x="1504635" y="727080"/>
                    <a:pt x="1504818" y="744351"/>
                  </a:cubicBezTo>
                  <a:close/>
                  <a:moveTo>
                    <a:pt x="1503579" y="796393"/>
                  </a:moveTo>
                  <a:cubicBezTo>
                    <a:pt x="1502567" y="813664"/>
                    <a:pt x="1500960" y="831073"/>
                    <a:pt x="1498985" y="848252"/>
                  </a:cubicBezTo>
                  <a:lnTo>
                    <a:pt x="1477994" y="845588"/>
                  </a:lnTo>
                  <a:cubicBezTo>
                    <a:pt x="1480106" y="828914"/>
                    <a:pt x="1481668" y="811919"/>
                    <a:pt x="1482587" y="795061"/>
                  </a:cubicBezTo>
                  <a:close/>
                  <a:moveTo>
                    <a:pt x="1496505" y="640588"/>
                  </a:moveTo>
                  <a:lnTo>
                    <a:pt x="1475467" y="643850"/>
                  </a:lnTo>
                  <a:cubicBezTo>
                    <a:pt x="1472986" y="627222"/>
                    <a:pt x="1469863" y="610456"/>
                    <a:pt x="1466280" y="594104"/>
                  </a:cubicBezTo>
                  <a:lnTo>
                    <a:pt x="1486904" y="589511"/>
                  </a:lnTo>
                  <a:cubicBezTo>
                    <a:pt x="1490717" y="606185"/>
                    <a:pt x="1493840" y="623456"/>
                    <a:pt x="1496505" y="640588"/>
                  </a:cubicBezTo>
                  <a:close/>
                  <a:moveTo>
                    <a:pt x="1490395" y="899650"/>
                  </a:moveTo>
                  <a:cubicBezTo>
                    <a:pt x="1487042" y="916646"/>
                    <a:pt x="1483046" y="933687"/>
                    <a:pt x="1478544" y="950177"/>
                  </a:cubicBezTo>
                  <a:lnTo>
                    <a:pt x="1458104" y="944619"/>
                  </a:lnTo>
                  <a:cubicBezTo>
                    <a:pt x="1462698" y="928451"/>
                    <a:pt x="1466372" y="911869"/>
                    <a:pt x="1469633" y="895379"/>
                  </a:cubicBezTo>
                  <a:close/>
                  <a:moveTo>
                    <a:pt x="1473905" y="538939"/>
                  </a:moveTo>
                  <a:lnTo>
                    <a:pt x="1453603" y="544956"/>
                  </a:lnTo>
                  <a:cubicBezTo>
                    <a:pt x="1449010" y="528788"/>
                    <a:pt x="1443406" y="512803"/>
                    <a:pt x="1437526" y="496956"/>
                  </a:cubicBezTo>
                  <a:lnTo>
                    <a:pt x="1457370" y="489515"/>
                  </a:lnTo>
                  <a:cubicBezTo>
                    <a:pt x="1463432" y="505683"/>
                    <a:pt x="1468991" y="522311"/>
                    <a:pt x="1473905" y="538939"/>
                  </a:cubicBezTo>
                  <a:close/>
                  <a:moveTo>
                    <a:pt x="1463203" y="1000107"/>
                  </a:moveTo>
                  <a:cubicBezTo>
                    <a:pt x="1457554" y="1016458"/>
                    <a:pt x="1451260" y="1032765"/>
                    <a:pt x="1444462" y="1048703"/>
                  </a:cubicBezTo>
                  <a:lnTo>
                    <a:pt x="1424987" y="1040389"/>
                  </a:lnTo>
                  <a:cubicBezTo>
                    <a:pt x="1431601" y="1024910"/>
                    <a:pt x="1437710" y="1009063"/>
                    <a:pt x="1443360" y="993171"/>
                  </a:cubicBezTo>
                  <a:close/>
                  <a:moveTo>
                    <a:pt x="1437388" y="441377"/>
                  </a:moveTo>
                  <a:lnTo>
                    <a:pt x="1418143" y="450196"/>
                  </a:lnTo>
                  <a:cubicBezTo>
                    <a:pt x="1411161" y="434901"/>
                    <a:pt x="1403536" y="419651"/>
                    <a:pt x="1395544" y="404906"/>
                  </a:cubicBezTo>
                  <a:lnTo>
                    <a:pt x="1414146" y="394755"/>
                  </a:lnTo>
                  <a:cubicBezTo>
                    <a:pt x="1422368" y="409959"/>
                    <a:pt x="1430223" y="425668"/>
                    <a:pt x="1437388" y="441377"/>
                  </a:cubicBezTo>
                  <a:close/>
                  <a:moveTo>
                    <a:pt x="1422414" y="1095831"/>
                  </a:moveTo>
                  <a:cubicBezTo>
                    <a:pt x="1414560" y="1111218"/>
                    <a:pt x="1406016" y="1126514"/>
                    <a:pt x="1397059" y="1141351"/>
                  </a:cubicBezTo>
                  <a:lnTo>
                    <a:pt x="1378962" y="1130418"/>
                  </a:lnTo>
                  <a:cubicBezTo>
                    <a:pt x="1387643" y="1115995"/>
                    <a:pt x="1395911" y="1101113"/>
                    <a:pt x="1403536" y="1086185"/>
                  </a:cubicBezTo>
                  <a:close/>
                  <a:moveTo>
                    <a:pt x="1387643" y="349879"/>
                  </a:moveTo>
                  <a:lnTo>
                    <a:pt x="1369821" y="361270"/>
                  </a:lnTo>
                  <a:cubicBezTo>
                    <a:pt x="1360634" y="347077"/>
                    <a:pt x="1351126" y="333067"/>
                    <a:pt x="1341113" y="319563"/>
                  </a:cubicBezTo>
                  <a:lnTo>
                    <a:pt x="1358108" y="306931"/>
                  </a:lnTo>
                  <a:cubicBezTo>
                    <a:pt x="1368443" y="320849"/>
                    <a:pt x="1378365" y="335318"/>
                    <a:pt x="1387643" y="349879"/>
                  </a:cubicBezTo>
                  <a:close/>
                  <a:moveTo>
                    <a:pt x="1368673" y="1184941"/>
                  </a:moveTo>
                  <a:cubicBezTo>
                    <a:pt x="1358706" y="1199088"/>
                    <a:pt x="1348141" y="1213052"/>
                    <a:pt x="1337254" y="1226281"/>
                  </a:cubicBezTo>
                  <a:lnTo>
                    <a:pt x="1320811" y="1212914"/>
                  </a:lnTo>
                  <a:cubicBezTo>
                    <a:pt x="1331421" y="1199915"/>
                    <a:pt x="1341665" y="1186365"/>
                    <a:pt x="1351310" y="1172585"/>
                  </a:cubicBezTo>
                  <a:close/>
                  <a:moveTo>
                    <a:pt x="1325679" y="266280"/>
                  </a:moveTo>
                  <a:lnTo>
                    <a:pt x="1309602" y="280060"/>
                  </a:lnTo>
                  <a:cubicBezTo>
                    <a:pt x="1298671" y="267291"/>
                    <a:pt x="1287188" y="254705"/>
                    <a:pt x="1275383" y="242671"/>
                  </a:cubicBezTo>
                  <a:lnTo>
                    <a:pt x="1290541" y="227880"/>
                  </a:lnTo>
                  <a:cubicBezTo>
                    <a:pt x="1302622" y="240053"/>
                    <a:pt x="1314701" y="253006"/>
                    <a:pt x="1325679" y="266143"/>
                  </a:cubicBezTo>
                  <a:close/>
                  <a:moveTo>
                    <a:pt x="1252876" y="191869"/>
                  </a:moveTo>
                  <a:lnTo>
                    <a:pt x="1238774" y="207670"/>
                  </a:lnTo>
                  <a:cubicBezTo>
                    <a:pt x="1226234" y="196508"/>
                    <a:pt x="1213143" y="185622"/>
                    <a:pt x="1199869" y="175517"/>
                  </a:cubicBezTo>
                  <a:lnTo>
                    <a:pt x="1212822" y="158751"/>
                  </a:lnTo>
                  <a:cubicBezTo>
                    <a:pt x="1226464" y="169040"/>
                    <a:pt x="1239968" y="180248"/>
                    <a:pt x="1252876" y="191731"/>
                  </a:cubicBezTo>
                  <a:close/>
                  <a:moveTo>
                    <a:pt x="1170609" y="128160"/>
                  </a:moveTo>
                  <a:lnTo>
                    <a:pt x="1158805" y="145752"/>
                  </a:lnTo>
                  <a:cubicBezTo>
                    <a:pt x="1145025" y="136566"/>
                    <a:pt x="1130373" y="127379"/>
                    <a:pt x="1115811" y="119111"/>
                  </a:cubicBezTo>
                  <a:lnTo>
                    <a:pt x="1126330" y="100738"/>
                  </a:lnTo>
                  <a:cubicBezTo>
                    <a:pt x="1141304" y="109189"/>
                    <a:pt x="1156187" y="118422"/>
                    <a:pt x="1170609" y="128022"/>
                  </a:cubicBezTo>
                  <a:close/>
                  <a:moveTo>
                    <a:pt x="1080443" y="76348"/>
                  </a:moveTo>
                  <a:lnTo>
                    <a:pt x="1071257" y="95410"/>
                  </a:lnTo>
                  <a:cubicBezTo>
                    <a:pt x="1056144" y="88060"/>
                    <a:pt x="1040574" y="81216"/>
                    <a:pt x="1025002" y="74970"/>
                  </a:cubicBezTo>
                  <a:lnTo>
                    <a:pt x="1032856" y="55310"/>
                  </a:lnTo>
                  <a:cubicBezTo>
                    <a:pt x="1048704" y="61741"/>
                    <a:pt x="1064734" y="68814"/>
                    <a:pt x="1080443" y="76348"/>
                  </a:cubicBezTo>
                  <a:close/>
                  <a:moveTo>
                    <a:pt x="983984" y="37718"/>
                  </a:moveTo>
                  <a:lnTo>
                    <a:pt x="977508" y="57836"/>
                  </a:lnTo>
                  <a:cubicBezTo>
                    <a:pt x="961523" y="52738"/>
                    <a:pt x="945125" y="48099"/>
                    <a:pt x="928818" y="44056"/>
                  </a:cubicBezTo>
                  <a:lnTo>
                    <a:pt x="933457" y="23754"/>
                  </a:lnTo>
                  <a:cubicBezTo>
                    <a:pt x="950360" y="27658"/>
                    <a:pt x="967173" y="32390"/>
                    <a:pt x="983662" y="37534"/>
                  </a:cubicBezTo>
                  <a:close/>
                  <a:moveTo>
                    <a:pt x="882931" y="12822"/>
                  </a:moveTo>
                  <a:lnTo>
                    <a:pt x="879302" y="33676"/>
                  </a:lnTo>
                  <a:cubicBezTo>
                    <a:pt x="862721" y="30782"/>
                    <a:pt x="845863" y="28485"/>
                    <a:pt x="829144" y="26740"/>
                  </a:cubicBezTo>
                  <a:lnTo>
                    <a:pt x="831348" y="5703"/>
                  </a:lnTo>
                  <a:cubicBezTo>
                    <a:pt x="848206" y="7448"/>
                    <a:pt x="865568" y="9974"/>
                    <a:pt x="882609" y="12822"/>
                  </a:cubicBezTo>
                  <a:close/>
                  <a:moveTo>
                    <a:pt x="779398" y="2120"/>
                  </a:moveTo>
                  <a:lnTo>
                    <a:pt x="778663" y="23295"/>
                  </a:lnTo>
                  <a:cubicBezTo>
                    <a:pt x="770349" y="22973"/>
                    <a:pt x="761897" y="22835"/>
                    <a:pt x="753584" y="22835"/>
                  </a:cubicBezTo>
                  <a:cubicBezTo>
                    <a:pt x="745270" y="22835"/>
                    <a:pt x="736497" y="22835"/>
                    <a:pt x="728045" y="23295"/>
                  </a:cubicBezTo>
                  <a:lnTo>
                    <a:pt x="727311" y="2120"/>
                  </a:lnTo>
                  <a:cubicBezTo>
                    <a:pt x="735991" y="1844"/>
                    <a:pt x="744810" y="1660"/>
                    <a:pt x="753584" y="1660"/>
                  </a:cubicBezTo>
                  <a:cubicBezTo>
                    <a:pt x="762357" y="1660"/>
                    <a:pt x="770487" y="1798"/>
                    <a:pt x="779076" y="2120"/>
                  </a:cubicBezTo>
                  <a:close/>
                  <a:moveTo>
                    <a:pt x="677565" y="26786"/>
                  </a:moveTo>
                  <a:cubicBezTo>
                    <a:pt x="660799" y="28531"/>
                    <a:pt x="643942" y="30874"/>
                    <a:pt x="627406" y="33768"/>
                  </a:cubicBezTo>
                  <a:lnTo>
                    <a:pt x="623777" y="12914"/>
                  </a:lnTo>
                  <a:cubicBezTo>
                    <a:pt x="640772" y="9928"/>
                    <a:pt x="658135" y="7540"/>
                    <a:pt x="675360" y="5703"/>
                  </a:cubicBezTo>
                  <a:close/>
                  <a:moveTo>
                    <a:pt x="577844" y="44194"/>
                  </a:moveTo>
                  <a:cubicBezTo>
                    <a:pt x="561584" y="48191"/>
                    <a:pt x="545186" y="52830"/>
                    <a:pt x="529155" y="57974"/>
                  </a:cubicBezTo>
                  <a:lnTo>
                    <a:pt x="522679" y="37810"/>
                  </a:lnTo>
                  <a:cubicBezTo>
                    <a:pt x="539168" y="32482"/>
                    <a:pt x="556026" y="27704"/>
                    <a:pt x="572791" y="23571"/>
                  </a:cubicBezTo>
                  <a:close/>
                  <a:moveTo>
                    <a:pt x="481385" y="75199"/>
                  </a:moveTo>
                  <a:cubicBezTo>
                    <a:pt x="465767" y="81446"/>
                    <a:pt x="450196" y="88336"/>
                    <a:pt x="435038" y="95639"/>
                  </a:cubicBezTo>
                  <a:lnTo>
                    <a:pt x="425852" y="76577"/>
                  </a:lnTo>
                  <a:cubicBezTo>
                    <a:pt x="441422" y="69044"/>
                    <a:pt x="457499" y="61970"/>
                    <a:pt x="473531" y="55540"/>
                  </a:cubicBezTo>
                  <a:close/>
                  <a:moveTo>
                    <a:pt x="390300" y="119295"/>
                  </a:moveTo>
                  <a:cubicBezTo>
                    <a:pt x="375693" y="127609"/>
                    <a:pt x="361224" y="136612"/>
                    <a:pt x="347260" y="145982"/>
                  </a:cubicBezTo>
                  <a:lnTo>
                    <a:pt x="335456" y="128390"/>
                  </a:lnTo>
                  <a:cubicBezTo>
                    <a:pt x="349832" y="118744"/>
                    <a:pt x="364761" y="109511"/>
                    <a:pt x="379735" y="100830"/>
                  </a:cubicBezTo>
                  <a:close/>
                  <a:moveTo>
                    <a:pt x="306196" y="175655"/>
                  </a:moveTo>
                  <a:cubicBezTo>
                    <a:pt x="292922" y="185944"/>
                    <a:pt x="279830" y="196876"/>
                    <a:pt x="267291" y="208083"/>
                  </a:cubicBezTo>
                  <a:lnTo>
                    <a:pt x="253190" y="192282"/>
                  </a:lnTo>
                  <a:cubicBezTo>
                    <a:pt x="266051" y="180753"/>
                    <a:pt x="279555" y="169316"/>
                    <a:pt x="293197" y="158935"/>
                  </a:cubicBezTo>
                  <a:close/>
                  <a:moveTo>
                    <a:pt x="230682" y="243084"/>
                  </a:moveTo>
                  <a:cubicBezTo>
                    <a:pt x="218969" y="255073"/>
                    <a:pt x="207716" y="267658"/>
                    <a:pt x="196600" y="280428"/>
                  </a:cubicBezTo>
                  <a:lnTo>
                    <a:pt x="180477" y="266648"/>
                  </a:lnTo>
                  <a:cubicBezTo>
                    <a:pt x="191685" y="253511"/>
                    <a:pt x="203444" y="240558"/>
                    <a:pt x="215570" y="228202"/>
                  </a:cubicBezTo>
                  <a:close/>
                  <a:moveTo>
                    <a:pt x="186036" y="1213419"/>
                  </a:moveTo>
                  <a:lnTo>
                    <a:pt x="169637" y="1226786"/>
                  </a:lnTo>
                  <a:cubicBezTo>
                    <a:pt x="158705" y="1213327"/>
                    <a:pt x="148095" y="1199226"/>
                    <a:pt x="138173" y="1185446"/>
                  </a:cubicBezTo>
                  <a:lnTo>
                    <a:pt x="155490" y="1173274"/>
                  </a:lnTo>
                  <a:cubicBezTo>
                    <a:pt x="165136" y="1186962"/>
                    <a:pt x="175563" y="1200558"/>
                    <a:pt x="186036" y="1213419"/>
                  </a:cubicBezTo>
                  <a:close/>
                  <a:moveTo>
                    <a:pt x="164998" y="320022"/>
                  </a:moveTo>
                  <a:cubicBezTo>
                    <a:pt x="154985" y="333802"/>
                    <a:pt x="145339" y="347582"/>
                    <a:pt x="136336" y="361729"/>
                  </a:cubicBezTo>
                  <a:lnTo>
                    <a:pt x="118468" y="350338"/>
                  </a:lnTo>
                  <a:cubicBezTo>
                    <a:pt x="127654" y="335777"/>
                    <a:pt x="137668" y="321354"/>
                    <a:pt x="147957" y="307436"/>
                  </a:cubicBezTo>
                  <a:close/>
                  <a:moveTo>
                    <a:pt x="127838" y="1130740"/>
                  </a:moveTo>
                  <a:lnTo>
                    <a:pt x="109695" y="1141672"/>
                  </a:lnTo>
                  <a:cubicBezTo>
                    <a:pt x="100508" y="1126836"/>
                    <a:pt x="92194" y="1111540"/>
                    <a:pt x="84340" y="1096152"/>
                  </a:cubicBezTo>
                  <a:lnTo>
                    <a:pt x="103172" y="1086506"/>
                  </a:lnTo>
                  <a:cubicBezTo>
                    <a:pt x="110843" y="1101526"/>
                    <a:pt x="119111" y="1116409"/>
                    <a:pt x="127838" y="1130740"/>
                  </a:cubicBezTo>
                  <a:close/>
                  <a:moveTo>
                    <a:pt x="110659" y="404998"/>
                  </a:moveTo>
                  <a:cubicBezTo>
                    <a:pt x="102621" y="419788"/>
                    <a:pt x="95042" y="434993"/>
                    <a:pt x="88060" y="450288"/>
                  </a:cubicBezTo>
                  <a:lnTo>
                    <a:pt x="68814" y="441469"/>
                  </a:lnTo>
                  <a:cubicBezTo>
                    <a:pt x="75980" y="425760"/>
                    <a:pt x="83789" y="410097"/>
                    <a:pt x="92056" y="394893"/>
                  </a:cubicBezTo>
                  <a:close/>
                  <a:moveTo>
                    <a:pt x="81721" y="1040481"/>
                  </a:moveTo>
                  <a:lnTo>
                    <a:pt x="62246" y="1048749"/>
                  </a:lnTo>
                  <a:cubicBezTo>
                    <a:pt x="55494" y="1032856"/>
                    <a:pt x="49155" y="1016596"/>
                    <a:pt x="43505" y="1000152"/>
                  </a:cubicBezTo>
                  <a:lnTo>
                    <a:pt x="63486" y="993217"/>
                  </a:lnTo>
                  <a:cubicBezTo>
                    <a:pt x="68998" y="1009385"/>
                    <a:pt x="75153" y="1025094"/>
                    <a:pt x="81721" y="1040757"/>
                  </a:cubicBezTo>
                  <a:close/>
                  <a:moveTo>
                    <a:pt x="68676" y="497002"/>
                  </a:moveTo>
                  <a:cubicBezTo>
                    <a:pt x="62797" y="512757"/>
                    <a:pt x="57377" y="528879"/>
                    <a:pt x="52646" y="544956"/>
                  </a:cubicBezTo>
                  <a:lnTo>
                    <a:pt x="32343" y="538985"/>
                  </a:lnTo>
                  <a:cubicBezTo>
                    <a:pt x="37212" y="522403"/>
                    <a:pt x="42770" y="505775"/>
                    <a:pt x="48834" y="489607"/>
                  </a:cubicBezTo>
                  <a:close/>
                  <a:moveTo>
                    <a:pt x="48604" y="944849"/>
                  </a:moveTo>
                  <a:lnTo>
                    <a:pt x="28164" y="950361"/>
                  </a:lnTo>
                  <a:cubicBezTo>
                    <a:pt x="23571" y="933687"/>
                    <a:pt x="19666" y="916646"/>
                    <a:pt x="16267" y="899834"/>
                  </a:cubicBezTo>
                  <a:lnTo>
                    <a:pt x="37075" y="895746"/>
                  </a:lnTo>
                  <a:cubicBezTo>
                    <a:pt x="40336" y="912328"/>
                    <a:pt x="44194" y="928910"/>
                    <a:pt x="48604" y="945124"/>
                  </a:cubicBezTo>
                  <a:close/>
                  <a:moveTo>
                    <a:pt x="39968" y="593967"/>
                  </a:moveTo>
                  <a:cubicBezTo>
                    <a:pt x="36339" y="610365"/>
                    <a:pt x="33216" y="627084"/>
                    <a:pt x="30782" y="643712"/>
                  </a:cubicBezTo>
                  <a:lnTo>
                    <a:pt x="9837" y="640588"/>
                  </a:lnTo>
                  <a:cubicBezTo>
                    <a:pt x="12409" y="623502"/>
                    <a:pt x="15578" y="606277"/>
                    <a:pt x="19344" y="589373"/>
                  </a:cubicBezTo>
                  <a:close/>
                  <a:moveTo>
                    <a:pt x="28898" y="845588"/>
                  </a:moveTo>
                  <a:lnTo>
                    <a:pt x="7907" y="848298"/>
                  </a:lnTo>
                  <a:cubicBezTo>
                    <a:pt x="5703" y="831165"/>
                    <a:pt x="4095" y="813710"/>
                    <a:pt x="3038" y="796439"/>
                  </a:cubicBezTo>
                  <a:lnTo>
                    <a:pt x="24168" y="795153"/>
                  </a:lnTo>
                  <a:cubicBezTo>
                    <a:pt x="25178" y="812240"/>
                    <a:pt x="26786" y="829189"/>
                    <a:pt x="28898" y="845955"/>
                  </a:cubicBezTo>
                  <a:close/>
                  <a:moveTo>
                    <a:pt x="25040" y="694009"/>
                  </a:moveTo>
                  <a:cubicBezTo>
                    <a:pt x="23708" y="710774"/>
                    <a:pt x="22973" y="727770"/>
                    <a:pt x="22835" y="744535"/>
                  </a:cubicBezTo>
                  <a:lnTo>
                    <a:pt x="1660" y="744535"/>
                  </a:lnTo>
                  <a:cubicBezTo>
                    <a:pt x="1660" y="727264"/>
                    <a:pt x="2579" y="709718"/>
                    <a:pt x="3911" y="692493"/>
                  </a:cubicBezTo>
                  <a:close/>
                </a:path>
              </a:pathLst>
            </a:custGeom>
            <a:grpFill/>
            <a:ln w="4591"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7C4481AD-FE32-450F-BEED-833F75309D5B}"/>
                </a:ext>
              </a:extLst>
            </p:cNvPr>
            <p:cNvSpPr/>
            <p:nvPr/>
          </p:nvSpPr>
          <p:spPr>
            <a:xfrm>
              <a:off x="9207584" y="3680004"/>
              <a:ext cx="32153" cy="32153"/>
            </a:xfrm>
            <a:custGeom>
              <a:avLst/>
              <a:gdLst>
                <a:gd name="connsiteX0" fmla="*/ 34549 w 32153"/>
                <a:gd name="connsiteY0" fmla="*/ 16267 h 32153"/>
                <a:gd name="connsiteX1" fmla="*/ 16635 w 32153"/>
                <a:gd name="connsiteY1" fmla="*/ 34640 h 32153"/>
                <a:gd name="connsiteX2" fmla="*/ 1660 w 32153"/>
                <a:gd name="connsiteY2" fmla="*/ 19712 h 32153"/>
                <a:gd name="connsiteX3" fmla="*/ 19069 w 32153"/>
                <a:gd name="connsiteY3" fmla="*/ 1660 h 32153"/>
              </a:gdLst>
              <a:ahLst/>
              <a:cxnLst>
                <a:cxn ang="0">
                  <a:pos x="connsiteX0" y="connsiteY0"/>
                </a:cxn>
                <a:cxn ang="0">
                  <a:pos x="connsiteX1" y="connsiteY1"/>
                </a:cxn>
                <a:cxn ang="0">
                  <a:pos x="connsiteX2" y="connsiteY2"/>
                </a:cxn>
                <a:cxn ang="0">
                  <a:pos x="connsiteX3" y="connsiteY3"/>
                </a:cxn>
              </a:cxnLst>
              <a:rect l="l" t="t" r="r" b="b"/>
              <a:pathLst>
                <a:path w="32153" h="32153">
                  <a:moveTo>
                    <a:pt x="34549" y="16267"/>
                  </a:moveTo>
                  <a:cubicBezTo>
                    <a:pt x="28716" y="22514"/>
                    <a:pt x="22698" y="28714"/>
                    <a:pt x="16635" y="34640"/>
                  </a:cubicBezTo>
                  <a:lnTo>
                    <a:pt x="1660" y="19712"/>
                  </a:lnTo>
                  <a:cubicBezTo>
                    <a:pt x="7586" y="13786"/>
                    <a:pt x="13420" y="7723"/>
                    <a:pt x="19069" y="1660"/>
                  </a:cubicBezTo>
                  <a:close/>
                </a:path>
              </a:pathLst>
            </a:custGeom>
            <a:grpFill/>
            <a:ln w="4591"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A5D9C62F-5756-4C97-A3C6-795ECCC5C860}"/>
                </a:ext>
              </a:extLst>
            </p:cNvPr>
            <p:cNvSpPr/>
            <p:nvPr/>
          </p:nvSpPr>
          <p:spPr>
            <a:xfrm>
              <a:off x="8159623" y="3698194"/>
              <a:ext cx="32153" cy="32153"/>
            </a:xfrm>
            <a:custGeom>
              <a:avLst/>
              <a:gdLst>
                <a:gd name="connsiteX0" fmla="*/ 34548 w 32153"/>
                <a:gd name="connsiteY0" fmla="*/ 20172 h 32153"/>
                <a:gd name="connsiteX1" fmla="*/ 19069 w 32153"/>
                <a:gd name="connsiteY1" fmla="*/ 34640 h 32153"/>
                <a:gd name="connsiteX2" fmla="*/ 1660 w 32153"/>
                <a:gd name="connsiteY2" fmla="*/ 16589 h 32153"/>
                <a:gd name="connsiteX3" fmla="*/ 16634 w 32153"/>
                <a:gd name="connsiteY3" fmla="*/ 1660 h 32153"/>
                <a:gd name="connsiteX4" fmla="*/ 34548 w 32153"/>
                <a:gd name="connsiteY4" fmla="*/ 20172 h 32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53" h="32153">
                  <a:moveTo>
                    <a:pt x="34548" y="20172"/>
                  </a:moveTo>
                  <a:lnTo>
                    <a:pt x="19069" y="34640"/>
                  </a:lnTo>
                  <a:cubicBezTo>
                    <a:pt x="13419" y="28577"/>
                    <a:pt x="7585" y="22514"/>
                    <a:pt x="1660" y="16589"/>
                  </a:cubicBezTo>
                  <a:lnTo>
                    <a:pt x="16634" y="1660"/>
                  </a:lnTo>
                  <a:cubicBezTo>
                    <a:pt x="22698" y="7723"/>
                    <a:pt x="28944" y="13924"/>
                    <a:pt x="34548" y="20172"/>
                  </a:cubicBezTo>
                  <a:close/>
                </a:path>
              </a:pathLst>
            </a:custGeom>
            <a:grpFill/>
            <a:ln w="4591"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B5E8CC67-3249-4884-9BA1-D1C8069997EC}"/>
                </a:ext>
              </a:extLst>
            </p:cNvPr>
            <p:cNvSpPr/>
            <p:nvPr/>
          </p:nvSpPr>
          <p:spPr>
            <a:xfrm>
              <a:off x="6891458" y="3755931"/>
              <a:ext cx="1502010" cy="1226411"/>
            </a:xfrm>
            <a:custGeom>
              <a:avLst/>
              <a:gdLst>
                <a:gd name="connsiteX0" fmla="*/ 1504910 w 1502009"/>
                <a:gd name="connsiteY0" fmla="*/ 483865 h 1226411"/>
                <a:gd name="connsiteX1" fmla="*/ 1502476 w 1502009"/>
                <a:gd name="connsiteY1" fmla="*/ 535908 h 1226411"/>
                <a:gd name="connsiteX2" fmla="*/ 1481347 w 1502009"/>
                <a:gd name="connsiteY2" fmla="*/ 534208 h 1226411"/>
                <a:gd name="connsiteX3" fmla="*/ 1483735 w 1502009"/>
                <a:gd name="connsiteY3" fmla="*/ 483682 h 1226411"/>
                <a:gd name="connsiteX4" fmla="*/ 1503762 w 1502009"/>
                <a:gd name="connsiteY4" fmla="*/ 431823 h 1226411"/>
                <a:gd name="connsiteX5" fmla="*/ 1482586 w 1502009"/>
                <a:gd name="connsiteY5" fmla="*/ 433017 h 1226411"/>
                <a:gd name="connsiteX6" fmla="*/ 1477993 w 1502009"/>
                <a:gd name="connsiteY6" fmla="*/ 382491 h 1226411"/>
                <a:gd name="connsiteX7" fmla="*/ 1498985 w 1502009"/>
                <a:gd name="connsiteY7" fmla="*/ 379827 h 1226411"/>
                <a:gd name="connsiteX8" fmla="*/ 1503808 w 1502009"/>
                <a:gd name="connsiteY8" fmla="*/ 431823 h 1226411"/>
                <a:gd name="connsiteX9" fmla="*/ 1496458 w 1502009"/>
                <a:gd name="connsiteY9" fmla="*/ 587628 h 1226411"/>
                <a:gd name="connsiteX10" fmla="*/ 1486951 w 1502009"/>
                <a:gd name="connsiteY10" fmla="*/ 638798 h 1226411"/>
                <a:gd name="connsiteX11" fmla="*/ 1466281 w 1502009"/>
                <a:gd name="connsiteY11" fmla="*/ 634204 h 1226411"/>
                <a:gd name="connsiteX12" fmla="*/ 1475468 w 1502009"/>
                <a:gd name="connsiteY12" fmla="*/ 584412 h 1226411"/>
                <a:gd name="connsiteX13" fmla="*/ 1490671 w 1502009"/>
                <a:gd name="connsiteY13" fmla="*/ 328520 h 1226411"/>
                <a:gd name="connsiteX14" fmla="*/ 1469864 w 1502009"/>
                <a:gd name="connsiteY14" fmla="*/ 332654 h 1226411"/>
                <a:gd name="connsiteX15" fmla="*/ 1458335 w 1502009"/>
                <a:gd name="connsiteY15" fmla="*/ 283368 h 1226411"/>
                <a:gd name="connsiteX16" fmla="*/ 1478775 w 1502009"/>
                <a:gd name="connsiteY16" fmla="*/ 277810 h 1226411"/>
                <a:gd name="connsiteX17" fmla="*/ 1490671 w 1502009"/>
                <a:gd name="connsiteY17" fmla="*/ 328520 h 1226411"/>
                <a:gd name="connsiteX18" fmla="*/ 1473905 w 1502009"/>
                <a:gd name="connsiteY18" fmla="*/ 689232 h 1226411"/>
                <a:gd name="connsiteX19" fmla="*/ 1457415 w 1502009"/>
                <a:gd name="connsiteY19" fmla="*/ 738610 h 1226411"/>
                <a:gd name="connsiteX20" fmla="*/ 1437572 w 1502009"/>
                <a:gd name="connsiteY20" fmla="*/ 731215 h 1226411"/>
                <a:gd name="connsiteX21" fmla="*/ 1453603 w 1502009"/>
                <a:gd name="connsiteY21" fmla="*/ 683214 h 1226411"/>
                <a:gd name="connsiteX22" fmla="*/ 1463341 w 1502009"/>
                <a:gd name="connsiteY22" fmla="*/ 228064 h 1226411"/>
                <a:gd name="connsiteX23" fmla="*/ 1443360 w 1502009"/>
                <a:gd name="connsiteY23" fmla="*/ 235000 h 1226411"/>
                <a:gd name="connsiteX24" fmla="*/ 1424987 w 1502009"/>
                <a:gd name="connsiteY24" fmla="*/ 187781 h 1226411"/>
                <a:gd name="connsiteX25" fmla="*/ 1444463 w 1502009"/>
                <a:gd name="connsiteY25" fmla="*/ 179467 h 1226411"/>
                <a:gd name="connsiteX26" fmla="*/ 1463341 w 1502009"/>
                <a:gd name="connsiteY26" fmla="*/ 228064 h 1226411"/>
                <a:gd name="connsiteX27" fmla="*/ 1437572 w 1502009"/>
                <a:gd name="connsiteY27" fmla="*/ 786748 h 1226411"/>
                <a:gd name="connsiteX28" fmla="*/ 1414606 w 1502009"/>
                <a:gd name="connsiteY28" fmla="*/ 833370 h 1226411"/>
                <a:gd name="connsiteX29" fmla="*/ 1396233 w 1502009"/>
                <a:gd name="connsiteY29" fmla="*/ 823264 h 1226411"/>
                <a:gd name="connsiteX30" fmla="*/ 1418740 w 1502009"/>
                <a:gd name="connsiteY30" fmla="*/ 777974 h 1226411"/>
                <a:gd name="connsiteX31" fmla="*/ 1422369 w 1502009"/>
                <a:gd name="connsiteY31" fmla="*/ 132294 h 1226411"/>
                <a:gd name="connsiteX32" fmla="*/ 1403536 w 1502009"/>
                <a:gd name="connsiteY32" fmla="*/ 141986 h 1226411"/>
                <a:gd name="connsiteX33" fmla="*/ 1378870 w 1502009"/>
                <a:gd name="connsiteY33" fmla="*/ 97798 h 1226411"/>
                <a:gd name="connsiteX34" fmla="*/ 1396968 w 1502009"/>
                <a:gd name="connsiteY34" fmla="*/ 86820 h 1226411"/>
                <a:gd name="connsiteX35" fmla="*/ 1422369 w 1502009"/>
                <a:gd name="connsiteY35" fmla="*/ 132294 h 1226411"/>
                <a:gd name="connsiteX36" fmla="*/ 1388011 w 1502009"/>
                <a:gd name="connsiteY36" fmla="*/ 878246 h 1226411"/>
                <a:gd name="connsiteX37" fmla="*/ 1358568 w 1502009"/>
                <a:gd name="connsiteY37" fmla="*/ 921148 h 1226411"/>
                <a:gd name="connsiteX38" fmla="*/ 1341527 w 1502009"/>
                <a:gd name="connsiteY38" fmla="*/ 908608 h 1226411"/>
                <a:gd name="connsiteX39" fmla="*/ 1370143 w 1502009"/>
                <a:gd name="connsiteY39" fmla="*/ 866855 h 1226411"/>
                <a:gd name="connsiteX40" fmla="*/ 1368443 w 1502009"/>
                <a:gd name="connsiteY40" fmla="*/ 43230 h 1226411"/>
                <a:gd name="connsiteX41" fmla="*/ 1351127 w 1502009"/>
                <a:gd name="connsiteY41" fmla="*/ 55402 h 1226411"/>
                <a:gd name="connsiteX42" fmla="*/ 1320535 w 1502009"/>
                <a:gd name="connsiteY42" fmla="*/ 15027 h 1226411"/>
                <a:gd name="connsiteX43" fmla="*/ 1336979 w 1502009"/>
                <a:gd name="connsiteY43" fmla="*/ 1660 h 1226411"/>
                <a:gd name="connsiteX44" fmla="*/ 1368443 w 1502009"/>
                <a:gd name="connsiteY44" fmla="*/ 43230 h 1226411"/>
                <a:gd name="connsiteX45" fmla="*/ 1326231 w 1502009"/>
                <a:gd name="connsiteY45" fmla="*/ 961890 h 1226411"/>
                <a:gd name="connsiteX46" fmla="*/ 1291138 w 1502009"/>
                <a:gd name="connsiteY46" fmla="*/ 1000336 h 1226411"/>
                <a:gd name="connsiteX47" fmla="*/ 1275980 w 1502009"/>
                <a:gd name="connsiteY47" fmla="*/ 985546 h 1226411"/>
                <a:gd name="connsiteX48" fmla="*/ 1310108 w 1502009"/>
                <a:gd name="connsiteY48" fmla="*/ 948156 h 1226411"/>
                <a:gd name="connsiteX49" fmla="*/ 1253519 w 1502009"/>
                <a:gd name="connsiteY49" fmla="*/ 1036301 h 1226411"/>
                <a:gd name="connsiteX50" fmla="*/ 1213466 w 1502009"/>
                <a:gd name="connsiteY50" fmla="*/ 1069695 h 1226411"/>
                <a:gd name="connsiteX51" fmla="*/ 1200466 w 1502009"/>
                <a:gd name="connsiteY51" fmla="*/ 1052929 h 1226411"/>
                <a:gd name="connsiteX52" fmla="*/ 1239417 w 1502009"/>
                <a:gd name="connsiteY52" fmla="*/ 1020776 h 1226411"/>
                <a:gd name="connsiteX53" fmla="*/ 1171207 w 1502009"/>
                <a:gd name="connsiteY53" fmla="*/ 1100194 h 1226411"/>
                <a:gd name="connsiteX54" fmla="*/ 1126927 w 1502009"/>
                <a:gd name="connsiteY54" fmla="*/ 1127754 h 1226411"/>
                <a:gd name="connsiteX55" fmla="*/ 1116409 w 1502009"/>
                <a:gd name="connsiteY55" fmla="*/ 1109381 h 1226411"/>
                <a:gd name="connsiteX56" fmla="*/ 1159402 w 1502009"/>
                <a:gd name="connsiteY56" fmla="*/ 1082694 h 1226411"/>
                <a:gd name="connsiteX57" fmla="*/ 1080857 w 1502009"/>
                <a:gd name="connsiteY57" fmla="*/ 1152007 h 1226411"/>
                <a:gd name="connsiteX58" fmla="*/ 1033178 w 1502009"/>
                <a:gd name="connsiteY58" fmla="*/ 1173044 h 1226411"/>
                <a:gd name="connsiteX59" fmla="*/ 1025323 w 1502009"/>
                <a:gd name="connsiteY59" fmla="*/ 1153385 h 1226411"/>
                <a:gd name="connsiteX60" fmla="*/ 1071624 w 1502009"/>
                <a:gd name="connsiteY60" fmla="*/ 1132945 h 1226411"/>
                <a:gd name="connsiteX61" fmla="*/ 984168 w 1502009"/>
                <a:gd name="connsiteY61" fmla="*/ 1190728 h 1226411"/>
                <a:gd name="connsiteX62" fmla="*/ 934055 w 1502009"/>
                <a:gd name="connsiteY62" fmla="*/ 1204922 h 1226411"/>
                <a:gd name="connsiteX63" fmla="*/ 929002 w 1502009"/>
                <a:gd name="connsiteY63" fmla="*/ 1184389 h 1226411"/>
                <a:gd name="connsiteX64" fmla="*/ 977691 w 1502009"/>
                <a:gd name="connsiteY64" fmla="*/ 1170610 h 1226411"/>
                <a:gd name="connsiteX65" fmla="*/ 883115 w 1502009"/>
                <a:gd name="connsiteY65" fmla="*/ 1215670 h 1226411"/>
                <a:gd name="connsiteX66" fmla="*/ 831532 w 1502009"/>
                <a:gd name="connsiteY66" fmla="*/ 1222835 h 1226411"/>
                <a:gd name="connsiteX67" fmla="*/ 829328 w 1502009"/>
                <a:gd name="connsiteY67" fmla="*/ 1201752 h 1226411"/>
                <a:gd name="connsiteX68" fmla="*/ 879486 w 1502009"/>
                <a:gd name="connsiteY68" fmla="*/ 1194770 h 1226411"/>
                <a:gd name="connsiteX69" fmla="*/ 779582 w 1502009"/>
                <a:gd name="connsiteY69" fmla="*/ 1226418 h 1226411"/>
                <a:gd name="connsiteX70" fmla="*/ 753400 w 1502009"/>
                <a:gd name="connsiteY70" fmla="*/ 1226878 h 1226411"/>
                <a:gd name="connsiteX71" fmla="*/ 727494 w 1502009"/>
                <a:gd name="connsiteY71" fmla="*/ 1226418 h 1226411"/>
                <a:gd name="connsiteX72" fmla="*/ 728229 w 1502009"/>
                <a:gd name="connsiteY72" fmla="*/ 1205243 h 1226411"/>
                <a:gd name="connsiteX73" fmla="*/ 753400 w 1502009"/>
                <a:gd name="connsiteY73" fmla="*/ 1205702 h 1226411"/>
                <a:gd name="connsiteX74" fmla="*/ 778847 w 1502009"/>
                <a:gd name="connsiteY74" fmla="*/ 1205243 h 1226411"/>
                <a:gd name="connsiteX75" fmla="*/ 677749 w 1502009"/>
                <a:gd name="connsiteY75" fmla="*/ 1201798 h 1226411"/>
                <a:gd name="connsiteX76" fmla="*/ 675544 w 1502009"/>
                <a:gd name="connsiteY76" fmla="*/ 1222835 h 1226411"/>
                <a:gd name="connsiteX77" fmla="*/ 623961 w 1502009"/>
                <a:gd name="connsiteY77" fmla="*/ 1215716 h 1226411"/>
                <a:gd name="connsiteX78" fmla="*/ 627590 w 1502009"/>
                <a:gd name="connsiteY78" fmla="*/ 1194862 h 1226411"/>
                <a:gd name="connsiteX79" fmla="*/ 677703 w 1502009"/>
                <a:gd name="connsiteY79" fmla="*/ 1201890 h 1226411"/>
                <a:gd name="connsiteX80" fmla="*/ 578074 w 1502009"/>
                <a:gd name="connsiteY80" fmla="*/ 1184435 h 1226411"/>
                <a:gd name="connsiteX81" fmla="*/ 573021 w 1502009"/>
                <a:gd name="connsiteY81" fmla="*/ 1205013 h 1226411"/>
                <a:gd name="connsiteX82" fmla="*/ 522908 w 1502009"/>
                <a:gd name="connsiteY82" fmla="*/ 1190820 h 1226411"/>
                <a:gd name="connsiteX83" fmla="*/ 529385 w 1502009"/>
                <a:gd name="connsiteY83" fmla="*/ 1170656 h 1226411"/>
                <a:gd name="connsiteX84" fmla="*/ 578028 w 1502009"/>
                <a:gd name="connsiteY84" fmla="*/ 1184527 h 1226411"/>
                <a:gd name="connsiteX85" fmla="*/ 481614 w 1502009"/>
                <a:gd name="connsiteY85" fmla="*/ 1153523 h 1226411"/>
                <a:gd name="connsiteX86" fmla="*/ 473760 w 1502009"/>
                <a:gd name="connsiteY86" fmla="*/ 1173182 h 1226411"/>
                <a:gd name="connsiteX87" fmla="*/ 426082 w 1502009"/>
                <a:gd name="connsiteY87" fmla="*/ 1152145 h 1226411"/>
                <a:gd name="connsiteX88" fmla="*/ 435268 w 1502009"/>
                <a:gd name="connsiteY88" fmla="*/ 1133083 h 1226411"/>
                <a:gd name="connsiteX89" fmla="*/ 481752 w 1502009"/>
                <a:gd name="connsiteY89" fmla="*/ 1153615 h 1226411"/>
                <a:gd name="connsiteX90" fmla="*/ 390575 w 1502009"/>
                <a:gd name="connsiteY90" fmla="*/ 1109519 h 1226411"/>
                <a:gd name="connsiteX91" fmla="*/ 380057 w 1502009"/>
                <a:gd name="connsiteY91" fmla="*/ 1127892 h 1226411"/>
                <a:gd name="connsiteX92" fmla="*/ 335823 w 1502009"/>
                <a:gd name="connsiteY92" fmla="*/ 1100332 h 1226411"/>
                <a:gd name="connsiteX93" fmla="*/ 347582 w 1502009"/>
                <a:gd name="connsiteY93" fmla="*/ 1082740 h 1226411"/>
                <a:gd name="connsiteX94" fmla="*/ 390713 w 1502009"/>
                <a:gd name="connsiteY94" fmla="*/ 1109611 h 1226411"/>
                <a:gd name="connsiteX95" fmla="*/ 306564 w 1502009"/>
                <a:gd name="connsiteY95" fmla="*/ 1053297 h 1226411"/>
                <a:gd name="connsiteX96" fmla="*/ 293565 w 1502009"/>
                <a:gd name="connsiteY96" fmla="*/ 1070062 h 1226411"/>
                <a:gd name="connsiteX97" fmla="*/ 253557 w 1502009"/>
                <a:gd name="connsiteY97" fmla="*/ 1036761 h 1226411"/>
                <a:gd name="connsiteX98" fmla="*/ 267613 w 1502009"/>
                <a:gd name="connsiteY98" fmla="*/ 1020960 h 1226411"/>
                <a:gd name="connsiteX99" fmla="*/ 306702 w 1502009"/>
                <a:gd name="connsiteY99" fmla="*/ 1053389 h 1226411"/>
                <a:gd name="connsiteX100" fmla="*/ 231004 w 1502009"/>
                <a:gd name="connsiteY100" fmla="*/ 985959 h 1226411"/>
                <a:gd name="connsiteX101" fmla="*/ 215892 w 1502009"/>
                <a:gd name="connsiteY101" fmla="*/ 1000795 h 1226411"/>
                <a:gd name="connsiteX102" fmla="*/ 180753 w 1502009"/>
                <a:gd name="connsiteY102" fmla="*/ 962303 h 1226411"/>
                <a:gd name="connsiteX103" fmla="*/ 196830 w 1502009"/>
                <a:gd name="connsiteY103" fmla="*/ 948524 h 1226411"/>
                <a:gd name="connsiteX104" fmla="*/ 231142 w 1502009"/>
                <a:gd name="connsiteY104" fmla="*/ 986051 h 1226411"/>
                <a:gd name="connsiteX105" fmla="*/ 185668 w 1502009"/>
                <a:gd name="connsiteY105" fmla="*/ 15348 h 1226411"/>
                <a:gd name="connsiteX106" fmla="*/ 155169 w 1502009"/>
                <a:gd name="connsiteY106" fmla="*/ 55724 h 1226411"/>
                <a:gd name="connsiteX107" fmla="*/ 137852 w 1502009"/>
                <a:gd name="connsiteY107" fmla="*/ 43505 h 1226411"/>
                <a:gd name="connsiteX108" fmla="*/ 169270 w 1502009"/>
                <a:gd name="connsiteY108" fmla="*/ 2166 h 1226411"/>
                <a:gd name="connsiteX109" fmla="*/ 165320 w 1502009"/>
                <a:gd name="connsiteY109" fmla="*/ 908929 h 1226411"/>
                <a:gd name="connsiteX110" fmla="*/ 148279 w 1502009"/>
                <a:gd name="connsiteY110" fmla="*/ 921515 h 1226411"/>
                <a:gd name="connsiteX111" fmla="*/ 118790 w 1502009"/>
                <a:gd name="connsiteY111" fmla="*/ 878614 h 1226411"/>
                <a:gd name="connsiteX112" fmla="*/ 136612 w 1502009"/>
                <a:gd name="connsiteY112" fmla="*/ 867222 h 1226411"/>
                <a:gd name="connsiteX113" fmla="*/ 165458 w 1502009"/>
                <a:gd name="connsiteY113" fmla="*/ 909021 h 1226411"/>
                <a:gd name="connsiteX114" fmla="*/ 127563 w 1502009"/>
                <a:gd name="connsiteY114" fmla="*/ 98074 h 1226411"/>
                <a:gd name="connsiteX115" fmla="*/ 102943 w 1502009"/>
                <a:gd name="connsiteY115" fmla="*/ 142261 h 1226411"/>
                <a:gd name="connsiteX116" fmla="*/ 84110 w 1502009"/>
                <a:gd name="connsiteY116" fmla="*/ 132615 h 1226411"/>
                <a:gd name="connsiteX117" fmla="*/ 109420 w 1502009"/>
                <a:gd name="connsiteY117" fmla="*/ 87142 h 1226411"/>
                <a:gd name="connsiteX118" fmla="*/ 110889 w 1502009"/>
                <a:gd name="connsiteY118" fmla="*/ 823815 h 1226411"/>
                <a:gd name="connsiteX119" fmla="*/ 92516 w 1502009"/>
                <a:gd name="connsiteY119" fmla="*/ 833921 h 1226411"/>
                <a:gd name="connsiteX120" fmla="*/ 69274 w 1502009"/>
                <a:gd name="connsiteY120" fmla="*/ 787299 h 1226411"/>
                <a:gd name="connsiteX121" fmla="*/ 88520 w 1502009"/>
                <a:gd name="connsiteY121" fmla="*/ 778525 h 1226411"/>
                <a:gd name="connsiteX122" fmla="*/ 111027 w 1502009"/>
                <a:gd name="connsiteY122" fmla="*/ 823678 h 1226411"/>
                <a:gd name="connsiteX123" fmla="*/ 81492 w 1502009"/>
                <a:gd name="connsiteY123" fmla="*/ 188286 h 1226411"/>
                <a:gd name="connsiteX124" fmla="*/ 63119 w 1502009"/>
                <a:gd name="connsiteY124" fmla="*/ 235506 h 1226411"/>
                <a:gd name="connsiteX125" fmla="*/ 43138 w 1502009"/>
                <a:gd name="connsiteY125" fmla="*/ 228570 h 1226411"/>
                <a:gd name="connsiteX126" fmla="*/ 61878 w 1502009"/>
                <a:gd name="connsiteY126" fmla="*/ 180019 h 1226411"/>
                <a:gd name="connsiteX127" fmla="*/ 68906 w 1502009"/>
                <a:gd name="connsiteY127" fmla="*/ 731766 h 1226411"/>
                <a:gd name="connsiteX128" fmla="*/ 49064 w 1502009"/>
                <a:gd name="connsiteY128" fmla="*/ 739161 h 1226411"/>
                <a:gd name="connsiteX129" fmla="*/ 32527 w 1502009"/>
                <a:gd name="connsiteY129" fmla="*/ 689783 h 1226411"/>
                <a:gd name="connsiteX130" fmla="*/ 52830 w 1502009"/>
                <a:gd name="connsiteY130" fmla="*/ 683766 h 1226411"/>
                <a:gd name="connsiteX131" fmla="*/ 69044 w 1502009"/>
                <a:gd name="connsiteY131" fmla="*/ 731628 h 1226411"/>
                <a:gd name="connsiteX132" fmla="*/ 48374 w 1502009"/>
                <a:gd name="connsiteY132" fmla="*/ 283873 h 1226411"/>
                <a:gd name="connsiteX133" fmla="*/ 36845 w 1502009"/>
                <a:gd name="connsiteY133" fmla="*/ 333159 h 1226411"/>
                <a:gd name="connsiteX134" fmla="*/ 16083 w 1502009"/>
                <a:gd name="connsiteY134" fmla="*/ 329025 h 1226411"/>
                <a:gd name="connsiteX135" fmla="*/ 27934 w 1502009"/>
                <a:gd name="connsiteY135" fmla="*/ 278499 h 1226411"/>
                <a:gd name="connsiteX136" fmla="*/ 40152 w 1502009"/>
                <a:gd name="connsiteY136" fmla="*/ 634755 h 1226411"/>
                <a:gd name="connsiteX137" fmla="*/ 19482 w 1502009"/>
                <a:gd name="connsiteY137" fmla="*/ 639349 h 1226411"/>
                <a:gd name="connsiteX138" fmla="*/ 9929 w 1502009"/>
                <a:gd name="connsiteY138" fmla="*/ 588133 h 1226411"/>
                <a:gd name="connsiteX139" fmla="*/ 30874 w 1502009"/>
                <a:gd name="connsiteY139" fmla="*/ 584964 h 1226411"/>
                <a:gd name="connsiteX140" fmla="*/ 40290 w 1502009"/>
                <a:gd name="connsiteY140" fmla="*/ 634618 h 1226411"/>
                <a:gd name="connsiteX141" fmla="*/ 28715 w 1502009"/>
                <a:gd name="connsiteY141" fmla="*/ 383088 h 1226411"/>
                <a:gd name="connsiteX142" fmla="*/ 24122 w 1502009"/>
                <a:gd name="connsiteY142" fmla="*/ 433615 h 1226411"/>
                <a:gd name="connsiteX143" fmla="*/ 2993 w 1502009"/>
                <a:gd name="connsiteY143" fmla="*/ 432374 h 1226411"/>
                <a:gd name="connsiteX144" fmla="*/ 7586 w 1502009"/>
                <a:gd name="connsiteY144" fmla="*/ 380516 h 1226411"/>
                <a:gd name="connsiteX145" fmla="*/ 25086 w 1502009"/>
                <a:gd name="connsiteY145" fmla="*/ 534667 h 1226411"/>
                <a:gd name="connsiteX146" fmla="*/ 4003 w 1502009"/>
                <a:gd name="connsiteY146" fmla="*/ 536321 h 1226411"/>
                <a:gd name="connsiteX147" fmla="*/ 1660 w 1502009"/>
                <a:gd name="connsiteY147" fmla="*/ 484279 h 1226411"/>
                <a:gd name="connsiteX148" fmla="*/ 22835 w 1502009"/>
                <a:gd name="connsiteY148" fmla="*/ 484279 h 1226411"/>
                <a:gd name="connsiteX149" fmla="*/ 25224 w 1502009"/>
                <a:gd name="connsiteY149" fmla="*/ 534575 h 12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02009" h="1226411">
                  <a:moveTo>
                    <a:pt x="1504910" y="483865"/>
                  </a:moveTo>
                  <a:cubicBezTo>
                    <a:pt x="1504910" y="501182"/>
                    <a:pt x="1503854" y="518683"/>
                    <a:pt x="1502476" y="535908"/>
                  </a:cubicBezTo>
                  <a:lnTo>
                    <a:pt x="1481347" y="534208"/>
                  </a:lnTo>
                  <a:cubicBezTo>
                    <a:pt x="1482724" y="517442"/>
                    <a:pt x="1483506" y="500447"/>
                    <a:pt x="1483735" y="483682"/>
                  </a:cubicBezTo>
                  <a:close/>
                  <a:moveTo>
                    <a:pt x="1503762" y="431823"/>
                  </a:moveTo>
                  <a:lnTo>
                    <a:pt x="1482586" y="433017"/>
                  </a:lnTo>
                  <a:cubicBezTo>
                    <a:pt x="1481668" y="416252"/>
                    <a:pt x="1480107" y="399303"/>
                    <a:pt x="1477993" y="382491"/>
                  </a:cubicBezTo>
                  <a:lnTo>
                    <a:pt x="1498985" y="379827"/>
                  </a:lnTo>
                  <a:cubicBezTo>
                    <a:pt x="1501189" y="397098"/>
                    <a:pt x="1502752" y="414552"/>
                    <a:pt x="1503808" y="431823"/>
                  </a:cubicBezTo>
                  <a:close/>
                  <a:moveTo>
                    <a:pt x="1496458" y="587628"/>
                  </a:moveTo>
                  <a:cubicBezTo>
                    <a:pt x="1493887" y="604715"/>
                    <a:pt x="1490671" y="621940"/>
                    <a:pt x="1486951" y="638798"/>
                  </a:cubicBezTo>
                  <a:lnTo>
                    <a:pt x="1466281" y="634204"/>
                  </a:lnTo>
                  <a:cubicBezTo>
                    <a:pt x="1469910" y="617806"/>
                    <a:pt x="1473033" y="601040"/>
                    <a:pt x="1475468" y="584412"/>
                  </a:cubicBezTo>
                  <a:close/>
                  <a:moveTo>
                    <a:pt x="1490671" y="328520"/>
                  </a:moveTo>
                  <a:lnTo>
                    <a:pt x="1469864" y="332654"/>
                  </a:lnTo>
                  <a:cubicBezTo>
                    <a:pt x="1466602" y="316118"/>
                    <a:pt x="1462744" y="299536"/>
                    <a:pt x="1458335" y="283368"/>
                  </a:cubicBezTo>
                  <a:lnTo>
                    <a:pt x="1478775" y="277810"/>
                  </a:lnTo>
                  <a:cubicBezTo>
                    <a:pt x="1483276" y="294483"/>
                    <a:pt x="1487272" y="311525"/>
                    <a:pt x="1490671" y="328520"/>
                  </a:cubicBezTo>
                  <a:close/>
                  <a:moveTo>
                    <a:pt x="1473905" y="689232"/>
                  </a:moveTo>
                  <a:cubicBezTo>
                    <a:pt x="1468990" y="705814"/>
                    <a:pt x="1463479" y="722441"/>
                    <a:pt x="1457415" y="738610"/>
                  </a:cubicBezTo>
                  <a:lnTo>
                    <a:pt x="1437572" y="731215"/>
                  </a:lnTo>
                  <a:cubicBezTo>
                    <a:pt x="1443452" y="715505"/>
                    <a:pt x="1448826" y="699337"/>
                    <a:pt x="1453603" y="683214"/>
                  </a:cubicBezTo>
                  <a:close/>
                  <a:moveTo>
                    <a:pt x="1463341" y="228064"/>
                  </a:moveTo>
                  <a:lnTo>
                    <a:pt x="1443360" y="235000"/>
                  </a:lnTo>
                  <a:cubicBezTo>
                    <a:pt x="1437848" y="219108"/>
                    <a:pt x="1431693" y="203260"/>
                    <a:pt x="1424987" y="187781"/>
                  </a:cubicBezTo>
                  <a:lnTo>
                    <a:pt x="1444463" y="179467"/>
                  </a:lnTo>
                  <a:cubicBezTo>
                    <a:pt x="1451353" y="195314"/>
                    <a:pt x="1457875" y="211712"/>
                    <a:pt x="1463341" y="228064"/>
                  </a:cubicBezTo>
                  <a:close/>
                  <a:moveTo>
                    <a:pt x="1437572" y="786748"/>
                  </a:moveTo>
                  <a:cubicBezTo>
                    <a:pt x="1430407" y="802457"/>
                    <a:pt x="1422598" y="818166"/>
                    <a:pt x="1414606" y="833370"/>
                  </a:cubicBezTo>
                  <a:lnTo>
                    <a:pt x="1396233" y="823264"/>
                  </a:lnTo>
                  <a:cubicBezTo>
                    <a:pt x="1404225" y="808474"/>
                    <a:pt x="1411804" y="793270"/>
                    <a:pt x="1418740" y="777974"/>
                  </a:cubicBezTo>
                  <a:close/>
                  <a:moveTo>
                    <a:pt x="1422369" y="132294"/>
                  </a:moveTo>
                  <a:lnTo>
                    <a:pt x="1403536" y="141986"/>
                  </a:lnTo>
                  <a:cubicBezTo>
                    <a:pt x="1395865" y="127058"/>
                    <a:pt x="1387551" y="112175"/>
                    <a:pt x="1378870" y="97798"/>
                  </a:cubicBezTo>
                  <a:lnTo>
                    <a:pt x="1396968" y="86820"/>
                  </a:lnTo>
                  <a:cubicBezTo>
                    <a:pt x="1405924" y="101611"/>
                    <a:pt x="1414468" y="116907"/>
                    <a:pt x="1422369" y="132294"/>
                  </a:cubicBezTo>
                  <a:close/>
                  <a:moveTo>
                    <a:pt x="1388011" y="878246"/>
                  </a:moveTo>
                  <a:cubicBezTo>
                    <a:pt x="1378824" y="892761"/>
                    <a:pt x="1368857" y="907230"/>
                    <a:pt x="1358568" y="921148"/>
                  </a:cubicBezTo>
                  <a:lnTo>
                    <a:pt x="1341527" y="908608"/>
                  </a:lnTo>
                  <a:cubicBezTo>
                    <a:pt x="1351540" y="894828"/>
                    <a:pt x="1361140" y="881048"/>
                    <a:pt x="1370143" y="866855"/>
                  </a:cubicBezTo>
                  <a:close/>
                  <a:moveTo>
                    <a:pt x="1368443" y="43230"/>
                  </a:moveTo>
                  <a:lnTo>
                    <a:pt x="1351127" y="55402"/>
                  </a:lnTo>
                  <a:cubicBezTo>
                    <a:pt x="1341481" y="41622"/>
                    <a:pt x="1331146" y="27843"/>
                    <a:pt x="1320535" y="15027"/>
                  </a:cubicBezTo>
                  <a:lnTo>
                    <a:pt x="1336979" y="1660"/>
                  </a:lnTo>
                  <a:cubicBezTo>
                    <a:pt x="1347912" y="15119"/>
                    <a:pt x="1358476" y="29083"/>
                    <a:pt x="1368443" y="43230"/>
                  </a:cubicBezTo>
                  <a:close/>
                  <a:moveTo>
                    <a:pt x="1326231" y="961890"/>
                  </a:moveTo>
                  <a:cubicBezTo>
                    <a:pt x="1315023" y="975027"/>
                    <a:pt x="1303264" y="987980"/>
                    <a:pt x="1291138" y="1000336"/>
                  </a:cubicBezTo>
                  <a:lnTo>
                    <a:pt x="1275980" y="985546"/>
                  </a:lnTo>
                  <a:cubicBezTo>
                    <a:pt x="1287739" y="973511"/>
                    <a:pt x="1299222" y="960926"/>
                    <a:pt x="1310108" y="948156"/>
                  </a:cubicBezTo>
                  <a:close/>
                  <a:moveTo>
                    <a:pt x="1253519" y="1036301"/>
                  </a:moveTo>
                  <a:cubicBezTo>
                    <a:pt x="1240566" y="1047877"/>
                    <a:pt x="1227107" y="1059268"/>
                    <a:pt x="1213466" y="1069695"/>
                  </a:cubicBezTo>
                  <a:lnTo>
                    <a:pt x="1200466" y="1052929"/>
                  </a:lnTo>
                  <a:cubicBezTo>
                    <a:pt x="1213741" y="1042640"/>
                    <a:pt x="1226832" y="1031754"/>
                    <a:pt x="1239417" y="1020776"/>
                  </a:cubicBezTo>
                  <a:close/>
                  <a:moveTo>
                    <a:pt x="1171207" y="1100194"/>
                  </a:moveTo>
                  <a:cubicBezTo>
                    <a:pt x="1156830" y="1109794"/>
                    <a:pt x="1141947" y="1119073"/>
                    <a:pt x="1126927" y="1127754"/>
                  </a:cubicBezTo>
                  <a:lnTo>
                    <a:pt x="1116409" y="1109381"/>
                  </a:lnTo>
                  <a:cubicBezTo>
                    <a:pt x="1130969" y="1101022"/>
                    <a:pt x="1145438" y="1092018"/>
                    <a:pt x="1159402" y="1082694"/>
                  </a:cubicBezTo>
                  <a:close/>
                  <a:moveTo>
                    <a:pt x="1080857" y="1152007"/>
                  </a:moveTo>
                  <a:cubicBezTo>
                    <a:pt x="1065286" y="1159494"/>
                    <a:pt x="1049255" y="1166613"/>
                    <a:pt x="1033178" y="1173044"/>
                  </a:cubicBezTo>
                  <a:lnTo>
                    <a:pt x="1025323" y="1153385"/>
                  </a:lnTo>
                  <a:cubicBezTo>
                    <a:pt x="1040941" y="1147138"/>
                    <a:pt x="1056512" y="1140248"/>
                    <a:pt x="1071624" y="1132945"/>
                  </a:cubicBezTo>
                  <a:close/>
                  <a:moveTo>
                    <a:pt x="984168" y="1190728"/>
                  </a:moveTo>
                  <a:cubicBezTo>
                    <a:pt x="967724" y="1196011"/>
                    <a:pt x="950866" y="1200788"/>
                    <a:pt x="934055" y="1204922"/>
                  </a:cubicBezTo>
                  <a:lnTo>
                    <a:pt x="929002" y="1184389"/>
                  </a:lnTo>
                  <a:cubicBezTo>
                    <a:pt x="945309" y="1180347"/>
                    <a:pt x="961706" y="1175708"/>
                    <a:pt x="977691" y="1170610"/>
                  </a:cubicBezTo>
                  <a:close/>
                  <a:moveTo>
                    <a:pt x="883115" y="1215670"/>
                  </a:moveTo>
                  <a:cubicBezTo>
                    <a:pt x="866120" y="1218610"/>
                    <a:pt x="848757" y="1221044"/>
                    <a:pt x="831532" y="1222835"/>
                  </a:cubicBezTo>
                  <a:lnTo>
                    <a:pt x="829328" y="1201752"/>
                  </a:lnTo>
                  <a:cubicBezTo>
                    <a:pt x="846093" y="1200007"/>
                    <a:pt x="862950" y="1197664"/>
                    <a:pt x="879486" y="1194770"/>
                  </a:cubicBezTo>
                  <a:close/>
                  <a:moveTo>
                    <a:pt x="779582" y="1226418"/>
                  </a:moveTo>
                  <a:cubicBezTo>
                    <a:pt x="770900" y="1226694"/>
                    <a:pt x="762082" y="1226878"/>
                    <a:pt x="753400" y="1226878"/>
                  </a:cubicBezTo>
                  <a:cubicBezTo>
                    <a:pt x="744719" y="1226878"/>
                    <a:pt x="736129" y="1226878"/>
                    <a:pt x="727494" y="1226418"/>
                  </a:cubicBezTo>
                  <a:lnTo>
                    <a:pt x="728229" y="1205243"/>
                  </a:lnTo>
                  <a:cubicBezTo>
                    <a:pt x="736589" y="1205565"/>
                    <a:pt x="745086" y="1205702"/>
                    <a:pt x="753400" y="1205702"/>
                  </a:cubicBezTo>
                  <a:cubicBezTo>
                    <a:pt x="761714" y="1205702"/>
                    <a:pt x="770395" y="1205702"/>
                    <a:pt x="778847" y="1205243"/>
                  </a:cubicBezTo>
                  <a:close/>
                  <a:moveTo>
                    <a:pt x="677749" y="1201798"/>
                  </a:moveTo>
                  <a:lnTo>
                    <a:pt x="675544" y="1222835"/>
                  </a:lnTo>
                  <a:cubicBezTo>
                    <a:pt x="658365" y="1221044"/>
                    <a:pt x="641002" y="1218656"/>
                    <a:pt x="623961" y="1215716"/>
                  </a:cubicBezTo>
                  <a:lnTo>
                    <a:pt x="627590" y="1194862"/>
                  </a:lnTo>
                  <a:cubicBezTo>
                    <a:pt x="644079" y="1197802"/>
                    <a:pt x="660983" y="1200145"/>
                    <a:pt x="677703" y="1201890"/>
                  </a:cubicBezTo>
                  <a:close/>
                  <a:moveTo>
                    <a:pt x="578074" y="1184435"/>
                  </a:moveTo>
                  <a:lnTo>
                    <a:pt x="573021" y="1205013"/>
                  </a:lnTo>
                  <a:cubicBezTo>
                    <a:pt x="556210" y="1200880"/>
                    <a:pt x="539353" y="1196103"/>
                    <a:pt x="522908" y="1190820"/>
                  </a:cubicBezTo>
                  <a:lnTo>
                    <a:pt x="529385" y="1170656"/>
                  </a:lnTo>
                  <a:cubicBezTo>
                    <a:pt x="545323" y="1175892"/>
                    <a:pt x="561722" y="1180531"/>
                    <a:pt x="578028" y="1184527"/>
                  </a:cubicBezTo>
                  <a:close/>
                  <a:moveTo>
                    <a:pt x="481614" y="1153523"/>
                  </a:moveTo>
                  <a:lnTo>
                    <a:pt x="473760" y="1173182"/>
                  </a:lnTo>
                  <a:cubicBezTo>
                    <a:pt x="457683" y="1166751"/>
                    <a:pt x="441607" y="1159677"/>
                    <a:pt x="426082" y="1152145"/>
                  </a:cubicBezTo>
                  <a:lnTo>
                    <a:pt x="435268" y="1133083"/>
                  </a:lnTo>
                  <a:cubicBezTo>
                    <a:pt x="450564" y="1140524"/>
                    <a:pt x="466135" y="1147368"/>
                    <a:pt x="481752" y="1153615"/>
                  </a:cubicBezTo>
                  <a:close/>
                  <a:moveTo>
                    <a:pt x="390575" y="1109519"/>
                  </a:moveTo>
                  <a:lnTo>
                    <a:pt x="380057" y="1127892"/>
                  </a:lnTo>
                  <a:cubicBezTo>
                    <a:pt x="365082" y="1119303"/>
                    <a:pt x="350200" y="1110116"/>
                    <a:pt x="335823" y="1100332"/>
                  </a:cubicBezTo>
                  <a:lnTo>
                    <a:pt x="347582" y="1082740"/>
                  </a:lnTo>
                  <a:cubicBezTo>
                    <a:pt x="361683" y="1092340"/>
                    <a:pt x="376152" y="1101297"/>
                    <a:pt x="390713" y="1109611"/>
                  </a:cubicBezTo>
                  <a:close/>
                  <a:moveTo>
                    <a:pt x="306564" y="1053297"/>
                  </a:moveTo>
                  <a:lnTo>
                    <a:pt x="293565" y="1070062"/>
                  </a:lnTo>
                  <a:cubicBezTo>
                    <a:pt x="279785" y="1059452"/>
                    <a:pt x="266464" y="1048244"/>
                    <a:pt x="253557" y="1036761"/>
                  </a:cubicBezTo>
                  <a:lnTo>
                    <a:pt x="267613" y="1020960"/>
                  </a:lnTo>
                  <a:cubicBezTo>
                    <a:pt x="280336" y="1032213"/>
                    <a:pt x="293427" y="1043099"/>
                    <a:pt x="306702" y="1053389"/>
                  </a:cubicBezTo>
                  <a:close/>
                  <a:moveTo>
                    <a:pt x="231004" y="985959"/>
                  </a:moveTo>
                  <a:lnTo>
                    <a:pt x="215892" y="1000795"/>
                  </a:lnTo>
                  <a:cubicBezTo>
                    <a:pt x="203766" y="988394"/>
                    <a:pt x="191961" y="975440"/>
                    <a:pt x="180753" y="962303"/>
                  </a:cubicBezTo>
                  <a:lnTo>
                    <a:pt x="196830" y="948524"/>
                  </a:lnTo>
                  <a:cubicBezTo>
                    <a:pt x="207854" y="961431"/>
                    <a:pt x="219383" y="974017"/>
                    <a:pt x="231142" y="986051"/>
                  </a:cubicBezTo>
                  <a:close/>
                  <a:moveTo>
                    <a:pt x="185668" y="15348"/>
                  </a:moveTo>
                  <a:cubicBezTo>
                    <a:pt x="175103" y="28394"/>
                    <a:pt x="164815" y="41990"/>
                    <a:pt x="155169" y="55724"/>
                  </a:cubicBezTo>
                  <a:lnTo>
                    <a:pt x="137852" y="43505"/>
                  </a:lnTo>
                  <a:cubicBezTo>
                    <a:pt x="147774" y="29404"/>
                    <a:pt x="158338" y="15440"/>
                    <a:pt x="169270" y="2166"/>
                  </a:cubicBezTo>
                  <a:close/>
                  <a:moveTo>
                    <a:pt x="165320" y="908929"/>
                  </a:moveTo>
                  <a:lnTo>
                    <a:pt x="148279" y="921515"/>
                  </a:lnTo>
                  <a:cubicBezTo>
                    <a:pt x="137990" y="907735"/>
                    <a:pt x="128068" y="893175"/>
                    <a:pt x="118790" y="878614"/>
                  </a:cubicBezTo>
                  <a:lnTo>
                    <a:pt x="136612" y="867222"/>
                  </a:lnTo>
                  <a:cubicBezTo>
                    <a:pt x="145798" y="881461"/>
                    <a:pt x="155444" y="895517"/>
                    <a:pt x="165458" y="909021"/>
                  </a:cubicBezTo>
                  <a:close/>
                  <a:moveTo>
                    <a:pt x="127563" y="98074"/>
                  </a:moveTo>
                  <a:cubicBezTo>
                    <a:pt x="118882" y="112451"/>
                    <a:pt x="110613" y="127333"/>
                    <a:pt x="102943" y="142261"/>
                  </a:cubicBezTo>
                  <a:lnTo>
                    <a:pt x="84110" y="132615"/>
                  </a:lnTo>
                  <a:cubicBezTo>
                    <a:pt x="91965" y="117228"/>
                    <a:pt x="100508" y="101933"/>
                    <a:pt x="109420" y="87142"/>
                  </a:cubicBezTo>
                  <a:close/>
                  <a:moveTo>
                    <a:pt x="110889" y="823815"/>
                  </a:moveTo>
                  <a:lnTo>
                    <a:pt x="92516" y="833921"/>
                  </a:lnTo>
                  <a:cubicBezTo>
                    <a:pt x="84294" y="818717"/>
                    <a:pt x="76439" y="803054"/>
                    <a:pt x="69274" y="787299"/>
                  </a:cubicBezTo>
                  <a:lnTo>
                    <a:pt x="88520" y="778525"/>
                  </a:lnTo>
                  <a:cubicBezTo>
                    <a:pt x="95410" y="793684"/>
                    <a:pt x="102851" y="808933"/>
                    <a:pt x="111027" y="823678"/>
                  </a:cubicBezTo>
                  <a:close/>
                  <a:moveTo>
                    <a:pt x="81492" y="188286"/>
                  </a:moveTo>
                  <a:cubicBezTo>
                    <a:pt x="74924" y="203720"/>
                    <a:pt x="68768" y="219613"/>
                    <a:pt x="63119" y="235506"/>
                  </a:cubicBezTo>
                  <a:lnTo>
                    <a:pt x="43138" y="228570"/>
                  </a:lnTo>
                  <a:cubicBezTo>
                    <a:pt x="48788" y="212218"/>
                    <a:pt x="55126" y="195865"/>
                    <a:pt x="61878" y="180019"/>
                  </a:cubicBezTo>
                  <a:close/>
                  <a:moveTo>
                    <a:pt x="68906" y="731766"/>
                  </a:moveTo>
                  <a:lnTo>
                    <a:pt x="49064" y="739161"/>
                  </a:lnTo>
                  <a:cubicBezTo>
                    <a:pt x="43000" y="722993"/>
                    <a:pt x="37442" y="706365"/>
                    <a:pt x="32527" y="689783"/>
                  </a:cubicBezTo>
                  <a:lnTo>
                    <a:pt x="52830" y="683766"/>
                  </a:lnTo>
                  <a:cubicBezTo>
                    <a:pt x="57745" y="699705"/>
                    <a:pt x="63165" y="715873"/>
                    <a:pt x="69044" y="731628"/>
                  </a:cubicBezTo>
                  <a:close/>
                  <a:moveTo>
                    <a:pt x="48374" y="283873"/>
                  </a:moveTo>
                  <a:cubicBezTo>
                    <a:pt x="43781" y="300042"/>
                    <a:pt x="40106" y="316623"/>
                    <a:pt x="36845" y="333159"/>
                  </a:cubicBezTo>
                  <a:lnTo>
                    <a:pt x="16083" y="329025"/>
                  </a:lnTo>
                  <a:cubicBezTo>
                    <a:pt x="19436" y="312076"/>
                    <a:pt x="23433" y="294989"/>
                    <a:pt x="27934" y="278499"/>
                  </a:cubicBezTo>
                  <a:close/>
                  <a:moveTo>
                    <a:pt x="40152" y="634755"/>
                  </a:moveTo>
                  <a:lnTo>
                    <a:pt x="19482" y="639349"/>
                  </a:lnTo>
                  <a:cubicBezTo>
                    <a:pt x="15716" y="622445"/>
                    <a:pt x="12501" y="605220"/>
                    <a:pt x="9929" y="588133"/>
                  </a:cubicBezTo>
                  <a:lnTo>
                    <a:pt x="30874" y="584964"/>
                  </a:lnTo>
                  <a:cubicBezTo>
                    <a:pt x="33538" y="601454"/>
                    <a:pt x="36615" y="618219"/>
                    <a:pt x="40290" y="634618"/>
                  </a:cubicBezTo>
                  <a:close/>
                  <a:moveTo>
                    <a:pt x="28715" y="383088"/>
                  </a:moveTo>
                  <a:cubicBezTo>
                    <a:pt x="26602" y="399762"/>
                    <a:pt x="25041" y="416757"/>
                    <a:pt x="24122" y="433615"/>
                  </a:cubicBezTo>
                  <a:lnTo>
                    <a:pt x="2993" y="432374"/>
                  </a:lnTo>
                  <a:cubicBezTo>
                    <a:pt x="4003" y="415103"/>
                    <a:pt x="5611" y="397649"/>
                    <a:pt x="7586" y="380516"/>
                  </a:cubicBezTo>
                  <a:close/>
                  <a:moveTo>
                    <a:pt x="25086" y="534667"/>
                  </a:moveTo>
                  <a:lnTo>
                    <a:pt x="4003" y="536321"/>
                  </a:lnTo>
                  <a:cubicBezTo>
                    <a:pt x="2625" y="519096"/>
                    <a:pt x="1844" y="501596"/>
                    <a:pt x="1660" y="484279"/>
                  </a:cubicBezTo>
                  <a:lnTo>
                    <a:pt x="22835" y="484279"/>
                  </a:lnTo>
                  <a:cubicBezTo>
                    <a:pt x="23157" y="500815"/>
                    <a:pt x="23892" y="517810"/>
                    <a:pt x="25224" y="534575"/>
                  </a:cubicBezTo>
                  <a:close/>
                </a:path>
              </a:pathLst>
            </a:custGeom>
            <a:grpFill/>
            <a:ln w="4591"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8E654CCC-7589-4534-AD36-559284CA4A3D}"/>
                </a:ext>
              </a:extLst>
            </p:cNvPr>
            <p:cNvSpPr/>
            <p:nvPr/>
          </p:nvSpPr>
          <p:spPr>
            <a:xfrm>
              <a:off x="7093793" y="3698332"/>
              <a:ext cx="32153" cy="32153"/>
            </a:xfrm>
            <a:custGeom>
              <a:avLst/>
              <a:gdLst>
                <a:gd name="connsiteX0" fmla="*/ 34549 w 32153"/>
                <a:gd name="connsiteY0" fmla="*/ 16451 h 32153"/>
                <a:gd name="connsiteX1" fmla="*/ 17140 w 32153"/>
                <a:gd name="connsiteY1" fmla="*/ 34502 h 32153"/>
                <a:gd name="connsiteX2" fmla="*/ 1660 w 32153"/>
                <a:gd name="connsiteY2" fmla="*/ 20034 h 32153"/>
                <a:gd name="connsiteX3" fmla="*/ 19574 w 32153"/>
                <a:gd name="connsiteY3" fmla="*/ 1660 h 32153"/>
              </a:gdLst>
              <a:ahLst/>
              <a:cxnLst>
                <a:cxn ang="0">
                  <a:pos x="connsiteX0" y="connsiteY0"/>
                </a:cxn>
                <a:cxn ang="0">
                  <a:pos x="connsiteX1" y="connsiteY1"/>
                </a:cxn>
                <a:cxn ang="0">
                  <a:pos x="connsiteX2" y="connsiteY2"/>
                </a:cxn>
                <a:cxn ang="0">
                  <a:pos x="connsiteX3" y="connsiteY3"/>
                </a:cxn>
              </a:cxnLst>
              <a:rect l="l" t="t" r="r" b="b"/>
              <a:pathLst>
                <a:path w="32153" h="32153">
                  <a:moveTo>
                    <a:pt x="34549" y="16451"/>
                  </a:moveTo>
                  <a:cubicBezTo>
                    <a:pt x="28623" y="22376"/>
                    <a:pt x="22789" y="28439"/>
                    <a:pt x="17140" y="34502"/>
                  </a:cubicBezTo>
                  <a:lnTo>
                    <a:pt x="1660" y="20034"/>
                  </a:lnTo>
                  <a:cubicBezTo>
                    <a:pt x="7494" y="13786"/>
                    <a:pt x="13511" y="7539"/>
                    <a:pt x="19574" y="1660"/>
                  </a:cubicBezTo>
                  <a:close/>
                </a:path>
              </a:pathLst>
            </a:custGeom>
            <a:grpFill/>
            <a:ln w="4591"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894D7FA6-AC67-4B39-AE0E-8E0E582EA535}"/>
                </a:ext>
              </a:extLst>
            </p:cNvPr>
            <p:cNvSpPr/>
            <p:nvPr/>
          </p:nvSpPr>
          <p:spPr>
            <a:xfrm>
              <a:off x="6045693" y="3680280"/>
              <a:ext cx="32153" cy="32153"/>
            </a:xfrm>
            <a:custGeom>
              <a:avLst/>
              <a:gdLst>
                <a:gd name="connsiteX0" fmla="*/ 34549 w 32153"/>
                <a:gd name="connsiteY0" fmla="*/ 19574 h 32153"/>
                <a:gd name="connsiteX1" fmla="*/ 19574 w 32153"/>
                <a:gd name="connsiteY1" fmla="*/ 34503 h 32153"/>
                <a:gd name="connsiteX2" fmla="*/ 1660 w 32153"/>
                <a:gd name="connsiteY2" fmla="*/ 16129 h 32153"/>
                <a:gd name="connsiteX3" fmla="*/ 17140 w 32153"/>
                <a:gd name="connsiteY3" fmla="*/ 1660 h 32153"/>
                <a:gd name="connsiteX4" fmla="*/ 34549 w 32153"/>
                <a:gd name="connsiteY4" fmla="*/ 19574 h 32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53" h="32153">
                  <a:moveTo>
                    <a:pt x="34549" y="19574"/>
                  </a:moveTo>
                  <a:lnTo>
                    <a:pt x="19574" y="34503"/>
                  </a:lnTo>
                  <a:cubicBezTo>
                    <a:pt x="13511" y="28485"/>
                    <a:pt x="7494" y="22238"/>
                    <a:pt x="1660" y="16129"/>
                  </a:cubicBezTo>
                  <a:lnTo>
                    <a:pt x="17140" y="1660"/>
                  </a:lnTo>
                  <a:cubicBezTo>
                    <a:pt x="22835" y="7586"/>
                    <a:pt x="28715" y="13741"/>
                    <a:pt x="34549" y="19574"/>
                  </a:cubicBezTo>
                  <a:close/>
                </a:path>
              </a:pathLst>
            </a:custGeom>
            <a:grpFill/>
            <a:ln w="4591"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23809153-9C61-4EDF-944B-A225A4E14616}"/>
                </a:ext>
              </a:extLst>
            </p:cNvPr>
            <p:cNvSpPr/>
            <p:nvPr/>
          </p:nvSpPr>
          <p:spPr>
            <a:xfrm>
              <a:off x="5843542" y="2430293"/>
              <a:ext cx="1502010" cy="1226411"/>
            </a:xfrm>
            <a:custGeom>
              <a:avLst/>
              <a:gdLst>
                <a:gd name="connsiteX0" fmla="*/ 1504451 w 1502009"/>
                <a:gd name="connsiteY0" fmla="*/ 744685 h 1226411"/>
                <a:gd name="connsiteX1" fmla="*/ 1483276 w 1502009"/>
                <a:gd name="connsiteY1" fmla="*/ 745144 h 1226411"/>
                <a:gd name="connsiteX2" fmla="*/ 1480474 w 1502009"/>
                <a:gd name="connsiteY2" fmla="*/ 694618 h 1226411"/>
                <a:gd name="connsiteX3" fmla="*/ 1501557 w 1502009"/>
                <a:gd name="connsiteY3" fmla="*/ 692781 h 1226411"/>
                <a:gd name="connsiteX4" fmla="*/ 1504451 w 1502009"/>
                <a:gd name="connsiteY4" fmla="*/ 744685 h 1226411"/>
                <a:gd name="connsiteX5" fmla="*/ 1503854 w 1502009"/>
                <a:gd name="connsiteY5" fmla="*/ 796773 h 1226411"/>
                <a:gd name="connsiteX6" fmla="*/ 1499261 w 1502009"/>
                <a:gd name="connsiteY6" fmla="*/ 848723 h 1226411"/>
                <a:gd name="connsiteX7" fmla="*/ 1478223 w 1502009"/>
                <a:gd name="connsiteY7" fmla="*/ 846151 h 1226411"/>
                <a:gd name="connsiteX8" fmla="*/ 1482495 w 1502009"/>
                <a:gd name="connsiteY8" fmla="*/ 795625 h 1226411"/>
                <a:gd name="connsiteX9" fmla="*/ 1495264 w 1502009"/>
                <a:gd name="connsiteY9" fmla="*/ 640877 h 1226411"/>
                <a:gd name="connsiteX10" fmla="*/ 1474365 w 1502009"/>
                <a:gd name="connsiteY10" fmla="*/ 644092 h 1226411"/>
                <a:gd name="connsiteX11" fmla="*/ 1465178 w 1502009"/>
                <a:gd name="connsiteY11" fmla="*/ 594300 h 1226411"/>
                <a:gd name="connsiteX12" fmla="*/ 1485848 w 1502009"/>
                <a:gd name="connsiteY12" fmla="*/ 589707 h 1226411"/>
                <a:gd name="connsiteX13" fmla="*/ 1495264 w 1502009"/>
                <a:gd name="connsiteY13" fmla="*/ 640877 h 1226411"/>
                <a:gd name="connsiteX14" fmla="*/ 1491268 w 1502009"/>
                <a:gd name="connsiteY14" fmla="*/ 899985 h 1226411"/>
                <a:gd name="connsiteX15" fmla="*/ 1479372 w 1502009"/>
                <a:gd name="connsiteY15" fmla="*/ 950511 h 1226411"/>
                <a:gd name="connsiteX16" fmla="*/ 1458977 w 1502009"/>
                <a:gd name="connsiteY16" fmla="*/ 944953 h 1226411"/>
                <a:gd name="connsiteX17" fmla="*/ 1470506 w 1502009"/>
                <a:gd name="connsiteY17" fmla="*/ 895713 h 1226411"/>
                <a:gd name="connsiteX18" fmla="*/ 1472619 w 1502009"/>
                <a:gd name="connsiteY18" fmla="*/ 539273 h 1226411"/>
                <a:gd name="connsiteX19" fmla="*/ 1452317 w 1502009"/>
                <a:gd name="connsiteY19" fmla="*/ 545244 h 1226411"/>
                <a:gd name="connsiteX20" fmla="*/ 1436379 w 1502009"/>
                <a:gd name="connsiteY20" fmla="*/ 497198 h 1226411"/>
                <a:gd name="connsiteX21" fmla="*/ 1456221 w 1502009"/>
                <a:gd name="connsiteY21" fmla="*/ 489849 h 1226411"/>
                <a:gd name="connsiteX22" fmla="*/ 1472757 w 1502009"/>
                <a:gd name="connsiteY22" fmla="*/ 539273 h 1226411"/>
                <a:gd name="connsiteX23" fmla="*/ 1463892 w 1502009"/>
                <a:gd name="connsiteY23" fmla="*/ 1000440 h 1226411"/>
                <a:gd name="connsiteX24" fmla="*/ 1444922 w 1502009"/>
                <a:gd name="connsiteY24" fmla="*/ 1048945 h 1226411"/>
                <a:gd name="connsiteX25" fmla="*/ 1425492 w 1502009"/>
                <a:gd name="connsiteY25" fmla="*/ 1040540 h 1226411"/>
                <a:gd name="connsiteX26" fmla="*/ 1443866 w 1502009"/>
                <a:gd name="connsiteY26" fmla="*/ 993458 h 1226411"/>
                <a:gd name="connsiteX27" fmla="*/ 1436333 w 1502009"/>
                <a:gd name="connsiteY27" fmla="*/ 441619 h 1226411"/>
                <a:gd name="connsiteX28" fmla="*/ 1416994 w 1502009"/>
                <a:gd name="connsiteY28" fmla="*/ 450346 h 1226411"/>
                <a:gd name="connsiteX29" fmla="*/ 1394625 w 1502009"/>
                <a:gd name="connsiteY29" fmla="*/ 404919 h 1226411"/>
                <a:gd name="connsiteX30" fmla="*/ 1413274 w 1502009"/>
                <a:gd name="connsiteY30" fmla="*/ 394905 h 1226411"/>
                <a:gd name="connsiteX31" fmla="*/ 1436654 w 1502009"/>
                <a:gd name="connsiteY31" fmla="*/ 441527 h 1226411"/>
                <a:gd name="connsiteX32" fmla="*/ 1422553 w 1502009"/>
                <a:gd name="connsiteY32" fmla="*/ 1095981 h 1226411"/>
                <a:gd name="connsiteX33" fmla="*/ 1397014 w 1502009"/>
                <a:gd name="connsiteY33" fmla="*/ 1141362 h 1226411"/>
                <a:gd name="connsiteX34" fmla="*/ 1378916 w 1502009"/>
                <a:gd name="connsiteY34" fmla="*/ 1130338 h 1226411"/>
                <a:gd name="connsiteX35" fmla="*/ 1403720 w 1502009"/>
                <a:gd name="connsiteY35" fmla="*/ 1086289 h 1226411"/>
                <a:gd name="connsiteX36" fmla="*/ 1387092 w 1502009"/>
                <a:gd name="connsiteY36" fmla="*/ 349891 h 1226411"/>
                <a:gd name="connsiteX37" fmla="*/ 1369179 w 1502009"/>
                <a:gd name="connsiteY37" fmla="*/ 361190 h 1226411"/>
                <a:gd name="connsiteX38" fmla="*/ 1340654 w 1502009"/>
                <a:gd name="connsiteY38" fmla="*/ 319391 h 1226411"/>
                <a:gd name="connsiteX39" fmla="*/ 1357695 w 1502009"/>
                <a:gd name="connsiteY39" fmla="*/ 306852 h 1226411"/>
                <a:gd name="connsiteX40" fmla="*/ 1387322 w 1502009"/>
                <a:gd name="connsiteY40" fmla="*/ 349891 h 1226411"/>
                <a:gd name="connsiteX41" fmla="*/ 1368443 w 1502009"/>
                <a:gd name="connsiteY41" fmla="*/ 1184861 h 1226411"/>
                <a:gd name="connsiteX42" fmla="*/ 1336979 w 1502009"/>
                <a:gd name="connsiteY42" fmla="*/ 1226201 h 1226411"/>
                <a:gd name="connsiteX43" fmla="*/ 1320535 w 1502009"/>
                <a:gd name="connsiteY43" fmla="*/ 1212834 h 1226411"/>
                <a:gd name="connsiteX44" fmla="*/ 1351127 w 1502009"/>
                <a:gd name="connsiteY44" fmla="*/ 1172551 h 1226411"/>
                <a:gd name="connsiteX45" fmla="*/ 1325358 w 1502009"/>
                <a:gd name="connsiteY45" fmla="*/ 266201 h 1226411"/>
                <a:gd name="connsiteX46" fmla="*/ 1309236 w 1502009"/>
                <a:gd name="connsiteY46" fmla="*/ 279981 h 1226411"/>
                <a:gd name="connsiteX47" fmla="*/ 1275153 w 1502009"/>
                <a:gd name="connsiteY47" fmla="*/ 242591 h 1226411"/>
                <a:gd name="connsiteX48" fmla="*/ 1290265 w 1502009"/>
                <a:gd name="connsiteY48" fmla="*/ 227801 h 1226411"/>
                <a:gd name="connsiteX49" fmla="*/ 1325588 w 1502009"/>
                <a:gd name="connsiteY49" fmla="*/ 265971 h 1226411"/>
                <a:gd name="connsiteX50" fmla="*/ 1252601 w 1502009"/>
                <a:gd name="connsiteY50" fmla="*/ 191743 h 1226411"/>
                <a:gd name="connsiteX51" fmla="*/ 1238545 w 1502009"/>
                <a:gd name="connsiteY51" fmla="*/ 207544 h 1226411"/>
                <a:gd name="connsiteX52" fmla="*/ 1199594 w 1502009"/>
                <a:gd name="connsiteY52" fmla="*/ 175391 h 1226411"/>
                <a:gd name="connsiteX53" fmla="*/ 1212547 w 1502009"/>
                <a:gd name="connsiteY53" fmla="*/ 158626 h 1226411"/>
                <a:gd name="connsiteX54" fmla="*/ 1252830 w 1502009"/>
                <a:gd name="connsiteY54" fmla="*/ 191514 h 1226411"/>
                <a:gd name="connsiteX55" fmla="*/ 1170334 w 1502009"/>
                <a:gd name="connsiteY55" fmla="*/ 128034 h 1226411"/>
                <a:gd name="connsiteX56" fmla="*/ 1158575 w 1502009"/>
                <a:gd name="connsiteY56" fmla="*/ 145627 h 1226411"/>
                <a:gd name="connsiteX57" fmla="*/ 1115582 w 1502009"/>
                <a:gd name="connsiteY57" fmla="*/ 118986 h 1226411"/>
                <a:gd name="connsiteX58" fmla="*/ 1126101 w 1502009"/>
                <a:gd name="connsiteY58" fmla="*/ 100612 h 1226411"/>
                <a:gd name="connsiteX59" fmla="*/ 1170564 w 1502009"/>
                <a:gd name="connsiteY59" fmla="*/ 127805 h 1226411"/>
                <a:gd name="connsiteX60" fmla="*/ 1080030 w 1502009"/>
                <a:gd name="connsiteY60" fmla="*/ 76360 h 1226411"/>
                <a:gd name="connsiteX61" fmla="*/ 1070843 w 1502009"/>
                <a:gd name="connsiteY61" fmla="*/ 95422 h 1226411"/>
                <a:gd name="connsiteX62" fmla="*/ 1024543 w 1502009"/>
                <a:gd name="connsiteY62" fmla="*/ 74982 h 1226411"/>
                <a:gd name="connsiteX63" fmla="*/ 1032397 w 1502009"/>
                <a:gd name="connsiteY63" fmla="*/ 55322 h 1226411"/>
                <a:gd name="connsiteX64" fmla="*/ 1080260 w 1502009"/>
                <a:gd name="connsiteY64" fmla="*/ 76130 h 1226411"/>
                <a:gd name="connsiteX65" fmla="*/ 983571 w 1502009"/>
                <a:gd name="connsiteY65" fmla="*/ 37730 h 1226411"/>
                <a:gd name="connsiteX66" fmla="*/ 977094 w 1502009"/>
                <a:gd name="connsiteY66" fmla="*/ 57849 h 1226411"/>
                <a:gd name="connsiteX67" fmla="*/ 928405 w 1502009"/>
                <a:gd name="connsiteY67" fmla="*/ 44069 h 1226411"/>
                <a:gd name="connsiteX68" fmla="*/ 933457 w 1502009"/>
                <a:gd name="connsiteY68" fmla="*/ 23537 h 1226411"/>
                <a:gd name="connsiteX69" fmla="*/ 983662 w 1502009"/>
                <a:gd name="connsiteY69" fmla="*/ 37317 h 1226411"/>
                <a:gd name="connsiteX70" fmla="*/ 882518 w 1502009"/>
                <a:gd name="connsiteY70" fmla="*/ 12834 h 1226411"/>
                <a:gd name="connsiteX71" fmla="*/ 878890 w 1502009"/>
                <a:gd name="connsiteY71" fmla="*/ 33688 h 1226411"/>
                <a:gd name="connsiteX72" fmla="*/ 828776 w 1502009"/>
                <a:gd name="connsiteY72" fmla="*/ 26752 h 1226411"/>
                <a:gd name="connsiteX73" fmla="*/ 830935 w 1502009"/>
                <a:gd name="connsiteY73" fmla="*/ 5715 h 1226411"/>
                <a:gd name="connsiteX74" fmla="*/ 882564 w 1502009"/>
                <a:gd name="connsiteY74" fmla="*/ 12605 h 1226411"/>
                <a:gd name="connsiteX75" fmla="*/ 778985 w 1502009"/>
                <a:gd name="connsiteY75" fmla="*/ 2132 h 1226411"/>
                <a:gd name="connsiteX76" fmla="*/ 778296 w 1502009"/>
                <a:gd name="connsiteY76" fmla="*/ 23307 h 1226411"/>
                <a:gd name="connsiteX77" fmla="*/ 753170 w 1502009"/>
                <a:gd name="connsiteY77" fmla="*/ 22848 h 1226411"/>
                <a:gd name="connsiteX78" fmla="*/ 727632 w 1502009"/>
                <a:gd name="connsiteY78" fmla="*/ 23307 h 1226411"/>
                <a:gd name="connsiteX79" fmla="*/ 726943 w 1502009"/>
                <a:gd name="connsiteY79" fmla="*/ 2132 h 1226411"/>
                <a:gd name="connsiteX80" fmla="*/ 753170 w 1502009"/>
                <a:gd name="connsiteY80" fmla="*/ 1673 h 1226411"/>
                <a:gd name="connsiteX81" fmla="*/ 779031 w 1502009"/>
                <a:gd name="connsiteY81" fmla="*/ 1902 h 1226411"/>
                <a:gd name="connsiteX82" fmla="*/ 677152 w 1502009"/>
                <a:gd name="connsiteY82" fmla="*/ 26798 h 1226411"/>
                <a:gd name="connsiteX83" fmla="*/ 626993 w 1502009"/>
                <a:gd name="connsiteY83" fmla="*/ 33780 h 1226411"/>
                <a:gd name="connsiteX84" fmla="*/ 623364 w 1502009"/>
                <a:gd name="connsiteY84" fmla="*/ 12926 h 1226411"/>
                <a:gd name="connsiteX85" fmla="*/ 674947 w 1502009"/>
                <a:gd name="connsiteY85" fmla="*/ 5715 h 1226411"/>
                <a:gd name="connsiteX86" fmla="*/ 577477 w 1502009"/>
                <a:gd name="connsiteY86" fmla="*/ 44207 h 1226411"/>
                <a:gd name="connsiteX87" fmla="*/ 528788 w 1502009"/>
                <a:gd name="connsiteY87" fmla="*/ 57986 h 1226411"/>
                <a:gd name="connsiteX88" fmla="*/ 522266 w 1502009"/>
                <a:gd name="connsiteY88" fmla="*/ 37822 h 1226411"/>
                <a:gd name="connsiteX89" fmla="*/ 572378 w 1502009"/>
                <a:gd name="connsiteY89" fmla="*/ 23583 h 1226411"/>
                <a:gd name="connsiteX90" fmla="*/ 481017 w 1502009"/>
                <a:gd name="connsiteY90" fmla="*/ 75211 h 1226411"/>
                <a:gd name="connsiteX91" fmla="*/ 434717 w 1502009"/>
                <a:gd name="connsiteY91" fmla="*/ 95652 h 1226411"/>
                <a:gd name="connsiteX92" fmla="*/ 425530 w 1502009"/>
                <a:gd name="connsiteY92" fmla="*/ 76589 h 1226411"/>
                <a:gd name="connsiteX93" fmla="*/ 473163 w 1502009"/>
                <a:gd name="connsiteY93" fmla="*/ 55552 h 1226411"/>
                <a:gd name="connsiteX94" fmla="*/ 389932 w 1502009"/>
                <a:gd name="connsiteY94" fmla="*/ 119307 h 1226411"/>
                <a:gd name="connsiteX95" fmla="*/ 346893 w 1502009"/>
                <a:gd name="connsiteY95" fmla="*/ 145994 h 1226411"/>
                <a:gd name="connsiteX96" fmla="*/ 335135 w 1502009"/>
                <a:gd name="connsiteY96" fmla="*/ 128402 h 1226411"/>
                <a:gd name="connsiteX97" fmla="*/ 379413 w 1502009"/>
                <a:gd name="connsiteY97" fmla="*/ 100842 h 1226411"/>
                <a:gd name="connsiteX98" fmla="*/ 305875 w 1502009"/>
                <a:gd name="connsiteY98" fmla="*/ 175621 h 1226411"/>
                <a:gd name="connsiteX99" fmla="*/ 266924 w 1502009"/>
                <a:gd name="connsiteY99" fmla="*/ 208050 h 1226411"/>
                <a:gd name="connsiteX100" fmla="*/ 252822 w 1502009"/>
                <a:gd name="connsiteY100" fmla="*/ 192295 h 1226411"/>
                <a:gd name="connsiteX101" fmla="*/ 292876 w 1502009"/>
                <a:gd name="connsiteY101" fmla="*/ 158901 h 1226411"/>
                <a:gd name="connsiteX102" fmla="*/ 230361 w 1502009"/>
                <a:gd name="connsiteY102" fmla="*/ 243096 h 1226411"/>
                <a:gd name="connsiteX103" fmla="*/ 196233 w 1502009"/>
                <a:gd name="connsiteY103" fmla="*/ 280440 h 1226411"/>
                <a:gd name="connsiteX104" fmla="*/ 180111 w 1502009"/>
                <a:gd name="connsiteY104" fmla="*/ 266660 h 1226411"/>
                <a:gd name="connsiteX105" fmla="*/ 215203 w 1502009"/>
                <a:gd name="connsiteY105" fmla="*/ 228214 h 1226411"/>
                <a:gd name="connsiteX106" fmla="*/ 186174 w 1502009"/>
                <a:gd name="connsiteY106" fmla="*/ 1213202 h 1226411"/>
                <a:gd name="connsiteX107" fmla="*/ 169730 w 1502009"/>
                <a:gd name="connsiteY107" fmla="*/ 1226568 h 1226411"/>
                <a:gd name="connsiteX108" fmla="*/ 138265 w 1502009"/>
                <a:gd name="connsiteY108" fmla="*/ 1185229 h 1226411"/>
                <a:gd name="connsiteX109" fmla="*/ 155582 w 1502009"/>
                <a:gd name="connsiteY109" fmla="*/ 1173056 h 1226411"/>
                <a:gd name="connsiteX110" fmla="*/ 186174 w 1502009"/>
                <a:gd name="connsiteY110" fmla="*/ 1213202 h 1226411"/>
                <a:gd name="connsiteX111" fmla="*/ 165090 w 1502009"/>
                <a:gd name="connsiteY111" fmla="*/ 319621 h 1226411"/>
                <a:gd name="connsiteX112" fmla="*/ 136428 w 1502009"/>
                <a:gd name="connsiteY112" fmla="*/ 361328 h 1226411"/>
                <a:gd name="connsiteX113" fmla="*/ 118606 w 1502009"/>
                <a:gd name="connsiteY113" fmla="*/ 349937 h 1226411"/>
                <a:gd name="connsiteX114" fmla="*/ 148095 w 1502009"/>
                <a:gd name="connsiteY114" fmla="*/ 307035 h 1226411"/>
                <a:gd name="connsiteX115" fmla="*/ 127793 w 1502009"/>
                <a:gd name="connsiteY115" fmla="*/ 1130522 h 1226411"/>
                <a:gd name="connsiteX116" fmla="*/ 109420 w 1502009"/>
                <a:gd name="connsiteY116" fmla="*/ 1141454 h 1226411"/>
                <a:gd name="connsiteX117" fmla="*/ 84110 w 1502009"/>
                <a:gd name="connsiteY117" fmla="*/ 1095935 h 1226411"/>
                <a:gd name="connsiteX118" fmla="*/ 102943 w 1502009"/>
                <a:gd name="connsiteY118" fmla="*/ 1086289 h 1226411"/>
                <a:gd name="connsiteX119" fmla="*/ 127793 w 1502009"/>
                <a:gd name="connsiteY119" fmla="*/ 1130522 h 1226411"/>
                <a:gd name="connsiteX120" fmla="*/ 110614 w 1502009"/>
                <a:gd name="connsiteY120" fmla="*/ 404781 h 1226411"/>
                <a:gd name="connsiteX121" fmla="*/ 88015 w 1502009"/>
                <a:gd name="connsiteY121" fmla="*/ 450071 h 1226411"/>
                <a:gd name="connsiteX122" fmla="*/ 68768 w 1502009"/>
                <a:gd name="connsiteY122" fmla="*/ 441252 h 1226411"/>
                <a:gd name="connsiteX123" fmla="*/ 92011 w 1502009"/>
                <a:gd name="connsiteY123" fmla="*/ 394675 h 1226411"/>
                <a:gd name="connsiteX124" fmla="*/ 81722 w 1502009"/>
                <a:gd name="connsiteY124" fmla="*/ 1040264 h 1226411"/>
                <a:gd name="connsiteX125" fmla="*/ 62246 w 1502009"/>
                <a:gd name="connsiteY125" fmla="*/ 1048532 h 1226411"/>
                <a:gd name="connsiteX126" fmla="*/ 43460 w 1502009"/>
                <a:gd name="connsiteY126" fmla="*/ 999934 h 1226411"/>
                <a:gd name="connsiteX127" fmla="*/ 63487 w 1502009"/>
                <a:gd name="connsiteY127" fmla="*/ 992999 h 1226411"/>
                <a:gd name="connsiteX128" fmla="*/ 81722 w 1502009"/>
                <a:gd name="connsiteY128" fmla="*/ 1040540 h 1226411"/>
                <a:gd name="connsiteX129" fmla="*/ 68677 w 1502009"/>
                <a:gd name="connsiteY129" fmla="*/ 496785 h 1226411"/>
                <a:gd name="connsiteX130" fmla="*/ 52601 w 1502009"/>
                <a:gd name="connsiteY130" fmla="*/ 544738 h 1226411"/>
                <a:gd name="connsiteX131" fmla="*/ 32298 w 1502009"/>
                <a:gd name="connsiteY131" fmla="*/ 538721 h 1226411"/>
                <a:gd name="connsiteX132" fmla="*/ 48834 w 1502009"/>
                <a:gd name="connsiteY132" fmla="*/ 489343 h 1226411"/>
                <a:gd name="connsiteX133" fmla="*/ 48558 w 1502009"/>
                <a:gd name="connsiteY133" fmla="*/ 944632 h 1226411"/>
                <a:gd name="connsiteX134" fmla="*/ 28118 w 1502009"/>
                <a:gd name="connsiteY134" fmla="*/ 950143 h 1226411"/>
                <a:gd name="connsiteX135" fmla="*/ 16267 w 1502009"/>
                <a:gd name="connsiteY135" fmla="*/ 899617 h 1226411"/>
                <a:gd name="connsiteX136" fmla="*/ 37029 w 1502009"/>
                <a:gd name="connsiteY136" fmla="*/ 895529 h 1226411"/>
                <a:gd name="connsiteX137" fmla="*/ 48374 w 1502009"/>
                <a:gd name="connsiteY137" fmla="*/ 944907 h 1226411"/>
                <a:gd name="connsiteX138" fmla="*/ 39923 w 1502009"/>
                <a:gd name="connsiteY138" fmla="*/ 593749 h 1226411"/>
                <a:gd name="connsiteX139" fmla="*/ 30736 w 1502009"/>
                <a:gd name="connsiteY139" fmla="*/ 643494 h 1226411"/>
                <a:gd name="connsiteX140" fmla="*/ 9791 w 1502009"/>
                <a:gd name="connsiteY140" fmla="*/ 640371 h 1226411"/>
                <a:gd name="connsiteX141" fmla="*/ 19253 w 1502009"/>
                <a:gd name="connsiteY141" fmla="*/ 589156 h 1226411"/>
                <a:gd name="connsiteX142" fmla="*/ 28899 w 1502009"/>
                <a:gd name="connsiteY142" fmla="*/ 845370 h 1226411"/>
                <a:gd name="connsiteX143" fmla="*/ 7862 w 1502009"/>
                <a:gd name="connsiteY143" fmla="*/ 848080 h 1226411"/>
                <a:gd name="connsiteX144" fmla="*/ 2993 w 1502009"/>
                <a:gd name="connsiteY144" fmla="*/ 796222 h 1226411"/>
                <a:gd name="connsiteX145" fmla="*/ 24168 w 1502009"/>
                <a:gd name="connsiteY145" fmla="*/ 794936 h 1226411"/>
                <a:gd name="connsiteX146" fmla="*/ 28899 w 1502009"/>
                <a:gd name="connsiteY146" fmla="*/ 845738 h 1226411"/>
                <a:gd name="connsiteX147" fmla="*/ 24995 w 1502009"/>
                <a:gd name="connsiteY147" fmla="*/ 693791 h 1226411"/>
                <a:gd name="connsiteX148" fmla="*/ 22835 w 1502009"/>
                <a:gd name="connsiteY148" fmla="*/ 744317 h 1226411"/>
                <a:gd name="connsiteX149" fmla="*/ 1660 w 1502009"/>
                <a:gd name="connsiteY149" fmla="*/ 744317 h 1226411"/>
                <a:gd name="connsiteX150" fmla="*/ 3911 w 1502009"/>
                <a:gd name="connsiteY150" fmla="*/ 692276 h 12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502009" h="1226411">
                  <a:moveTo>
                    <a:pt x="1504451" y="744685"/>
                  </a:moveTo>
                  <a:lnTo>
                    <a:pt x="1483276" y="745144"/>
                  </a:lnTo>
                  <a:cubicBezTo>
                    <a:pt x="1482863" y="728287"/>
                    <a:pt x="1481944" y="711292"/>
                    <a:pt x="1480474" y="694618"/>
                  </a:cubicBezTo>
                  <a:lnTo>
                    <a:pt x="1501557" y="692781"/>
                  </a:lnTo>
                  <a:cubicBezTo>
                    <a:pt x="1503165" y="709684"/>
                    <a:pt x="1504130" y="727185"/>
                    <a:pt x="1504451" y="744685"/>
                  </a:cubicBezTo>
                  <a:close/>
                  <a:moveTo>
                    <a:pt x="1503854" y="796773"/>
                  </a:moveTo>
                  <a:cubicBezTo>
                    <a:pt x="1503027" y="814044"/>
                    <a:pt x="1501557" y="831499"/>
                    <a:pt x="1499261" y="848723"/>
                  </a:cubicBezTo>
                  <a:lnTo>
                    <a:pt x="1478223" y="846151"/>
                  </a:lnTo>
                  <a:cubicBezTo>
                    <a:pt x="1480244" y="829477"/>
                    <a:pt x="1481714" y="812528"/>
                    <a:pt x="1482495" y="795625"/>
                  </a:cubicBezTo>
                  <a:close/>
                  <a:moveTo>
                    <a:pt x="1495264" y="640877"/>
                  </a:moveTo>
                  <a:lnTo>
                    <a:pt x="1474365" y="644092"/>
                  </a:lnTo>
                  <a:cubicBezTo>
                    <a:pt x="1471793" y="627418"/>
                    <a:pt x="1468623" y="610653"/>
                    <a:pt x="1465178" y="594300"/>
                  </a:cubicBezTo>
                  <a:lnTo>
                    <a:pt x="1485848" y="589707"/>
                  </a:lnTo>
                  <a:cubicBezTo>
                    <a:pt x="1489523" y="606518"/>
                    <a:pt x="1492784" y="623743"/>
                    <a:pt x="1495264" y="640877"/>
                  </a:cubicBezTo>
                  <a:close/>
                  <a:moveTo>
                    <a:pt x="1491268" y="899985"/>
                  </a:moveTo>
                  <a:cubicBezTo>
                    <a:pt x="1487915" y="916934"/>
                    <a:pt x="1483919" y="933975"/>
                    <a:pt x="1479372" y="950511"/>
                  </a:cubicBezTo>
                  <a:lnTo>
                    <a:pt x="1458977" y="944953"/>
                  </a:lnTo>
                  <a:cubicBezTo>
                    <a:pt x="1463571" y="928738"/>
                    <a:pt x="1467245" y="912157"/>
                    <a:pt x="1470506" y="895713"/>
                  </a:cubicBezTo>
                  <a:close/>
                  <a:moveTo>
                    <a:pt x="1472619" y="539273"/>
                  </a:moveTo>
                  <a:lnTo>
                    <a:pt x="1452317" y="545244"/>
                  </a:lnTo>
                  <a:cubicBezTo>
                    <a:pt x="1447724" y="529075"/>
                    <a:pt x="1442212" y="513091"/>
                    <a:pt x="1436379" y="497198"/>
                  </a:cubicBezTo>
                  <a:lnTo>
                    <a:pt x="1456221" y="489849"/>
                  </a:lnTo>
                  <a:cubicBezTo>
                    <a:pt x="1462376" y="505833"/>
                    <a:pt x="1467705" y="522645"/>
                    <a:pt x="1472757" y="539273"/>
                  </a:cubicBezTo>
                  <a:close/>
                  <a:moveTo>
                    <a:pt x="1463892" y="1000440"/>
                  </a:moveTo>
                  <a:cubicBezTo>
                    <a:pt x="1458197" y="1016746"/>
                    <a:pt x="1451812" y="1033053"/>
                    <a:pt x="1444922" y="1048945"/>
                  </a:cubicBezTo>
                  <a:lnTo>
                    <a:pt x="1425492" y="1040540"/>
                  </a:lnTo>
                  <a:cubicBezTo>
                    <a:pt x="1432198" y="1025106"/>
                    <a:pt x="1438399" y="1009259"/>
                    <a:pt x="1443866" y="993458"/>
                  </a:cubicBezTo>
                  <a:close/>
                  <a:moveTo>
                    <a:pt x="1436333" y="441619"/>
                  </a:moveTo>
                  <a:lnTo>
                    <a:pt x="1416994" y="450346"/>
                  </a:lnTo>
                  <a:cubicBezTo>
                    <a:pt x="1410104" y="435005"/>
                    <a:pt x="1402571" y="419709"/>
                    <a:pt x="1394625" y="404919"/>
                  </a:cubicBezTo>
                  <a:lnTo>
                    <a:pt x="1413274" y="394905"/>
                  </a:lnTo>
                  <a:cubicBezTo>
                    <a:pt x="1421772" y="410109"/>
                    <a:pt x="1429534" y="425864"/>
                    <a:pt x="1436654" y="441527"/>
                  </a:cubicBezTo>
                  <a:close/>
                  <a:moveTo>
                    <a:pt x="1422553" y="1095981"/>
                  </a:moveTo>
                  <a:cubicBezTo>
                    <a:pt x="1414606" y="1111322"/>
                    <a:pt x="1406016" y="1126572"/>
                    <a:pt x="1397014" y="1141362"/>
                  </a:cubicBezTo>
                  <a:lnTo>
                    <a:pt x="1378916" y="1130338"/>
                  </a:lnTo>
                  <a:cubicBezTo>
                    <a:pt x="1387689" y="1116007"/>
                    <a:pt x="1396049" y="1101171"/>
                    <a:pt x="1403720" y="1086289"/>
                  </a:cubicBezTo>
                  <a:close/>
                  <a:moveTo>
                    <a:pt x="1387092" y="349891"/>
                  </a:moveTo>
                  <a:lnTo>
                    <a:pt x="1369179" y="361190"/>
                  </a:lnTo>
                  <a:cubicBezTo>
                    <a:pt x="1360221" y="346997"/>
                    <a:pt x="1350805" y="332895"/>
                    <a:pt x="1340654" y="319391"/>
                  </a:cubicBezTo>
                  <a:lnTo>
                    <a:pt x="1357695" y="306852"/>
                  </a:lnTo>
                  <a:cubicBezTo>
                    <a:pt x="1368168" y="320769"/>
                    <a:pt x="1378043" y="335238"/>
                    <a:pt x="1387322" y="349891"/>
                  </a:cubicBezTo>
                  <a:close/>
                  <a:moveTo>
                    <a:pt x="1368443" y="1184861"/>
                  </a:moveTo>
                  <a:cubicBezTo>
                    <a:pt x="1358476" y="1198963"/>
                    <a:pt x="1347912" y="1212880"/>
                    <a:pt x="1336979" y="1226201"/>
                  </a:cubicBezTo>
                  <a:lnTo>
                    <a:pt x="1320535" y="1212834"/>
                  </a:lnTo>
                  <a:cubicBezTo>
                    <a:pt x="1331192" y="1199789"/>
                    <a:pt x="1341481" y="1186239"/>
                    <a:pt x="1351127" y="1172551"/>
                  </a:cubicBezTo>
                  <a:close/>
                  <a:moveTo>
                    <a:pt x="1325358" y="266201"/>
                  </a:moveTo>
                  <a:lnTo>
                    <a:pt x="1309236" y="279981"/>
                  </a:lnTo>
                  <a:cubicBezTo>
                    <a:pt x="1298396" y="267211"/>
                    <a:pt x="1286912" y="254626"/>
                    <a:pt x="1275153" y="242591"/>
                  </a:cubicBezTo>
                  <a:lnTo>
                    <a:pt x="1290265" y="227801"/>
                  </a:lnTo>
                  <a:cubicBezTo>
                    <a:pt x="1302622" y="239835"/>
                    <a:pt x="1314426" y="252788"/>
                    <a:pt x="1325588" y="265971"/>
                  </a:cubicBezTo>
                  <a:close/>
                  <a:moveTo>
                    <a:pt x="1252601" y="191743"/>
                  </a:moveTo>
                  <a:lnTo>
                    <a:pt x="1238545" y="207544"/>
                  </a:lnTo>
                  <a:cubicBezTo>
                    <a:pt x="1225959" y="196383"/>
                    <a:pt x="1212868" y="185451"/>
                    <a:pt x="1199594" y="175391"/>
                  </a:cubicBezTo>
                  <a:lnTo>
                    <a:pt x="1212547" y="158626"/>
                  </a:lnTo>
                  <a:cubicBezTo>
                    <a:pt x="1226464" y="168823"/>
                    <a:pt x="1239923" y="179985"/>
                    <a:pt x="1252830" y="191514"/>
                  </a:cubicBezTo>
                  <a:close/>
                  <a:moveTo>
                    <a:pt x="1170334" y="128034"/>
                  </a:moveTo>
                  <a:lnTo>
                    <a:pt x="1158575" y="145627"/>
                  </a:lnTo>
                  <a:cubicBezTo>
                    <a:pt x="1144795" y="136440"/>
                    <a:pt x="1130143" y="127254"/>
                    <a:pt x="1115582" y="118986"/>
                  </a:cubicBezTo>
                  <a:lnTo>
                    <a:pt x="1126101" y="100612"/>
                  </a:lnTo>
                  <a:cubicBezTo>
                    <a:pt x="1141304" y="108972"/>
                    <a:pt x="1156187" y="118205"/>
                    <a:pt x="1170564" y="127805"/>
                  </a:cubicBezTo>
                  <a:close/>
                  <a:moveTo>
                    <a:pt x="1080030" y="76360"/>
                  </a:moveTo>
                  <a:lnTo>
                    <a:pt x="1070843" y="95422"/>
                  </a:lnTo>
                  <a:cubicBezTo>
                    <a:pt x="1055686" y="88119"/>
                    <a:pt x="1040114" y="81229"/>
                    <a:pt x="1024543" y="74982"/>
                  </a:cubicBezTo>
                  <a:lnTo>
                    <a:pt x="1032397" y="55322"/>
                  </a:lnTo>
                  <a:cubicBezTo>
                    <a:pt x="1048658" y="61523"/>
                    <a:pt x="1064688" y="68597"/>
                    <a:pt x="1080260" y="76130"/>
                  </a:cubicBezTo>
                  <a:close/>
                  <a:moveTo>
                    <a:pt x="983571" y="37730"/>
                  </a:moveTo>
                  <a:lnTo>
                    <a:pt x="977094" y="57849"/>
                  </a:lnTo>
                  <a:cubicBezTo>
                    <a:pt x="961063" y="52750"/>
                    <a:pt x="944941" y="48111"/>
                    <a:pt x="928405" y="44069"/>
                  </a:cubicBezTo>
                  <a:lnTo>
                    <a:pt x="933457" y="23537"/>
                  </a:lnTo>
                  <a:cubicBezTo>
                    <a:pt x="950315" y="27441"/>
                    <a:pt x="967035" y="32172"/>
                    <a:pt x="983662" y="37317"/>
                  </a:cubicBezTo>
                  <a:close/>
                  <a:moveTo>
                    <a:pt x="882518" y="12834"/>
                  </a:moveTo>
                  <a:lnTo>
                    <a:pt x="878890" y="33688"/>
                  </a:lnTo>
                  <a:cubicBezTo>
                    <a:pt x="862353" y="30794"/>
                    <a:pt x="845496" y="28498"/>
                    <a:pt x="828776" y="26752"/>
                  </a:cubicBezTo>
                  <a:lnTo>
                    <a:pt x="830935" y="5715"/>
                  </a:lnTo>
                  <a:cubicBezTo>
                    <a:pt x="848160" y="7231"/>
                    <a:pt x="865523" y="9757"/>
                    <a:pt x="882564" y="12605"/>
                  </a:cubicBezTo>
                  <a:close/>
                  <a:moveTo>
                    <a:pt x="778985" y="2132"/>
                  </a:moveTo>
                  <a:lnTo>
                    <a:pt x="778296" y="23307"/>
                  </a:lnTo>
                  <a:cubicBezTo>
                    <a:pt x="769936" y="22986"/>
                    <a:pt x="761530" y="22848"/>
                    <a:pt x="753170" y="22848"/>
                  </a:cubicBezTo>
                  <a:cubicBezTo>
                    <a:pt x="744811" y="22848"/>
                    <a:pt x="736083" y="22848"/>
                    <a:pt x="727632" y="23307"/>
                  </a:cubicBezTo>
                  <a:lnTo>
                    <a:pt x="726943" y="2132"/>
                  </a:lnTo>
                  <a:cubicBezTo>
                    <a:pt x="735578" y="1856"/>
                    <a:pt x="744444" y="1673"/>
                    <a:pt x="753170" y="1673"/>
                  </a:cubicBezTo>
                  <a:cubicBezTo>
                    <a:pt x="761898" y="1673"/>
                    <a:pt x="770487" y="1581"/>
                    <a:pt x="779031" y="1902"/>
                  </a:cubicBezTo>
                  <a:close/>
                  <a:moveTo>
                    <a:pt x="677152" y="26798"/>
                  </a:moveTo>
                  <a:cubicBezTo>
                    <a:pt x="660432" y="28544"/>
                    <a:pt x="643528" y="30886"/>
                    <a:pt x="626993" y="33780"/>
                  </a:cubicBezTo>
                  <a:lnTo>
                    <a:pt x="623364" y="12926"/>
                  </a:lnTo>
                  <a:cubicBezTo>
                    <a:pt x="640405" y="9940"/>
                    <a:pt x="657722" y="7552"/>
                    <a:pt x="674947" y="5715"/>
                  </a:cubicBezTo>
                  <a:close/>
                  <a:moveTo>
                    <a:pt x="577477" y="44207"/>
                  </a:moveTo>
                  <a:cubicBezTo>
                    <a:pt x="561171" y="48203"/>
                    <a:pt x="544772" y="52888"/>
                    <a:pt x="528788" y="57986"/>
                  </a:cubicBezTo>
                  <a:lnTo>
                    <a:pt x="522266" y="37822"/>
                  </a:lnTo>
                  <a:cubicBezTo>
                    <a:pt x="538755" y="32540"/>
                    <a:pt x="555613" y="27716"/>
                    <a:pt x="572378" y="23583"/>
                  </a:cubicBezTo>
                  <a:close/>
                  <a:moveTo>
                    <a:pt x="481017" y="75211"/>
                  </a:moveTo>
                  <a:cubicBezTo>
                    <a:pt x="465400" y="81458"/>
                    <a:pt x="449829" y="88348"/>
                    <a:pt x="434717" y="95652"/>
                  </a:cubicBezTo>
                  <a:lnTo>
                    <a:pt x="425530" y="76589"/>
                  </a:lnTo>
                  <a:cubicBezTo>
                    <a:pt x="441102" y="69056"/>
                    <a:pt x="457132" y="61983"/>
                    <a:pt x="473163" y="55552"/>
                  </a:cubicBezTo>
                  <a:close/>
                  <a:moveTo>
                    <a:pt x="389932" y="119307"/>
                  </a:moveTo>
                  <a:cubicBezTo>
                    <a:pt x="375371" y="127621"/>
                    <a:pt x="360903" y="136624"/>
                    <a:pt x="346893" y="145994"/>
                  </a:cubicBezTo>
                  <a:lnTo>
                    <a:pt x="335135" y="128402"/>
                  </a:lnTo>
                  <a:cubicBezTo>
                    <a:pt x="349512" y="118756"/>
                    <a:pt x="364440" y="109523"/>
                    <a:pt x="379413" y="100842"/>
                  </a:cubicBezTo>
                  <a:close/>
                  <a:moveTo>
                    <a:pt x="305875" y="175621"/>
                  </a:moveTo>
                  <a:cubicBezTo>
                    <a:pt x="292555" y="185956"/>
                    <a:pt x="279464" y="196888"/>
                    <a:pt x="266924" y="208050"/>
                  </a:cubicBezTo>
                  <a:lnTo>
                    <a:pt x="252822" y="192295"/>
                  </a:lnTo>
                  <a:cubicBezTo>
                    <a:pt x="265729" y="180765"/>
                    <a:pt x="279188" y="169328"/>
                    <a:pt x="292876" y="158901"/>
                  </a:cubicBezTo>
                  <a:close/>
                  <a:moveTo>
                    <a:pt x="230361" y="243096"/>
                  </a:moveTo>
                  <a:cubicBezTo>
                    <a:pt x="218602" y="255085"/>
                    <a:pt x="207119" y="267671"/>
                    <a:pt x="196233" y="280440"/>
                  </a:cubicBezTo>
                  <a:lnTo>
                    <a:pt x="180111" y="266660"/>
                  </a:lnTo>
                  <a:cubicBezTo>
                    <a:pt x="191318" y="253523"/>
                    <a:pt x="203077" y="240570"/>
                    <a:pt x="215203" y="228214"/>
                  </a:cubicBezTo>
                  <a:close/>
                  <a:moveTo>
                    <a:pt x="186174" y="1213202"/>
                  </a:moveTo>
                  <a:lnTo>
                    <a:pt x="169730" y="1226568"/>
                  </a:lnTo>
                  <a:cubicBezTo>
                    <a:pt x="158798" y="1213110"/>
                    <a:pt x="148233" y="1199009"/>
                    <a:pt x="138265" y="1185229"/>
                  </a:cubicBezTo>
                  <a:lnTo>
                    <a:pt x="155582" y="1173056"/>
                  </a:lnTo>
                  <a:cubicBezTo>
                    <a:pt x="165136" y="1186744"/>
                    <a:pt x="175425" y="1200340"/>
                    <a:pt x="186174" y="1213202"/>
                  </a:cubicBezTo>
                  <a:close/>
                  <a:moveTo>
                    <a:pt x="165090" y="319621"/>
                  </a:moveTo>
                  <a:cubicBezTo>
                    <a:pt x="155123" y="333401"/>
                    <a:pt x="145477" y="347181"/>
                    <a:pt x="136428" y="361328"/>
                  </a:cubicBezTo>
                  <a:lnTo>
                    <a:pt x="118606" y="349937"/>
                  </a:lnTo>
                  <a:cubicBezTo>
                    <a:pt x="127793" y="335376"/>
                    <a:pt x="137806" y="320953"/>
                    <a:pt x="148095" y="307035"/>
                  </a:cubicBezTo>
                  <a:close/>
                  <a:moveTo>
                    <a:pt x="127793" y="1130522"/>
                  </a:moveTo>
                  <a:lnTo>
                    <a:pt x="109420" y="1141454"/>
                  </a:lnTo>
                  <a:cubicBezTo>
                    <a:pt x="100508" y="1126618"/>
                    <a:pt x="91965" y="1111322"/>
                    <a:pt x="84110" y="1095935"/>
                  </a:cubicBezTo>
                  <a:lnTo>
                    <a:pt x="102943" y="1086289"/>
                  </a:lnTo>
                  <a:cubicBezTo>
                    <a:pt x="110797" y="1101309"/>
                    <a:pt x="119111" y="1116191"/>
                    <a:pt x="127793" y="1130522"/>
                  </a:cubicBezTo>
                  <a:close/>
                  <a:moveTo>
                    <a:pt x="110614" y="404781"/>
                  </a:moveTo>
                  <a:cubicBezTo>
                    <a:pt x="102622" y="419571"/>
                    <a:pt x="94997" y="434775"/>
                    <a:pt x="88015" y="450071"/>
                  </a:cubicBezTo>
                  <a:lnTo>
                    <a:pt x="68768" y="441252"/>
                  </a:lnTo>
                  <a:cubicBezTo>
                    <a:pt x="75934" y="425543"/>
                    <a:pt x="83743" y="409879"/>
                    <a:pt x="92011" y="394675"/>
                  </a:cubicBezTo>
                  <a:close/>
                  <a:moveTo>
                    <a:pt x="81722" y="1040264"/>
                  </a:moveTo>
                  <a:lnTo>
                    <a:pt x="62246" y="1048532"/>
                  </a:lnTo>
                  <a:cubicBezTo>
                    <a:pt x="55448" y="1032639"/>
                    <a:pt x="49156" y="1016379"/>
                    <a:pt x="43460" y="999934"/>
                  </a:cubicBezTo>
                  <a:lnTo>
                    <a:pt x="63487" y="992999"/>
                  </a:lnTo>
                  <a:cubicBezTo>
                    <a:pt x="68998" y="1009167"/>
                    <a:pt x="75107" y="1024876"/>
                    <a:pt x="81722" y="1040540"/>
                  </a:cubicBezTo>
                  <a:close/>
                  <a:moveTo>
                    <a:pt x="68677" y="496785"/>
                  </a:moveTo>
                  <a:cubicBezTo>
                    <a:pt x="62752" y="512540"/>
                    <a:pt x="57377" y="528662"/>
                    <a:pt x="52601" y="544738"/>
                  </a:cubicBezTo>
                  <a:lnTo>
                    <a:pt x="32298" y="538721"/>
                  </a:lnTo>
                  <a:cubicBezTo>
                    <a:pt x="37212" y="522185"/>
                    <a:pt x="42771" y="505558"/>
                    <a:pt x="48834" y="489343"/>
                  </a:cubicBezTo>
                  <a:close/>
                  <a:moveTo>
                    <a:pt x="48558" y="944632"/>
                  </a:moveTo>
                  <a:lnTo>
                    <a:pt x="28118" y="950143"/>
                  </a:lnTo>
                  <a:cubicBezTo>
                    <a:pt x="23525" y="933470"/>
                    <a:pt x="19620" y="916429"/>
                    <a:pt x="16267" y="899617"/>
                  </a:cubicBezTo>
                  <a:lnTo>
                    <a:pt x="37029" y="895529"/>
                  </a:lnTo>
                  <a:cubicBezTo>
                    <a:pt x="40290" y="912111"/>
                    <a:pt x="44194" y="928693"/>
                    <a:pt x="48374" y="944907"/>
                  </a:cubicBezTo>
                  <a:close/>
                  <a:moveTo>
                    <a:pt x="39923" y="593749"/>
                  </a:moveTo>
                  <a:cubicBezTo>
                    <a:pt x="36294" y="610147"/>
                    <a:pt x="33216" y="626867"/>
                    <a:pt x="30736" y="643494"/>
                  </a:cubicBezTo>
                  <a:lnTo>
                    <a:pt x="9791" y="640371"/>
                  </a:lnTo>
                  <a:cubicBezTo>
                    <a:pt x="12317" y="623284"/>
                    <a:pt x="15532" y="606059"/>
                    <a:pt x="19253" y="589156"/>
                  </a:cubicBezTo>
                  <a:close/>
                  <a:moveTo>
                    <a:pt x="28899" y="845370"/>
                  </a:moveTo>
                  <a:lnTo>
                    <a:pt x="7862" y="848080"/>
                  </a:lnTo>
                  <a:cubicBezTo>
                    <a:pt x="5703" y="830947"/>
                    <a:pt x="4049" y="813493"/>
                    <a:pt x="2993" y="796222"/>
                  </a:cubicBezTo>
                  <a:lnTo>
                    <a:pt x="24168" y="794936"/>
                  </a:lnTo>
                  <a:cubicBezTo>
                    <a:pt x="25132" y="812023"/>
                    <a:pt x="26740" y="828972"/>
                    <a:pt x="28899" y="845738"/>
                  </a:cubicBezTo>
                  <a:close/>
                  <a:moveTo>
                    <a:pt x="24995" y="693791"/>
                  </a:moveTo>
                  <a:cubicBezTo>
                    <a:pt x="23708" y="710557"/>
                    <a:pt x="22973" y="727552"/>
                    <a:pt x="22835" y="744317"/>
                  </a:cubicBezTo>
                  <a:lnTo>
                    <a:pt x="1660" y="744317"/>
                  </a:lnTo>
                  <a:cubicBezTo>
                    <a:pt x="1660" y="727047"/>
                    <a:pt x="2533" y="709500"/>
                    <a:pt x="3911" y="692276"/>
                  </a:cubicBezTo>
                  <a:close/>
                </a:path>
              </a:pathLst>
            </a:custGeom>
            <a:grpFill/>
            <a:ln w="4591"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E7AD3FB8-6553-41D6-AEE4-9EB954278DFC}"/>
                </a:ext>
              </a:extLst>
            </p:cNvPr>
            <p:cNvSpPr/>
            <p:nvPr/>
          </p:nvSpPr>
          <p:spPr>
            <a:xfrm>
              <a:off x="7111615" y="3680004"/>
              <a:ext cx="32153" cy="32153"/>
            </a:xfrm>
            <a:custGeom>
              <a:avLst/>
              <a:gdLst>
                <a:gd name="connsiteX0" fmla="*/ 34503 w 32153"/>
                <a:gd name="connsiteY0" fmla="*/ 16267 h 32153"/>
                <a:gd name="connsiteX1" fmla="*/ 16589 w 32153"/>
                <a:gd name="connsiteY1" fmla="*/ 34640 h 32153"/>
                <a:gd name="connsiteX2" fmla="*/ 1660 w 32153"/>
                <a:gd name="connsiteY2" fmla="*/ 19712 h 32153"/>
                <a:gd name="connsiteX3" fmla="*/ 19069 w 32153"/>
                <a:gd name="connsiteY3" fmla="*/ 1660 h 32153"/>
              </a:gdLst>
              <a:ahLst/>
              <a:cxnLst>
                <a:cxn ang="0">
                  <a:pos x="connsiteX0" y="connsiteY0"/>
                </a:cxn>
                <a:cxn ang="0">
                  <a:pos x="connsiteX1" y="connsiteY1"/>
                </a:cxn>
                <a:cxn ang="0">
                  <a:pos x="connsiteX2" y="connsiteY2"/>
                </a:cxn>
                <a:cxn ang="0">
                  <a:pos x="connsiteX3" y="connsiteY3"/>
                </a:cxn>
              </a:cxnLst>
              <a:rect l="l" t="t" r="r" b="b"/>
              <a:pathLst>
                <a:path w="32153" h="32153">
                  <a:moveTo>
                    <a:pt x="34503" y="16267"/>
                  </a:moveTo>
                  <a:cubicBezTo>
                    <a:pt x="28669" y="22514"/>
                    <a:pt x="22652" y="28760"/>
                    <a:pt x="16589" y="34640"/>
                  </a:cubicBezTo>
                  <a:lnTo>
                    <a:pt x="1660" y="19712"/>
                  </a:lnTo>
                  <a:cubicBezTo>
                    <a:pt x="7540" y="13832"/>
                    <a:pt x="13373" y="7769"/>
                    <a:pt x="19069" y="1660"/>
                  </a:cubicBezTo>
                  <a:close/>
                </a:path>
              </a:pathLst>
            </a:custGeom>
            <a:grpFill/>
            <a:ln w="4591"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3DCA9A93-6160-4FF6-9A44-831C93DCA49A}"/>
                </a:ext>
              </a:extLst>
            </p:cNvPr>
            <p:cNvSpPr/>
            <p:nvPr/>
          </p:nvSpPr>
          <p:spPr>
            <a:xfrm>
              <a:off x="10237448" y="3680280"/>
              <a:ext cx="32153" cy="32153"/>
            </a:xfrm>
            <a:custGeom>
              <a:avLst/>
              <a:gdLst>
                <a:gd name="connsiteX0" fmla="*/ 34549 w 32153"/>
                <a:gd name="connsiteY0" fmla="*/ 19574 h 32153"/>
                <a:gd name="connsiteX1" fmla="*/ 19575 w 32153"/>
                <a:gd name="connsiteY1" fmla="*/ 34503 h 32153"/>
                <a:gd name="connsiteX2" fmla="*/ 1660 w 32153"/>
                <a:gd name="connsiteY2" fmla="*/ 16129 h 32153"/>
                <a:gd name="connsiteX3" fmla="*/ 17140 w 32153"/>
                <a:gd name="connsiteY3" fmla="*/ 1660 h 32153"/>
                <a:gd name="connsiteX4" fmla="*/ 34549 w 32153"/>
                <a:gd name="connsiteY4" fmla="*/ 19574 h 32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53" h="32153">
                  <a:moveTo>
                    <a:pt x="34549" y="19574"/>
                  </a:moveTo>
                  <a:lnTo>
                    <a:pt x="19575" y="34503"/>
                  </a:lnTo>
                  <a:cubicBezTo>
                    <a:pt x="13511" y="28485"/>
                    <a:pt x="7494" y="22238"/>
                    <a:pt x="1660" y="16129"/>
                  </a:cubicBezTo>
                  <a:lnTo>
                    <a:pt x="17140" y="1660"/>
                  </a:lnTo>
                  <a:cubicBezTo>
                    <a:pt x="22698" y="7632"/>
                    <a:pt x="28670" y="13741"/>
                    <a:pt x="34549" y="19574"/>
                  </a:cubicBezTo>
                  <a:close/>
                </a:path>
              </a:pathLst>
            </a:custGeom>
            <a:grpFill/>
            <a:ln w="4591"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0E618444-6A24-42B4-993A-50129FC4329B}"/>
                </a:ext>
              </a:extLst>
            </p:cNvPr>
            <p:cNvSpPr/>
            <p:nvPr/>
          </p:nvSpPr>
          <p:spPr>
            <a:xfrm>
              <a:off x="10035297" y="2430213"/>
              <a:ext cx="1502010" cy="1226411"/>
            </a:xfrm>
            <a:custGeom>
              <a:avLst/>
              <a:gdLst>
                <a:gd name="connsiteX0" fmla="*/ 1504726 w 1502009"/>
                <a:gd name="connsiteY0" fmla="*/ 744214 h 1226411"/>
                <a:gd name="connsiteX1" fmla="*/ 1483552 w 1502009"/>
                <a:gd name="connsiteY1" fmla="*/ 744214 h 1226411"/>
                <a:gd name="connsiteX2" fmla="*/ 1481301 w 1502009"/>
                <a:gd name="connsiteY2" fmla="*/ 693687 h 1226411"/>
                <a:gd name="connsiteX3" fmla="*/ 1502384 w 1502009"/>
                <a:gd name="connsiteY3" fmla="*/ 691988 h 1226411"/>
                <a:gd name="connsiteX4" fmla="*/ 1504726 w 1502009"/>
                <a:gd name="connsiteY4" fmla="*/ 744214 h 1226411"/>
                <a:gd name="connsiteX5" fmla="*/ 1503487 w 1502009"/>
                <a:gd name="connsiteY5" fmla="*/ 796256 h 1226411"/>
                <a:gd name="connsiteX6" fmla="*/ 1498894 w 1502009"/>
                <a:gd name="connsiteY6" fmla="*/ 848114 h 1226411"/>
                <a:gd name="connsiteX7" fmla="*/ 1477856 w 1502009"/>
                <a:gd name="connsiteY7" fmla="*/ 845450 h 1226411"/>
                <a:gd name="connsiteX8" fmla="*/ 1482449 w 1502009"/>
                <a:gd name="connsiteY8" fmla="*/ 794924 h 1226411"/>
                <a:gd name="connsiteX9" fmla="*/ 1496459 w 1502009"/>
                <a:gd name="connsiteY9" fmla="*/ 640451 h 1226411"/>
                <a:gd name="connsiteX10" fmla="*/ 1475514 w 1502009"/>
                <a:gd name="connsiteY10" fmla="*/ 643574 h 1226411"/>
                <a:gd name="connsiteX11" fmla="*/ 1466327 w 1502009"/>
                <a:gd name="connsiteY11" fmla="*/ 593829 h 1226411"/>
                <a:gd name="connsiteX12" fmla="*/ 1486997 w 1502009"/>
                <a:gd name="connsiteY12" fmla="*/ 589236 h 1226411"/>
                <a:gd name="connsiteX13" fmla="*/ 1496459 w 1502009"/>
                <a:gd name="connsiteY13" fmla="*/ 640451 h 1226411"/>
                <a:gd name="connsiteX14" fmla="*/ 1490350 w 1502009"/>
                <a:gd name="connsiteY14" fmla="*/ 899513 h 1226411"/>
                <a:gd name="connsiteX15" fmla="*/ 1478499 w 1502009"/>
                <a:gd name="connsiteY15" fmla="*/ 950039 h 1226411"/>
                <a:gd name="connsiteX16" fmla="*/ 1458059 w 1502009"/>
                <a:gd name="connsiteY16" fmla="*/ 944481 h 1226411"/>
                <a:gd name="connsiteX17" fmla="*/ 1469588 w 1502009"/>
                <a:gd name="connsiteY17" fmla="*/ 895241 h 1226411"/>
                <a:gd name="connsiteX18" fmla="*/ 1473859 w 1502009"/>
                <a:gd name="connsiteY18" fmla="*/ 538801 h 1226411"/>
                <a:gd name="connsiteX19" fmla="*/ 1453557 w 1502009"/>
                <a:gd name="connsiteY19" fmla="*/ 544818 h 1226411"/>
                <a:gd name="connsiteX20" fmla="*/ 1437481 w 1502009"/>
                <a:gd name="connsiteY20" fmla="*/ 496818 h 1226411"/>
                <a:gd name="connsiteX21" fmla="*/ 1457324 w 1502009"/>
                <a:gd name="connsiteY21" fmla="*/ 489377 h 1226411"/>
                <a:gd name="connsiteX22" fmla="*/ 1473859 w 1502009"/>
                <a:gd name="connsiteY22" fmla="*/ 538801 h 1226411"/>
                <a:gd name="connsiteX23" fmla="*/ 1463158 w 1502009"/>
                <a:gd name="connsiteY23" fmla="*/ 999969 h 1226411"/>
                <a:gd name="connsiteX24" fmla="*/ 1444417 w 1502009"/>
                <a:gd name="connsiteY24" fmla="*/ 1048566 h 1226411"/>
                <a:gd name="connsiteX25" fmla="*/ 1424941 w 1502009"/>
                <a:gd name="connsiteY25" fmla="*/ 1040252 h 1226411"/>
                <a:gd name="connsiteX26" fmla="*/ 1443314 w 1502009"/>
                <a:gd name="connsiteY26" fmla="*/ 993033 h 1226411"/>
                <a:gd name="connsiteX27" fmla="*/ 1437481 w 1502009"/>
                <a:gd name="connsiteY27" fmla="*/ 441239 h 1226411"/>
                <a:gd name="connsiteX28" fmla="*/ 1418235 w 1502009"/>
                <a:gd name="connsiteY28" fmla="*/ 450059 h 1226411"/>
                <a:gd name="connsiteX29" fmla="*/ 1395589 w 1502009"/>
                <a:gd name="connsiteY29" fmla="*/ 404769 h 1226411"/>
                <a:gd name="connsiteX30" fmla="*/ 1414193 w 1502009"/>
                <a:gd name="connsiteY30" fmla="*/ 394618 h 1226411"/>
                <a:gd name="connsiteX31" fmla="*/ 1437481 w 1502009"/>
                <a:gd name="connsiteY31" fmla="*/ 441239 h 1226411"/>
                <a:gd name="connsiteX32" fmla="*/ 1422461 w 1502009"/>
                <a:gd name="connsiteY32" fmla="*/ 1095693 h 1226411"/>
                <a:gd name="connsiteX33" fmla="*/ 1397152 w 1502009"/>
                <a:gd name="connsiteY33" fmla="*/ 1141213 h 1226411"/>
                <a:gd name="connsiteX34" fmla="*/ 1378778 w 1502009"/>
                <a:gd name="connsiteY34" fmla="*/ 1130281 h 1226411"/>
                <a:gd name="connsiteX35" fmla="*/ 1403399 w 1502009"/>
                <a:gd name="connsiteY35" fmla="*/ 1086047 h 1226411"/>
                <a:gd name="connsiteX36" fmla="*/ 1387597 w 1502009"/>
                <a:gd name="connsiteY36" fmla="*/ 349741 h 1226411"/>
                <a:gd name="connsiteX37" fmla="*/ 1369776 w 1502009"/>
                <a:gd name="connsiteY37" fmla="*/ 361132 h 1226411"/>
                <a:gd name="connsiteX38" fmla="*/ 1341068 w 1502009"/>
                <a:gd name="connsiteY38" fmla="*/ 319425 h 1226411"/>
                <a:gd name="connsiteX39" fmla="*/ 1358063 w 1502009"/>
                <a:gd name="connsiteY39" fmla="*/ 306794 h 1226411"/>
                <a:gd name="connsiteX40" fmla="*/ 1387597 w 1502009"/>
                <a:gd name="connsiteY40" fmla="*/ 349741 h 1226411"/>
                <a:gd name="connsiteX41" fmla="*/ 1368581 w 1502009"/>
                <a:gd name="connsiteY41" fmla="*/ 1184803 h 1226411"/>
                <a:gd name="connsiteX42" fmla="*/ 1337209 w 1502009"/>
                <a:gd name="connsiteY42" fmla="*/ 1226143 h 1226411"/>
                <a:gd name="connsiteX43" fmla="*/ 1320766 w 1502009"/>
                <a:gd name="connsiteY43" fmla="*/ 1212776 h 1226411"/>
                <a:gd name="connsiteX44" fmla="*/ 1351265 w 1502009"/>
                <a:gd name="connsiteY44" fmla="*/ 1172447 h 1226411"/>
                <a:gd name="connsiteX45" fmla="*/ 1325634 w 1502009"/>
                <a:gd name="connsiteY45" fmla="*/ 266143 h 1226411"/>
                <a:gd name="connsiteX46" fmla="*/ 1309511 w 1502009"/>
                <a:gd name="connsiteY46" fmla="*/ 279923 h 1226411"/>
                <a:gd name="connsiteX47" fmla="*/ 1275337 w 1502009"/>
                <a:gd name="connsiteY47" fmla="*/ 242533 h 1226411"/>
                <a:gd name="connsiteX48" fmla="*/ 1290449 w 1502009"/>
                <a:gd name="connsiteY48" fmla="*/ 227743 h 1226411"/>
                <a:gd name="connsiteX49" fmla="*/ 1325634 w 1502009"/>
                <a:gd name="connsiteY49" fmla="*/ 266005 h 1226411"/>
                <a:gd name="connsiteX50" fmla="*/ 1252830 w 1502009"/>
                <a:gd name="connsiteY50" fmla="*/ 191731 h 1226411"/>
                <a:gd name="connsiteX51" fmla="*/ 1238729 w 1502009"/>
                <a:gd name="connsiteY51" fmla="*/ 207532 h 1226411"/>
                <a:gd name="connsiteX52" fmla="*/ 1199778 w 1502009"/>
                <a:gd name="connsiteY52" fmla="*/ 175379 h 1226411"/>
                <a:gd name="connsiteX53" fmla="*/ 1212777 w 1502009"/>
                <a:gd name="connsiteY53" fmla="*/ 158614 h 1226411"/>
                <a:gd name="connsiteX54" fmla="*/ 1252830 w 1502009"/>
                <a:gd name="connsiteY54" fmla="*/ 191594 h 1226411"/>
                <a:gd name="connsiteX55" fmla="*/ 1170518 w 1502009"/>
                <a:gd name="connsiteY55" fmla="*/ 128022 h 1226411"/>
                <a:gd name="connsiteX56" fmla="*/ 1158760 w 1502009"/>
                <a:gd name="connsiteY56" fmla="*/ 145615 h 1226411"/>
                <a:gd name="connsiteX57" fmla="*/ 1115766 w 1502009"/>
                <a:gd name="connsiteY57" fmla="*/ 118973 h 1226411"/>
                <a:gd name="connsiteX58" fmla="*/ 1126285 w 1502009"/>
                <a:gd name="connsiteY58" fmla="*/ 100600 h 1226411"/>
                <a:gd name="connsiteX59" fmla="*/ 1170518 w 1502009"/>
                <a:gd name="connsiteY59" fmla="*/ 127884 h 1226411"/>
                <a:gd name="connsiteX60" fmla="*/ 1080260 w 1502009"/>
                <a:gd name="connsiteY60" fmla="*/ 76348 h 1226411"/>
                <a:gd name="connsiteX61" fmla="*/ 1071073 w 1502009"/>
                <a:gd name="connsiteY61" fmla="*/ 95410 h 1226411"/>
                <a:gd name="connsiteX62" fmla="*/ 1024772 w 1502009"/>
                <a:gd name="connsiteY62" fmla="*/ 74970 h 1226411"/>
                <a:gd name="connsiteX63" fmla="*/ 1032628 w 1502009"/>
                <a:gd name="connsiteY63" fmla="*/ 55310 h 1226411"/>
                <a:gd name="connsiteX64" fmla="*/ 1080260 w 1502009"/>
                <a:gd name="connsiteY64" fmla="*/ 76210 h 1226411"/>
                <a:gd name="connsiteX65" fmla="*/ 983800 w 1502009"/>
                <a:gd name="connsiteY65" fmla="*/ 37718 h 1226411"/>
                <a:gd name="connsiteX66" fmla="*/ 977324 w 1502009"/>
                <a:gd name="connsiteY66" fmla="*/ 57837 h 1226411"/>
                <a:gd name="connsiteX67" fmla="*/ 928635 w 1502009"/>
                <a:gd name="connsiteY67" fmla="*/ 44057 h 1226411"/>
                <a:gd name="connsiteX68" fmla="*/ 933688 w 1502009"/>
                <a:gd name="connsiteY68" fmla="*/ 23525 h 1226411"/>
                <a:gd name="connsiteX69" fmla="*/ 983616 w 1502009"/>
                <a:gd name="connsiteY69" fmla="*/ 37396 h 1226411"/>
                <a:gd name="connsiteX70" fmla="*/ 882748 w 1502009"/>
                <a:gd name="connsiteY70" fmla="*/ 12822 h 1226411"/>
                <a:gd name="connsiteX71" fmla="*/ 879119 w 1502009"/>
                <a:gd name="connsiteY71" fmla="*/ 33676 h 1226411"/>
                <a:gd name="connsiteX72" fmla="*/ 828960 w 1502009"/>
                <a:gd name="connsiteY72" fmla="*/ 26740 h 1226411"/>
                <a:gd name="connsiteX73" fmla="*/ 831165 w 1502009"/>
                <a:gd name="connsiteY73" fmla="*/ 5703 h 1226411"/>
                <a:gd name="connsiteX74" fmla="*/ 882564 w 1502009"/>
                <a:gd name="connsiteY74" fmla="*/ 12684 h 1226411"/>
                <a:gd name="connsiteX75" fmla="*/ 779215 w 1502009"/>
                <a:gd name="connsiteY75" fmla="*/ 2120 h 1226411"/>
                <a:gd name="connsiteX76" fmla="*/ 778480 w 1502009"/>
                <a:gd name="connsiteY76" fmla="*/ 23295 h 1226411"/>
                <a:gd name="connsiteX77" fmla="*/ 753355 w 1502009"/>
                <a:gd name="connsiteY77" fmla="*/ 22836 h 1226411"/>
                <a:gd name="connsiteX78" fmla="*/ 727862 w 1502009"/>
                <a:gd name="connsiteY78" fmla="*/ 23295 h 1226411"/>
                <a:gd name="connsiteX79" fmla="*/ 727127 w 1502009"/>
                <a:gd name="connsiteY79" fmla="*/ 2120 h 1226411"/>
                <a:gd name="connsiteX80" fmla="*/ 753355 w 1502009"/>
                <a:gd name="connsiteY80" fmla="*/ 1660 h 1226411"/>
                <a:gd name="connsiteX81" fmla="*/ 779031 w 1502009"/>
                <a:gd name="connsiteY81" fmla="*/ 1982 h 1226411"/>
                <a:gd name="connsiteX82" fmla="*/ 677335 w 1502009"/>
                <a:gd name="connsiteY82" fmla="*/ 26786 h 1226411"/>
                <a:gd name="connsiteX83" fmla="*/ 627223 w 1502009"/>
                <a:gd name="connsiteY83" fmla="*/ 33768 h 1226411"/>
                <a:gd name="connsiteX84" fmla="*/ 623594 w 1502009"/>
                <a:gd name="connsiteY84" fmla="*/ 12914 h 1226411"/>
                <a:gd name="connsiteX85" fmla="*/ 675177 w 1502009"/>
                <a:gd name="connsiteY85" fmla="*/ 5703 h 1226411"/>
                <a:gd name="connsiteX86" fmla="*/ 577661 w 1502009"/>
                <a:gd name="connsiteY86" fmla="*/ 44194 h 1226411"/>
                <a:gd name="connsiteX87" fmla="*/ 528972 w 1502009"/>
                <a:gd name="connsiteY87" fmla="*/ 57974 h 1226411"/>
                <a:gd name="connsiteX88" fmla="*/ 522495 w 1502009"/>
                <a:gd name="connsiteY88" fmla="*/ 37810 h 1226411"/>
                <a:gd name="connsiteX89" fmla="*/ 572608 w 1502009"/>
                <a:gd name="connsiteY89" fmla="*/ 23571 h 1226411"/>
                <a:gd name="connsiteX90" fmla="*/ 481202 w 1502009"/>
                <a:gd name="connsiteY90" fmla="*/ 75199 h 1226411"/>
                <a:gd name="connsiteX91" fmla="*/ 434901 w 1502009"/>
                <a:gd name="connsiteY91" fmla="*/ 95639 h 1226411"/>
                <a:gd name="connsiteX92" fmla="*/ 425714 w 1502009"/>
                <a:gd name="connsiteY92" fmla="*/ 76577 h 1226411"/>
                <a:gd name="connsiteX93" fmla="*/ 473393 w 1502009"/>
                <a:gd name="connsiteY93" fmla="*/ 55540 h 1226411"/>
                <a:gd name="connsiteX94" fmla="*/ 390208 w 1502009"/>
                <a:gd name="connsiteY94" fmla="*/ 119157 h 1226411"/>
                <a:gd name="connsiteX95" fmla="*/ 347214 w 1502009"/>
                <a:gd name="connsiteY95" fmla="*/ 145844 h 1226411"/>
                <a:gd name="connsiteX96" fmla="*/ 335410 w 1502009"/>
                <a:gd name="connsiteY96" fmla="*/ 128252 h 1226411"/>
                <a:gd name="connsiteX97" fmla="*/ 379689 w 1502009"/>
                <a:gd name="connsiteY97" fmla="*/ 100692 h 1226411"/>
                <a:gd name="connsiteX98" fmla="*/ 306151 w 1502009"/>
                <a:gd name="connsiteY98" fmla="*/ 175517 h 1226411"/>
                <a:gd name="connsiteX99" fmla="*/ 267199 w 1502009"/>
                <a:gd name="connsiteY99" fmla="*/ 207946 h 1226411"/>
                <a:gd name="connsiteX100" fmla="*/ 253098 w 1502009"/>
                <a:gd name="connsiteY100" fmla="*/ 192145 h 1226411"/>
                <a:gd name="connsiteX101" fmla="*/ 293152 w 1502009"/>
                <a:gd name="connsiteY101" fmla="*/ 158797 h 1226411"/>
                <a:gd name="connsiteX102" fmla="*/ 230637 w 1502009"/>
                <a:gd name="connsiteY102" fmla="*/ 242947 h 1226411"/>
                <a:gd name="connsiteX103" fmla="*/ 196509 w 1502009"/>
                <a:gd name="connsiteY103" fmla="*/ 280290 h 1226411"/>
                <a:gd name="connsiteX104" fmla="*/ 180386 w 1502009"/>
                <a:gd name="connsiteY104" fmla="*/ 266510 h 1226411"/>
                <a:gd name="connsiteX105" fmla="*/ 215479 w 1502009"/>
                <a:gd name="connsiteY105" fmla="*/ 228064 h 1226411"/>
                <a:gd name="connsiteX106" fmla="*/ 185990 w 1502009"/>
                <a:gd name="connsiteY106" fmla="*/ 1213282 h 1226411"/>
                <a:gd name="connsiteX107" fmla="*/ 169730 w 1502009"/>
                <a:gd name="connsiteY107" fmla="*/ 1227061 h 1226411"/>
                <a:gd name="connsiteX108" fmla="*/ 138265 w 1502009"/>
                <a:gd name="connsiteY108" fmla="*/ 1185722 h 1226411"/>
                <a:gd name="connsiteX109" fmla="*/ 155582 w 1502009"/>
                <a:gd name="connsiteY109" fmla="*/ 1173549 h 1226411"/>
                <a:gd name="connsiteX110" fmla="*/ 185990 w 1502009"/>
                <a:gd name="connsiteY110" fmla="*/ 1213282 h 1226411"/>
                <a:gd name="connsiteX111" fmla="*/ 165136 w 1502009"/>
                <a:gd name="connsiteY111" fmla="*/ 319884 h 1226411"/>
                <a:gd name="connsiteX112" fmla="*/ 136520 w 1502009"/>
                <a:gd name="connsiteY112" fmla="*/ 361592 h 1226411"/>
                <a:gd name="connsiteX113" fmla="*/ 118652 w 1502009"/>
                <a:gd name="connsiteY113" fmla="*/ 350200 h 1226411"/>
                <a:gd name="connsiteX114" fmla="*/ 148141 w 1502009"/>
                <a:gd name="connsiteY114" fmla="*/ 307299 h 1226411"/>
                <a:gd name="connsiteX115" fmla="*/ 127747 w 1502009"/>
                <a:gd name="connsiteY115" fmla="*/ 1130602 h 1226411"/>
                <a:gd name="connsiteX116" fmla="*/ 109649 w 1502009"/>
                <a:gd name="connsiteY116" fmla="*/ 1141534 h 1226411"/>
                <a:gd name="connsiteX117" fmla="*/ 84294 w 1502009"/>
                <a:gd name="connsiteY117" fmla="*/ 1096014 h 1226411"/>
                <a:gd name="connsiteX118" fmla="*/ 103127 w 1502009"/>
                <a:gd name="connsiteY118" fmla="*/ 1086369 h 1226411"/>
                <a:gd name="connsiteX119" fmla="*/ 127747 w 1502009"/>
                <a:gd name="connsiteY119" fmla="*/ 1130602 h 1226411"/>
                <a:gd name="connsiteX120" fmla="*/ 110613 w 1502009"/>
                <a:gd name="connsiteY120" fmla="*/ 404860 h 1226411"/>
                <a:gd name="connsiteX121" fmla="*/ 88015 w 1502009"/>
                <a:gd name="connsiteY121" fmla="*/ 450150 h 1226411"/>
                <a:gd name="connsiteX122" fmla="*/ 68677 w 1502009"/>
                <a:gd name="connsiteY122" fmla="*/ 441607 h 1226411"/>
                <a:gd name="connsiteX123" fmla="*/ 91965 w 1502009"/>
                <a:gd name="connsiteY123" fmla="*/ 395031 h 1226411"/>
                <a:gd name="connsiteX124" fmla="*/ 81676 w 1502009"/>
                <a:gd name="connsiteY124" fmla="*/ 1040344 h 1226411"/>
                <a:gd name="connsiteX125" fmla="*/ 62201 w 1502009"/>
                <a:gd name="connsiteY125" fmla="*/ 1048612 h 1226411"/>
                <a:gd name="connsiteX126" fmla="*/ 43460 w 1502009"/>
                <a:gd name="connsiteY126" fmla="*/ 1000014 h 1226411"/>
                <a:gd name="connsiteX127" fmla="*/ 63441 w 1502009"/>
                <a:gd name="connsiteY127" fmla="*/ 993079 h 1226411"/>
                <a:gd name="connsiteX128" fmla="*/ 81676 w 1502009"/>
                <a:gd name="connsiteY128" fmla="*/ 1040619 h 1226411"/>
                <a:gd name="connsiteX129" fmla="*/ 68677 w 1502009"/>
                <a:gd name="connsiteY129" fmla="*/ 497140 h 1226411"/>
                <a:gd name="connsiteX130" fmla="*/ 52601 w 1502009"/>
                <a:gd name="connsiteY130" fmla="*/ 545094 h 1226411"/>
                <a:gd name="connsiteX131" fmla="*/ 32298 w 1502009"/>
                <a:gd name="connsiteY131" fmla="*/ 539123 h 1226411"/>
                <a:gd name="connsiteX132" fmla="*/ 48834 w 1502009"/>
                <a:gd name="connsiteY132" fmla="*/ 489745 h 1226411"/>
                <a:gd name="connsiteX133" fmla="*/ 48604 w 1502009"/>
                <a:gd name="connsiteY133" fmla="*/ 944987 h 1226411"/>
                <a:gd name="connsiteX134" fmla="*/ 28164 w 1502009"/>
                <a:gd name="connsiteY134" fmla="*/ 950499 h 1226411"/>
                <a:gd name="connsiteX135" fmla="*/ 16268 w 1502009"/>
                <a:gd name="connsiteY135" fmla="*/ 899973 h 1226411"/>
                <a:gd name="connsiteX136" fmla="*/ 37030 w 1502009"/>
                <a:gd name="connsiteY136" fmla="*/ 895885 h 1226411"/>
                <a:gd name="connsiteX137" fmla="*/ 48559 w 1502009"/>
                <a:gd name="connsiteY137" fmla="*/ 944987 h 1226411"/>
                <a:gd name="connsiteX138" fmla="*/ 39923 w 1502009"/>
                <a:gd name="connsiteY138" fmla="*/ 594105 h 1226411"/>
                <a:gd name="connsiteX139" fmla="*/ 30736 w 1502009"/>
                <a:gd name="connsiteY139" fmla="*/ 643850 h 1226411"/>
                <a:gd name="connsiteX140" fmla="*/ 9791 w 1502009"/>
                <a:gd name="connsiteY140" fmla="*/ 640726 h 1226411"/>
                <a:gd name="connsiteX141" fmla="*/ 19253 w 1502009"/>
                <a:gd name="connsiteY141" fmla="*/ 589511 h 1226411"/>
                <a:gd name="connsiteX142" fmla="*/ 28899 w 1502009"/>
                <a:gd name="connsiteY142" fmla="*/ 845725 h 1226411"/>
                <a:gd name="connsiteX143" fmla="*/ 7908 w 1502009"/>
                <a:gd name="connsiteY143" fmla="*/ 848435 h 1226411"/>
                <a:gd name="connsiteX144" fmla="*/ 3039 w 1502009"/>
                <a:gd name="connsiteY144" fmla="*/ 796577 h 1226411"/>
                <a:gd name="connsiteX145" fmla="*/ 24168 w 1502009"/>
                <a:gd name="connsiteY145" fmla="*/ 795291 h 1226411"/>
                <a:gd name="connsiteX146" fmla="*/ 28853 w 1502009"/>
                <a:gd name="connsiteY146" fmla="*/ 845817 h 1226411"/>
                <a:gd name="connsiteX147" fmla="*/ 24995 w 1502009"/>
                <a:gd name="connsiteY147" fmla="*/ 694147 h 1226411"/>
                <a:gd name="connsiteX148" fmla="*/ 22836 w 1502009"/>
                <a:gd name="connsiteY148" fmla="*/ 744673 h 1226411"/>
                <a:gd name="connsiteX149" fmla="*/ 1660 w 1502009"/>
                <a:gd name="connsiteY149" fmla="*/ 744673 h 1226411"/>
                <a:gd name="connsiteX150" fmla="*/ 3911 w 1502009"/>
                <a:gd name="connsiteY150" fmla="*/ 692631 h 12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502009" h="1226411">
                  <a:moveTo>
                    <a:pt x="1504726" y="744214"/>
                  </a:moveTo>
                  <a:lnTo>
                    <a:pt x="1483552" y="744214"/>
                  </a:lnTo>
                  <a:cubicBezTo>
                    <a:pt x="1483552" y="727448"/>
                    <a:pt x="1482633" y="710407"/>
                    <a:pt x="1481301" y="693687"/>
                  </a:cubicBezTo>
                  <a:lnTo>
                    <a:pt x="1502384" y="691988"/>
                  </a:lnTo>
                  <a:cubicBezTo>
                    <a:pt x="1503762" y="709442"/>
                    <a:pt x="1504544" y="726943"/>
                    <a:pt x="1504726" y="744214"/>
                  </a:cubicBezTo>
                  <a:close/>
                  <a:moveTo>
                    <a:pt x="1503487" y="796256"/>
                  </a:moveTo>
                  <a:cubicBezTo>
                    <a:pt x="1502476" y="813526"/>
                    <a:pt x="1500869" y="830935"/>
                    <a:pt x="1498894" y="848114"/>
                  </a:cubicBezTo>
                  <a:lnTo>
                    <a:pt x="1477856" y="845450"/>
                  </a:lnTo>
                  <a:cubicBezTo>
                    <a:pt x="1480015" y="828776"/>
                    <a:pt x="1481577" y="811781"/>
                    <a:pt x="1482449" y="794924"/>
                  </a:cubicBezTo>
                  <a:close/>
                  <a:moveTo>
                    <a:pt x="1496459" y="640451"/>
                  </a:moveTo>
                  <a:lnTo>
                    <a:pt x="1475514" y="643574"/>
                  </a:lnTo>
                  <a:cubicBezTo>
                    <a:pt x="1472987" y="626947"/>
                    <a:pt x="1469910" y="610181"/>
                    <a:pt x="1466327" y="593829"/>
                  </a:cubicBezTo>
                  <a:lnTo>
                    <a:pt x="1486997" y="589236"/>
                  </a:lnTo>
                  <a:cubicBezTo>
                    <a:pt x="1490672" y="606047"/>
                    <a:pt x="1493887" y="623318"/>
                    <a:pt x="1496459" y="640451"/>
                  </a:cubicBezTo>
                  <a:close/>
                  <a:moveTo>
                    <a:pt x="1490350" y="899513"/>
                  </a:moveTo>
                  <a:cubicBezTo>
                    <a:pt x="1486997" y="916508"/>
                    <a:pt x="1483000" y="933549"/>
                    <a:pt x="1478499" y="950039"/>
                  </a:cubicBezTo>
                  <a:lnTo>
                    <a:pt x="1458059" y="944481"/>
                  </a:lnTo>
                  <a:cubicBezTo>
                    <a:pt x="1462652" y="928313"/>
                    <a:pt x="1466327" y="911731"/>
                    <a:pt x="1469588" y="895241"/>
                  </a:cubicBezTo>
                  <a:close/>
                  <a:moveTo>
                    <a:pt x="1473859" y="538801"/>
                  </a:moveTo>
                  <a:lnTo>
                    <a:pt x="1453557" y="544818"/>
                  </a:lnTo>
                  <a:cubicBezTo>
                    <a:pt x="1448964" y="528650"/>
                    <a:pt x="1443360" y="512665"/>
                    <a:pt x="1437481" y="496818"/>
                  </a:cubicBezTo>
                  <a:lnTo>
                    <a:pt x="1457324" y="489377"/>
                  </a:lnTo>
                  <a:cubicBezTo>
                    <a:pt x="1463341" y="505546"/>
                    <a:pt x="1468899" y="522173"/>
                    <a:pt x="1473859" y="538801"/>
                  </a:cubicBezTo>
                  <a:close/>
                  <a:moveTo>
                    <a:pt x="1463158" y="999969"/>
                  </a:moveTo>
                  <a:cubicBezTo>
                    <a:pt x="1457508" y="1016321"/>
                    <a:pt x="1451215" y="1032627"/>
                    <a:pt x="1444417" y="1048566"/>
                  </a:cubicBezTo>
                  <a:lnTo>
                    <a:pt x="1424941" y="1040252"/>
                  </a:lnTo>
                  <a:cubicBezTo>
                    <a:pt x="1431555" y="1024772"/>
                    <a:pt x="1437665" y="1008926"/>
                    <a:pt x="1443314" y="993033"/>
                  </a:cubicBezTo>
                  <a:close/>
                  <a:moveTo>
                    <a:pt x="1437481" y="441239"/>
                  </a:moveTo>
                  <a:lnTo>
                    <a:pt x="1418235" y="450059"/>
                  </a:lnTo>
                  <a:cubicBezTo>
                    <a:pt x="1411253" y="434763"/>
                    <a:pt x="1403628" y="419513"/>
                    <a:pt x="1395589" y="404769"/>
                  </a:cubicBezTo>
                  <a:lnTo>
                    <a:pt x="1414193" y="394618"/>
                  </a:lnTo>
                  <a:cubicBezTo>
                    <a:pt x="1422323" y="409821"/>
                    <a:pt x="1430177" y="425530"/>
                    <a:pt x="1437481" y="441239"/>
                  </a:cubicBezTo>
                  <a:close/>
                  <a:moveTo>
                    <a:pt x="1422461" y="1095693"/>
                  </a:moveTo>
                  <a:cubicBezTo>
                    <a:pt x="1414606" y="1111081"/>
                    <a:pt x="1406108" y="1126376"/>
                    <a:pt x="1397152" y="1141213"/>
                  </a:cubicBezTo>
                  <a:lnTo>
                    <a:pt x="1378778" y="1130281"/>
                  </a:lnTo>
                  <a:cubicBezTo>
                    <a:pt x="1387506" y="1115858"/>
                    <a:pt x="1395773" y="1100976"/>
                    <a:pt x="1403399" y="1086047"/>
                  </a:cubicBezTo>
                  <a:close/>
                  <a:moveTo>
                    <a:pt x="1387597" y="349741"/>
                  </a:moveTo>
                  <a:lnTo>
                    <a:pt x="1369776" y="361132"/>
                  </a:lnTo>
                  <a:cubicBezTo>
                    <a:pt x="1360589" y="346939"/>
                    <a:pt x="1351035" y="332930"/>
                    <a:pt x="1341068" y="319425"/>
                  </a:cubicBezTo>
                  <a:lnTo>
                    <a:pt x="1358063" y="306794"/>
                  </a:lnTo>
                  <a:cubicBezTo>
                    <a:pt x="1368581" y="320711"/>
                    <a:pt x="1378320" y="335180"/>
                    <a:pt x="1387597" y="349741"/>
                  </a:cubicBezTo>
                  <a:close/>
                  <a:moveTo>
                    <a:pt x="1368581" y="1184803"/>
                  </a:moveTo>
                  <a:cubicBezTo>
                    <a:pt x="1358660" y="1198950"/>
                    <a:pt x="1348095" y="1212914"/>
                    <a:pt x="1337209" y="1226143"/>
                  </a:cubicBezTo>
                  <a:lnTo>
                    <a:pt x="1320766" y="1212776"/>
                  </a:lnTo>
                  <a:cubicBezTo>
                    <a:pt x="1331329" y="1199777"/>
                    <a:pt x="1341618" y="1186227"/>
                    <a:pt x="1351265" y="1172447"/>
                  </a:cubicBezTo>
                  <a:close/>
                  <a:moveTo>
                    <a:pt x="1325634" y="266143"/>
                  </a:moveTo>
                  <a:lnTo>
                    <a:pt x="1309511" y="279923"/>
                  </a:lnTo>
                  <a:cubicBezTo>
                    <a:pt x="1298625" y="267153"/>
                    <a:pt x="1287096" y="254568"/>
                    <a:pt x="1275337" y="242533"/>
                  </a:cubicBezTo>
                  <a:lnTo>
                    <a:pt x="1290449" y="227743"/>
                  </a:lnTo>
                  <a:cubicBezTo>
                    <a:pt x="1302575" y="239915"/>
                    <a:pt x="1314426" y="252868"/>
                    <a:pt x="1325634" y="266005"/>
                  </a:cubicBezTo>
                  <a:close/>
                  <a:moveTo>
                    <a:pt x="1252830" y="191731"/>
                  </a:moveTo>
                  <a:lnTo>
                    <a:pt x="1238729" y="207532"/>
                  </a:lnTo>
                  <a:cubicBezTo>
                    <a:pt x="1226189" y="196370"/>
                    <a:pt x="1213052" y="185484"/>
                    <a:pt x="1199778" y="175379"/>
                  </a:cubicBezTo>
                  <a:lnTo>
                    <a:pt x="1212777" y="158614"/>
                  </a:lnTo>
                  <a:cubicBezTo>
                    <a:pt x="1226419" y="168903"/>
                    <a:pt x="1239969" y="180110"/>
                    <a:pt x="1252830" y="191594"/>
                  </a:cubicBezTo>
                  <a:close/>
                  <a:moveTo>
                    <a:pt x="1170518" y="128022"/>
                  </a:moveTo>
                  <a:lnTo>
                    <a:pt x="1158760" y="145615"/>
                  </a:lnTo>
                  <a:cubicBezTo>
                    <a:pt x="1144980" y="136428"/>
                    <a:pt x="1130326" y="127241"/>
                    <a:pt x="1115766" y="118973"/>
                  </a:cubicBezTo>
                  <a:lnTo>
                    <a:pt x="1126285" y="100600"/>
                  </a:lnTo>
                  <a:cubicBezTo>
                    <a:pt x="1141259" y="109052"/>
                    <a:pt x="1156141" y="118284"/>
                    <a:pt x="1170518" y="127884"/>
                  </a:cubicBezTo>
                  <a:close/>
                  <a:moveTo>
                    <a:pt x="1080260" y="76348"/>
                  </a:moveTo>
                  <a:lnTo>
                    <a:pt x="1071073" y="95410"/>
                  </a:lnTo>
                  <a:cubicBezTo>
                    <a:pt x="1055915" y="88061"/>
                    <a:pt x="1040344" y="81216"/>
                    <a:pt x="1024772" y="74970"/>
                  </a:cubicBezTo>
                  <a:lnTo>
                    <a:pt x="1032628" y="55310"/>
                  </a:lnTo>
                  <a:cubicBezTo>
                    <a:pt x="1048612" y="61603"/>
                    <a:pt x="1064643" y="68677"/>
                    <a:pt x="1080260" y="76210"/>
                  </a:cubicBezTo>
                  <a:close/>
                  <a:moveTo>
                    <a:pt x="983800" y="37718"/>
                  </a:moveTo>
                  <a:lnTo>
                    <a:pt x="977324" y="57837"/>
                  </a:lnTo>
                  <a:cubicBezTo>
                    <a:pt x="961294" y="52738"/>
                    <a:pt x="944941" y="48099"/>
                    <a:pt x="928635" y="44057"/>
                  </a:cubicBezTo>
                  <a:lnTo>
                    <a:pt x="933688" y="23525"/>
                  </a:lnTo>
                  <a:cubicBezTo>
                    <a:pt x="950269" y="27521"/>
                    <a:pt x="967127" y="32252"/>
                    <a:pt x="983616" y="37396"/>
                  </a:cubicBezTo>
                  <a:close/>
                  <a:moveTo>
                    <a:pt x="882748" y="12822"/>
                  </a:moveTo>
                  <a:lnTo>
                    <a:pt x="879119" y="33676"/>
                  </a:lnTo>
                  <a:cubicBezTo>
                    <a:pt x="862538" y="30782"/>
                    <a:pt x="845680" y="28485"/>
                    <a:pt x="828960" y="26740"/>
                  </a:cubicBezTo>
                  <a:lnTo>
                    <a:pt x="831165" y="5703"/>
                  </a:lnTo>
                  <a:cubicBezTo>
                    <a:pt x="848160" y="7310"/>
                    <a:pt x="865477" y="9837"/>
                    <a:pt x="882564" y="12684"/>
                  </a:cubicBezTo>
                  <a:close/>
                  <a:moveTo>
                    <a:pt x="779215" y="2120"/>
                  </a:moveTo>
                  <a:lnTo>
                    <a:pt x="778480" y="23295"/>
                  </a:lnTo>
                  <a:cubicBezTo>
                    <a:pt x="770166" y="22973"/>
                    <a:pt x="761714" y="22836"/>
                    <a:pt x="753355" y="22836"/>
                  </a:cubicBezTo>
                  <a:cubicBezTo>
                    <a:pt x="744995" y="22836"/>
                    <a:pt x="736268" y="22836"/>
                    <a:pt x="727862" y="23295"/>
                  </a:cubicBezTo>
                  <a:lnTo>
                    <a:pt x="727127" y="2120"/>
                  </a:lnTo>
                  <a:cubicBezTo>
                    <a:pt x="735808" y="1844"/>
                    <a:pt x="744627" y="1660"/>
                    <a:pt x="753355" y="1660"/>
                  </a:cubicBezTo>
                  <a:cubicBezTo>
                    <a:pt x="762082" y="1660"/>
                    <a:pt x="770442" y="1660"/>
                    <a:pt x="779031" y="1982"/>
                  </a:cubicBezTo>
                  <a:close/>
                  <a:moveTo>
                    <a:pt x="677335" y="26786"/>
                  </a:moveTo>
                  <a:cubicBezTo>
                    <a:pt x="660616" y="28531"/>
                    <a:pt x="643758" y="30874"/>
                    <a:pt x="627223" y="33768"/>
                  </a:cubicBezTo>
                  <a:lnTo>
                    <a:pt x="623594" y="12914"/>
                  </a:lnTo>
                  <a:cubicBezTo>
                    <a:pt x="640589" y="9929"/>
                    <a:pt x="657952" y="7540"/>
                    <a:pt x="675177" y="5703"/>
                  </a:cubicBezTo>
                  <a:close/>
                  <a:moveTo>
                    <a:pt x="577661" y="44194"/>
                  </a:moveTo>
                  <a:cubicBezTo>
                    <a:pt x="561355" y="48191"/>
                    <a:pt x="545002" y="52830"/>
                    <a:pt x="528972" y="57974"/>
                  </a:cubicBezTo>
                  <a:lnTo>
                    <a:pt x="522495" y="37810"/>
                  </a:lnTo>
                  <a:cubicBezTo>
                    <a:pt x="538939" y="32482"/>
                    <a:pt x="555843" y="27705"/>
                    <a:pt x="572608" y="23571"/>
                  </a:cubicBezTo>
                  <a:close/>
                  <a:moveTo>
                    <a:pt x="481202" y="75199"/>
                  </a:moveTo>
                  <a:cubicBezTo>
                    <a:pt x="465584" y="81446"/>
                    <a:pt x="450013" y="88336"/>
                    <a:pt x="434901" y="95639"/>
                  </a:cubicBezTo>
                  <a:lnTo>
                    <a:pt x="425714" y="76577"/>
                  </a:lnTo>
                  <a:cubicBezTo>
                    <a:pt x="441286" y="69044"/>
                    <a:pt x="457317" y="61970"/>
                    <a:pt x="473393" y="55540"/>
                  </a:cubicBezTo>
                  <a:close/>
                  <a:moveTo>
                    <a:pt x="390208" y="119157"/>
                  </a:moveTo>
                  <a:cubicBezTo>
                    <a:pt x="375648" y="127471"/>
                    <a:pt x="361178" y="136474"/>
                    <a:pt x="347214" y="145844"/>
                  </a:cubicBezTo>
                  <a:lnTo>
                    <a:pt x="335410" y="128252"/>
                  </a:lnTo>
                  <a:cubicBezTo>
                    <a:pt x="349787" y="118606"/>
                    <a:pt x="364715" y="109373"/>
                    <a:pt x="379689" y="100692"/>
                  </a:cubicBezTo>
                  <a:close/>
                  <a:moveTo>
                    <a:pt x="306151" y="175517"/>
                  </a:moveTo>
                  <a:cubicBezTo>
                    <a:pt x="292830" y="185806"/>
                    <a:pt x="279739" y="196738"/>
                    <a:pt x="267199" y="207946"/>
                  </a:cubicBezTo>
                  <a:lnTo>
                    <a:pt x="253098" y="192145"/>
                  </a:lnTo>
                  <a:cubicBezTo>
                    <a:pt x="266005" y="180616"/>
                    <a:pt x="279463" y="169178"/>
                    <a:pt x="293152" y="158797"/>
                  </a:cubicBezTo>
                  <a:close/>
                  <a:moveTo>
                    <a:pt x="230637" y="242947"/>
                  </a:moveTo>
                  <a:cubicBezTo>
                    <a:pt x="218924" y="254935"/>
                    <a:pt x="207441" y="267521"/>
                    <a:pt x="196509" y="280290"/>
                  </a:cubicBezTo>
                  <a:lnTo>
                    <a:pt x="180386" y="266510"/>
                  </a:lnTo>
                  <a:cubicBezTo>
                    <a:pt x="191640" y="253374"/>
                    <a:pt x="203353" y="240420"/>
                    <a:pt x="215479" y="228064"/>
                  </a:cubicBezTo>
                  <a:close/>
                  <a:moveTo>
                    <a:pt x="185990" y="1213282"/>
                  </a:moveTo>
                  <a:lnTo>
                    <a:pt x="169730" y="1227061"/>
                  </a:lnTo>
                  <a:cubicBezTo>
                    <a:pt x="158798" y="1213603"/>
                    <a:pt x="148187" y="1199502"/>
                    <a:pt x="138265" y="1185722"/>
                  </a:cubicBezTo>
                  <a:lnTo>
                    <a:pt x="155582" y="1173549"/>
                  </a:lnTo>
                  <a:cubicBezTo>
                    <a:pt x="165136" y="1186824"/>
                    <a:pt x="175379" y="1200420"/>
                    <a:pt x="185990" y="1213282"/>
                  </a:cubicBezTo>
                  <a:close/>
                  <a:moveTo>
                    <a:pt x="165136" y="319884"/>
                  </a:moveTo>
                  <a:cubicBezTo>
                    <a:pt x="155169" y="333664"/>
                    <a:pt x="145523" y="347444"/>
                    <a:pt x="136520" y="361592"/>
                  </a:cubicBezTo>
                  <a:lnTo>
                    <a:pt x="118652" y="350200"/>
                  </a:lnTo>
                  <a:cubicBezTo>
                    <a:pt x="127838" y="335639"/>
                    <a:pt x="137852" y="321216"/>
                    <a:pt x="148141" y="307299"/>
                  </a:cubicBezTo>
                  <a:close/>
                  <a:moveTo>
                    <a:pt x="127747" y="1130602"/>
                  </a:moveTo>
                  <a:lnTo>
                    <a:pt x="109649" y="1141534"/>
                  </a:lnTo>
                  <a:cubicBezTo>
                    <a:pt x="100462" y="1126698"/>
                    <a:pt x="92149" y="1111402"/>
                    <a:pt x="84294" y="1096014"/>
                  </a:cubicBezTo>
                  <a:lnTo>
                    <a:pt x="103127" y="1086369"/>
                  </a:lnTo>
                  <a:cubicBezTo>
                    <a:pt x="110797" y="1101389"/>
                    <a:pt x="119203" y="1116271"/>
                    <a:pt x="127747" y="1130602"/>
                  </a:cubicBezTo>
                  <a:close/>
                  <a:moveTo>
                    <a:pt x="110613" y="404860"/>
                  </a:moveTo>
                  <a:cubicBezTo>
                    <a:pt x="102575" y="419651"/>
                    <a:pt x="94951" y="434855"/>
                    <a:pt x="88015" y="450150"/>
                  </a:cubicBezTo>
                  <a:lnTo>
                    <a:pt x="68677" y="441607"/>
                  </a:lnTo>
                  <a:cubicBezTo>
                    <a:pt x="75843" y="425898"/>
                    <a:pt x="83697" y="410235"/>
                    <a:pt x="91965" y="395031"/>
                  </a:cubicBezTo>
                  <a:close/>
                  <a:moveTo>
                    <a:pt x="81676" y="1040344"/>
                  </a:moveTo>
                  <a:lnTo>
                    <a:pt x="62201" y="1048612"/>
                  </a:lnTo>
                  <a:cubicBezTo>
                    <a:pt x="55403" y="1032719"/>
                    <a:pt x="49110" y="1016459"/>
                    <a:pt x="43460" y="1000014"/>
                  </a:cubicBezTo>
                  <a:lnTo>
                    <a:pt x="63441" y="993079"/>
                  </a:lnTo>
                  <a:cubicBezTo>
                    <a:pt x="68953" y="1009247"/>
                    <a:pt x="75061" y="1024956"/>
                    <a:pt x="81676" y="1040619"/>
                  </a:cubicBezTo>
                  <a:close/>
                  <a:moveTo>
                    <a:pt x="68677" y="497140"/>
                  </a:moveTo>
                  <a:cubicBezTo>
                    <a:pt x="62797" y="512895"/>
                    <a:pt x="57378" y="529018"/>
                    <a:pt x="52601" y="545094"/>
                  </a:cubicBezTo>
                  <a:lnTo>
                    <a:pt x="32298" y="539123"/>
                  </a:lnTo>
                  <a:cubicBezTo>
                    <a:pt x="37212" y="522541"/>
                    <a:pt x="42771" y="505913"/>
                    <a:pt x="48834" y="489745"/>
                  </a:cubicBezTo>
                  <a:close/>
                  <a:moveTo>
                    <a:pt x="48604" y="944987"/>
                  </a:moveTo>
                  <a:lnTo>
                    <a:pt x="28164" y="950499"/>
                  </a:lnTo>
                  <a:cubicBezTo>
                    <a:pt x="23571" y="933825"/>
                    <a:pt x="19621" y="916784"/>
                    <a:pt x="16268" y="899973"/>
                  </a:cubicBezTo>
                  <a:lnTo>
                    <a:pt x="37030" y="895885"/>
                  </a:lnTo>
                  <a:cubicBezTo>
                    <a:pt x="40245" y="912190"/>
                    <a:pt x="44148" y="928773"/>
                    <a:pt x="48559" y="944987"/>
                  </a:cubicBezTo>
                  <a:close/>
                  <a:moveTo>
                    <a:pt x="39923" y="594105"/>
                  </a:moveTo>
                  <a:cubicBezTo>
                    <a:pt x="36294" y="610503"/>
                    <a:pt x="33217" y="627222"/>
                    <a:pt x="30736" y="643850"/>
                  </a:cubicBezTo>
                  <a:lnTo>
                    <a:pt x="9791" y="640726"/>
                  </a:lnTo>
                  <a:cubicBezTo>
                    <a:pt x="12317" y="623639"/>
                    <a:pt x="15532" y="606415"/>
                    <a:pt x="19253" y="589511"/>
                  </a:cubicBezTo>
                  <a:close/>
                  <a:moveTo>
                    <a:pt x="28899" y="845725"/>
                  </a:moveTo>
                  <a:lnTo>
                    <a:pt x="7908" y="848435"/>
                  </a:lnTo>
                  <a:cubicBezTo>
                    <a:pt x="5703" y="831302"/>
                    <a:pt x="4049" y="813848"/>
                    <a:pt x="3039" y="796577"/>
                  </a:cubicBezTo>
                  <a:lnTo>
                    <a:pt x="24168" y="795291"/>
                  </a:lnTo>
                  <a:cubicBezTo>
                    <a:pt x="25133" y="812102"/>
                    <a:pt x="26695" y="829052"/>
                    <a:pt x="28853" y="845817"/>
                  </a:cubicBezTo>
                  <a:close/>
                  <a:moveTo>
                    <a:pt x="24995" y="694147"/>
                  </a:moveTo>
                  <a:cubicBezTo>
                    <a:pt x="23708" y="710912"/>
                    <a:pt x="22974" y="727907"/>
                    <a:pt x="22836" y="744673"/>
                  </a:cubicBezTo>
                  <a:lnTo>
                    <a:pt x="1660" y="744673"/>
                  </a:lnTo>
                  <a:cubicBezTo>
                    <a:pt x="1660" y="727402"/>
                    <a:pt x="2580" y="709856"/>
                    <a:pt x="3911" y="692631"/>
                  </a:cubicBezTo>
                  <a:close/>
                </a:path>
              </a:pathLst>
            </a:custGeom>
            <a:grpFill/>
            <a:ln w="4591"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44535465-DEBE-4D9C-90CA-792D6BFC4604}"/>
                </a:ext>
              </a:extLst>
            </p:cNvPr>
            <p:cNvSpPr/>
            <p:nvPr/>
          </p:nvSpPr>
          <p:spPr>
            <a:xfrm>
              <a:off x="11303324" y="3680004"/>
              <a:ext cx="32153" cy="32153"/>
            </a:xfrm>
            <a:custGeom>
              <a:avLst/>
              <a:gdLst>
                <a:gd name="connsiteX0" fmla="*/ 34548 w 32153"/>
                <a:gd name="connsiteY0" fmla="*/ 16267 h 32153"/>
                <a:gd name="connsiteX1" fmla="*/ 16635 w 32153"/>
                <a:gd name="connsiteY1" fmla="*/ 34640 h 32153"/>
                <a:gd name="connsiteX2" fmla="*/ 1660 w 32153"/>
                <a:gd name="connsiteY2" fmla="*/ 19712 h 32153"/>
                <a:gd name="connsiteX3" fmla="*/ 19069 w 32153"/>
                <a:gd name="connsiteY3" fmla="*/ 1660 h 32153"/>
              </a:gdLst>
              <a:ahLst/>
              <a:cxnLst>
                <a:cxn ang="0">
                  <a:pos x="connsiteX0" y="connsiteY0"/>
                </a:cxn>
                <a:cxn ang="0">
                  <a:pos x="connsiteX1" y="connsiteY1"/>
                </a:cxn>
                <a:cxn ang="0">
                  <a:pos x="connsiteX2" y="connsiteY2"/>
                </a:cxn>
                <a:cxn ang="0">
                  <a:pos x="connsiteX3" y="connsiteY3"/>
                </a:cxn>
              </a:cxnLst>
              <a:rect l="l" t="t" r="r" b="b"/>
              <a:pathLst>
                <a:path w="32153" h="32153">
                  <a:moveTo>
                    <a:pt x="34548" y="16267"/>
                  </a:moveTo>
                  <a:cubicBezTo>
                    <a:pt x="28716" y="22514"/>
                    <a:pt x="22698" y="28714"/>
                    <a:pt x="16635" y="34640"/>
                  </a:cubicBezTo>
                  <a:lnTo>
                    <a:pt x="1660" y="19712"/>
                  </a:lnTo>
                  <a:cubicBezTo>
                    <a:pt x="7540" y="13786"/>
                    <a:pt x="13420" y="7723"/>
                    <a:pt x="19069" y="1660"/>
                  </a:cubicBezTo>
                  <a:close/>
                </a:path>
              </a:pathLst>
            </a:custGeom>
            <a:grpFill/>
            <a:ln w="4591" cap="flat">
              <a:noFill/>
              <a:prstDash val="solid"/>
              <a:miter/>
            </a:ln>
          </p:spPr>
          <p:txBody>
            <a:bodyPr rtlCol="0" anchor="ctr"/>
            <a:lstStyle/>
            <a:p>
              <a:endParaRPr lang="en-US"/>
            </a:p>
          </p:txBody>
        </p:sp>
      </p:grpSp>
      <p:grpSp>
        <p:nvGrpSpPr>
          <p:cNvPr id="174" name="Group 173">
            <a:extLst>
              <a:ext uri="{FF2B5EF4-FFF2-40B4-BE49-F238E27FC236}">
                <a16:creationId xmlns:a16="http://schemas.microsoft.com/office/drawing/2014/main" id="{DFDECD85-D69B-43B3-BB36-368FD45CC2B5}"/>
              </a:ext>
            </a:extLst>
          </p:cNvPr>
          <p:cNvGrpSpPr/>
          <p:nvPr/>
        </p:nvGrpSpPr>
        <p:grpSpPr>
          <a:xfrm>
            <a:off x="15450357" y="1411234"/>
            <a:ext cx="4249020" cy="3974846"/>
            <a:chOff x="170783" y="1856394"/>
            <a:chExt cx="4563141" cy="4268700"/>
          </a:xfrm>
        </p:grpSpPr>
        <p:sp>
          <p:nvSpPr>
            <p:cNvPr id="175" name="Oval 174">
              <a:extLst>
                <a:ext uri="{FF2B5EF4-FFF2-40B4-BE49-F238E27FC236}">
                  <a16:creationId xmlns:a16="http://schemas.microsoft.com/office/drawing/2014/main" id="{F1875E92-E35A-44D3-B664-A66C74CDD375}"/>
                </a:ext>
              </a:extLst>
            </p:cNvPr>
            <p:cNvSpPr/>
            <p:nvPr/>
          </p:nvSpPr>
          <p:spPr>
            <a:xfrm>
              <a:off x="488949" y="1880118"/>
              <a:ext cx="4244975" cy="4244976"/>
            </a:xfrm>
            <a:prstGeom prst="ellipse">
              <a:avLst/>
            </a:prstGeom>
            <a:blipFill>
              <a:blip r:embed="rId12"/>
              <a:stretch>
                <a:fillRect l="-7706" t="-1513" r="-64799" b="-5237"/>
              </a:stretch>
            </a:bli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6" name="Group 175">
              <a:extLst>
                <a:ext uri="{FF2B5EF4-FFF2-40B4-BE49-F238E27FC236}">
                  <a16:creationId xmlns:a16="http://schemas.microsoft.com/office/drawing/2014/main" id="{F2ACC6BC-A828-4C15-868C-A8B6CC921172}"/>
                </a:ext>
              </a:extLst>
            </p:cNvPr>
            <p:cNvGrpSpPr/>
            <p:nvPr/>
          </p:nvGrpSpPr>
          <p:grpSpPr>
            <a:xfrm>
              <a:off x="170783" y="1856394"/>
              <a:ext cx="854814" cy="1220081"/>
              <a:chOff x="170783" y="1856394"/>
              <a:chExt cx="854814" cy="1220081"/>
            </a:xfrm>
          </p:grpSpPr>
          <p:sp>
            <p:nvSpPr>
              <p:cNvPr id="177" name="Oval 176">
                <a:extLst>
                  <a:ext uri="{FF2B5EF4-FFF2-40B4-BE49-F238E27FC236}">
                    <a16:creationId xmlns:a16="http://schemas.microsoft.com/office/drawing/2014/main" id="{451D0A10-52F9-4CBD-9FA3-881CE30C607B}"/>
                  </a:ext>
                </a:extLst>
              </p:cNvPr>
              <p:cNvSpPr/>
              <p:nvPr/>
            </p:nvSpPr>
            <p:spPr>
              <a:xfrm>
                <a:off x="170783" y="2730172"/>
                <a:ext cx="346303" cy="34630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177">
                <a:extLst>
                  <a:ext uri="{FF2B5EF4-FFF2-40B4-BE49-F238E27FC236}">
                    <a16:creationId xmlns:a16="http://schemas.microsoft.com/office/drawing/2014/main" id="{67D65400-0784-4C1E-AAFE-8040C5D62EE6}"/>
                  </a:ext>
                </a:extLst>
              </p:cNvPr>
              <p:cNvSpPr/>
              <p:nvPr/>
            </p:nvSpPr>
            <p:spPr>
              <a:xfrm>
                <a:off x="314916" y="1856394"/>
                <a:ext cx="710681" cy="710681"/>
              </a:xfrm>
              <a:prstGeom prst="ellipse">
                <a:avLst/>
              </a:prstGeom>
              <a:solidFill>
                <a:schemeClr val="bg1">
                  <a:alpha val="2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9" name="Picture 178">
                <a:extLst>
                  <a:ext uri="{FF2B5EF4-FFF2-40B4-BE49-F238E27FC236}">
                    <a16:creationId xmlns:a16="http://schemas.microsoft.com/office/drawing/2014/main" id="{0DAF0B33-FEED-4722-B953-F4D78851DA3B}"/>
                  </a:ext>
                </a:extLst>
              </p:cNvPr>
              <p:cNvPicPr>
                <a:picLocks noChangeAspect="1"/>
              </p:cNvPicPr>
              <p:nvPr/>
            </p:nvPicPr>
            <p:blipFill>
              <a:blip r:embed="rId13">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35080" y="2076559"/>
                <a:ext cx="270352" cy="270352"/>
              </a:xfrm>
              <a:prstGeom prst="rect">
                <a:avLst/>
              </a:prstGeom>
            </p:spPr>
          </p:pic>
        </p:grpSp>
      </p:grpSp>
      <p:grpSp>
        <p:nvGrpSpPr>
          <p:cNvPr id="180" name="Group 179">
            <a:extLst>
              <a:ext uri="{FF2B5EF4-FFF2-40B4-BE49-F238E27FC236}">
                <a16:creationId xmlns:a16="http://schemas.microsoft.com/office/drawing/2014/main" id="{175E6529-E9D7-47E9-BB6E-5784D1C45ED1}"/>
              </a:ext>
            </a:extLst>
          </p:cNvPr>
          <p:cNvGrpSpPr/>
          <p:nvPr/>
        </p:nvGrpSpPr>
        <p:grpSpPr>
          <a:xfrm>
            <a:off x="-10782670" y="1485600"/>
            <a:ext cx="7171082" cy="3597988"/>
            <a:chOff x="4741005" y="1485600"/>
            <a:chExt cx="7171082" cy="3597988"/>
          </a:xfrm>
        </p:grpSpPr>
        <p:sp>
          <p:nvSpPr>
            <p:cNvPr id="181" name="Rectangle 180">
              <a:extLst>
                <a:ext uri="{FF2B5EF4-FFF2-40B4-BE49-F238E27FC236}">
                  <a16:creationId xmlns:a16="http://schemas.microsoft.com/office/drawing/2014/main" id="{580F3E24-9B2A-4FB7-B973-6BFE842D1097}"/>
                </a:ext>
              </a:extLst>
            </p:cNvPr>
            <p:cNvSpPr/>
            <p:nvPr/>
          </p:nvSpPr>
          <p:spPr>
            <a:xfrm>
              <a:off x="4741005" y="3171774"/>
              <a:ext cx="7171082" cy="576000"/>
            </a:xfrm>
            <a:prstGeom prst="rect">
              <a:avLst/>
            </a:prstGeom>
            <a:solidFill>
              <a:srgbClr val="ED1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Poppins Light" panose="00000400000000000000" pitchFamily="2" charset="0"/>
                  <a:cs typeface="Poppins Light" panose="00000400000000000000" pitchFamily="2" charset="0"/>
                </a:rPr>
                <a:t>COPIES OF DEA AND STATE LICENSE(S) FOR PROVIDERS AND MID LEVELS THAT WILL BE PRESCRIBING W-9 WITH TAX IDENTIFICATION NUMBER</a:t>
              </a:r>
            </a:p>
          </p:txBody>
        </p:sp>
        <p:grpSp>
          <p:nvGrpSpPr>
            <p:cNvPr id="182" name="Group 181">
              <a:extLst>
                <a:ext uri="{FF2B5EF4-FFF2-40B4-BE49-F238E27FC236}">
                  <a16:creationId xmlns:a16="http://schemas.microsoft.com/office/drawing/2014/main" id="{5BFBE1AD-B279-43C1-B846-0EAB8284CA29}"/>
                </a:ext>
              </a:extLst>
            </p:cNvPr>
            <p:cNvGrpSpPr/>
            <p:nvPr/>
          </p:nvGrpSpPr>
          <p:grpSpPr>
            <a:xfrm>
              <a:off x="8177580" y="1874874"/>
              <a:ext cx="3734507" cy="3208714"/>
              <a:chOff x="3492500" y="1892300"/>
              <a:chExt cx="4575853" cy="2978203"/>
            </a:xfrm>
          </p:grpSpPr>
          <p:grpSp>
            <p:nvGrpSpPr>
              <p:cNvPr id="195" name="Group 194">
                <a:extLst>
                  <a:ext uri="{FF2B5EF4-FFF2-40B4-BE49-F238E27FC236}">
                    <a16:creationId xmlns:a16="http://schemas.microsoft.com/office/drawing/2014/main" id="{B2D35045-767A-442F-B9F6-207BF3175271}"/>
                  </a:ext>
                </a:extLst>
              </p:cNvPr>
              <p:cNvGrpSpPr/>
              <p:nvPr/>
            </p:nvGrpSpPr>
            <p:grpSpPr>
              <a:xfrm>
                <a:off x="3492500" y="1892300"/>
                <a:ext cx="4575853" cy="1061990"/>
                <a:chOff x="3949700" y="1892300"/>
                <a:chExt cx="4118653" cy="1061990"/>
              </a:xfrm>
            </p:grpSpPr>
            <p:cxnSp>
              <p:nvCxnSpPr>
                <p:cNvPr id="198" name="Straight Connector 197">
                  <a:extLst>
                    <a:ext uri="{FF2B5EF4-FFF2-40B4-BE49-F238E27FC236}">
                      <a16:creationId xmlns:a16="http://schemas.microsoft.com/office/drawing/2014/main" id="{98BEB84B-FA2C-4090-9C2A-612E7DC8F971}"/>
                    </a:ext>
                  </a:extLst>
                </p:cNvPr>
                <p:cNvCxnSpPr>
                  <a:cxnSpLocks/>
                </p:cNvCxnSpPr>
                <p:nvPr/>
              </p:nvCxnSpPr>
              <p:spPr>
                <a:xfrm>
                  <a:off x="3949700" y="1892300"/>
                  <a:ext cx="4118653" cy="0"/>
                </a:xfrm>
                <a:prstGeom prst="line">
                  <a:avLst/>
                </a:prstGeom>
                <a:ln w="254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5BFBF7ED-1F97-4136-818C-5AC329C9CA2F}"/>
                    </a:ext>
                  </a:extLst>
                </p:cNvPr>
                <p:cNvCxnSpPr>
                  <a:cxnSpLocks/>
                </p:cNvCxnSpPr>
                <p:nvPr/>
              </p:nvCxnSpPr>
              <p:spPr>
                <a:xfrm>
                  <a:off x="3949700" y="2423295"/>
                  <a:ext cx="4118653" cy="0"/>
                </a:xfrm>
                <a:prstGeom prst="line">
                  <a:avLst/>
                </a:prstGeom>
                <a:ln w="254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C430C62A-722A-45E5-B00B-B567F9E3EE53}"/>
                    </a:ext>
                  </a:extLst>
                </p:cNvPr>
                <p:cNvCxnSpPr>
                  <a:cxnSpLocks/>
                </p:cNvCxnSpPr>
                <p:nvPr/>
              </p:nvCxnSpPr>
              <p:spPr>
                <a:xfrm>
                  <a:off x="3949700" y="2954290"/>
                  <a:ext cx="4118653" cy="0"/>
                </a:xfrm>
                <a:prstGeom prst="line">
                  <a:avLst/>
                </a:prstGeom>
                <a:ln w="25400" cap="rnd">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96" name="Straight Connector 195">
                <a:extLst>
                  <a:ext uri="{FF2B5EF4-FFF2-40B4-BE49-F238E27FC236}">
                    <a16:creationId xmlns:a16="http://schemas.microsoft.com/office/drawing/2014/main" id="{24F9598B-BC73-4A6C-9481-02C9E1C5FFAD}"/>
                  </a:ext>
                </a:extLst>
              </p:cNvPr>
              <p:cNvCxnSpPr>
                <a:cxnSpLocks/>
              </p:cNvCxnSpPr>
              <p:nvPr/>
            </p:nvCxnSpPr>
            <p:spPr>
              <a:xfrm>
                <a:off x="3492500" y="4198602"/>
                <a:ext cx="4575853" cy="0"/>
              </a:xfrm>
              <a:prstGeom prst="line">
                <a:avLst/>
              </a:prstGeom>
              <a:ln w="254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3B69A4AF-C927-4EF1-9A12-F8D568AA79B9}"/>
                  </a:ext>
                </a:extLst>
              </p:cNvPr>
              <p:cNvCxnSpPr>
                <a:cxnSpLocks/>
              </p:cNvCxnSpPr>
              <p:nvPr/>
            </p:nvCxnSpPr>
            <p:spPr>
              <a:xfrm>
                <a:off x="3492500" y="4870503"/>
                <a:ext cx="4575853" cy="0"/>
              </a:xfrm>
              <a:prstGeom prst="line">
                <a:avLst/>
              </a:prstGeom>
              <a:ln w="254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83" name="Group 182">
              <a:extLst>
                <a:ext uri="{FF2B5EF4-FFF2-40B4-BE49-F238E27FC236}">
                  <a16:creationId xmlns:a16="http://schemas.microsoft.com/office/drawing/2014/main" id="{6D65B7A1-7DBD-4390-A9A2-E84C263C7530}"/>
                </a:ext>
              </a:extLst>
            </p:cNvPr>
            <p:cNvGrpSpPr/>
            <p:nvPr/>
          </p:nvGrpSpPr>
          <p:grpSpPr>
            <a:xfrm>
              <a:off x="4741005" y="1485600"/>
              <a:ext cx="3695496" cy="3597988"/>
              <a:chOff x="254000" y="1530991"/>
              <a:chExt cx="3499691" cy="3339512"/>
            </a:xfrm>
          </p:grpSpPr>
          <p:grpSp>
            <p:nvGrpSpPr>
              <p:cNvPr id="184" name="Group 183">
                <a:extLst>
                  <a:ext uri="{FF2B5EF4-FFF2-40B4-BE49-F238E27FC236}">
                    <a16:creationId xmlns:a16="http://schemas.microsoft.com/office/drawing/2014/main" id="{813B0119-9328-4AF1-92BE-A957484F8F2C}"/>
                  </a:ext>
                </a:extLst>
              </p:cNvPr>
              <p:cNvGrpSpPr/>
              <p:nvPr/>
            </p:nvGrpSpPr>
            <p:grpSpPr>
              <a:xfrm>
                <a:off x="254000" y="1530991"/>
                <a:ext cx="3238499" cy="1423299"/>
                <a:chOff x="254000" y="1530991"/>
                <a:chExt cx="3646603" cy="1423299"/>
              </a:xfrm>
            </p:grpSpPr>
            <p:cxnSp>
              <p:nvCxnSpPr>
                <p:cNvPr id="189" name="Straight Connector 188">
                  <a:extLst>
                    <a:ext uri="{FF2B5EF4-FFF2-40B4-BE49-F238E27FC236}">
                      <a16:creationId xmlns:a16="http://schemas.microsoft.com/office/drawing/2014/main" id="{4A42FE55-9A2B-4C28-87E9-6D4914D38935}"/>
                    </a:ext>
                  </a:extLst>
                </p:cNvPr>
                <p:cNvCxnSpPr>
                  <a:cxnSpLocks/>
                </p:cNvCxnSpPr>
                <p:nvPr/>
              </p:nvCxnSpPr>
              <p:spPr>
                <a:xfrm>
                  <a:off x="254000" y="1892300"/>
                  <a:ext cx="3517900" cy="0"/>
                </a:xfrm>
                <a:prstGeom prst="line">
                  <a:avLst/>
                </a:prstGeom>
                <a:ln w="25400" cap="rnd">
                  <a:solidFill>
                    <a:srgbClr val="ED174F"/>
                  </a:solidFill>
                </a:ln>
              </p:spPr>
              <p:style>
                <a:lnRef idx="1">
                  <a:schemeClr val="accent1"/>
                </a:lnRef>
                <a:fillRef idx="0">
                  <a:schemeClr val="accent1"/>
                </a:fillRef>
                <a:effectRef idx="0">
                  <a:schemeClr val="accent1"/>
                </a:effectRef>
                <a:fontRef idx="minor">
                  <a:schemeClr val="tx1"/>
                </a:fontRef>
              </p:style>
            </p:cxnSp>
            <p:sp>
              <p:nvSpPr>
                <p:cNvPr id="190" name="Rectangle 189">
                  <a:extLst>
                    <a:ext uri="{FF2B5EF4-FFF2-40B4-BE49-F238E27FC236}">
                      <a16:creationId xmlns:a16="http://schemas.microsoft.com/office/drawing/2014/main" id="{62323F6A-E5A1-4304-AA55-B8DBA6220C53}"/>
                    </a:ext>
                  </a:extLst>
                </p:cNvPr>
                <p:cNvSpPr/>
                <p:nvPr/>
              </p:nvSpPr>
              <p:spPr>
                <a:xfrm>
                  <a:off x="292100" y="1530991"/>
                  <a:ext cx="3403600" cy="285667"/>
                </a:xfrm>
                <a:prstGeom prst="rect">
                  <a:avLst/>
                </a:prstGeom>
              </p:spPr>
              <p:txBody>
                <a:bodyPr wrap="square" anchor="b">
                  <a:spAutoFit/>
                </a:bodyPr>
                <a:lstStyle/>
                <a:p>
                  <a:r>
                    <a:rPr lang="en-US" sz="1400" b="1" dirty="0">
                      <a:solidFill>
                        <a:schemeClr val="bg1"/>
                      </a:solidFill>
                      <a:latin typeface="Poppins Medium" panose="00000600000000000000" pitchFamily="2" charset="0"/>
                      <a:cs typeface="Poppins Medium" panose="00000600000000000000" pitchFamily="2" charset="0"/>
                    </a:rPr>
                    <a:t>NAME OF PRACTICE</a:t>
                  </a:r>
                </a:p>
              </p:txBody>
            </p:sp>
            <p:cxnSp>
              <p:nvCxnSpPr>
                <p:cNvPr id="191" name="Straight Connector 190">
                  <a:extLst>
                    <a:ext uri="{FF2B5EF4-FFF2-40B4-BE49-F238E27FC236}">
                      <a16:creationId xmlns:a16="http://schemas.microsoft.com/office/drawing/2014/main" id="{044CD491-783B-43FA-B67A-78231BE7A205}"/>
                    </a:ext>
                  </a:extLst>
                </p:cNvPr>
                <p:cNvCxnSpPr>
                  <a:cxnSpLocks/>
                </p:cNvCxnSpPr>
                <p:nvPr/>
              </p:nvCxnSpPr>
              <p:spPr>
                <a:xfrm>
                  <a:off x="254000" y="2423295"/>
                  <a:ext cx="3517900" cy="0"/>
                </a:xfrm>
                <a:prstGeom prst="line">
                  <a:avLst/>
                </a:prstGeom>
                <a:ln w="25400" cap="rnd">
                  <a:solidFill>
                    <a:srgbClr val="ED174F"/>
                  </a:solidFill>
                </a:ln>
              </p:spPr>
              <p:style>
                <a:lnRef idx="1">
                  <a:schemeClr val="accent1"/>
                </a:lnRef>
                <a:fillRef idx="0">
                  <a:schemeClr val="accent1"/>
                </a:fillRef>
                <a:effectRef idx="0">
                  <a:schemeClr val="accent1"/>
                </a:effectRef>
                <a:fontRef idx="minor">
                  <a:schemeClr val="tx1"/>
                </a:fontRef>
              </p:style>
            </p:cxnSp>
            <p:sp>
              <p:nvSpPr>
                <p:cNvPr id="192" name="Rectangle 191">
                  <a:extLst>
                    <a:ext uri="{FF2B5EF4-FFF2-40B4-BE49-F238E27FC236}">
                      <a16:creationId xmlns:a16="http://schemas.microsoft.com/office/drawing/2014/main" id="{C1656FEC-2193-4A28-B5B2-C0F0E3A1C321}"/>
                    </a:ext>
                  </a:extLst>
                </p:cNvPr>
                <p:cNvSpPr/>
                <p:nvPr/>
              </p:nvSpPr>
              <p:spPr>
                <a:xfrm>
                  <a:off x="292100" y="2061986"/>
                  <a:ext cx="3608503" cy="285667"/>
                </a:xfrm>
                <a:prstGeom prst="rect">
                  <a:avLst/>
                </a:prstGeom>
              </p:spPr>
              <p:txBody>
                <a:bodyPr wrap="square" anchor="b">
                  <a:spAutoFit/>
                </a:bodyPr>
                <a:lstStyle/>
                <a:p>
                  <a:r>
                    <a:rPr lang="en-US" sz="1400" b="1" dirty="0">
                      <a:solidFill>
                        <a:schemeClr val="bg1"/>
                      </a:solidFill>
                      <a:latin typeface="Poppins Medium" panose="00000600000000000000" pitchFamily="2" charset="0"/>
                      <a:cs typeface="Poppins Medium" panose="00000600000000000000" pitchFamily="2" charset="0"/>
                    </a:rPr>
                    <a:t>ADDRESS SUITE, CITY, STATE, ZIP</a:t>
                  </a:r>
                </a:p>
              </p:txBody>
            </p:sp>
            <p:cxnSp>
              <p:nvCxnSpPr>
                <p:cNvPr id="193" name="Straight Connector 192">
                  <a:extLst>
                    <a:ext uri="{FF2B5EF4-FFF2-40B4-BE49-F238E27FC236}">
                      <a16:creationId xmlns:a16="http://schemas.microsoft.com/office/drawing/2014/main" id="{CFA70E9F-C5B7-46A4-AC6A-22BFD24D1726}"/>
                    </a:ext>
                  </a:extLst>
                </p:cNvPr>
                <p:cNvCxnSpPr>
                  <a:cxnSpLocks/>
                </p:cNvCxnSpPr>
                <p:nvPr/>
              </p:nvCxnSpPr>
              <p:spPr>
                <a:xfrm>
                  <a:off x="254000" y="2954290"/>
                  <a:ext cx="3517900" cy="0"/>
                </a:xfrm>
                <a:prstGeom prst="line">
                  <a:avLst/>
                </a:prstGeom>
                <a:ln w="25400" cap="rnd">
                  <a:solidFill>
                    <a:srgbClr val="ED174F"/>
                  </a:solidFill>
                </a:ln>
              </p:spPr>
              <p:style>
                <a:lnRef idx="1">
                  <a:schemeClr val="accent1"/>
                </a:lnRef>
                <a:fillRef idx="0">
                  <a:schemeClr val="accent1"/>
                </a:fillRef>
                <a:effectRef idx="0">
                  <a:schemeClr val="accent1"/>
                </a:effectRef>
                <a:fontRef idx="minor">
                  <a:schemeClr val="tx1"/>
                </a:fontRef>
              </p:style>
            </p:cxnSp>
            <p:sp>
              <p:nvSpPr>
                <p:cNvPr id="194" name="Rectangle 193">
                  <a:extLst>
                    <a:ext uri="{FF2B5EF4-FFF2-40B4-BE49-F238E27FC236}">
                      <a16:creationId xmlns:a16="http://schemas.microsoft.com/office/drawing/2014/main" id="{96EE2F73-6FBA-4A54-BBBF-E98C687EBF90}"/>
                    </a:ext>
                  </a:extLst>
                </p:cNvPr>
                <p:cNvSpPr/>
                <p:nvPr/>
              </p:nvSpPr>
              <p:spPr>
                <a:xfrm>
                  <a:off x="292100" y="2592981"/>
                  <a:ext cx="3403600" cy="285667"/>
                </a:xfrm>
                <a:prstGeom prst="rect">
                  <a:avLst/>
                </a:prstGeom>
              </p:spPr>
              <p:txBody>
                <a:bodyPr wrap="square" anchor="b">
                  <a:spAutoFit/>
                </a:bodyPr>
                <a:lstStyle/>
                <a:p>
                  <a:r>
                    <a:rPr lang="en-US" sz="1400" b="1" dirty="0">
                      <a:solidFill>
                        <a:schemeClr val="bg1"/>
                      </a:solidFill>
                      <a:latin typeface="Poppins Medium" panose="00000600000000000000" pitchFamily="2" charset="0"/>
                      <a:cs typeface="Poppins Medium" panose="00000600000000000000" pitchFamily="2" charset="0"/>
                    </a:rPr>
                    <a:t>FULL NAME OF PROVIDER(S)</a:t>
                  </a:r>
                </a:p>
              </p:txBody>
            </p:sp>
          </p:grpSp>
          <p:cxnSp>
            <p:nvCxnSpPr>
              <p:cNvPr id="185" name="Straight Connector 184">
                <a:extLst>
                  <a:ext uri="{FF2B5EF4-FFF2-40B4-BE49-F238E27FC236}">
                    <a16:creationId xmlns:a16="http://schemas.microsoft.com/office/drawing/2014/main" id="{BC2BB2EC-B3FB-40B4-91AD-D15DE7276932}"/>
                  </a:ext>
                </a:extLst>
              </p:cNvPr>
              <p:cNvCxnSpPr>
                <a:cxnSpLocks/>
              </p:cNvCxnSpPr>
              <p:nvPr/>
            </p:nvCxnSpPr>
            <p:spPr>
              <a:xfrm>
                <a:off x="254000" y="4198602"/>
                <a:ext cx="3124200" cy="0"/>
              </a:xfrm>
              <a:prstGeom prst="line">
                <a:avLst/>
              </a:prstGeom>
              <a:ln w="25400" cap="rnd">
                <a:solidFill>
                  <a:srgbClr val="ED174F"/>
                </a:solidFill>
              </a:ln>
            </p:spPr>
            <p:style>
              <a:lnRef idx="1">
                <a:schemeClr val="accent1"/>
              </a:lnRef>
              <a:fillRef idx="0">
                <a:schemeClr val="accent1"/>
              </a:fillRef>
              <a:effectRef idx="0">
                <a:schemeClr val="accent1"/>
              </a:effectRef>
              <a:fontRef idx="minor">
                <a:schemeClr val="tx1"/>
              </a:fontRef>
            </p:style>
          </p:cxnSp>
          <p:sp>
            <p:nvSpPr>
              <p:cNvPr id="186" name="Rectangle 185">
                <a:extLst>
                  <a:ext uri="{FF2B5EF4-FFF2-40B4-BE49-F238E27FC236}">
                    <a16:creationId xmlns:a16="http://schemas.microsoft.com/office/drawing/2014/main" id="{06190B41-EB6C-481B-A0BE-657118622D4A}"/>
                  </a:ext>
                </a:extLst>
              </p:cNvPr>
              <p:cNvSpPr/>
              <p:nvPr/>
            </p:nvSpPr>
            <p:spPr>
              <a:xfrm>
                <a:off x="287836" y="3675428"/>
                <a:ext cx="3022692" cy="485632"/>
              </a:xfrm>
              <a:prstGeom prst="rect">
                <a:avLst/>
              </a:prstGeom>
            </p:spPr>
            <p:txBody>
              <a:bodyPr wrap="square" anchor="b">
                <a:spAutoFit/>
              </a:bodyPr>
              <a:lstStyle/>
              <a:p>
                <a:r>
                  <a:rPr lang="en-US" sz="1400" b="1" dirty="0">
                    <a:solidFill>
                      <a:schemeClr val="bg1"/>
                    </a:solidFill>
                    <a:latin typeface="Poppins Medium" panose="00000600000000000000" pitchFamily="2" charset="0"/>
                    <a:cs typeface="Poppins Medium" panose="00000600000000000000" pitchFamily="2" charset="0"/>
                  </a:rPr>
                  <a:t>EMAIL ADDRESS OF SIGNER OF THE AGREEMENTS</a:t>
                </a:r>
              </a:p>
            </p:txBody>
          </p:sp>
          <p:cxnSp>
            <p:nvCxnSpPr>
              <p:cNvPr id="187" name="Straight Connector 186">
                <a:extLst>
                  <a:ext uri="{FF2B5EF4-FFF2-40B4-BE49-F238E27FC236}">
                    <a16:creationId xmlns:a16="http://schemas.microsoft.com/office/drawing/2014/main" id="{00AEA364-34C6-4CF1-BA50-F30B8CB2949B}"/>
                  </a:ext>
                </a:extLst>
              </p:cNvPr>
              <p:cNvCxnSpPr>
                <a:cxnSpLocks/>
              </p:cNvCxnSpPr>
              <p:nvPr/>
            </p:nvCxnSpPr>
            <p:spPr>
              <a:xfrm>
                <a:off x="254000" y="4870503"/>
                <a:ext cx="3124200" cy="0"/>
              </a:xfrm>
              <a:prstGeom prst="line">
                <a:avLst/>
              </a:prstGeom>
              <a:ln w="25400" cap="rnd">
                <a:solidFill>
                  <a:srgbClr val="ED174F"/>
                </a:solidFill>
              </a:ln>
            </p:spPr>
            <p:style>
              <a:lnRef idx="1">
                <a:schemeClr val="accent1"/>
              </a:lnRef>
              <a:fillRef idx="0">
                <a:schemeClr val="accent1"/>
              </a:fillRef>
              <a:effectRef idx="0">
                <a:schemeClr val="accent1"/>
              </a:effectRef>
              <a:fontRef idx="minor">
                <a:schemeClr val="tx1"/>
              </a:fontRef>
            </p:style>
          </p:cxnSp>
          <p:sp>
            <p:nvSpPr>
              <p:cNvPr id="188" name="Rectangle 187">
                <a:extLst>
                  <a:ext uri="{FF2B5EF4-FFF2-40B4-BE49-F238E27FC236}">
                    <a16:creationId xmlns:a16="http://schemas.microsoft.com/office/drawing/2014/main" id="{B883B20E-519C-4EA7-8162-4E4635CB11EA}"/>
                  </a:ext>
                </a:extLst>
              </p:cNvPr>
              <p:cNvSpPr/>
              <p:nvPr/>
            </p:nvSpPr>
            <p:spPr>
              <a:xfrm>
                <a:off x="287836" y="4354518"/>
                <a:ext cx="3465855" cy="485632"/>
              </a:xfrm>
              <a:prstGeom prst="rect">
                <a:avLst/>
              </a:prstGeom>
            </p:spPr>
            <p:txBody>
              <a:bodyPr wrap="square" anchor="b">
                <a:spAutoFit/>
              </a:bodyPr>
              <a:lstStyle/>
              <a:p>
                <a:r>
                  <a:rPr lang="en-US" sz="1400" b="1" dirty="0">
                    <a:solidFill>
                      <a:schemeClr val="bg1"/>
                    </a:solidFill>
                    <a:latin typeface="Poppins Medium" panose="00000600000000000000" pitchFamily="2" charset="0"/>
                    <a:cs typeface="Poppins Medium" panose="00000600000000000000" pitchFamily="2" charset="0"/>
                  </a:rPr>
                  <a:t>CONTACTS AT PROVIDERS OFFICE: NAME, EMAIL, PHONE, TITLE</a:t>
                </a:r>
              </a:p>
            </p:txBody>
          </p:sp>
        </p:grpSp>
      </p:grpSp>
    </p:spTree>
    <p:extLst>
      <p:ext uri="{BB962C8B-B14F-4D97-AF65-F5344CB8AC3E}">
        <p14:creationId xmlns:p14="http://schemas.microsoft.com/office/powerpoint/2010/main" val="30541415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A2C69"/>
            </a:gs>
            <a:gs pos="0">
              <a:srgbClr val="3795A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F5D632-C815-404A-AEE4-83209A0656DB}"/>
              </a:ext>
            </a:extLst>
          </p:cNvPr>
          <p:cNvSpPr/>
          <p:nvPr/>
        </p:nvSpPr>
        <p:spPr>
          <a:xfrm>
            <a:off x="1" y="221323"/>
            <a:ext cx="12192000" cy="641472"/>
          </a:xfrm>
          <a:prstGeom prst="rect">
            <a:avLst/>
          </a:prstGeom>
          <a:solidFill>
            <a:schemeClr val="bg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0B723D77-3A82-4F5A-ADCE-FC084D18A00C}"/>
              </a:ext>
            </a:extLst>
          </p:cNvPr>
          <p:cNvGrpSpPr/>
          <p:nvPr/>
        </p:nvGrpSpPr>
        <p:grpSpPr>
          <a:xfrm>
            <a:off x="11046546" y="269723"/>
            <a:ext cx="942696" cy="503396"/>
            <a:chOff x="10971702" y="243966"/>
            <a:chExt cx="990783" cy="523835"/>
          </a:xfrm>
        </p:grpSpPr>
        <p:sp>
          <p:nvSpPr>
            <p:cNvPr id="120" name="Freeform: Shape 119">
              <a:extLst>
                <a:ext uri="{FF2B5EF4-FFF2-40B4-BE49-F238E27FC236}">
                  <a16:creationId xmlns:a16="http://schemas.microsoft.com/office/drawing/2014/main" id="{5A1EB76F-80D1-47F3-AED0-A4C15DC4FB4B}"/>
                </a:ext>
              </a:extLst>
            </p:cNvPr>
            <p:cNvSpPr/>
            <p:nvPr/>
          </p:nvSpPr>
          <p:spPr>
            <a:xfrm>
              <a:off x="10971702" y="243966"/>
              <a:ext cx="379328" cy="523835"/>
            </a:xfrm>
            <a:custGeom>
              <a:avLst/>
              <a:gdLst>
                <a:gd name="connsiteX0" fmla="*/ 177742 w 200025"/>
                <a:gd name="connsiteY0" fmla="*/ 93536 h 276225"/>
                <a:gd name="connsiteX1" fmla="*/ 165265 w 200025"/>
                <a:gd name="connsiteY1" fmla="*/ 93536 h 276225"/>
                <a:gd name="connsiteX2" fmla="*/ 179171 w 200025"/>
                <a:gd name="connsiteY2" fmla="*/ 52674 h 276225"/>
                <a:gd name="connsiteX3" fmla="*/ 196602 w 200025"/>
                <a:gd name="connsiteY3" fmla="*/ 30290 h 276225"/>
                <a:gd name="connsiteX4" fmla="*/ 173457 w 200025"/>
                <a:gd name="connsiteY4" fmla="*/ 7144 h 276225"/>
                <a:gd name="connsiteX5" fmla="*/ 173266 w 200025"/>
                <a:gd name="connsiteY5" fmla="*/ 7145 h 276225"/>
                <a:gd name="connsiteX6" fmla="*/ 150120 w 200025"/>
                <a:gd name="connsiteY6" fmla="*/ 30290 h 276225"/>
                <a:gd name="connsiteX7" fmla="*/ 154216 w 200025"/>
                <a:gd name="connsiteY7" fmla="*/ 42768 h 276225"/>
                <a:gd name="connsiteX8" fmla="*/ 136975 w 200025"/>
                <a:gd name="connsiteY8" fmla="*/ 93536 h 276225"/>
                <a:gd name="connsiteX9" fmla="*/ 19913 w 200025"/>
                <a:gd name="connsiteY9" fmla="*/ 93536 h 276225"/>
                <a:gd name="connsiteX10" fmla="*/ 7150 w 200025"/>
                <a:gd name="connsiteY10" fmla="*/ 106395 h 276225"/>
                <a:gd name="connsiteX11" fmla="*/ 7150 w 200025"/>
                <a:gd name="connsiteY11" fmla="*/ 107824 h 276225"/>
                <a:gd name="connsiteX12" fmla="*/ 19913 w 200025"/>
                <a:gd name="connsiteY12" fmla="*/ 120587 h 276225"/>
                <a:gd name="connsiteX13" fmla="*/ 25723 w 200025"/>
                <a:gd name="connsiteY13" fmla="*/ 120587 h 276225"/>
                <a:gd name="connsiteX14" fmla="*/ 25723 w 200025"/>
                <a:gd name="connsiteY14" fmla="*/ 121254 h 276225"/>
                <a:gd name="connsiteX15" fmla="*/ 41154 w 200025"/>
                <a:gd name="connsiteY15" fmla="*/ 184595 h 276225"/>
                <a:gd name="connsiteX16" fmla="*/ 25723 w 200025"/>
                <a:gd name="connsiteY16" fmla="*/ 247841 h 276225"/>
                <a:gd name="connsiteX17" fmla="*/ 25723 w 200025"/>
                <a:gd name="connsiteY17" fmla="*/ 248508 h 276225"/>
                <a:gd name="connsiteX18" fmla="*/ 19913 w 200025"/>
                <a:gd name="connsiteY18" fmla="*/ 248508 h 276225"/>
                <a:gd name="connsiteX19" fmla="*/ 7150 w 200025"/>
                <a:gd name="connsiteY19" fmla="*/ 261272 h 276225"/>
                <a:gd name="connsiteX20" fmla="*/ 7150 w 200025"/>
                <a:gd name="connsiteY20" fmla="*/ 262796 h 276225"/>
                <a:gd name="connsiteX21" fmla="*/ 19526 w 200025"/>
                <a:gd name="connsiteY21" fmla="*/ 275934 h 276225"/>
                <a:gd name="connsiteX22" fmla="*/ 19913 w 200025"/>
                <a:gd name="connsiteY22" fmla="*/ 275940 h 276225"/>
                <a:gd name="connsiteX23" fmla="*/ 177742 w 200025"/>
                <a:gd name="connsiteY23" fmla="*/ 275940 h 276225"/>
                <a:gd name="connsiteX24" fmla="*/ 190506 w 200025"/>
                <a:gd name="connsiteY24" fmla="*/ 263177 h 276225"/>
                <a:gd name="connsiteX25" fmla="*/ 190506 w 200025"/>
                <a:gd name="connsiteY25" fmla="*/ 261653 h 276225"/>
                <a:gd name="connsiteX26" fmla="*/ 177742 w 200025"/>
                <a:gd name="connsiteY26" fmla="*/ 248889 h 276225"/>
                <a:gd name="connsiteX27" fmla="*/ 172027 w 200025"/>
                <a:gd name="connsiteY27" fmla="*/ 248889 h 276225"/>
                <a:gd name="connsiteX28" fmla="*/ 172027 w 200025"/>
                <a:gd name="connsiteY28" fmla="*/ 248222 h 276225"/>
                <a:gd name="connsiteX29" fmla="*/ 156597 w 200025"/>
                <a:gd name="connsiteY29" fmla="*/ 184976 h 276225"/>
                <a:gd name="connsiteX30" fmla="*/ 172027 w 200025"/>
                <a:gd name="connsiteY30" fmla="*/ 121635 h 276225"/>
                <a:gd name="connsiteX31" fmla="*/ 172027 w 200025"/>
                <a:gd name="connsiteY31" fmla="*/ 120968 h 276225"/>
                <a:gd name="connsiteX32" fmla="*/ 177742 w 200025"/>
                <a:gd name="connsiteY32" fmla="*/ 120968 h 276225"/>
                <a:gd name="connsiteX33" fmla="*/ 190506 w 200025"/>
                <a:gd name="connsiteY33" fmla="*/ 108205 h 276225"/>
                <a:gd name="connsiteX34" fmla="*/ 190506 w 200025"/>
                <a:gd name="connsiteY34" fmla="*/ 106776 h 276225"/>
                <a:gd name="connsiteX35" fmla="*/ 178034 w 200025"/>
                <a:gd name="connsiteY35" fmla="*/ 93542 h 276225"/>
                <a:gd name="connsiteX36" fmla="*/ 177742 w 200025"/>
                <a:gd name="connsiteY36" fmla="*/ 93536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0025" h="276225">
                  <a:moveTo>
                    <a:pt x="177742" y="93536"/>
                  </a:moveTo>
                  <a:lnTo>
                    <a:pt x="165265" y="93536"/>
                  </a:lnTo>
                  <a:lnTo>
                    <a:pt x="179171" y="52674"/>
                  </a:lnTo>
                  <a:cubicBezTo>
                    <a:pt x="189429" y="50095"/>
                    <a:pt x="196615" y="40867"/>
                    <a:pt x="196602" y="30290"/>
                  </a:cubicBezTo>
                  <a:cubicBezTo>
                    <a:pt x="196602" y="17507"/>
                    <a:pt x="186240" y="7144"/>
                    <a:pt x="173457" y="7144"/>
                  </a:cubicBezTo>
                  <a:cubicBezTo>
                    <a:pt x="173393" y="7144"/>
                    <a:pt x="173329" y="7144"/>
                    <a:pt x="173266" y="7145"/>
                  </a:cubicBezTo>
                  <a:cubicBezTo>
                    <a:pt x="160483" y="7145"/>
                    <a:pt x="150120" y="17507"/>
                    <a:pt x="150120" y="30290"/>
                  </a:cubicBezTo>
                  <a:cubicBezTo>
                    <a:pt x="150262" y="34756"/>
                    <a:pt x="151684" y="39087"/>
                    <a:pt x="154216" y="42768"/>
                  </a:cubicBezTo>
                  <a:lnTo>
                    <a:pt x="136975" y="93536"/>
                  </a:lnTo>
                  <a:lnTo>
                    <a:pt x="19913" y="93536"/>
                  </a:lnTo>
                  <a:cubicBezTo>
                    <a:pt x="12849" y="93589"/>
                    <a:pt x="7149" y="99330"/>
                    <a:pt x="7150" y="106395"/>
                  </a:cubicBezTo>
                  <a:lnTo>
                    <a:pt x="7150" y="107824"/>
                  </a:lnTo>
                  <a:cubicBezTo>
                    <a:pt x="7150" y="114873"/>
                    <a:pt x="12864" y="120587"/>
                    <a:pt x="19913" y="120587"/>
                  </a:cubicBezTo>
                  <a:lnTo>
                    <a:pt x="25723" y="120587"/>
                  </a:lnTo>
                  <a:lnTo>
                    <a:pt x="25723" y="121254"/>
                  </a:lnTo>
                  <a:cubicBezTo>
                    <a:pt x="36402" y="140622"/>
                    <a:pt x="41728" y="162486"/>
                    <a:pt x="41154" y="184595"/>
                  </a:cubicBezTo>
                  <a:cubicBezTo>
                    <a:pt x="41744" y="206676"/>
                    <a:pt x="36416" y="228513"/>
                    <a:pt x="25723" y="247841"/>
                  </a:cubicBezTo>
                  <a:lnTo>
                    <a:pt x="25723" y="248508"/>
                  </a:lnTo>
                  <a:lnTo>
                    <a:pt x="19913" y="248508"/>
                  </a:lnTo>
                  <a:cubicBezTo>
                    <a:pt x="12886" y="248560"/>
                    <a:pt x="7201" y="254244"/>
                    <a:pt x="7150" y="261272"/>
                  </a:cubicBezTo>
                  <a:lnTo>
                    <a:pt x="7150" y="262796"/>
                  </a:lnTo>
                  <a:cubicBezTo>
                    <a:pt x="6939" y="269841"/>
                    <a:pt x="12480" y="275724"/>
                    <a:pt x="19526" y="275934"/>
                  </a:cubicBezTo>
                  <a:cubicBezTo>
                    <a:pt x="19655" y="275938"/>
                    <a:pt x="19784" y="275940"/>
                    <a:pt x="19913" y="275940"/>
                  </a:cubicBezTo>
                  <a:lnTo>
                    <a:pt x="177742" y="275940"/>
                  </a:lnTo>
                  <a:cubicBezTo>
                    <a:pt x="184791" y="275940"/>
                    <a:pt x="190506" y="270226"/>
                    <a:pt x="190506" y="263177"/>
                  </a:cubicBezTo>
                  <a:lnTo>
                    <a:pt x="190506" y="261653"/>
                  </a:lnTo>
                  <a:cubicBezTo>
                    <a:pt x="190454" y="254625"/>
                    <a:pt x="184770" y="248941"/>
                    <a:pt x="177742" y="248889"/>
                  </a:cubicBezTo>
                  <a:lnTo>
                    <a:pt x="172027" y="248889"/>
                  </a:lnTo>
                  <a:lnTo>
                    <a:pt x="172027" y="248222"/>
                  </a:lnTo>
                  <a:cubicBezTo>
                    <a:pt x="161335" y="228894"/>
                    <a:pt x="156007" y="207057"/>
                    <a:pt x="156597" y="184976"/>
                  </a:cubicBezTo>
                  <a:cubicBezTo>
                    <a:pt x="156022" y="162867"/>
                    <a:pt x="161349" y="141003"/>
                    <a:pt x="172027" y="121635"/>
                  </a:cubicBezTo>
                  <a:lnTo>
                    <a:pt x="172027" y="120968"/>
                  </a:lnTo>
                  <a:lnTo>
                    <a:pt x="177742" y="120968"/>
                  </a:lnTo>
                  <a:cubicBezTo>
                    <a:pt x="184791" y="120968"/>
                    <a:pt x="190506" y="115254"/>
                    <a:pt x="190506" y="108205"/>
                  </a:cubicBezTo>
                  <a:lnTo>
                    <a:pt x="190506" y="106776"/>
                  </a:lnTo>
                  <a:cubicBezTo>
                    <a:pt x="190716" y="99677"/>
                    <a:pt x="185133" y="93752"/>
                    <a:pt x="178034" y="93542"/>
                  </a:cubicBezTo>
                  <a:cubicBezTo>
                    <a:pt x="177937" y="93539"/>
                    <a:pt x="177840" y="93537"/>
                    <a:pt x="177742" y="93536"/>
                  </a:cubicBezTo>
                  <a:close/>
                </a:path>
              </a:pathLst>
            </a:custGeom>
            <a:solidFill>
              <a:srgbClr val="FFFFFF"/>
            </a:solid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07062DF7-4D09-4289-B519-26824946FB45}"/>
                </a:ext>
              </a:extLst>
            </p:cNvPr>
            <p:cNvSpPr/>
            <p:nvPr/>
          </p:nvSpPr>
          <p:spPr>
            <a:xfrm>
              <a:off x="11051914" y="594576"/>
              <a:ext cx="90316" cy="108380"/>
            </a:xfrm>
            <a:custGeom>
              <a:avLst/>
              <a:gdLst>
                <a:gd name="connsiteX0" fmla="*/ 42767 w 47625"/>
                <a:gd name="connsiteY0" fmla="*/ 43434 h 57150"/>
                <a:gd name="connsiteX1" fmla="*/ 16669 w 47625"/>
                <a:gd name="connsiteY1" fmla="*/ 14859 h 57150"/>
                <a:gd name="connsiteX2" fmla="*/ 42958 w 47625"/>
                <a:gd name="connsiteY2" fmla="*/ 14859 h 57150"/>
                <a:gd name="connsiteX3" fmla="*/ 42958 w 47625"/>
                <a:gd name="connsiteY3" fmla="*/ 7144 h 57150"/>
                <a:gd name="connsiteX4" fmla="*/ 7144 w 47625"/>
                <a:gd name="connsiteY4" fmla="*/ 7144 h 57150"/>
                <a:gd name="connsiteX5" fmla="*/ 43244 w 47625"/>
                <a:gd name="connsiteY5" fmla="*/ 52578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25" h="57150">
                  <a:moveTo>
                    <a:pt x="42767" y="43434"/>
                  </a:moveTo>
                  <a:cubicBezTo>
                    <a:pt x="29871" y="38821"/>
                    <a:pt x="20097" y="28119"/>
                    <a:pt x="16669" y="14859"/>
                  </a:cubicBezTo>
                  <a:lnTo>
                    <a:pt x="42958" y="14859"/>
                  </a:lnTo>
                  <a:lnTo>
                    <a:pt x="42958" y="7144"/>
                  </a:lnTo>
                  <a:lnTo>
                    <a:pt x="7144" y="7144"/>
                  </a:lnTo>
                  <a:cubicBezTo>
                    <a:pt x="8232" y="28447"/>
                    <a:pt x="22738" y="46703"/>
                    <a:pt x="43244" y="52578"/>
                  </a:cubicBezTo>
                  <a:close/>
                </a:path>
              </a:pathLst>
            </a:custGeom>
            <a:solidFill>
              <a:srgbClr val="0055A5"/>
            </a:solid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AA81E50F-AAD3-45B7-A10A-65F49E9FD6C2}"/>
                </a:ext>
              </a:extLst>
            </p:cNvPr>
            <p:cNvSpPr/>
            <p:nvPr/>
          </p:nvSpPr>
          <p:spPr>
            <a:xfrm>
              <a:off x="11124168" y="593313"/>
              <a:ext cx="36127" cy="108380"/>
            </a:xfrm>
            <a:custGeom>
              <a:avLst/>
              <a:gdLst>
                <a:gd name="connsiteX0" fmla="*/ 7144 w 19050"/>
                <a:gd name="connsiteY0" fmla="*/ 7620 h 57150"/>
                <a:gd name="connsiteX1" fmla="*/ 7144 w 19050"/>
                <a:gd name="connsiteY1" fmla="*/ 53626 h 57150"/>
                <a:gd name="connsiteX2" fmla="*/ 15335 w 19050"/>
                <a:gd name="connsiteY2" fmla="*/ 54769 h 57150"/>
                <a:gd name="connsiteX3" fmla="*/ 15335 w 19050"/>
                <a:gd name="connsiteY3" fmla="*/ 7144 h 57150"/>
              </a:gdLst>
              <a:ahLst/>
              <a:cxnLst>
                <a:cxn ang="0">
                  <a:pos x="connsiteX0" y="connsiteY0"/>
                </a:cxn>
                <a:cxn ang="0">
                  <a:pos x="connsiteX1" y="connsiteY1"/>
                </a:cxn>
                <a:cxn ang="0">
                  <a:pos x="connsiteX2" y="connsiteY2"/>
                </a:cxn>
                <a:cxn ang="0">
                  <a:pos x="connsiteX3" y="connsiteY3"/>
                </a:cxn>
              </a:cxnLst>
              <a:rect l="l" t="t" r="r" b="b"/>
              <a:pathLst>
                <a:path w="19050" h="57150">
                  <a:moveTo>
                    <a:pt x="7144" y="7620"/>
                  </a:moveTo>
                  <a:lnTo>
                    <a:pt x="7144" y="53626"/>
                  </a:lnTo>
                  <a:cubicBezTo>
                    <a:pt x="9827" y="54293"/>
                    <a:pt x="12572" y="54676"/>
                    <a:pt x="15335" y="54769"/>
                  </a:cubicBezTo>
                  <a:lnTo>
                    <a:pt x="15335" y="7144"/>
                  </a:lnTo>
                  <a:close/>
                </a:path>
              </a:pathLst>
            </a:custGeom>
            <a:solidFill>
              <a:srgbClr val="ED174F"/>
            </a:solid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25BD4E3B-95A6-47D9-8CC0-A2564798CEE3}"/>
                </a:ext>
              </a:extLst>
            </p:cNvPr>
            <p:cNvSpPr/>
            <p:nvPr/>
          </p:nvSpPr>
          <p:spPr>
            <a:xfrm>
              <a:off x="11152166" y="495228"/>
              <a:ext cx="108380" cy="198696"/>
            </a:xfrm>
            <a:custGeom>
              <a:avLst/>
              <a:gdLst>
                <a:gd name="connsiteX0" fmla="*/ 14954 w 57150"/>
                <a:gd name="connsiteY0" fmla="*/ 8192 h 104775"/>
                <a:gd name="connsiteX1" fmla="*/ 14954 w 57150"/>
                <a:gd name="connsiteY1" fmla="*/ 8192 h 104775"/>
                <a:gd name="connsiteX2" fmla="*/ 7144 w 57150"/>
                <a:gd name="connsiteY2" fmla="*/ 7144 h 104775"/>
                <a:gd name="connsiteX3" fmla="*/ 7144 w 57150"/>
                <a:gd name="connsiteY3" fmla="*/ 8192 h 104775"/>
                <a:gd name="connsiteX4" fmla="*/ 7144 w 57150"/>
                <a:gd name="connsiteY4" fmla="*/ 8192 h 104775"/>
                <a:gd name="connsiteX5" fmla="*/ 7144 w 57150"/>
                <a:gd name="connsiteY5" fmla="*/ 103442 h 104775"/>
                <a:gd name="connsiteX6" fmla="*/ 7144 w 57150"/>
                <a:gd name="connsiteY6" fmla="*/ 103442 h 104775"/>
                <a:gd name="connsiteX7" fmla="*/ 7144 w 57150"/>
                <a:gd name="connsiteY7" fmla="*/ 106775 h 104775"/>
                <a:gd name="connsiteX8" fmla="*/ 53912 w 57150"/>
                <a:gd name="connsiteY8" fmla="*/ 56960 h 104775"/>
                <a:gd name="connsiteX9" fmla="*/ 14954 w 57150"/>
                <a:gd name="connsiteY9" fmla="*/ 8192 h 104775"/>
                <a:gd name="connsiteX10" fmla="*/ 14954 w 57150"/>
                <a:gd name="connsiteY10" fmla="*/ 96584 h 104775"/>
                <a:gd name="connsiteX11" fmla="*/ 14954 w 57150"/>
                <a:gd name="connsiteY11" fmla="*/ 17050 h 104775"/>
                <a:gd name="connsiteX12" fmla="*/ 45053 w 57150"/>
                <a:gd name="connsiteY12" fmla="*/ 56769 h 104775"/>
                <a:gd name="connsiteX13" fmla="*/ 14954 w 57150"/>
                <a:gd name="connsiteY13" fmla="*/ 96584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150" h="104775">
                  <a:moveTo>
                    <a:pt x="14954" y="8192"/>
                  </a:moveTo>
                  <a:lnTo>
                    <a:pt x="14954" y="8192"/>
                  </a:lnTo>
                  <a:cubicBezTo>
                    <a:pt x="12389" y="7603"/>
                    <a:pt x="9774" y="7252"/>
                    <a:pt x="7144" y="7144"/>
                  </a:cubicBezTo>
                  <a:lnTo>
                    <a:pt x="7144" y="8192"/>
                  </a:lnTo>
                  <a:lnTo>
                    <a:pt x="7144" y="8192"/>
                  </a:lnTo>
                  <a:lnTo>
                    <a:pt x="7144" y="103442"/>
                  </a:lnTo>
                  <a:lnTo>
                    <a:pt x="7144" y="103442"/>
                  </a:lnTo>
                  <a:lnTo>
                    <a:pt x="7144" y="106775"/>
                  </a:lnTo>
                  <a:cubicBezTo>
                    <a:pt x="33438" y="105116"/>
                    <a:pt x="53914" y="83306"/>
                    <a:pt x="53912" y="56960"/>
                  </a:cubicBezTo>
                  <a:cubicBezTo>
                    <a:pt x="53946" y="33587"/>
                    <a:pt x="37757" y="13321"/>
                    <a:pt x="14954" y="8192"/>
                  </a:cubicBezTo>
                  <a:close/>
                  <a:moveTo>
                    <a:pt x="14954" y="96584"/>
                  </a:moveTo>
                  <a:lnTo>
                    <a:pt x="14954" y="17050"/>
                  </a:lnTo>
                  <a:cubicBezTo>
                    <a:pt x="32737" y="22074"/>
                    <a:pt x="45026" y="38290"/>
                    <a:pt x="45053" y="56769"/>
                  </a:cubicBezTo>
                  <a:cubicBezTo>
                    <a:pt x="45036" y="75273"/>
                    <a:pt x="32752" y="91522"/>
                    <a:pt x="14954" y="96584"/>
                  </a:cubicBezTo>
                  <a:close/>
                </a:path>
              </a:pathLst>
            </a:custGeom>
            <a:solidFill>
              <a:srgbClr val="ED174F"/>
            </a:solid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E530307-34A9-48FA-A5F7-17F35DA8E410}"/>
                </a:ext>
              </a:extLst>
            </p:cNvPr>
            <p:cNvSpPr/>
            <p:nvPr/>
          </p:nvSpPr>
          <p:spPr>
            <a:xfrm>
              <a:off x="11051914" y="495589"/>
              <a:ext cx="108380" cy="108380"/>
            </a:xfrm>
            <a:custGeom>
              <a:avLst/>
              <a:gdLst>
                <a:gd name="connsiteX0" fmla="*/ 53816 w 57150"/>
                <a:gd name="connsiteY0" fmla="*/ 53531 h 57150"/>
                <a:gd name="connsiteX1" fmla="*/ 53816 w 57150"/>
                <a:gd name="connsiteY1" fmla="*/ 45244 h 57150"/>
                <a:gd name="connsiteX2" fmla="*/ 53816 w 57150"/>
                <a:gd name="connsiteY2" fmla="*/ 45244 h 57150"/>
                <a:gd name="connsiteX3" fmla="*/ 53816 w 57150"/>
                <a:gd name="connsiteY3" fmla="*/ 7144 h 57150"/>
                <a:gd name="connsiteX4" fmla="*/ 7144 w 57150"/>
                <a:gd name="connsiteY4" fmla="*/ 53531 h 57150"/>
                <a:gd name="connsiteX5" fmla="*/ 53816 w 57150"/>
                <a:gd name="connsiteY5" fmla="*/ 53531 h 57150"/>
                <a:gd name="connsiteX6" fmla="*/ 45244 w 57150"/>
                <a:gd name="connsiteY6" fmla="*/ 16669 h 57150"/>
                <a:gd name="connsiteX7" fmla="*/ 45244 w 57150"/>
                <a:gd name="connsiteY7" fmla="*/ 45244 h 57150"/>
                <a:gd name="connsiteX8" fmla="*/ 16669 w 57150"/>
                <a:gd name="connsiteY8" fmla="*/ 45244 h 57150"/>
                <a:gd name="connsiteX9" fmla="*/ 45244 w 57150"/>
                <a:gd name="connsiteY9" fmla="*/ 166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50" h="57150">
                  <a:moveTo>
                    <a:pt x="53816" y="53531"/>
                  </a:moveTo>
                  <a:lnTo>
                    <a:pt x="53816" y="45244"/>
                  </a:lnTo>
                  <a:lnTo>
                    <a:pt x="53816" y="45244"/>
                  </a:lnTo>
                  <a:lnTo>
                    <a:pt x="53816" y="7144"/>
                  </a:lnTo>
                  <a:cubicBezTo>
                    <a:pt x="28825" y="8709"/>
                    <a:pt x="8863" y="28550"/>
                    <a:pt x="7144" y="53531"/>
                  </a:cubicBezTo>
                  <a:lnTo>
                    <a:pt x="53816" y="53531"/>
                  </a:lnTo>
                  <a:close/>
                  <a:moveTo>
                    <a:pt x="45244" y="16669"/>
                  </a:moveTo>
                  <a:lnTo>
                    <a:pt x="45244" y="45244"/>
                  </a:lnTo>
                  <a:lnTo>
                    <a:pt x="16669" y="45244"/>
                  </a:lnTo>
                  <a:cubicBezTo>
                    <a:pt x="20605" y="31414"/>
                    <a:pt x="31414" y="20605"/>
                    <a:pt x="45244" y="16669"/>
                  </a:cubicBezTo>
                  <a:close/>
                </a:path>
              </a:pathLst>
            </a:custGeom>
            <a:solidFill>
              <a:srgbClr val="ED174F"/>
            </a:solid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501022F3-7047-4695-9B19-DFD52928A5AF}"/>
                </a:ext>
              </a:extLst>
            </p:cNvPr>
            <p:cNvSpPr/>
            <p:nvPr/>
          </p:nvSpPr>
          <p:spPr>
            <a:xfrm>
              <a:off x="11357545" y="416827"/>
              <a:ext cx="108380" cy="234823"/>
            </a:xfrm>
            <a:custGeom>
              <a:avLst/>
              <a:gdLst>
                <a:gd name="connsiteX0" fmla="*/ 7144 w 57150"/>
                <a:gd name="connsiteY0" fmla="*/ 120209 h 123825"/>
                <a:gd name="connsiteX1" fmla="*/ 7144 w 57150"/>
                <a:gd name="connsiteY1" fmla="*/ 7147 h 123825"/>
                <a:gd name="connsiteX2" fmla="*/ 14573 w 57150"/>
                <a:gd name="connsiteY2" fmla="*/ 7147 h 123825"/>
                <a:gd name="connsiteX3" fmla="*/ 46006 w 57150"/>
                <a:gd name="connsiteY3" fmla="*/ 20387 h 123825"/>
                <a:gd name="connsiteX4" fmla="*/ 59055 w 57150"/>
                <a:gd name="connsiteY4" fmla="*/ 52772 h 123825"/>
                <a:gd name="connsiteX5" fmla="*/ 53435 w 57150"/>
                <a:gd name="connsiteY5" fmla="*/ 74584 h 123825"/>
                <a:gd name="connsiteX6" fmla="*/ 38481 w 57150"/>
                <a:gd name="connsiteY6" fmla="*/ 91158 h 123825"/>
                <a:gd name="connsiteX7" fmla="*/ 15145 w 57150"/>
                <a:gd name="connsiteY7" fmla="*/ 98873 h 123825"/>
                <a:gd name="connsiteX8" fmla="*/ 15145 w 57150"/>
                <a:gd name="connsiteY8" fmla="*/ 120209 h 123825"/>
                <a:gd name="connsiteX9" fmla="*/ 15431 w 57150"/>
                <a:gd name="connsiteY9" fmla="*/ 15434 h 123825"/>
                <a:gd name="connsiteX10" fmla="*/ 15431 w 57150"/>
                <a:gd name="connsiteY10" fmla="*/ 90777 h 123825"/>
                <a:gd name="connsiteX11" fmla="*/ 40958 w 57150"/>
                <a:gd name="connsiteY11" fmla="*/ 78870 h 123825"/>
                <a:gd name="connsiteX12" fmla="*/ 51054 w 57150"/>
                <a:gd name="connsiteY12" fmla="*/ 52962 h 123825"/>
                <a:gd name="connsiteX13" fmla="*/ 36481 w 57150"/>
                <a:gd name="connsiteY13" fmla="*/ 22863 h 123825"/>
                <a:gd name="connsiteX14" fmla="*/ 15431 w 57150"/>
                <a:gd name="connsiteY14" fmla="*/ 15053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50" h="123825">
                  <a:moveTo>
                    <a:pt x="7144" y="120209"/>
                  </a:moveTo>
                  <a:lnTo>
                    <a:pt x="7144" y="7147"/>
                  </a:lnTo>
                  <a:lnTo>
                    <a:pt x="14573" y="7147"/>
                  </a:lnTo>
                  <a:cubicBezTo>
                    <a:pt x="26436" y="6999"/>
                    <a:pt x="37824" y="11796"/>
                    <a:pt x="46006" y="20387"/>
                  </a:cubicBezTo>
                  <a:cubicBezTo>
                    <a:pt x="54587" y="28952"/>
                    <a:pt x="59301" y="40649"/>
                    <a:pt x="59055" y="52772"/>
                  </a:cubicBezTo>
                  <a:cubicBezTo>
                    <a:pt x="59093" y="60405"/>
                    <a:pt x="57157" y="67919"/>
                    <a:pt x="53435" y="74584"/>
                  </a:cubicBezTo>
                  <a:cubicBezTo>
                    <a:pt x="49951" y="81297"/>
                    <a:pt x="44802" y="87004"/>
                    <a:pt x="38481" y="91158"/>
                  </a:cubicBezTo>
                  <a:cubicBezTo>
                    <a:pt x="31410" y="95514"/>
                    <a:pt x="23419" y="98156"/>
                    <a:pt x="15145" y="98873"/>
                  </a:cubicBezTo>
                  <a:lnTo>
                    <a:pt x="15145" y="120209"/>
                  </a:lnTo>
                  <a:close/>
                  <a:moveTo>
                    <a:pt x="15431" y="15434"/>
                  </a:moveTo>
                  <a:lnTo>
                    <a:pt x="15431" y="90777"/>
                  </a:lnTo>
                  <a:cubicBezTo>
                    <a:pt x="25148" y="90214"/>
                    <a:pt x="34282" y="85954"/>
                    <a:pt x="40958" y="78870"/>
                  </a:cubicBezTo>
                  <a:cubicBezTo>
                    <a:pt x="47638" y="71923"/>
                    <a:pt x="51272" y="62598"/>
                    <a:pt x="51054" y="52962"/>
                  </a:cubicBezTo>
                  <a:cubicBezTo>
                    <a:pt x="51517" y="41127"/>
                    <a:pt x="46052" y="29840"/>
                    <a:pt x="36481" y="22863"/>
                  </a:cubicBezTo>
                  <a:cubicBezTo>
                    <a:pt x="30324" y="18359"/>
                    <a:pt x="23036" y="15655"/>
                    <a:pt x="15431" y="15053"/>
                  </a:cubicBezTo>
                  <a:close/>
                </a:path>
              </a:pathLst>
            </a:custGeom>
            <a:solidFill>
              <a:srgbClr val="FFFFFF"/>
            </a:solid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40D87325-00F3-4FDF-A0CE-B3A5DBEC3AA8}"/>
                </a:ext>
              </a:extLst>
            </p:cNvPr>
            <p:cNvSpPr/>
            <p:nvPr/>
          </p:nvSpPr>
          <p:spPr>
            <a:xfrm>
              <a:off x="11356240" y="413040"/>
              <a:ext cx="126443" cy="234823"/>
            </a:xfrm>
            <a:custGeom>
              <a:avLst/>
              <a:gdLst>
                <a:gd name="connsiteX0" fmla="*/ 7832 w 66675"/>
                <a:gd name="connsiteY0" fmla="*/ 122206 h 123825"/>
                <a:gd name="connsiteX1" fmla="*/ 7355 w 66675"/>
                <a:gd name="connsiteY1" fmla="*/ 93631 h 123825"/>
                <a:gd name="connsiteX2" fmla="*/ 7355 w 66675"/>
                <a:gd name="connsiteY2" fmla="*/ 65056 h 123825"/>
                <a:gd name="connsiteX3" fmla="*/ 7355 w 66675"/>
                <a:gd name="connsiteY3" fmla="*/ 36481 h 123825"/>
                <a:gd name="connsiteX4" fmla="*/ 7355 w 66675"/>
                <a:gd name="connsiteY4" fmla="*/ 7144 h 123825"/>
                <a:gd name="connsiteX5" fmla="*/ 8498 w 66675"/>
                <a:gd name="connsiteY5" fmla="*/ 7144 h 123825"/>
                <a:gd name="connsiteX6" fmla="*/ 18023 w 66675"/>
                <a:gd name="connsiteY6" fmla="*/ 7144 h 123825"/>
                <a:gd name="connsiteX7" fmla="*/ 27548 w 66675"/>
                <a:gd name="connsiteY7" fmla="*/ 8382 h 123825"/>
                <a:gd name="connsiteX8" fmla="*/ 44503 w 66675"/>
                <a:gd name="connsiteY8" fmla="*/ 16859 h 123825"/>
                <a:gd name="connsiteX9" fmla="*/ 51361 w 66675"/>
                <a:gd name="connsiteY9" fmla="*/ 23527 h 123825"/>
                <a:gd name="connsiteX10" fmla="*/ 56695 w 66675"/>
                <a:gd name="connsiteY10" fmla="*/ 31337 h 123825"/>
                <a:gd name="connsiteX11" fmla="*/ 61934 w 66675"/>
                <a:gd name="connsiteY11" fmla="*/ 49530 h 123825"/>
                <a:gd name="connsiteX12" fmla="*/ 61934 w 66675"/>
                <a:gd name="connsiteY12" fmla="*/ 59055 h 123825"/>
                <a:gd name="connsiteX13" fmla="*/ 59838 w 66675"/>
                <a:gd name="connsiteY13" fmla="*/ 68580 h 123825"/>
                <a:gd name="connsiteX14" fmla="*/ 55933 w 66675"/>
                <a:gd name="connsiteY14" fmla="*/ 77248 h 123825"/>
                <a:gd name="connsiteX15" fmla="*/ 50504 w 66675"/>
                <a:gd name="connsiteY15" fmla="*/ 84963 h 123825"/>
                <a:gd name="connsiteX16" fmla="*/ 43550 w 66675"/>
                <a:gd name="connsiteY16" fmla="*/ 91440 h 123825"/>
                <a:gd name="connsiteX17" fmla="*/ 39550 w 66675"/>
                <a:gd name="connsiteY17" fmla="*/ 94012 h 123825"/>
                <a:gd name="connsiteX18" fmla="*/ 35359 w 66675"/>
                <a:gd name="connsiteY18" fmla="*/ 96203 h 123825"/>
                <a:gd name="connsiteX19" fmla="*/ 26501 w 66675"/>
                <a:gd name="connsiteY19" fmla="*/ 99251 h 123825"/>
                <a:gd name="connsiteX20" fmla="*/ 16976 w 66675"/>
                <a:gd name="connsiteY20" fmla="*/ 100775 h 123825"/>
                <a:gd name="connsiteX21" fmla="*/ 16976 w 66675"/>
                <a:gd name="connsiteY21" fmla="*/ 100775 h 123825"/>
                <a:gd name="connsiteX22" fmla="*/ 16976 w 66675"/>
                <a:gd name="connsiteY22" fmla="*/ 122111 h 123825"/>
                <a:gd name="connsiteX23" fmla="*/ 16976 w 66675"/>
                <a:gd name="connsiteY23" fmla="*/ 122111 h 123825"/>
                <a:gd name="connsiteX24" fmla="*/ 16976 w 66675"/>
                <a:gd name="connsiteY24" fmla="*/ 122111 h 123825"/>
                <a:gd name="connsiteX25" fmla="*/ 7832 w 66675"/>
                <a:gd name="connsiteY25" fmla="*/ 122206 h 123825"/>
                <a:gd name="connsiteX26" fmla="*/ 16118 w 66675"/>
                <a:gd name="connsiteY26" fmla="*/ 122206 h 123825"/>
                <a:gd name="connsiteX27" fmla="*/ 16118 w 66675"/>
                <a:gd name="connsiteY27" fmla="*/ 122206 h 123825"/>
                <a:gd name="connsiteX28" fmla="*/ 16118 w 66675"/>
                <a:gd name="connsiteY28" fmla="*/ 100870 h 123825"/>
                <a:gd name="connsiteX29" fmla="*/ 16118 w 66675"/>
                <a:gd name="connsiteY29" fmla="*/ 100394 h 123825"/>
                <a:gd name="connsiteX30" fmla="*/ 16118 w 66675"/>
                <a:gd name="connsiteY30" fmla="*/ 100394 h 123825"/>
                <a:gd name="connsiteX31" fmla="*/ 33835 w 66675"/>
                <a:gd name="connsiteY31" fmla="*/ 95441 h 123825"/>
                <a:gd name="connsiteX32" fmla="*/ 37835 w 66675"/>
                <a:gd name="connsiteY32" fmla="*/ 93345 h 123825"/>
                <a:gd name="connsiteX33" fmla="*/ 41550 w 66675"/>
                <a:gd name="connsiteY33" fmla="*/ 90678 h 123825"/>
                <a:gd name="connsiteX34" fmla="*/ 48122 w 66675"/>
                <a:gd name="connsiteY34" fmla="*/ 84392 h 123825"/>
                <a:gd name="connsiteX35" fmla="*/ 56885 w 66675"/>
                <a:gd name="connsiteY35" fmla="*/ 68485 h 123825"/>
                <a:gd name="connsiteX36" fmla="*/ 58790 w 66675"/>
                <a:gd name="connsiteY36" fmla="*/ 59627 h 123825"/>
                <a:gd name="connsiteX37" fmla="*/ 58790 w 66675"/>
                <a:gd name="connsiteY37" fmla="*/ 50578 h 123825"/>
                <a:gd name="connsiteX38" fmla="*/ 53647 w 66675"/>
                <a:gd name="connsiteY38" fmla="*/ 33338 h 123825"/>
                <a:gd name="connsiteX39" fmla="*/ 42026 w 66675"/>
                <a:gd name="connsiteY39" fmla="*/ 19621 h 123825"/>
                <a:gd name="connsiteX40" fmla="*/ 26024 w 66675"/>
                <a:gd name="connsiteY40" fmla="*/ 11525 h 123825"/>
                <a:gd name="connsiteX41" fmla="*/ 17071 w 66675"/>
                <a:gd name="connsiteY41" fmla="*/ 10287 h 123825"/>
                <a:gd name="connsiteX42" fmla="*/ 7546 w 66675"/>
                <a:gd name="connsiteY42" fmla="*/ 10287 h 123825"/>
                <a:gd name="connsiteX43" fmla="*/ 8689 w 66675"/>
                <a:gd name="connsiteY43" fmla="*/ 9144 h 123825"/>
                <a:gd name="connsiteX44" fmla="*/ 8689 w 66675"/>
                <a:gd name="connsiteY44" fmla="*/ 37719 h 123825"/>
                <a:gd name="connsiteX45" fmla="*/ 8689 w 66675"/>
                <a:gd name="connsiteY45" fmla="*/ 66294 h 123825"/>
                <a:gd name="connsiteX46" fmla="*/ 8689 w 66675"/>
                <a:gd name="connsiteY46" fmla="*/ 94869 h 123825"/>
                <a:gd name="connsiteX47" fmla="*/ 7832 w 66675"/>
                <a:gd name="connsiteY47" fmla="*/ 122206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675" h="123825">
                  <a:moveTo>
                    <a:pt x="7832" y="122206"/>
                  </a:moveTo>
                  <a:cubicBezTo>
                    <a:pt x="7832" y="112681"/>
                    <a:pt x="7832" y="103156"/>
                    <a:pt x="7355" y="93631"/>
                  </a:cubicBezTo>
                  <a:cubicBezTo>
                    <a:pt x="6879" y="84106"/>
                    <a:pt x="7355" y="74581"/>
                    <a:pt x="7355" y="65056"/>
                  </a:cubicBezTo>
                  <a:lnTo>
                    <a:pt x="7355" y="36481"/>
                  </a:lnTo>
                  <a:lnTo>
                    <a:pt x="7355" y="7144"/>
                  </a:lnTo>
                  <a:lnTo>
                    <a:pt x="8498" y="7144"/>
                  </a:lnTo>
                  <a:cubicBezTo>
                    <a:pt x="11546" y="7144"/>
                    <a:pt x="14690" y="7144"/>
                    <a:pt x="18023" y="7144"/>
                  </a:cubicBezTo>
                  <a:cubicBezTo>
                    <a:pt x="21233" y="7221"/>
                    <a:pt x="24426" y="7636"/>
                    <a:pt x="27548" y="8382"/>
                  </a:cubicBezTo>
                  <a:cubicBezTo>
                    <a:pt x="33788" y="9836"/>
                    <a:pt x="39596" y="12741"/>
                    <a:pt x="44503" y="16859"/>
                  </a:cubicBezTo>
                  <a:cubicBezTo>
                    <a:pt x="46995" y="18859"/>
                    <a:pt x="49292" y="21092"/>
                    <a:pt x="51361" y="23527"/>
                  </a:cubicBezTo>
                  <a:cubicBezTo>
                    <a:pt x="53386" y="25953"/>
                    <a:pt x="55172" y="28568"/>
                    <a:pt x="56695" y="31337"/>
                  </a:cubicBezTo>
                  <a:cubicBezTo>
                    <a:pt x="59697" y="36967"/>
                    <a:pt x="61481" y="43166"/>
                    <a:pt x="61934" y="49530"/>
                  </a:cubicBezTo>
                  <a:cubicBezTo>
                    <a:pt x="62267" y="52696"/>
                    <a:pt x="62267" y="55889"/>
                    <a:pt x="61934" y="59055"/>
                  </a:cubicBezTo>
                  <a:cubicBezTo>
                    <a:pt x="61596" y="62299"/>
                    <a:pt x="60893" y="65494"/>
                    <a:pt x="59838" y="68580"/>
                  </a:cubicBezTo>
                  <a:cubicBezTo>
                    <a:pt x="58871" y="71609"/>
                    <a:pt x="57561" y="74517"/>
                    <a:pt x="55933" y="77248"/>
                  </a:cubicBezTo>
                  <a:cubicBezTo>
                    <a:pt x="54376" y="79989"/>
                    <a:pt x="52558" y="82572"/>
                    <a:pt x="50504" y="84963"/>
                  </a:cubicBezTo>
                  <a:cubicBezTo>
                    <a:pt x="48398" y="87339"/>
                    <a:pt x="46070" y="89508"/>
                    <a:pt x="43550" y="91440"/>
                  </a:cubicBezTo>
                  <a:lnTo>
                    <a:pt x="39550" y="94012"/>
                  </a:lnTo>
                  <a:cubicBezTo>
                    <a:pt x="38204" y="94836"/>
                    <a:pt x="36804" y="95567"/>
                    <a:pt x="35359" y="96203"/>
                  </a:cubicBezTo>
                  <a:cubicBezTo>
                    <a:pt x="32511" y="97501"/>
                    <a:pt x="29545" y="98522"/>
                    <a:pt x="26501" y="99251"/>
                  </a:cubicBezTo>
                  <a:cubicBezTo>
                    <a:pt x="23370" y="100004"/>
                    <a:pt x="20185" y="100513"/>
                    <a:pt x="16976" y="100775"/>
                  </a:cubicBezTo>
                  <a:lnTo>
                    <a:pt x="16976" y="100775"/>
                  </a:lnTo>
                  <a:lnTo>
                    <a:pt x="16976" y="122111"/>
                  </a:lnTo>
                  <a:lnTo>
                    <a:pt x="16976" y="122111"/>
                  </a:lnTo>
                  <a:lnTo>
                    <a:pt x="16976" y="122111"/>
                  </a:lnTo>
                  <a:close/>
                  <a:moveTo>
                    <a:pt x="7832" y="122206"/>
                  </a:moveTo>
                  <a:lnTo>
                    <a:pt x="16118" y="122206"/>
                  </a:lnTo>
                  <a:lnTo>
                    <a:pt x="16118" y="122206"/>
                  </a:lnTo>
                  <a:lnTo>
                    <a:pt x="16118" y="100870"/>
                  </a:lnTo>
                  <a:lnTo>
                    <a:pt x="16118" y="100394"/>
                  </a:lnTo>
                  <a:lnTo>
                    <a:pt x="16118" y="100394"/>
                  </a:lnTo>
                  <a:cubicBezTo>
                    <a:pt x="22246" y="99678"/>
                    <a:pt x="28224" y="98007"/>
                    <a:pt x="33835" y="95441"/>
                  </a:cubicBezTo>
                  <a:cubicBezTo>
                    <a:pt x="35168" y="94774"/>
                    <a:pt x="36597" y="94107"/>
                    <a:pt x="37835" y="93345"/>
                  </a:cubicBezTo>
                  <a:cubicBezTo>
                    <a:pt x="39127" y="92533"/>
                    <a:pt x="40368" y="91643"/>
                    <a:pt x="41550" y="90678"/>
                  </a:cubicBezTo>
                  <a:cubicBezTo>
                    <a:pt x="43988" y="88857"/>
                    <a:pt x="46195" y="86746"/>
                    <a:pt x="48122" y="84392"/>
                  </a:cubicBezTo>
                  <a:cubicBezTo>
                    <a:pt x="52025" y="79692"/>
                    <a:pt x="54999" y="74294"/>
                    <a:pt x="56885" y="68485"/>
                  </a:cubicBezTo>
                  <a:cubicBezTo>
                    <a:pt x="57856" y="65614"/>
                    <a:pt x="58495" y="62642"/>
                    <a:pt x="58790" y="59627"/>
                  </a:cubicBezTo>
                  <a:cubicBezTo>
                    <a:pt x="59030" y="56615"/>
                    <a:pt x="59030" y="53589"/>
                    <a:pt x="58790" y="50578"/>
                  </a:cubicBezTo>
                  <a:cubicBezTo>
                    <a:pt x="58338" y="44528"/>
                    <a:pt x="56584" y="38646"/>
                    <a:pt x="53647" y="33338"/>
                  </a:cubicBezTo>
                  <a:cubicBezTo>
                    <a:pt x="50679" y="28069"/>
                    <a:pt x="46735" y="23414"/>
                    <a:pt x="42026" y="19621"/>
                  </a:cubicBezTo>
                  <a:cubicBezTo>
                    <a:pt x="37365" y="15760"/>
                    <a:pt x="31897" y="12994"/>
                    <a:pt x="26024" y="11525"/>
                  </a:cubicBezTo>
                  <a:cubicBezTo>
                    <a:pt x="23078" y="10873"/>
                    <a:pt x="20084" y="10459"/>
                    <a:pt x="17071" y="10287"/>
                  </a:cubicBezTo>
                  <a:lnTo>
                    <a:pt x="7546" y="10287"/>
                  </a:lnTo>
                  <a:lnTo>
                    <a:pt x="8689" y="9144"/>
                  </a:lnTo>
                  <a:lnTo>
                    <a:pt x="8689" y="37719"/>
                  </a:lnTo>
                  <a:lnTo>
                    <a:pt x="8689" y="66294"/>
                  </a:lnTo>
                  <a:cubicBezTo>
                    <a:pt x="8689" y="75819"/>
                    <a:pt x="8689" y="85344"/>
                    <a:pt x="8689" y="94869"/>
                  </a:cubicBezTo>
                  <a:cubicBezTo>
                    <a:pt x="8689" y="104394"/>
                    <a:pt x="8022" y="112776"/>
                    <a:pt x="7832" y="122206"/>
                  </a:cubicBezTo>
                  <a:close/>
                </a:path>
              </a:pathLst>
            </a:custGeom>
            <a:solidFill>
              <a:srgbClr val="FFFFFF"/>
            </a:solid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FF9832E4-CBD3-4A9D-8F32-D7CB4F0C2910}"/>
                </a:ext>
              </a:extLst>
            </p:cNvPr>
            <p:cNvSpPr/>
            <p:nvPr/>
          </p:nvSpPr>
          <p:spPr>
            <a:xfrm>
              <a:off x="11371092" y="431826"/>
              <a:ext cx="90316" cy="162570"/>
            </a:xfrm>
            <a:custGeom>
              <a:avLst/>
              <a:gdLst>
                <a:gd name="connsiteX0" fmla="*/ 8287 w 47625"/>
                <a:gd name="connsiteY0" fmla="*/ 7144 h 85725"/>
                <a:gd name="connsiteX1" fmla="*/ 8763 w 47625"/>
                <a:gd name="connsiteY1" fmla="*/ 26194 h 85725"/>
                <a:gd name="connsiteX2" fmla="*/ 8763 w 47625"/>
                <a:gd name="connsiteY2" fmla="*/ 45244 h 85725"/>
                <a:gd name="connsiteX3" fmla="*/ 8763 w 47625"/>
                <a:gd name="connsiteY3" fmla="*/ 64294 h 85725"/>
                <a:gd name="connsiteX4" fmla="*/ 8763 w 47625"/>
                <a:gd name="connsiteY4" fmla="*/ 83344 h 85725"/>
                <a:gd name="connsiteX5" fmla="*/ 8192 w 47625"/>
                <a:gd name="connsiteY5" fmla="*/ 81629 h 85725"/>
                <a:gd name="connsiteX6" fmla="*/ 21622 w 47625"/>
                <a:gd name="connsiteY6" fmla="*/ 78200 h 85725"/>
                <a:gd name="connsiteX7" fmla="*/ 32766 w 47625"/>
                <a:gd name="connsiteY7" fmla="*/ 70199 h 85725"/>
                <a:gd name="connsiteX8" fmla="*/ 37147 w 47625"/>
                <a:gd name="connsiteY8" fmla="*/ 64770 h 85725"/>
                <a:gd name="connsiteX9" fmla="*/ 40291 w 47625"/>
                <a:gd name="connsiteY9" fmla="*/ 58674 h 85725"/>
                <a:gd name="connsiteX10" fmla="*/ 42863 w 47625"/>
                <a:gd name="connsiteY10" fmla="*/ 45149 h 85725"/>
                <a:gd name="connsiteX11" fmla="*/ 42386 w 47625"/>
                <a:gd name="connsiteY11" fmla="*/ 38195 h 85725"/>
                <a:gd name="connsiteX12" fmla="*/ 40672 w 47625"/>
                <a:gd name="connsiteY12" fmla="*/ 31433 h 85725"/>
                <a:gd name="connsiteX13" fmla="*/ 37528 w 47625"/>
                <a:gd name="connsiteY13" fmla="*/ 25146 h 85725"/>
                <a:gd name="connsiteX14" fmla="*/ 33242 w 47625"/>
                <a:gd name="connsiteY14" fmla="*/ 19717 h 85725"/>
                <a:gd name="connsiteX15" fmla="*/ 27908 w 47625"/>
                <a:gd name="connsiteY15" fmla="*/ 15050 h 85725"/>
                <a:gd name="connsiteX16" fmla="*/ 21907 w 47625"/>
                <a:gd name="connsiteY16" fmla="*/ 11430 h 85725"/>
                <a:gd name="connsiteX17" fmla="*/ 8287 w 47625"/>
                <a:gd name="connsiteY17" fmla="*/ 7144 h 85725"/>
                <a:gd name="connsiteX18" fmla="*/ 8287 w 47625"/>
                <a:gd name="connsiteY18" fmla="*/ 7144 h 85725"/>
                <a:gd name="connsiteX19" fmla="*/ 22193 w 47625"/>
                <a:gd name="connsiteY19" fmla="*/ 10382 h 85725"/>
                <a:gd name="connsiteX20" fmla="*/ 28575 w 47625"/>
                <a:gd name="connsiteY20" fmla="*/ 13811 h 85725"/>
                <a:gd name="connsiteX21" fmla="*/ 34195 w 47625"/>
                <a:gd name="connsiteY21" fmla="*/ 18479 h 85725"/>
                <a:gd name="connsiteX22" fmla="*/ 38862 w 47625"/>
                <a:gd name="connsiteY22" fmla="*/ 24479 h 85725"/>
                <a:gd name="connsiteX23" fmla="*/ 42291 w 47625"/>
                <a:gd name="connsiteY23" fmla="*/ 30956 h 85725"/>
                <a:gd name="connsiteX24" fmla="*/ 44291 w 47625"/>
                <a:gd name="connsiteY24" fmla="*/ 38005 h 85725"/>
                <a:gd name="connsiteX25" fmla="*/ 44958 w 47625"/>
                <a:gd name="connsiteY25" fmla="*/ 45339 h 85725"/>
                <a:gd name="connsiteX26" fmla="*/ 42386 w 47625"/>
                <a:gd name="connsiteY26" fmla="*/ 59722 h 85725"/>
                <a:gd name="connsiteX27" fmla="*/ 39053 w 47625"/>
                <a:gd name="connsiteY27" fmla="*/ 66294 h 85725"/>
                <a:gd name="connsiteX28" fmla="*/ 34576 w 47625"/>
                <a:gd name="connsiteY28" fmla="*/ 72104 h 85725"/>
                <a:gd name="connsiteX29" fmla="*/ 28956 w 47625"/>
                <a:gd name="connsiteY29" fmla="*/ 76962 h 85725"/>
                <a:gd name="connsiteX30" fmla="*/ 22574 w 47625"/>
                <a:gd name="connsiteY30" fmla="*/ 80582 h 85725"/>
                <a:gd name="connsiteX31" fmla="*/ 8382 w 47625"/>
                <a:gd name="connsiteY31" fmla="*/ 84106 h 85725"/>
                <a:gd name="connsiteX32" fmla="*/ 7144 w 47625"/>
                <a:gd name="connsiteY32" fmla="*/ 84106 h 85725"/>
                <a:gd name="connsiteX33" fmla="*/ 7144 w 47625"/>
                <a:gd name="connsiteY33" fmla="*/ 64008 h 85725"/>
                <a:gd name="connsiteX34" fmla="*/ 7144 w 47625"/>
                <a:gd name="connsiteY34" fmla="*/ 44958 h 85725"/>
                <a:gd name="connsiteX35" fmla="*/ 7144 w 47625"/>
                <a:gd name="connsiteY35" fmla="*/ 25908 h 85725"/>
                <a:gd name="connsiteX36" fmla="*/ 8287 w 47625"/>
                <a:gd name="connsiteY36"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7625" h="85725">
                  <a:moveTo>
                    <a:pt x="8287" y="7144"/>
                  </a:moveTo>
                  <a:cubicBezTo>
                    <a:pt x="8287" y="13430"/>
                    <a:pt x="8287" y="19717"/>
                    <a:pt x="8763" y="26194"/>
                  </a:cubicBezTo>
                  <a:cubicBezTo>
                    <a:pt x="9239" y="32671"/>
                    <a:pt x="8763" y="38767"/>
                    <a:pt x="8763" y="45244"/>
                  </a:cubicBezTo>
                  <a:cubicBezTo>
                    <a:pt x="8763" y="51721"/>
                    <a:pt x="8763" y="57721"/>
                    <a:pt x="8763" y="64294"/>
                  </a:cubicBezTo>
                  <a:lnTo>
                    <a:pt x="8763" y="83344"/>
                  </a:lnTo>
                  <a:lnTo>
                    <a:pt x="8192" y="81629"/>
                  </a:lnTo>
                  <a:cubicBezTo>
                    <a:pt x="12832" y="81267"/>
                    <a:pt x="17375" y="80107"/>
                    <a:pt x="21622" y="78200"/>
                  </a:cubicBezTo>
                  <a:cubicBezTo>
                    <a:pt x="25819" y="76278"/>
                    <a:pt x="29603" y="73561"/>
                    <a:pt x="32766" y="70199"/>
                  </a:cubicBezTo>
                  <a:cubicBezTo>
                    <a:pt x="34380" y="68519"/>
                    <a:pt x="35846" y="66702"/>
                    <a:pt x="37147" y="64770"/>
                  </a:cubicBezTo>
                  <a:cubicBezTo>
                    <a:pt x="38401" y="62851"/>
                    <a:pt x="39455" y="60808"/>
                    <a:pt x="40291" y="58674"/>
                  </a:cubicBezTo>
                  <a:cubicBezTo>
                    <a:pt x="41948" y="54355"/>
                    <a:pt x="42819" y="49774"/>
                    <a:pt x="42863" y="45149"/>
                  </a:cubicBezTo>
                  <a:cubicBezTo>
                    <a:pt x="42849" y="42823"/>
                    <a:pt x="42690" y="40501"/>
                    <a:pt x="42386" y="38195"/>
                  </a:cubicBezTo>
                  <a:cubicBezTo>
                    <a:pt x="42018" y="35894"/>
                    <a:pt x="41444" y="33631"/>
                    <a:pt x="40672" y="31433"/>
                  </a:cubicBezTo>
                  <a:cubicBezTo>
                    <a:pt x="39856" y="29229"/>
                    <a:pt x="38802" y="27121"/>
                    <a:pt x="37528" y="25146"/>
                  </a:cubicBezTo>
                  <a:cubicBezTo>
                    <a:pt x="36267" y="23210"/>
                    <a:pt x="34833" y="21393"/>
                    <a:pt x="33242" y="19717"/>
                  </a:cubicBezTo>
                  <a:cubicBezTo>
                    <a:pt x="31600" y="18012"/>
                    <a:pt x="29816" y="16451"/>
                    <a:pt x="27908" y="15050"/>
                  </a:cubicBezTo>
                  <a:cubicBezTo>
                    <a:pt x="26058" y="13610"/>
                    <a:pt x="24044" y="12395"/>
                    <a:pt x="21907" y="11430"/>
                  </a:cubicBezTo>
                  <a:cubicBezTo>
                    <a:pt x="17608" y="9325"/>
                    <a:pt x="13017" y="7880"/>
                    <a:pt x="8287" y="7144"/>
                  </a:cubicBezTo>
                  <a:close/>
                  <a:moveTo>
                    <a:pt x="8287" y="7144"/>
                  </a:moveTo>
                  <a:cubicBezTo>
                    <a:pt x="13069" y="7450"/>
                    <a:pt x="17768" y="8545"/>
                    <a:pt x="22193" y="10382"/>
                  </a:cubicBezTo>
                  <a:cubicBezTo>
                    <a:pt x="24427" y="11315"/>
                    <a:pt x="26564" y="12464"/>
                    <a:pt x="28575" y="13811"/>
                  </a:cubicBezTo>
                  <a:cubicBezTo>
                    <a:pt x="30574" y="15210"/>
                    <a:pt x="32453" y="16771"/>
                    <a:pt x="34195" y="18479"/>
                  </a:cubicBezTo>
                  <a:cubicBezTo>
                    <a:pt x="35954" y="20312"/>
                    <a:pt x="37518" y="22323"/>
                    <a:pt x="38862" y="24479"/>
                  </a:cubicBezTo>
                  <a:cubicBezTo>
                    <a:pt x="40246" y="26502"/>
                    <a:pt x="41397" y="28674"/>
                    <a:pt x="42291" y="30956"/>
                  </a:cubicBezTo>
                  <a:cubicBezTo>
                    <a:pt x="43233" y="33219"/>
                    <a:pt x="43904" y="35585"/>
                    <a:pt x="44291" y="38005"/>
                  </a:cubicBezTo>
                  <a:cubicBezTo>
                    <a:pt x="44753" y="40422"/>
                    <a:pt x="44977" y="42878"/>
                    <a:pt x="44958" y="45339"/>
                  </a:cubicBezTo>
                  <a:cubicBezTo>
                    <a:pt x="45011" y="50252"/>
                    <a:pt x="44139" y="55131"/>
                    <a:pt x="42386" y="59722"/>
                  </a:cubicBezTo>
                  <a:cubicBezTo>
                    <a:pt x="41506" y="62022"/>
                    <a:pt x="40389" y="64225"/>
                    <a:pt x="39053" y="66294"/>
                  </a:cubicBezTo>
                  <a:cubicBezTo>
                    <a:pt x="37698" y="68333"/>
                    <a:pt x="36202" y="70274"/>
                    <a:pt x="34576" y="72104"/>
                  </a:cubicBezTo>
                  <a:cubicBezTo>
                    <a:pt x="32837" y="73873"/>
                    <a:pt x="30958" y="75498"/>
                    <a:pt x="28956" y="76962"/>
                  </a:cubicBezTo>
                  <a:cubicBezTo>
                    <a:pt x="26985" y="78426"/>
                    <a:pt x="24842" y="79641"/>
                    <a:pt x="22574" y="80582"/>
                  </a:cubicBezTo>
                  <a:cubicBezTo>
                    <a:pt x="18093" y="82598"/>
                    <a:pt x="13286" y="83792"/>
                    <a:pt x="8382" y="84106"/>
                  </a:cubicBezTo>
                  <a:lnTo>
                    <a:pt x="7144" y="84106"/>
                  </a:lnTo>
                  <a:lnTo>
                    <a:pt x="7144" y="64008"/>
                  </a:lnTo>
                  <a:cubicBezTo>
                    <a:pt x="7144" y="57721"/>
                    <a:pt x="7144" y="51435"/>
                    <a:pt x="7144" y="44958"/>
                  </a:cubicBezTo>
                  <a:cubicBezTo>
                    <a:pt x="7144" y="38481"/>
                    <a:pt x="7144" y="32385"/>
                    <a:pt x="7144" y="25908"/>
                  </a:cubicBezTo>
                  <a:cubicBezTo>
                    <a:pt x="7144" y="19431"/>
                    <a:pt x="8096" y="13430"/>
                    <a:pt x="8287" y="7144"/>
                  </a:cubicBezTo>
                  <a:close/>
                </a:path>
              </a:pathLst>
            </a:custGeom>
            <a:solidFill>
              <a:srgbClr val="FFFFFF"/>
            </a:soli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0734B978-4A65-42A5-95FF-84B4DBCBCA46}"/>
                </a:ext>
              </a:extLst>
            </p:cNvPr>
            <p:cNvSpPr/>
            <p:nvPr/>
          </p:nvSpPr>
          <p:spPr>
            <a:xfrm>
              <a:off x="11517044" y="416822"/>
              <a:ext cx="144506" cy="234823"/>
            </a:xfrm>
            <a:custGeom>
              <a:avLst/>
              <a:gdLst>
                <a:gd name="connsiteX0" fmla="*/ 7144 w 76200"/>
                <a:gd name="connsiteY0" fmla="*/ 120212 h 123825"/>
                <a:gd name="connsiteX1" fmla="*/ 7144 w 76200"/>
                <a:gd name="connsiteY1" fmla="*/ 7150 h 123825"/>
                <a:gd name="connsiteX2" fmla="*/ 14764 w 76200"/>
                <a:gd name="connsiteY2" fmla="*/ 7150 h 123825"/>
                <a:gd name="connsiteX3" fmla="*/ 46863 w 76200"/>
                <a:gd name="connsiteY3" fmla="*/ 16675 h 123825"/>
                <a:gd name="connsiteX4" fmla="*/ 71628 w 76200"/>
                <a:gd name="connsiteY4" fmla="*/ 63157 h 123825"/>
                <a:gd name="connsiteX5" fmla="*/ 54673 w 76200"/>
                <a:gd name="connsiteY5" fmla="*/ 103638 h 123825"/>
                <a:gd name="connsiteX6" fmla="*/ 14097 w 76200"/>
                <a:gd name="connsiteY6" fmla="*/ 120307 h 123825"/>
                <a:gd name="connsiteX7" fmla="*/ 15430 w 76200"/>
                <a:gd name="connsiteY7" fmla="*/ 14865 h 123825"/>
                <a:gd name="connsiteX8" fmla="*/ 15430 w 76200"/>
                <a:gd name="connsiteY8" fmla="*/ 111735 h 123825"/>
                <a:gd name="connsiteX9" fmla="*/ 44005 w 76200"/>
                <a:gd name="connsiteY9" fmla="*/ 102210 h 123825"/>
                <a:gd name="connsiteX10" fmla="*/ 63055 w 76200"/>
                <a:gd name="connsiteY10" fmla="*/ 62967 h 123825"/>
                <a:gd name="connsiteX11" fmla="*/ 44005 w 76200"/>
                <a:gd name="connsiteY11" fmla="*/ 24867 h 123825"/>
                <a:gd name="connsiteX12" fmla="*/ 30480 w 76200"/>
                <a:gd name="connsiteY12" fmla="*/ 17151 h 123825"/>
                <a:gd name="connsiteX13" fmla="*/ 15430 w 76200"/>
                <a:gd name="connsiteY13" fmla="*/ 1486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200" h="123825">
                  <a:moveTo>
                    <a:pt x="7144" y="120212"/>
                  </a:moveTo>
                  <a:lnTo>
                    <a:pt x="7144" y="7150"/>
                  </a:lnTo>
                  <a:lnTo>
                    <a:pt x="14764" y="7150"/>
                  </a:lnTo>
                  <a:cubicBezTo>
                    <a:pt x="26184" y="6978"/>
                    <a:pt x="37385" y="10301"/>
                    <a:pt x="46863" y="16675"/>
                  </a:cubicBezTo>
                  <a:cubicBezTo>
                    <a:pt x="62682" y="26769"/>
                    <a:pt x="72074" y="44397"/>
                    <a:pt x="71628" y="63157"/>
                  </a:cubicBezTo>
                  <a:cubicBezTo>
                    <a:pt x="71878" y="78427"/>
                    <a:pt x="65731" y="93105"/>
                    <a:pt x="54673" y="103638"/>
                  </a:cubicBezTo>
                  <a:cubicBezTo>
                    <a:pt x="44009" y="114528"/>
                    <a:pt x="29337" y="120555"/>
                    <a:pt x="14097" y="120307"/>
                  </a:cubicBezTo>
                  <a:close/>
                  <a:moveTo>
                    <a:pt x="15430" y="14865"/>
                  </a:moveTo>
                  <a:lnTo>
                    <a:pt x="15430" y="111735"/>
                  </a:lnTo>
                  <a:cubicBezTo>
                    <a:pt x="25735" y="111735"/>
                    <a:pt x="35762" y="108392"/>
                    <a:pt x="44005" y="102210"/>
                  </a:cubicBezTo>
                  <a:cubicBezTo>
                    <a:pt x="56325" y="92977"/>
                    <a:pt x="63422" y="78358"/>
                    <a:pt x="63055" y="62967"/>
                  </a:cubicBezTo>
                  <a:cubicBezTo>
                    <a:pt x="63489" y="47877"/>
                    <a:pt x="56337" y="33573"/>
                    <a:pt x="44005" y="24867"/>
                  </a:cubicBezTo>
                  <a:cubicBezTo>
                    <a:pt x="39913" y="21626"/>
                    <a:pt x="35353" y="19025"/>
                    <a:pt x="30480" y="17151"/>
                  </a:cubicBezTo>
                  <a:cubicBezTo>
                    <a:pt x="25628" y="15548"/>
                    <a:pt x="20540" y="14776"/>
                    <a:pt x="15430" y="14865"/>
                  </a:cubicBezTo>
                  <a:close/>
                </a:path>
              </a:pathLst>
            </a:custGeom>
            <a:solidFill>
              <a:srgbClr val="FFFFFF"/>
            </a:solid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CA637DE0-ADE8-4927-B168-5935E6CCCC14}"/>
                </a:ext>
              </a:extLst>
            </p:cNvPr>
            <p:cNvSpPr/>
            <p:nvPr/>
          </p:nvSpPr>
          <p:spPr>
            <a:xfrm>
              <a:off x="11516864" y="413583"/>
              <a:ext cx="144506" cy="234823"/>
            </a:xfrm>
            <a:custGeom>
              <a:avLst/>
              <a:gdLst>
                <a:gd name="connsiteX0" fmla="*/ 7239 w 76200"/>
                <a:gd name="connsiteY0" fmla="*/ 121920 h 123825"/>
                <a:gd name="connsiteX1" fmla="*/ 7239 w 76200"/>
                <a:gd name="connsiteY1" fmla="*/ 93345 h 123825"/>
                <a:gd name="connsiteX2" fmla="*/ 7239 w 76200"/>
                <a:gd name="connsiteY2" fmla="*/ 79248 h 123825"/>
                <a:gd name="connsiteX3" fmla="*/ 7239 w 76200"/>
                <a:gd name="connsiteY3" fmla="*/ 65056 h 123825"/>
                <a:gd name="connsiteX4" fmla="*/ 7239 w 76200"/>
                <a:gd name="connsiteY4" fmla="*/ 36481 h 123825"/>
                <a:gd name="connsiteX5" fmla="*/ 7239 w 76200"/>
                <a:gd name="connsiteY5" fmla="*/ 7144 h 123825"/>
                <a:gd name="connsiteX6" fmla="*/ 8382 w 76200"/>
                <a:gd name="connsiteY6" fmla="*/ 7144 h 123825"/>
                <a:gd name="connsiteX7" fmla="*/ 20574 w 76200"/>
                <a:gd name="connsiteY7" fmla="*/ 7144 h 123825"/>
                <a:gd name="connsiteX8" fmla="*/ 32766 w 76200"/>
                <a:gd name="connsiteY8" fmla="*/ 9144 h 123825"/>
                <a:gd name="connsiteX9" fmla="*/ 44196 w 76200"/>
                <a:gd name="connsiteY9" fmla="*/ 13811 h 123825"/>
                <a:gd name="connsiteX10" fmla="*/ 49435 w 76200"/>
                <a:gd name="connsiteY10" fmla="*/ 17145 h 123825"/>
                <a:gd name="connsiteX11" fmla="*/ 51911 w 76200"/>
                <a:gd name="connsiteY11" fmla="*/ 18859 h 123825"/>
                <a:gd name="connsiteX12" fmla="*/ 54292 w 76200"/>
                <a:gd name="connsiteY12" fmla="*/ 20860 h 123825"/>
                <a:gd name="connsiteX13" fmla="*/ 69151 w 76200"/>
                <a:gd name="connsiteY13" fmla="*/ 40386 h 123825"/>
                <a:gd name="connsiteX14" fmla="*/ 71723 w 76200"/>
                <a:gd name="connsiteY14" fmla="*/ 53150 h 123825"/>
                <a:gd name="connsiteX15" fmla="*/ 72771 w 76200"/>
                <a:gd name="connsiteY15" fmla="*/ 65342 h 123825"/>
                <a:gd name="connsiteX16" fmla="*/ 72771 w 76200"/>
                <a:gd name="connsiteY16" fmla="*/ 68390 h 123825"/>
                <a:gd name="connsiteX17" fmla="*/ 72771 w 76200"/>
                <a:gd name="connsiteY17" fmla="*/ 71533 h 123825"/>
                <a:gd name="connsiteX18" fmla="*/ 71818 w 76200"/>
                <a:gd name="connsiteY18" fmla="*/ 77629 h 123825"/>
                <a:gd name="connsiteX19" fmla="*/ 67913 w 76200"/>
                <a:gd name="connsiteY19" fmla="*/ 89249 h 123825"/>
                <a:gd name="connsiteX20" fmla="*/ 61436 w 76200"/>
                <a:gd name="connsiteY20" fmla="*/ 99632 h 123825"/>
                <a:gd name="connsiteX21" fmla="*/ 52959 w 76200"/>
                <a:gd name="connsiteY21" fmla="*/ 108490 h 123825"/>
                <a:gd name="connsiteX22" fmla="*/ 43434 w 76200"/>
                <a:gd name="connsiteY22" fmla="*/ 115538 h 123825"/>
                <a:gd name="connsiteX23" fmla="*/ 32194 w 76200"/>
                <a:gd name="connsiteY23" fmla="*/ 120206 h 123825"/>
                <a:gd name="connsiteX24" fmla="*/ 20193 w 76200"/>
                <a:gd name="connsiteY24" fmla="*/ 122206 h 123825"/>
                <a:gd name="connsiteX25" fmla="*/ 7239 w 76200"/>
                <a:gd name="connsiteY25" fmla="*/ 121920 h 123825"/>
                <a:gd name="connsiteX26" fmla="*/ 7239 w 76200"/>
                <a:gd name="connsiteY26" fmla="*/ 121920 h 123825"/>
                <a:gd name="connsiteX27" fmla="*/ 19336 w 76200"/>
                <a:gd name="connsiteY27" fmla="*/ 121920 h 123825"/>
                <a:gd name="connsiteX28" fmla="*/ 31147 w 76200"/>
                <a:gd name="connsiteY28" fmla="*/ 119539 h 123825"/>
                <a:gd name="connsiteX29" fmla="*/ 51626 w 76200"/>
                <a:gd name="connsiteY29" fmla="*/ 107537 h 123825"/>
                <a:gd name="connsiteX30" fmla="*/ 59722 w 76200"/>
                <a:gd name="connsiteY30" fmla="*/ 98774 h 123825"/>
                <a:gd name="connsiteX31" fmla="*/ 65818 w 76200"/>
                <a:gd name="connsiteY31" fmla="*/ 88583 h 123825"/>
                <a:gd name="connsiteX32" fmla="*/ 69437 w 76200"/>
                <a:gd name="connsiteY32" fmla="*/ 77248 h 123825"/>
                <a:gd name="connsiteX33" fmla="*/ 70294 w 76200"/>
                <a:gd name="connsiteY33" fmla="*/ 71342 h 123825"/>
                <a:gd name="connsiteX34" fmla="*/ 70295 w 76200"/>
                <a:gd name="connsiteY34" fmla="*/ 68485 h 123825"/>
                <a:gd name="connsiteX35" fmla="*/ 70295 w 76200"/>
                <a:gd name="connsiteY35" fmla="*/ 65437 h 123825"/>
                <a:gd name="connsiteX36" fmla="*/ 69532 w 76200"/>
                <a:gd name="connsiteY36" fmla="*/ 53150 h 123825"/>
                <a:gd name="connsiteX37" fmla="*/ 65913 w 76200"/>
                <a:gd name="connsiteY37" fmla="*/ 41910 h 123825"/>
                <a:gd name="connsiteX38" fmla="*/ 51625 w 76200"/>
                <a:gd name="connsiteY38" fmla="*/ 23336 h 123825"/>
                <a:gd name="connsiteX39" fmla="*/ 49244 w 76200"/>
                <a:gd name="connsiteY39" fmla="*/ 21431 h 123825"/>
                <a:gd name="connsiteX40" fmla="*/ 46863 w 76200"/>
                <a:gd name="connsiteY40" fmla="*/ 19717 h 123825"/>
                <a:gd name="connsiteX41" fmla="*/ 41815 w 76200"/>
                <a:gd name="connsiteY41" fmla="*/ 16573 h 123825"/>
                <a:gd name="connsiteX42" fmla="*/ 30956 w 76200"/>
                <a:gd name="connsiteY42" fmla="*/ 12097 h 123825"/>
                <a:gd name="connsiteX43" fmla="*/ 19145 w 76200"/>
                <a:gd name="connsiteY43" fmla="*/ 10097 h 123825"/>
                <a:gd name="connsiteX44" fmla="*/ 7144 w 76200"/>
                <a:gd name="connsiteY44" fmla="*/ 10096 h 123825"/>
                <a:gd name="connsiteX45" fmla="*/ 8287 w 76200"/>
                <a:gd name="connsiteY45" fmla="*/ 9049 h 123825"/>
                <a:gd name="connsiteX46" fmla="*/ 8287 w 76200"/>
                <a:gd name="connsiteY46" fmla="*/ 37624 h 123825"/>
                <a:gd name="connsiteX47" fmla="*/ 8287 w 76200"/>
                <a:gd name="connsiteY47" fmla="*/ 66199 h 123825"/>
                <a:gd name="connsiteX48" fmla="*/ 8287 w 76200"/>
                <a:gd name="connsiteY48" fmla="*/ 80391 h 123825"/>
                <a:gd name="connsiteX49" fmla="*/ 8287 w 76200"/>
                <a:gd name="connsiteY49" fmla="*/ 94488 h 123825"/>
                <a:gd name="connsiteX50" fmla="*/ 7239 w 76200"/>
                <a:gd name="connsiteY50" fmla="*/ 12192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6200" h="123825">
                  <a:moveTo>
                    <a:pt x="7239" y="121920"/>
                  </a:moveTo>
                  <a:cubicBezTo>
                    <a:pt x="7239" y="112395"/>
                    <a:pt x="7239" y="102870"/>
                    <a:pt x="7239" y="93345"/>
                  </a:cubicBezTo>
                  <a:lnTo>
                    <a:pt x="7239" y="79248"/>
                  </a:lnTo>
                  <a:lnTo>
                    <a:pt x="7239" y="65056"/>
                  </a:lnTo>
                  <a:lnTo>
                    <a:pt x="7239" y="36481"/>
                  </a:lnTo>
                  <a:lnTo>
                    <a:pt x="7239" y="7144"/>
                  </a:lnTo>
                  <a:lnTo>
                    <a:pt x="8382" y="7144"/>
                  </a:lnTo>
                  <a:cubicBezTo>
                    <a:pt x="12382" y="7144"/>
                    <a:pt x="16383" y="7144"/>
                    <a:pt x="20574" y="7144"/>
                  </a:cubicBezTo>
                  <a:cubicBezTo>
                    <a:pt x="24691" y="7432"/>
                    <a:pt x="28773" y="8101"/>
                    <a:pt x="32766" y="9144"/>
                  </a:cubicBezTo>
                  <a:cubicBezTo>
                    <a:pt x="36735" y="10277"/>
                    <a:pt x="40568" y="11843"/>
                    <a:pt x="44196" y="13811"/>
                  </a:cubicBezTo>
                  <a:cubicBezTo>
                    <a:pt x="46019" y="14798"/>
                    <a:pt x="47769" y="15912"/>
                    <a:pt x="49435" y="17145"/>
                  </a:cubicBezTo>
                  <a:lnTo>
                    <a:pt x="51911" y="18859"/>
                  </a:lnTo>
                  <a:lnTo>
                    <a:pt x="54292" y="20860"/>
                  </a:lnTo>
                  <a:cubicBezTo>
                    <a:pt x="60666" y="26154"/>
                    <a:pt x="65748" y="32832"/>
                    <a:pt x="69151" y="40386"/>
                  </a:cubicBezTo>
                  <a:cubicBezTo>
                    <a:pt x="70560" y="44511"/>
                    <a:pt x="71425" y="48801"/>
                    <a:pt x="71723" y="53150"/>
                  </a:cubicBezTo>
                  <a:cubicBezTo>
                    <a:pt x="72454" y="57172"/>
                    <a:pt x="72805" y="61254"/>
                    <a:pt x="72771" y="65342"/>
                  </a:cubicBezTo>
                  <a:cubicBezTo>
                    <a:pt x="72771" y="66389"/>
                    <a:pt x="72771" y="67342"/>
                    <a:pt x="72771" y="68390"/>
                  </a:cubicBezTo>
                  <a:cubicBezTo>
                    <a:pt x="72771" y="69437"/>
                    <a:pt x="72771" y="70485"/>
                    <a:pt x="72771" y="71533"/>
                  </a:cubicBezTo>
                  <a:cubicBezTo>
                    <a:pt x="72586" y="73583"/>
                    <a:pt x="72267" y="75619"/>
                    <a:pt x="71818" y="77629"/>
                  </a:cubicBezTo>
                  <a:cubicBezTo>
                    <a:pt x="70949" y="81634"/>
                    <a:pt x="69639" y="85531"/>
                    <a:pt x="67913" y="89249"/>
                  </a:cubicBezTo>
                  <a:cubicBezTo>
                    <a:pt x="66164" y="92949"/>
                    <a:pt x="63991" y="96434"/>
                    <a:pt x="61436" y="99632"/>
                  </a:cubicBezTo>
                  <a:cubicBezTo>
                    <a:pt x="58936" y="102880"/>
                    <a:pt x="56094" y="105850"/>
                    <a:pt x="52959" y="108490"/>
                  </a:cubicBezTo>
                  <a:cubicBezTo>
                    <a:pt x="50083" y="111218"/>
                    <a:pt x="46884" y="113585"/>
                    <a:pt x="43434" y="115538"/>
                  </a:cubicBezTo>
                  <a:cubicBezTo>
                    <a:pt x="39880" y="117522"/>
                    <a:pt x="36108" y="119088"/>
                    <a:pt x="32194" y="120206"/>
                  </a:cubicBezTo>
                  <a:cubicBezTo>
                    <a:pt x="28288" y="121348"/>
                    <a:pt x="24259" y="122020"/>
                    <a:pt x="20193" y="122206"/>
                  </a:cubicBezTo>
                  <a:cubicBezTo>
                    <a:pt x="15335" y="122206"/>
                    <a:pt x="11239" y="122015"/>
                    <a:pt x="7239" y="121920"/>
                  </a:cubicBezTo>
                  <a:close/>
                  <a:moveTo>
                    <a:pt x="7239" y="121920"/>
                  </a:moveTo>
                  <a:cubicBezTo>
                    <a:pt x="11239" y="121920"/>
                    <a:pt x="15335" y="121920"/>
                    <a:pt x="19336" y="121920"/>
                  </a:cubicBezTo>
                  <a:cubicBezTo>
                    <a:pt x="23346" y="121550"/>
                    <a:pt x="27306" y="120751"/>
                    <a:pt x="31147" y="119539"/>
                  </a:cubicBezTo>
                  <a:cubicBezTo>
                    <a:pt x="38757" y="117058"/>
                    <a:pt x="45742" y="112965"/>
                    <a:pt x="51626" y="107537"/>
                  </a:cubicBezTo>
                  <a:cubicBezTo>
                    <a:pt x="54639" y="104923"/>
                    <a:pt x="57354" y="101984"/>
                    <a:pt x="59722" y="98774"/>
                  </a:cubicBezTo>
                  <a:cubicBezTo>
                    <a:pt x="62167" y="95642"/>
                    <a:pt x="64215" y="92219"/>
                    <a:pt x="65818" y="88583"/>
                  </a:cubicBezTo>
                  <a:cubicBezTo>
                    <a:pt x="67451" y="84954"/>
                    <a:pt x="68665" y="81151"/>
                    <a:pt x="69437" y="77248"/>
                  </a:cubicBezTo>
                  <a:cubicBezTo>
                    <a:pt x="69823" y="75295"/>
                    <a:pt x="70109" y="73324"/>
                    <a:pt x="70294" y="71342"/>
                  </a:cubicBezTo>
                  <a:cubicBezTo>
                    <a:pt x="70295" y="70390"/>
                    <a:pt x="70295" y="69437"/>
                    <a:pt x="70295" y="68485"/>
                  </a:cubicBezTo>
                  <a:cubicBezTo>
                    <a:pt x="70295" y="67532"/>
                    <a:pt x="70295" y="66389"/>
                    <a:pt x="70295" y="65437"/>
                  </a:cubicBezTo>
                  <a:cubicBezTo>
                    <a:pt x="70398" y="61327"/>
                    <a:pt x="70143" y="57215"/>
                    <a:pt x="69532" y="53150"/>
                  </a:cubicBezTo>
                  <a:cubicBezTo>
                    <a:pt x="68774" y="49273"/>
                    <a:pt x="67559" y="45500"/>
                    <a:pt x="65913" y="41910"/>
                  </a:cubicBezTo>
                  <a:cubicBezTo>
                    <a:pt x="62608" y="34723"/>
                    <a:pt x="57725" y="28374"/>
                    <a:pt x="51625" y="23336"/>
                  </a:cubicBezTo>
                  <a:lnTo>
                    <a:pt x="49244" y="21431"/>
                  </a:lnTo>
                  <a:lnTo>
                    <a:pt x="46863" y="19717"/>
                  </a:lnTo>
                  <a:cubicBezTo>
                    <a:pt x="45238" y="18580"/>
                    <a:pt x="43552" y="17530"/>
                    <a:pt x="41815" y="16573"/>
                  </a:cubicBezTo>
                  <a:cubicBezTo>
                    <a:pt x="38387" y="14653"/>
                    <a:pt x="34741" y="13150"/>
                    <a:pt x="30956" y="12097"/>
                  </a:cubicBezTo>
                  <a:cubicBezTo>
                    <a:pt x="27106" y="10994"/>
                    <a:pt x="23144" y="10323"/>
                    <a:pt x="19145" y="10097"/>
                  </a:cubicBezTo>
                  <a:cubicBezTo>
                    <a:pt x="15240" y="10096"/>
                    <a:pt x="11144" y="10096"/>
                    <a:pt x="7144" y="10096"/>
                  </a:cubicBezTo>
                  <a:lnTo>
                    <a:pt x="8287" y="9049"/>
                  </a:lnTo>
                  <a:lnTo>
                    <a:pt x="8287" y="37624"/>
                  </a:lnTo>
                  <a:lnTo>
                    <a:pt x="8287" y="66199"/>
                  </a:lnTo>
                  <a:lnTo>
                    <a:pt x="8287" y="80391"/>
                  </a:lnTo>
                  <a:lnTo>
                    <a:pt x="8287" y="94488"/>
                  </a:lnTo>
                  <a:cubicBezTo>
                    <a:pt x="7525" y="103061"/>
                    <a:pt x="7429" y="112490"/>
                    <a:pt x="7239" y="121920"/>
                  </a:cubicBezTo>
                  <a:close/>
                </a:path>
              </a:pathLst>
            </a:custGeom>
            <a:solidFill>
              <a:srgbClr val="FFFFFF"/>
            </a:solid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94FBD9A-8993-4D36-9D8D-60844A268D7D}"/>
                </a:ext>
              </a:extLst>
            </p:cNvPr>
            <p:cNvSpPr/>
            <p:nvPr/>
          </p:nvSpPr>
          <p:spPr>
            <a:xfrm>
              <a:off x="11530592" y="431363"/>
              <a:ext cx="108380" cy="198696"/>
            </a:xfrm>
            <a:custGeom>
              <a:avLst/>
              <a:gdLst>
                <a:gd name="connsiteX0" fmla="*/ 8287 w 57150"/>
                <a:gd name="connsiteY0" fmla="*/ 7197 h 104775"/>
                <a:gd name="connsiteX1" fmla="*/ 8763 w 57150"/>
                <a:gd name="connsiteY1" fmla="*/ 31486 h 104775"/>
                <a:gd name="connsiteX2" fmla="*/ 8763 w 57150"/>
                <a:gd name="connsiteY2" fmla="*/ 55680 h 104775"/>
                <a:gd name="connsiteX3" fmla="*/ 8763 w 57150"/>
                <a:gd name="connsiteY3" fmla="*/ 79873 h 104775"/>
                <a:gd name="connsiteX4" fmla="*/ 8763 w 57150"/>
                <a:gd name="connsiteY4" fmla="*/ 104067 h 104775"/>
                <a:gd name="connsiteX5" fmla="*/ 7620 w 57150"/>
                <a:gd name="connsiteY5" fmla="*/ 102924 h 104775"/>
                <a:gd name="connsiteX6" fmla="*/ 17145 w 57150"/>
                <a:gd name="connsiteY6" fmla="*/ 101876 h 104775"/>
                <a:gd name="connsiteX7" fmla="*/ 25908 w 57150"/>
                <a:gd name="connsiteY7" fmla="*/ 99114 h 104775"/>
                <a:gd name="connsiteX8" fmla="*/ 34004 w 57150"/>
                <a:gd name="connsiteY8" fmla="*/ 94637 h 104775"/>
                <a:gd name="connsiteX9" fmla="*/ 35814 w 57150"/>
                <a:gd name="connsiteY9" fmla="*/ 93303 h 104775"/>
                <a:gd name="connsiteX10" fmla="*/ 37624 w 57150"/>
                <a:gd name="connsiteY10" fmla="*/ 91779 h 104775"/>
                <a:gd name="connsiteX11" fmla="*/ 41053 w 57150"/>
                <a:gd name="connsiteY11" fmla="*/ 88731 h 104775"/>
                <a:gd name="connsiteX12" fmla="*/ 46958 w 57150"/>
                <a:gd name="connsiteY12" fmla="*/ 81683 h 104775"/>
                <a:gd name="connsiteX13" fmla="*/ 51340 w 57150"/>
                <a:gd name="connsiteY13" fmla="*/ 73587 h 104775"/>
                <a:gd name="connsiteX14" fmla="*/ 53912 w 57150"/>
                <a:gd name="connsiteY14" fmla="*/ 64728 h 104775"/>
                <a:gd name="connsiteX15" fmla="*/ 54769 w 57150"/>
                <a:gd name="connsiteY15" fmla="*/ 55203 h 104775"/>
                <a:gd name="connsiteX16" fmla="*/ 54102 w 57150"/>
                <a:gd name="connsiteY16" fmla="*/ 45678 h 104775"/>
                <a:gd name="connsiteX17" fmla="*/ 51626 w 57150"/>
                <a:gd name="connsiteY17" fmla="*/ 36725 h 104775"/>
                <a:gd name="connsiteX18" fmla="*/ 47339 w 57150"/>
                <a:gd name="connsiteY18" fmla="*/ 28533 h 104775"/>
                <a:gd name="connsiteX19" fmla="*/ 41339 w 57150"/>
                <a:gd name="connsiteY19" fmla="*/ 21390 h 104775"/>
                <a:gd name="connsiteX20" fmla="*/ 34195 w 57150"/>
                <a:gd name="connsiteY20" fmla="*/ 15389 h 104775"/>
                <a:gd name="connsiteX21" fmla="*/ 26289 w 57150"/>
                <a:gd name="connsiteY21" fmla="*/ 10531 h 104775"/>
                <a:gd name="connsiteX22" fmla="*/ 17431 w 57150"/>
                <a:gd name="connsiteY22" fmla="*/ 7483 h 104775"/>
                <a:gd name="connsiteX23" fmla="*/ 8287 w 57150"/>
                <a:gd name="connsiteY23" fmla="*/ 7197 h 104775"/>
                <a:gd name="connsiteX24" fmla="*/ 8287 w 57150"/>
                <a:gd name="connsiteY24" fmla="*/ 7197 h 104775"/>
                <a:gd name="connsiteX25" fmla="*/ 17812 w 57150"/>
                <a:gd name="connsiteY25" fmla="*/ 7769 h 104775"/>
                <a:gd name="connsiteX26" fmla="*/ 27337 w 57150"/>
                <a:gd name="connsiteY26" fmla="*/ 10436 h 104775"/>
                <a:gd name="connsiteX27" fmla="*/ 35623 w 57150"/>
                <a:gd name="connsiteY27" fmla="*/ 15198 h 104775"/>
                <a:gd name="connsiteX28" fmla="*/ 43053 w 57150"/>
                <a:gd name="connsiteY28" fmla="*/ 21104 h 104775"/>
                <a:gd name="connsiteX29" fmla="*/ 49435 w 57150"/>
                <a:gd name="connsiteY29" fmla="*/ 28343 h 104775"/>
                <a:gd name="connsiteX30" fmla="*/ 54102 w 57150"/>
                <a:gd name="connsiteY30" fmla="*/ 36725 h 104775"/>
                <a:gd name="connsiteX31" fmla="*/ 56864 w 57150"/>
                <a:gd name="connsiteY31" fmla="*/ 46250 h 104775"/>
                <a:gd name="connsiteX32" fmla="*/ 57721 w 57150"/>
                <a:gd name="connsiteY32" fmla="*/ 55775 h 104775"/>
                <a:gd name="connsiteX33" fmla="*/ 56864 w 57150"/>
                <a:gd name="connsiteY33" fmla="*/ 65300 h 104775"/>
                <a:gd name="connsiteX34" fmla="*/ 54197 w 57150"/>
                <a:gd name="connsiteY34" fmla="*/ 74825 h 104775"/>
                <a:gd name="connsiteX35" fmla="*/ 49720 w 57150"/>
                <a:gd name="connsiteY35" fmla="*/ 83397 h 104775"/>
                <a:gd name="connsiteX36" fmla="*/ 43529 w 57150"/>
                <a:gd name="connsiteY36" fmla="*/ 90827 h 104775"/>
                <a:gd name="connsiteX37" fmla="*/ 39910 w 57150"/>
                <a:gd name="connsiteY37" fmla="*/ 94065 h 104775"/>
                <a:gd name="connsiteX38" fmla="*/ 38100 w 57150"/>
                <a:gd name="connsiteY38" fmla="*/ 95589 h 104775"/>
                <a:gd name="connsiteX39" fmla="*/ 36100 w 57150"/>
                <a:gd name="connsiteY39" fmla="*/ 97018 h 104775"/>
                <a:gd name="connsiteX40" fmla="*/ 27623 w 57150"/>
                <a:gd name="connsiteY40" fmla="*/ 101685 h 104775"/>
                <a:gd name="connsiteX41" fmla="*/ 18098 w 57150"/>
                <a:gd name="connsiteY41" fmla="*/ 104543 h 104775"/>
                <a:gd name="connsiteX42" fmla="*/ 8573 w 57150"/>
                <a:gd name="connsiteY42" fmla="*/ 105591 h 104775"/>
                <a:gd name="connsiteX43" fmla="*/ 7144 w 57150"/>
                <a:gd name="connsiteY43" fmla="*/ 105591 h 104775"/>
                <a:gd name="connsiteX44" fmla="*/ 7144 w 57150"/>
                <a:gd name="connsiteY44" fmla="*/ 80159 h 104775"/>
                <a:gd name="connsiteX45" fmla="*/ 7144 w 57150"/>
                <a:gd name="connsiteY45" fmla="*/ 55965 h 104775"/>
                <a:gd name="connsiteX46" fmla="*/ 7144 w 57150"/>
                <a:gd name="connsiteY46" fmla="*/ 31772 h 104775"/>
                <a:gd name="connsiteX47" fmla="*/ 8287 w 57150"/>
                <a:gd name="connsiteY47" fmla="*/ 7197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7150" h="104775">
                  <a:moveTo>
                    <a:pt x="8287" y="7197"/>
                  </a:moveTo>
                  <a:cubicBezTo>
                    <a:pt x="8287" y="15294"/>
                    <a:pt x="8287" y="23390"/>
                    <a:pt x="8763" y="31486"/>
                  </a:cubicBezTo>
                  <a:cubicBezTo>
                    <a:pt x="9239" y="39582"/>
                    <a:pt x="8763" y="47583"/>
                    <a:pt x="8763" y="55680"/>
                  </a:cubicBezTo>
                  <a:lnTo>
                    <a:pt x="8763" y="79873"/>
                  </a:lnTo>
                  <a:lnTo>
                    <a:pt x="8763" y="104067"/>
                  </a:lnTo>
                  <a:lnTo>
                    <a:pt x="7620" y="102924"/>
                  </a:lnTo>
                  <a:cubicBezTo>
                    <a:pt x="10818" y="102836"/>
                    <a:pt x="14004" y="102485"/>
                    <a:pt x="17145" y="101876"/>
                  </a:cubicBezTo>
                  <a:cubicBezTo>
                    <a:pt x="20142" y="101214"/>
                    <a:pt x="23074" y="100290"/>
                    <a:pt x="25908" y="99114"/>
                  </a:cubicBezTo>
                  <a:cubicBezTo>
                    <a:pt x="28735" y="97867"/>
                    <a:pt x="31445" y="96369"/>
                    <a:pt x="34004" y="94637"/>
                  </a:cubicBezTo>
                  <a:lnTo>
                    <a:pt x="35814" y="93303"/>
                  </a:lnTo>
                  <a:lnTo>
                    <a:pt x="37624" y="91779"/>
                  </a:lnTo>
                  <a:cubicBezTo>
                    <a:pt x="38767" y="90827"/>
                    <a:pt x="40005" y="89779"/>
                    <a:pt x="41053" y="88731"/>
                  </a:cubicBezTo>
                  <a:cubicBezTo>
                    <a:pt x="43250" y="86583"/>
                    <a:pt x="45228" y="84222"/>
                    <a:pt x="46958" y="81683"/>
                  </a:cubicBezTo>
                  <a:cubicBezTo>
                    <a:pt x="48695" y="79143"/>
                    <a:pt x="50164" y="76430"/>
                    <a:pt x="51340" y="73587"/>
                  </a:cubicBezTo>
                  <a:cubicBezTo>
                    <a:pt x="52482" y="70724"/>
                    <a:pt x="53343" y="67757"/>
                    <a:pt x="53912" y="64728"/>
                  </a:cubicBezTo>
                  <a:cubicBezTo>
                    <a:pt x="54502" y="61588"/>
                    <a:pt x="54789" y="58398"/>
                    <a:pt x="54769" y="55203"/>
                  </a:cubicBezTo>
                  <a:cubicBezTo>
                    <a:pt x="54804" y="52015"/>
                    <a:pt x="54581" y="48830"/>
                    <a:pt x="54102" y="45678"/>
                  </a:cubicBezTo>
                  <a:cubicBezTo>
                    <a:pt x="53613" y="42611"/>
                    <a:pt x="52782" y="39608"/>
                    <a:pt x="51626" y="36725"/>
                  </a:cubicBezTo>
                  <a:cubicBezTo>
                    <a:pt x="50484" y="33853"/>
                    <a:pt x="49047" y="31108"/>
                    <a:pt x="47339" y="28533"/>
                  </a:cubicBezTo>
                  <a:cubicBezTo>
                    <a:pt x="45606" y="25940"/>
                    <a:pt x="43594" y="23544"/>
                    <a:pt x="41339" y="21390"/>
                  </a:cubicBezTo>
                  <a:cubicBezTo>
                    <a:pt x="39085" y="19242"/>
                    <a:pt x="36699" y="17237"/>
                    <a:pt x="34195" y="15389"/>
                  </a:cubicBezTo>
                  <a:cubicBezTo>
                    <a:pt x="31710" y="13536"/>
                    <a:pt x="29064" y="11911"/>
                    <a:pt x="26289" y="10531"/>
                  </a:cubicBezTo>
                  <a:cubicBezTo>
                    <a:pt x="23492" y="9108"/>
                    <a:pt x="20511" y="8082"/>
                    <a:pt x="17431" y="7483"/>
                  </a:cubicBezTo>
                  <a:cubicBezTo>
                    <a:pt x="14394" y="7167"/>
                    <a:pt x="11338" y="7072"/>
                    <a:pt x="8287" y="7197"/>
                  </a:cubicBezTo>
                  <a:close/>
                  <a:moveTo>
                    <a:pt x="8287" y="7197"/>
                  </a:moveTo>
                  <a:cubicBezTo>
                    <a:pt x="11472" y="7142"/>
                    <a:pt x="14656" y="7334"/>
                    <a:pt x="17812" y="7769"/>
                  </a:cubicBezTo>
                  <a:cubicBezTo>
                    <a:pt x="21101" y="8183"/>
                    <a:pt x="24311" y="9082"/>
                    <a:pt x="27337" y="10436"/>
                  </a:cubicBezTo>
                  <a:cubicBezTo>
                    <a:pt x="30232" y="11780"/>
                    <a:pt x="33005" y="13373"/>
                    <a:pt x="35623" y="15198"/>
                  </a:cubicBezTo>
                  <a:cubicBezTo>
                    <a:pt x="38266" y="16948"/>
                    <a:pt x="40752" y="18924"/>
                    <a:pt x="43053" y="21104"/>
                  </a:cubicBezTo>
                  <a:cubicBezTo>
                    <a:pt x="45427" y="23288"/>
                    <a:pt x="47565" y="25714"/>
                    <a:pt x="49435" y="28343"/>
                  </a:cubicBezTo>
                  <a:cubicBezTo>
                    <a:pt x="51285" y="30962"/>
                    <a:pt x="52850" y="33772"/>
                    <a:pt x="54102" y="36725"/>
                  </a:cubicBezTo>
                  <a:cubicBezTo>
                    <a:pt x="55372" y="39788"/>
                    <a:pt x="56298" y="42982"/>
                    <a:pt x="56864" y="46250"/>
                  </a:cubicBezTo>
                  <a:cubicBezTo>
                    <a:pt x="57385" y="49399"/>
                    <a:pt x="57672" y="52583"/>
                    <a:pt x="57721" y="55775"/>
                  </a:cubicBezTo>
                  <a:cubicBezTo>
                    <a:pt x="57720" y="58969"/>
                    <a:pt x="57433" y="62157"/>
                    <a:pt x="56864" y="65300"/>
                  </a:cubicBezTo>
                  <a:cubicBezTo>
                    <a:pt x="56325" y="68562"/>
                    <a:pt x="55430" y="71756"/>
                    <a:pt x="54197" y="74825"/>
                  </a:cubicBezTo>
                  <a:cubicBezTo>
                    <a:pt x="52934" y="77796"/>
                    <a:pt x="51437" y="80662"/>
                    <a:pt x="49720" y="83397"/>
                  </a:cubicBezTo>
                  <a:cubicBezTo>
                    <a:pt x="47896" y="86063"/>
                    <a:pt x="45823" y="88551"/>
                    <a:pt x="43529" y="90827"/>
                  </a:cubicBezTo>
                  <a:cubicBezTo>
                    <a:pt x="42386" y="91970"/>
                    <a:pt x="41148" y="93018"/>
                    <a:pt x="39910" y="94065"/>
                  </a:cubicBezTo>
                  <a:lnTo>
                    <a:pt x="38100" y="95589"/>
                  </a:lnTo>
                  <a:lnTo>
                    <a:pt x="36100" y="97018"/>
                  </a:lnTo>
                  <a:cubicBezTo>
                    <a:pt x="33447" y="98869"/>
                    <a:pt x="30605" y="100434"/>
                    <a:pt x="27623" y="101685"/>
                  </a:cubicBezTo>
                  <a:cubicBezTo>
                    <a:pt x="24546" y="102940"/>
                    <a:pt x="21357" y="103897"/>
                    <a:pt x="18098" y="104543"/>
                  </a:cubicBezTo>
                  <a:cubicBezTo>
                    <a:pt x="14960" y="105174"/>
                    <a:pt x="11772" y="105524"/>
                    <a:pt x="8573" y="105591"/>
                  </a:cubicBezTo>
                  <a:lnTo>
                    <a:pt x="7144" y="105591"/>
                  </a:lnTo>
                  <a:lnTo>
                    <a:pt x="7144" y="80159"/>
                  </a:lnTo>
                  <a:lnTo>
                    <a:pt x="7144" y="55965"/>
                  </a:lnTo>
                  <a:cubicBezTo>
                    <a:pt x="7144" y="47869"/>
                    <a:pt x="7144" y="39773"/>
                    <a:pt x="7144" y="31772"/>
                  </a:cubicBezTo>
                  <a:cubicBezTo>
                    <a:pt x="7144" y="23771"/>
                    <a:pt x="8096" y="15198"/>
                    <a:pt x="8287" y="7197"/>
                  </a:cubicBezTo>
                  <a:close/>
                </a:path>
              </a:pathLst>
            </a:custGeom>
            <a:solidFill>
              <a:srgbClr val="FFFFFF"/>
            </a:solid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894AD02E-586A-4A48-9451-9B950D88171E}"/>
                </a:ext>
              </a:extLst>
            </p:cNvPr>
            <p:cNvSpPr/>
            <p:nvPr/>
          </p:nvSpPr>
          <p:spPr>
            <a:xfrm>
              <a:off x="11702192" y="416827"/>
              <a:ext cx="108380" cy="234823"/>
            </a:xfrm>
            <a:custGeom>
              <a:avLst/>
              <a:gdLst>
                <a:gd name="connsiteX0" fmla="*/ 57436 w 57150"/>
                <a:gd name="connsiteY0" fmla="*/ 120209 h 123825"/>
                <a:gd name="connsiteX1" fmla="*/ 44387 w 57150"/>
                <a:gd name="connsiteY1" fmla="*/ 120209 h 123825"/>
                <a:gd name="connsiteX2" fmla="*/ 15145 w 57150"/>
                <a:gd name="connsiteY2" fmla="*/ 95825 h 123825"/>
                <a:gd name="connsiteX3" fmla="*/ 15145 w 57150"/>
                <a:gd name="connsiteY3" fmla="*/ 120209 h 123825"/>
                <a:gd name="connsiteX4" fmla="*/ 7144 w 57150"/>
                <a:gd name="connsiteY4" fmla="*/ 120209 h 123825"/>
                <a:gd name="connsiteX5" fmla="*/ 7144 w 57150"/>
                <a:gd name="connsiteY5" fmla="*/ 7147 h 123825"/>
                <a:gd name="connsiteX6" fmla="*/ 13240 w 57150"/>
                <a:gd name="connsiteY6" fmla="*/ 7147 h 123825"/>
                <a:gd name="connsiteX7" fmla="*/ 45244 w 57150"/>
                <a:gd name="connsiteY7" fmla="*/ 20197 h 123825"/>
                <a:gd name="connsiteX8" fmla="*/ 58579 w 57150"/>
                <a:gd name="connsiteY8" fmla="*/ 51915 h 123825"/>
                <a:gd name="connsiteX9" fmla="*/ 44482 w 57150"/>
                <a:gd name="connsiteY9" fmla="*/ 84776 h 123825"/>
                <a:gd name="connsiteX10" fmla="*/ 27146 w 57150"/>
                <a:gd name="connsiteY10" fmla="*/ 95158 h 123825"/>
                <a:gd name="connsiteX11" fmla="*/ 15145 w 57150"/>
                <a:gd name="connsiteY11" fmla="*/ 14863 h 123825"/>
                <a:gd name="connsiteX12" fmla="*/ 15145 w 57150"/>
                <a:gd name="connsiteY12" fmla="*/ 89539 h 123825"/>
                <a:gd name="connsiteX13" fmla="*/ 36195 w 57150"/>
                <a:gd name="connsiteY13" fmla="*/ 81633 h 123825"/>
                <a:gd name="connsiteX14" fmla="*/ 50482 w 57150"/>
                <a:gd name="connsiteY14" fmla="*/ 53058 h 123825"/>
                <a:gd name="connsiteX15" fmla="*/ 35719 w 57150"/>
                <a:gd name="connsiteY15" fmla="*/ 22864 h 123825"/>
                <a:gd name="connsiteX16" fmla="*/ 15145 w 57150"/>
                <a:gd name="connsiteY16" fmla="*/ 14863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7150" h="123825">
                  <a:moveTo>
                    <a:pt x="57436" y="120209"/>
                  </a:moveTo>
                  <a:lnTo>
                    <a:pt x="44387" y="120209"/>
                  </a:lnTo>
                  <a:lnTo>
                    <a:pt x="15145" y="95825"/>
                  </a:lnTo>
                  <a:lnTo>
                    <a:pt x="15145" y="120209"/>
                  </a:lnTo>
                  <a:lnTo>
                    <a:pt x="7144" y="120209"/>
                  </a:lnTo>
                  <a:lnTo>
                    <a:pt x="7144" y="7147"/>
                  </a:lnTo>
                  <a:lnTo>
                    <a:pt x="13240" y="7147"/>
                  </a:lnTo>
                  <a:cubicBezTo>
                    <a:pt x="25233" y="6994"/>
                    <a:pt x="36777" y="11702"/>
                    <a:pt x="45244" y="20197"/>
                  </a:cubicBezTo>
                  <a:cubicBezTo>
                    <a:pt x="53933" y="28436"/>
                    <a:pt x="58770" y="39941"/>
                    <a:pt x="58579" y="51915"/>
                  </a:cubicBezTo>
                  <a:cubicBezTo>
                    <a:pt x="58730" y="64368"/>
                    <a:pt x="53610" y="76304"/>
                    <a:pt x="44482" y="84776"/>
                  </a:cubicBezTo>
                  <a:cubicBezTo>
                    <a:pt x="39468" y="89378"/>
                    <a:pt x="33570" y="92911"/>
                    <a:pt x="27146" y="95158"/>
                  </a:cubicBezTo>
                  <a:close/>
                  <a:moveTo>
                    <a:pt x="15145" y="14863"/>
                  </a:moveTo>
                  <a:lnTo>
                    <a:pt x="15145" y="89539"/>
                  </a:lnTo>
                  <a:cubicBezTo>
                    <a:pt x="22771" y="88960"/>
                    <a:pt x="30073" y="86217"/>
                    <a:pt x="36195" y="81633"/>
                  </a:cubicBezTo>
                  <a:cubicBezTo>
                    <a:pt x="45286" y="74969"/>
                    <a:pt x="50606" y="64329"/>
                    <a:pt x="50482" y="53058"/>
                  </a:cubicBezTo>
                  <a:cubicBezTo>
                    <a:pt x="50735" y="41198"/>
                    <a:pt x="45234" y="29948"/>
                    <a:pt x="35719" y="22864"/>
                  </a:cubicBezTo>
                  <a:cubicBezTo>
                    <a:pt x="29744" y="18324"/>
                    <a:pt x="22616" y="15552"/>
                    <a:pt x="15145" y="14863"/>
                  </a:cubicBezTo>
                  <a:close/>
                </a:path>
              </a:pathLst>
            </a:custGeom>
            <a:solidFill>
              <a:srgbClr val="FFFFFF"/>
            </a:solid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059E67C1-B155-4D57-A708-6D1F3A72B656}"/>
                </a:ext>
              </a:extLst>
            </p:cNvPr>
            <p:cNvSpPr/>
            <p:nvPr/>
          </p:nvSpPr>
          <p:spPr>
            <a:xfrm>
              <a:off x="11700024" y="414305"/>
              <a:ext cx="126443" cy="234823"/>
            </a:xfrm>
            <a:custGeom>
              <a:avLst/>
              <a:gdLst>
                <a:gd name="connsiteX0" fmla="*/ 58579 w 66675"/>
                <a:gd name="connsiteY0" fmla="*/ 121539 h 123825"/>
                <a:gd name="connsiteX1" fmla="*/ 45530 w 66675"/>
                <a:gd name="connsiteY1" fmla="*/ 121539 h 123825"/>
                <a:gd name="connsiteX2" fmla="*/ 45530 w 66675"/>
                <a:gd name="connsiteY2" fmla="*/ 121539 h 123825"/>
                <a:gd name="connsiteX3" fmla="*/ 15907 w 66675"/>
                <a:gd name="connsiteY3" fmla="*/ 97631 h 123825"/>
                <a:gd name="connsiteX4" fmla="*/ 16955 w 66675"/>
                <a:gd name="connsiteY4" fmla="*/ 97155 h 123825"/>
                <a:gd name="connsiteX5" fmla="*/ 16955 w 66675"/>
                <a:gd name="connsiteY5" fmla="*/ 121539 h 123825"/>
                <a:gd name="connsiteX6" fmla="*/ 16955 w 66675"/>
                <a:gd name="connsiteY6" fmla="*/ 122396 h 123825"/>
                <a:gd name="connsiteX7" fmla="*/ 7144 w 66675"/>
                <a:gd name="connsiteY7" fmla="*/ 122396 h 123825"/>
                <a:gd name="connsiteX8" fmla="*/ 7144 w 66675"/>
                <a:gd name="connsiteY8" fmla="*/ 121444 h 123825"/>
                <a:gd name="connsiteX9" fmla="*/ 7144 w 66675"/>
                <a:gd name="connsiteY9" fmla="*/ 92869 h 123825"/>
                <a:gd name="connsiteX10" fmla="*/ 7144 w 66675"/>
                <a:gd name="connsiteY10" fmla="*/ 7144 h 123825"/>
                <a:gd name="connsiteX11" fmla="*/ 16669 w 66675"/>
                <a:gd name="connsiteY11" fmla="*/ 7144 h 123825"/>
                <a:gd name="connsiteX12" fmla="*/ 25146 w 66675"/>
                <a:gd name="connsiteY12" fmla="*/ 8192 h 123825"/>
                <a:gd name="connsiteX13" fmla="*/ 40958 w 66675"/>
                <a:gd name="connsiteY13" fmla="*/ 15049 h 123825"/>
                <a:gd name="connsiteX14" fmla="*/ 47530 w 66675"/>
                <a:gd name="connsiteY14" fmla="*/ 20479 h 123825"/>
                <a:gd name="connsiteX15" fmla="*/ 53150 w 66675"/>
                <a:gd name="connsiteY15" fmla="*/ 27051 h 123825"/>
                <a:gd name="connsiteX16" fmla="*/ 59817 w 66675"/>
                <a:gd name="connsiteY16" fmla="*/ 43244 h 123825"/>
                <a:gd name="connsiteX17" fmla="*/ 60865 w 66675"/>
                <a:gd name="connsiteY17" fmla="*/ 51816 h 123825"/>
                <a:gd name="connsiteX18" fmla="*/ 60865 w 66675"/>
                <a:gd name="connsiteY18" fmla="*/ 58198 h 123825"/>
                <a:gd name="connsiteX19" fmla="*/ 60865 w 66675"/>
                <a:gd name="connsiteY19" fmla="*/ 60389 h 123825"/>
                <a:gd name="connsiteX20" fmla="*/ 55245 w 66675"/>
                <a:gd name="connsiteY20" fmla="*/ 76486 h 123825"/>
                <a:gd name="connsiteX21" fmla="*/ 50197 w 66675"/>
                <a:gd name="connsiteY21" fmla="*/ 83344 h 123825"/>
                <a:gd name="connsiteX22" fmla="*/ 44101 w 66675"/>
                <a:gd name="connsiteY22" fmla="*/ 89345 h 123825"/>
                <a:gd name="connsiteX23" fmla="*/ 29147 w 66675"/>
                <a:gd name="connsiteY23" fmla="*/ 97346 h 123825"/>
                <a:gd name="connsiteX24" fmla="*/ 29147 w 66675"/>
                <a:gd name="connsiteY24" fmla="*/ 96393 h 123825"/>
                <a:gd name="connsiteX25" fmla="*/ 58579 w 66675"/>
                <a:gd name="connsiteY25" fmla="*/ 121539 h 123825"/>
                <a:gd name="connsiteX26" fmla="*/ 28194 w 66675"/>
                <a:gd name="connsiteY26" fmla="*/ 96869 h 123825"/>
                <a:gd name="connsiteX27" fmla="*/ 27337 w 66675"/>
                <a:gd name="connsiteY27" fmla="*/ 96298 h 123825"/>
                <a:gd name="connsiteX28" fmla="*/ 28099 w 66675"/>
                <a:gd name="connsiteY28" fmla="*/ 96298 h 123825"/>
                <a:gd name="connsiteX29" fmla="*/ 42577 w 66675"/>
                <a:gd name="connsiteY29" fmla="*/ 88202 h 123825"/>
                <a:gd name="connsiteX30" fmla="*/ 48387 w 66675"/>
                <a:gd name="connsiteY30" fmla="*/ 82296 h 123825"/>
                <a:gd name="connsiteX31" fmla="*/ 53150 w 66675"/>
                <a:gd name="connsiteY31" fmla="*/ 75533 h 123825"/>
                <a:gd name="connsiteX32" fmla="*/ 58293 w 66675"/>
                <a:gd name="connsiteY32" fmla="*/ 60008 h 123825"/>
                <a:gd name="connsiteX33" fmla="*/ 58293 w 66675"/>
                <a:gd name="connsiteY33" fmla="*/ 57912 h 123825"/>
                <a:gd name="connsiteX34" fmla="*/ 58293 w 66675"/>
                <a:gd name="connsiteY34" fmla="*/ 53816 h 123825"/>
                <a:gd name="connsiteX35" fmla="*/ 58293 w 66675"/>
                <a:gd name="connsiteY35" fmla="*/ 51816 h 123825"/>
                <a:gd name="connsiteX36" fmla="*/ 57817 w 66675"/>
                <a:gd name="connsiteY36" fmla="*/ 43244 h 123825"/>
                <a:gd name="connsiteX37" fmla="*/ 51149 w 66675"/>
                <a:gd name="connsiteY37" fmla="*/ 28385 h 123825"/>
                <a:gd name="connsiteX38" fmla="*/ 45815 w 66675"/>
                <a:gd name="connsiteY38" fmla="*/ 22193 h 123825"/>
                <a:gd name="connsiteX39" fmla="*/ 39434 w 66675"/>
                <a:gd name="connsiteY39" fmla="*/ 16955 h 123825"/>
                <a:gd name="connsiteX40" fmla="*/ 24479 w 66675"/>
                <a:gd name="connsiteY40" fmla="*/ 10573 h 123825"/>
                <a:gd name="connsiteX41" fmla="*/ 16383 w 66675"/>
                <a:gd name="connsiteY41" fmla="*/ 9620 h 123825"/>
                <a:gd name="connsiteX42" fmla="*/ 8287 w 66675"/>
                <a:gd name="connsiteY42" fmla="*/ 9620 h 123825"/>
                <a:gd name="connsiteX43" fmla="*/ 9525 w 66675"/>
                <a:gd name="connsiteY43" fmla="*/ 8477 h 123825"/>
                <a:gd name="connsiteX44" fmla="*/ 9525 w 66675"/>
                <a:gd name="connsiteY44" fmla="*/ 93250 h 123825"/>
                <a:gd name="connsiteX45" fmla="*/ 9525 w 66675"/>
                <a:gd name="connsiteY45" fmla="*/ 121825 h 123825"/>
                <a:gd name="connsiteX46" fmla="*/ 8287 w 66675"/>
                <a:gd name="connsiteY46" fmla="*/ 120682 h 123825"/>
                <a:gd name="connsiteX47" fmla="*/ 16574 w 66675"/>
                <a:gd name="connsiteY47" fmla="*/ 120682 h 123825"/>
                <a:gd name="connsiteX48" fmla="*/ 15812 w 66675"/>
                <a:gd name="connsiteY48" fmla="*/ 121444 h 123825"/>
                <a:gd name="connsiteX49" fmla="*/ 15812 w 66675"/>
                <a:gd name="connsiteY49" fmla="*/ 95631 h 123825"/>
                <a:gd name="connsiteX50" fmla="*/ 16859 w 66675"/>
                <a:gd name="connsiteY50" fmla="*/ 96584 h 123825"/>
                <a:gd name="connsiteX51" fmla="*/ 45434 w 66675"/>
                <a:gd name="connsiteY51" fmla="*/ 121349 h 123825"/>
                <a:gd name="connsiteX52" fmla="*/ 45434 w 66675"/>
                <a:gd name="connsiteY52" fmla="*/ 121349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6675" h="123825">
                  <a:moveTo>
                    <a:pt x="58579" y="121539"/>
                  </a:moveTo>
                  <a:lnTo>
                    <a:pt x="45530" y="121539"/>
                  </a:lnTo>
                  <a:lnTo>
                    <a:pt x="45530" y="121539"/>
                  </a:lnTo>
                  <a:lnTo>
                    <a:pt x="15907" y="97631"/>
                  </a:lnTo>
                  <a:lnTo>
                    <a:pt x="16955" y="97155"/>
                  </a:lnTo>
                  <a:lnTo>
                    <a:pt x="16955" y="121539"/>
                  </a:lnTo>
                  <a:lnTo>
                    <a:pt x="16955" y="122396"/>
                  </a:lnTo>
                  <a:lnTo>
                    <a:pt x="7144" y="122396"/>
                  </a:lnTo>
                  <a:lnTo>
                    <a:pt x="7144" y="121444"/>
                  </a:lnTo>
                  <a:lnTo>
                    <a:pt x="7144" y="92869"/>
                  </a:lnTo>
                  <a:lnTo>
                    <a:pt x="7144" y="7144"/>
                  </a:lnTo>
                  <a:lnTo>
                    <a:pt x="16669" y="7144"/>
                  </a:lnTo>
                  <a:cubicBezTo>
                    <a:pt x="19519" y="7252"/>
                    <a:pt x="22355" y="7602"/>
                    <a:pt x="25146" y="8192"/>
                  </a:cubicBezTo>
                  <a:cubicBezTo>
                    <a:pt x="30815" y="9418"/>
                    <a:pt x="36188" y="11748"/>
                    <a:pt x="40958" y="15049"/>
                  </a:cubicBezTo>
                  <a:cubicBezTo>
                    <a:pt x="43314" y="16648"/>
                    <a:pt x="45515" y="18466"/>
                    <a:pt x="47530" y="20479"/>
                  </a:cubicBezTo>
                  <a:cubicBezTo>
                    <a:pt x="49577" y="22515"/>
                    <a:pt x="51456" y="24713"/>
                    <a:pt x="53150" y="27051"/>
                  </a:cubicBezTo>
                  <a:cubicBezTo>
                    <a:pt x="56511" y="31906"/>
                    <a:pt x="58785" y="37429"/>
                    <a:pt x="59817" y="43244"/>
                  </a:cubicBezTo>
                  <a:cubicBezTo>
                    <a:pt x="60447" y="46060"/>
                    <a:pt x="60798" y="48931"/>
                    <a:pt x="60865" y="51816"/>
                  </a:cubicBezTo>
                  <a:lnTo>
                    <a:pt x="60865" y="58198"/>
                  </a:lnTo>
                  <a:lnTo>
                    <a:pt x="60865" y="60389"/>
                  </a:lnTo>
                  <a:cubicBezTo>
                    <a:pt x="60002" y="66055"/>
                    <a:pt x="58097" y="71513"/>
                    <a:pt x="55245" y="76486"/>
                  </a:cubicBezTo>
                  <a:cubicBezTo>
                    <a:pt x="53789" y="78930"/>
                    <a:pt x="52098" y="81227"/>
                    <a:pt x="50197" y="83344"/>
                  </a:cubicBezTo>
                  <a:cubicBezTo>
                    <a:pt x="48383" y="85554"/>
                    <a:pt x="46339" y="87566"/>
                    <a:pt x="44101" y="89345"/>
                  </a:cubicBezTo>
                  <a:cubicBezTo>
                    <a:pt x="39558" y="92767"/>
                    <a:pt x="34514" y="95466"/>
                    <a:pt x="29147" y="97346"/>
                  </a:cubicBezTo>
                  <a:lnTo>
                    <a:pt x="29147" y="96393"/>
                  </a:lnTo>
                  <a:close/>
                  <a:moveTo>
                    <a:pt x="58579" y="121539"/>
                  </a:moveTo>
                  <a:lnTo>
                    <a:pt x="28194" y="96869"/>
                  </a:lnTo>
                  <a:lnTo>
                    <a:pt x="27337" y="96298"/>
                  </a:lnTo>
                  <a:lnTo>
                    <a:pt x="28099" y="96298"/>
                  </a:lnTo>
                  <a:cubicBezTo>
                    <a:pt x="33296" y="94325"/>
                    <a:pt x="38175" y="91597"/>
                    <a:pt x="42577" y="88202"/>
                  </a:cubicBezTo>
                  <a:cubicBezTo>
                    <a:pt x="44701" y="86427"/>
                    <a:pt x="46647" y="84449"/>
                    <a:pt x="48387" y="82296"/>
                  </a:cubicBezTo>
                  <a:cubicBezTo>
                    <a:pt x="50197" y="80207"/>
                    <a:pt x="51793" y="77941"/>
                    <a:pt x="53150" y="75533"/>
                  </a:cubicBezTo>
                  <a:cubicBezTo>
                    <a:pt x="55890" y="70756"/>
                    <a:pt x="57640" y="65476"/>
                    <a:pt x="58293" y="60008"/>
                  </a:cubicBezTo>
                  <a:lnTo>
                    <a:pt x="58293" y="57912"/>
                  </a:lnTo>
                  <a:lnTo>
                    <a:pt x="58293" y="53816"/>
                  </a:lnTo>
                  <a:cubicBezTo>
                    <a:pt x="58341" y="53150"/>
                    <a:pt x="58341" y="52482"/>
                    <a:pt x="58293" y="51816"/>
                  </a:cubicBezTo>
                  <a:cubicBezTo>
                    <a:pt x="58396" y="48950"/>
                    <a:pt x="58236" y="46081"/>
                    <a:pt x="57817" y="43244"/>
                  </a:cubicBezTo>
                  <a:cubicBezTo>
                    <a:pt x="56569" y="37908"/>
                    <a:pt x="54305" y="32864"/>
                    <a:pt x="51149" y="28385"/>
                  </a:cubicBezTo>
                  <a:cubicBezTo>
                    <a:pt x="49555" y="26170"/>
                    <a:pt x="47770" y="24098"/>
                    <a:pt x="45815" y="22193"/>
                  </a:cubicBezTo>
                  <a:cubicBezTo>
                    <a:pt x="43818" y="20294"/>
                    <a:pt x="41686" y="18543"/>
                    <a:pt x="39434" y="16955"/>
                  </a:cubicBezTo>
                  <a:cubicBezTo>
                    <a:pt x="34905" y="13886"/>
                    <a:pt x="29828" y="11720"/>
                    <a:pt x="24479" y="10573"/>
                  </a:cubicBezTo>
                  <a:cubicBezTo>
                    <a:pt x="21813" y="10021"/>
                    <a:pt x="19104" y="9702"/>
                    <a:pt x="16383" y="9620"/>
                  </a:cubicBezTo>
                  <a:lnTo>
                    <a:pt x="8287" y="9620"/>
                  </a:lnTo>
                  <a:lnTo>
                    <a:pt x="9525" y="8477"/>
                  </a:lnTo>
                  <a:lnTo>
                    <a:pt x="9525" y="93250"/>
                  </a:lnTo>
                  <a:lnTo>
                    <a:pt x="9525" y="121825"/>
                  </a:lnTo>
                  <a:lnTo>
                    <a:pt x="8287" y="120682"/>
                  </a:lnTo>
                  <a:lnTo>
                    <a:pt x="16574" y="120682"/>
                  </a:lnTo>
                  <a:lnTo>
                    <a:pt x="15812" y="121444"/>
                  </a:lnTo>
                  <a:lnTo>
                    <a:pt x="15812" y="95631"/>
                  </a:lnTo>
                  <a:lnTo>
                    <a:pt x="16859" y="96584"/>
                  </a:lnTo>
                  <a:lnTo>
                    <a:pt x="45434" y="121349"/>
                  </a:lnTo>
                  <a:lnTo>
                    <a:pt x="45434" y="121349"/>
                  </a:lnTo>
                  <a:close/>
                </a:path>
              </a:pathLst>
            </a:custGeom>
            <a:solidFill>
              <a:srgbClr val="FFFFFF"/>
            </a:solid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1C7B8A83-1DA7-4920-B9F9-AEA61B29D1D9}"/>
                </a:ext>
              </a:extLst>
            </p:cNvPr>
            <p:cNvSpPr/>
            <p:nvPr/>
          </p:nvSpPr>
          <p:spPr>
            <a:xfrm>
              <a:off x="11714837" y="431466"/>
              <a:ext cx="90316" cy="162570"/>
            </a:xfrm>
            <a:custGeom>
              <a:avLst/>
              <a:gdLst>
                <a:gd name="connsiteX0" fmla="*/ 8477 w 47625"/>
                <a:gd name="connsiteY0" fmla="*/ 7144 h 85725"/>
                <a:gd name="connsiteX1" fmla="*/ 8477 w 47625"/>
                <a:gd name="connsiteY1" fmla="*/ 25718 h 85725"/>
                <a:gd name="connsiteX2" fmla="*/ 8477 w 47625"/>
                <a:gd name="connsiteY2" fmla="*/ 44291 h 85725"/>
                <a:gd name="connsiteX3" fmla="*/ 8477 w 47625"/>
                <a:gd name="connsiteY3" fmla="*/ 63341 h 85725"/>
                <a:gd name="connsiteX4" fmla="*/ 8477 w 47625"/>
                <a:gd name="connsiteY4" fmla="*/ 81820 h 85725"/>
                <a:gd name="connsiteX5" fmla="*/ 7239 w 47625"/>
                <a:gd name="connsiteY5" fmla="*/ 80677 h 85725"/>
                <a:gd name="connsiteX6" fmla="*/ 20479 w 47625"/>
                <a:gd name="connsiteY6" fmla="*/ 77248 h 85725"/>
                <a:gd name="connsiteX7" fmla="*/ 26384 w 47625"/>
                <a:gd name="connsiteY7" fmla="*/ 73819 h 85725"/>
                <a:gd name="connsiteX8" fmla="*/ 29051 w 47625"/>
                <a:gd name="connsiteY8" fmla="*/ 72295 h 85725"/>
                <a:gd name="connsiteX9" fmla="*/ 30385 w 47625"/>
                <a:gd name="connsiteY9" fmla="*/ 71152 h 85725"/>
                <a:gd name="connsiteX10" fmla="*/ 32957 w 47625"/>
                <a:gd name="connsiteY10" fmla="*/ 68866 h 85725"/>
                <a:gd name="connsiteX11" fmla="*/ 40481 w 47625"/>
                <a:gd name="connsiteY11" fmla="*/ 57531 h 85725"/>
                <a:gd name="connsiteX12" fmla="*/ 42863 w 47625"/>
                <a:gd name="connsiteY12" fmla="*/ 44196 h 85725"/>
                <a:gd name="connsiteX13" fmla="*/ 42863 w 47625"/>
                <a:gd name="connsiteY13" fmla="*/ 40767 h 85725"/>
                <a:gd name="connsiteX14" fmla="*/ 42863 w 47625"/>
                <a:gd name="connsiteY14" fmla="*/ 37338 h 85725"/>
                <a:gd name="connsiteX15" fmla="*/ 41148 w 47625"/>
                <a:gd name="connsiteY15" fmla="*/ 30670 h 85725"/>
                <a:gd name="connsiteX16" fmla="*/ 38005 w 47625"/>
                <a:gd name="connsiteY16" fmla="*/ 24575 h 85725"/>
                <a:gd name="connsiteX17" fmla="*/ 33814 w 47625"/>
                <a:gd name="connsiteY17" fmla="*/ 19050 h 85725"/>
                <a:gd name="connsiteX18" fmla="*/ 28670 w 47625"/>
                <a:gd name="connsiteY18" fmla="*/ 14383 h 85725"/>
                <a:gd name="connsiteX19" fmla="*/ 22765 w 47625"/>
                <a:gd name="connsiteY19" fmla="*/ 10858 h 85725"/>
                <a:gd name="connsiteX20" fmla="*/ 8477 w 47625"/>
                <a:gd name="connsiteY20" fmla="*/ 7144 h 85725"/>
                <a:gd name="connsiteX21" fmla="*/ 8477 w 47625"/>
                <a:gd name="connsiteY21" fmla="*/ 7144 h 85725"/>
                <a:gd name="connsiteX22" fmla="*/ 22288 w 47625"/>
                <a:gd name="connsiteY22" fmla="*/ 10287 h 85725"/>
                <a:gd name="connsiteX23" fmla="*/ 28575 w 47625"/>
                <a:gd name="connsiteY23" fmla="*/ 13716 h 85725"/>
                <a:gd name="connsiteX24" fmla="*/ 34004 w 47625"/>
                <a:gd name="connsiteY24" fmla="*/ 18288 h 85725"/>
                <a:gd name="connsiteX25" fmla="*/ 38576 w 47625"/>
                <a:gd name="connsiteY25" fmla="*/ 23908 h 85725"/>
                <a:gd name="connsiteX26" fmla="*/ 42005 w 47625"/>
                <a:gd name="connsiteY26" fmla="*/ 30194 h 85725"/>
                <a:gd name="connsiteX27" fmla="*/ 44101 w 47625"/>
                <a:gd name="connsiteY27" fmla="*/ 37147 h 85725"/>
                <a:gd name="connsiteX28" fmla="*/ 44672 w 47625"/>
                <a:gd name="connsiteY28" fmla="*/ 40767 h 85725"/>
                <a:gd name="connsiteX29" fmla="*/ 44672 w 47625"/>
                <a:gd name="connsiteY29" fmla="*/ 44387 h 85725"/>
                <a:gd name="connsiteX30" fmla="*/ 44101 w 47625"/>
                <a:gd name="connsiteY30" fmla="*/ 51626 h 85725"/>
                <a:gd name="connsiteX31" fmla="*/ 42196 w 47625"/>
                <a:gd name="connsiteY31" fmla="*/ 58579 h 85725"/>
                <a:gd name="connsiteX32" fmla="*/ 38862 w 47625"/>
                <a:gd name="connsiteY32" fmla="*/ 65056 h 85725"/>
                <a:gd name="connsiteX33" fmla="*/ 34290 w 47625"/>
                <a:gd name="connsiteY33" fmla="*/ 70676 h 85725"/>
                <a:gd name="connsiteX34" fmla="*/ 31623 w 47625"/>
                <a:gd name="connsiteY34" fmla="*/ 73247 h 85725"/>
                <a:gd name="connsiteX35" fmla="*/ 30290 w 47625"/>
                <a:gd name="connsiteY35" fmla="*/ 74390 h 85725"/>
                <a:gd name="connsiteX36" fmla="*/ 28766 w 47625"/>
                <a:gd name="connsiteY36" fmla="*/ 75438 h 85725"/>
                <a:gd name="connsiteX37" fmla="*/ 22384 w 47625"/>
                <a:gd name="connsiteY37" fmla="*/ 79058 h 85725"/>
                <a:gd name="connsiteX38" fmla="*/ 8477 w 47625"/>
                <a:gd name="connsiteY38" fmla="*/ 82582 h 85725"/>
                <a:gd name="connsiteX39" fmla="*/ 7144 w 47625"/>
                <a:gd name="connsiteY39" fmla="*/ 82582 h 85725"/>
                <a:gd name="connsiteX40" fmla="*/ 7144 w 47625"/>
                <a:gd name="connsiteY40" fmla="*/ 62770 h 85725"/>
                <a:gd name="connsiteX41" fmla="*/ 7144 w 47625"/>
                <a:gd name="connsiteY41" fmla="*/ 43720 h 85725"/>
                <a:gd name="connsiteX42" fmla="*/ 7144 w 47625"/>
                <a:gd name="connsiteY42" fmla="*/ 25146 h 85725"/>
                <a:gd name="connsiteX43" fmla="*/ 8477 w 47625"/>
                <a:gd name="connsiteY43"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7625" h="85725">
                  <a:moveTo>
                    <a:pt x="8477" y="7144"/>
                  </a:moveTo>
                  <a:cubicBezTo>
                    <a:pt x="8477" y="13335"/>
                    <a:pt x="8477" y="19526"/>
                    <a:pt x="8477" y="25718"/>
                  </a:cubicBezTo>
                  <a:cubicBezTo>
                    <a:pt x="8477" y="31909"/>
                    <a:pt x="8477" y="38100"/>
                    <a:pt x="8477" y="44291"/>
                  </a:cubicBezTo>
                  <a:cubicBezTo>
                    <a:pt x="8477" y="50482"/>
                    <a:pt x="8477" y="56674"/>
                    <a:pt x="8477" y="63341"/>
                  </a:cubicBezTo>
                  <a:lnTo>
                    <a:pt x="8477" y="81820"/>
                  </a:lnTo>
                  <a:lnTo>
                    <a:pt x="7239" y="80677"/>
                  </a:lnTo>
                  <a:cubicBezTo>
                    <a:pt x="11801" y="80211"/>
                    <a:pt x="16265" y="79055"/>
                    <a:pt x="20479" y="77248"/>
                  </a:cubicBezTo>
                  <a:cubicBezTo>
                    <a:pt x="22550" y="76291"/>
                    <a:pt x="24527" y="75143"/>
                    <a:pt x="26384" y="73819"/>
                  </a:cubicBezTo>
                  <a:lnTo>
                    <a:pt x="29051" y="72295"/>
                  </a:lnTo>
                  <a:lnTo>
                    <a:pt x="30385" y="71152"/>
                  </a:lnTo>
                  <a:lnTo>
                    <a:pt x="32957" y="68866"/>
                  </a:lnTo>
                  <a:cubicBezTo>
                    <a:pt x="36209" y="65638"/>
                    <a:pt x="38769" y="61781"/>
                    <a:pt x="40481" y="57531"/>
                  </a:cubicBezTo>
                  <a:cubicBezTo>
                    <a:pt x="42132" y="53282"/>
                    <a:pt x="42941" y="48753"/>
                    <a:pt x="42863" y="44196"/>
                  </a:cubicBezTo>
                  <a:lnTo>
                    <a:pt x="42863" y="40767"/>
                  </a:lnTo>
                  <a:cubicBezTo>
                    <a:pt x="42955" y="39626"/>
                    <a:pt x="42955" y="38479"/>
                    <a:pt x="42863" y="37338"/>
                  </a:cubicBezTo>
                  <a:cubicBezTo>
                    <a:pt x="42482" y="35071"/>
                    <a:pt x="41909" y="32840"/>
                    <a:pt x="41148" y="30670"/>
                  </a:cubicBezTo>
                  <a:cubicBezTo>
                    <a:pt x="40292" y="28545"/>
                    <a:pt x="39240" y="26504"/>
                    <a:pt x="38005" y="24575"/>
                  </a:cubicBezTo>
                  <a:cubicBezTo>
                    <a:pt x="36801" y="22594"/>
                    <a:pt x="35397" y="20743"/>
                    <a:pt x="33814" y="19050"/>
                  </a:cubicBezTo>
                  <a:cubicBezTo>
                    <a:pt x="32191" y="17396"/>
                    <a:pt x="30474" y="15838"/>
                    <a:pt x="28670" y="14383"/>
                  </a:cubicBezTo>
                  <a:cubicBezTo>
                    <a:pt x="26828" y="13008"/>
                    <a:pt x="24849" y="11827"/>
                    <a:pt x="22765" y="10858"/>
                  </a:cubicBezTo>
                  <a:cubicBezTo>
                    <a:pt x="18206" y="8937"/>
                    <a:pt x="13394" y="7686"/>
                    <a:pt x="8477" y="7144"/>
                  </a:cubicBezTo>
                  <a:close/>
                  <a:moveTo>
                    <a:pt x="8477" y="7144"/>
                  </a:moveTo>
                  <a:cubicBezTo>
                    <a:pt x="13215" y="7475"/>
                    <a:pt x="17874" y="8535"/>
                    <a:pt x="22288" y="10287"/>
                  </a:cubicBezTo>
                  <a:cubicBezTo>
                    <a:pt x="24482" y="11241"/>
                    <a:pt x="26586" y="12388"/>
                    <a:pt x="28575" y="13716"/>
                  </a:cubicBezTo>
                  <a:cubicBezTo>
                    <a:pt x="30530" y="15059"/>
                    <a:pt x="32348" y="16590"/>
                    <a:pt x="34004" y="18288"/>
                  </a:cubicBezTo>
                  <a:cubicBezTo>
                    <a:pt x="35709" y="20007"/>
                    <a:pt x="37240" y="21889"/>
                    <a:pt x="38576" y="23908"/>
                  </a:cubicBezTo>
                  <a:cubicBezTo>
                    <a:pt x="39904" y="25897"/>
                    <a:pt x="41052" y="28001"/>
                    <a:pt x="42005" y="30194"/>
                  </a:cubicBezTo>
                  <a:cubicBezTo>
                    <a:pt x="42933" y="32437"/>
                    <a:pt x="43635" y="34766"/>
                    <a:pt x="44101" y="37147"/>
                  </a:cubicBezTo>
                  <a:cubicBezTo>
                    <a:pt x="44101" y="38386"/>
                    <a:pt x="44101" y="39529"/>
                    <a:pt x="44672" y="40767"/>
                  </a:cubicBezTo>
                  <a:lnTo>
                    <a:pt x="44672" y="44387"/>
                  </a:lnTo>
                  <a:cubicBezTo>
                    <a:pt x="44666" y="46811"/>
                    <a:pt x="44475" y="49231"/>
                    <a:pt x="44101" y="51626"/>
                  </a:cubicBezTo>
                  <a:cubicBezTo>
                    <a:pt x="43701" y="54001"/>
                    <a:pt x="43063" y="56331"/>
                    <a:pt x="42196" y="58579"/>
                  </a:cubicBezTo>
                  <a:cubicBezTo>
                    <a:pt x="41335" y="60858"/>
                    <a:pt x="40216" y="63031"/>
                    <a:pt x="38862" y="65056"/>
                  </a:cubicBezTo>
                  <a:cubicBezTo>
                    <a:pt x="37520" y="67070"/>
                    <a:pt x="35989" y="68952"/>
                    <a:pt x="34290" y="70676"/>
                  </a:cubicBezTo>
                  <a:cubicBezTo>
                    <a:pt x="33433" y="71628"/>
                    <a:pt x="32480" y="72390"/>
                    <a:pt x="31623" y="73247"/>
                  </a:cubicBezTo>
                  <a:lnTo>
                    <a:pt x="30290" y="74390"/>
                  </a:lnTo>
                  <a:lnTo>
                    <a:pt x="28766" y="75438"/>
                  </a:lnTo>
                  <a:cubicBezTo>
                    <a:pt x="26782" y="76882"/>
                    <a:pt x="24641" y="78097"/>
                    <a:pt x="22384" y="79058"/>
                  </a:cubicBezTo>
                  <a:cubicBezTo>
                    <a:pt x="17972" y="80985"/>
                    <a:pt x="13274" y="82176"/>
                    <a:pt x="8477" y="82582"/>
                  </a:cubicBezTo>
                  <a:lnTo>
                    <a:pt x="7144" y="82582"/>
                  </a:lnTo>
                  <a:lnTo>
                    <a:pt x="7144" y="62770"/>
                  </a:lnTo>
                  <a:lnTo>
                    <a:pt x="7144" y="43720"/>
                  </a:lnTo>
                  <a:cubicBezTo>
                    <a:pt x="7144" y="37529"/>
                    <a:pt x="7144" y="31337"/>
                    <a:pt x="7144" y="25146"/>
                  </a:cubicBezTo>
                  <a:cubicBezTo>
                    <a:pt x="7144" y="18955"/>
                    <a:pt x="8287" y="13335"/>
                    <a:pt x="8477" y="7144"/>
                  </a:cubicBezTo>
                  <a:close/>
                </a:path>
              </a:pathLst>
            </a:custGeom>
            <a:solidFill>
              <a:srgbClr val="FFFFFF"/>
            </a:solid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178FDDF-9A56-414E-A2CD-3827F5112BD9}"/>
                </a:ext>
              </a:extLst>
            </p:cNvPr>
            <p:cNvSpPr/>
            <p:nvPr/>
          </p:nvSpPr>
          <p:spPr>
            <a:xfrm>
              <a:off x="11853383" y="416835"/>
              <a:ext cx="108380" cy="234823"/>
            </a:xfrm>
            <a:custGeom>
              <a:avLst/>
              <a:gdLst>
                <a:gd name="connsiteX0" fmla="*/ 58198 w 57150"/>
                <a:gd name="connsiteY0" fmla="*/ 120206 h 123825"/>
                <a:gd name="connsiteX1" fmla="*/ 49340 w 57150"/>
                <a:gd name="connsiteY1" fmla="*/ 120206 h 123825"/>
                <a:gd name="connsiteX2" fmla="*/ 33433 w 57150"/>
                <a:gd name="connsiteY2" fmla="*/ 59341 h 123825"/>
                <a:gd name="connsiteX3" fmla="*/ 16669 w 57150"/>
                <a:gd name="connsiteY3" fmla="*/ 120206 h 123825"/>
                <a:gd name="connsiteX4" fmla="*/ 7144 w 57150"/>
                <a:gd name="connsiteY4" fmla="*/ 120206 h 123825"/>
                <a:gd name="connsiteX5" fmla="*/ 28003 w 57150"/>
                <a:gd name="connsiteY5" fmla="*/ 49816 h 123825"/>
                <a:gd name="connsiteX6" fmla="*/ 15145 w 57150"/>
                <a:gd name="connsiteY6" fmla="*/ 7144 h 123825"/>
                <a:gd name="connsiteX7" fmla="*/ 24003 w 57150"/>
                <a:gd name="connsiteY7" fmla="*/ 7144 h 123825"/>
                <a:gd name="connsiteX8" fmla="*/ 32575 w 57150"/>
                <a:gd name="connsiteY8" fmla="*/ 38671 h 123825"/>
                <a:gd name="connsiteX9" fmla="*/ 40576 w 57150"/>
                <a:gd name="connsiteY9" fmla="*/ 7144 h 123825"/>
                <a:gd name="connsiteX10" fmla="*/ 49435 w 57150"/>
                <a:gd name="connsiteY10" fmla="*/ 7144 h 123825"/>
                <a:gd name="connsiteX11" fmla="*/ 37814 w 57150"/>
                <a:gd name="connsiteY11" fmla="*/ 4762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150" h="123825">
                  <a:moveTo>
                    <a:pt x="58198" y="120206"/>
                  </a:moveTo>
                  <a:lnTo>
                    <a:pt x="49340" y="120206"/>
                  </a:lnTo>
                  <a:lnTo>
                    <a:pt x="33433" y="59341"/>
                  </a:lnTo>
                  <a:lnTo>
                    <a:pt x="16669" y="120206"/>
                  </a:lnTo>
                  <a:lnTo>
                    <a:pt x="7144" y="120206"/>
                  </a:lnTo>
                  <a:lnTo>
                    <a:pt x="28003" y="49816"/>
                  </a:lnTo>
                  <a:lnTo>
                    <a:pt x="15145" y="7144"/>
                  </a:lnTo>
                  <a:lnTo>
                    <a:pt x="24003" y="7144"/>
                  </a:lnTo>
                  <a:lnTo>
                    <a:pt x="32575" y="38671"/>
                  </a:lnTo>
                  <a:lnTo>
                    <a:pt x="40576" y="7144"/>
                  </a:lnTo>
                  <a:lnTo>
                    <a:pt x="49435" y="7144"/>
                  </a:lnTo>
                  <a:lnTo>
                    <a:pt x="37814" y="47625"/>
                  </a:lnTo>
                  <a:close/>
                </a:path>
              </a:pathLst>
            </a:custGeom>
            <a:solidFill>
              <a:srgbClr val="FFFFFF"/>
            </a:solid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ACF31FFB-6507-4E29-98BA-071C81FB725B}"/>
                </a:ext>
              </a:extLst>
            </p:cNvPr>
            <p:cNvSpPr/>
            <p:nvPr/>
          </p:nvSpPr>
          <p:spPr>
            <a:xfrm>
              <a:off x="11851576" y="413583"/>
              <a:ext cx="108380" cy="234823"/>
            </a:xfrm>
            <a:custGeom>
              <a:avLst/>
              <a:gdLst>
                <a:gd name="connsiteX0" fmla="*/ 59150 w 57150"/>
                <a:gd name="connsiteY0" fmla="*/ 121920 h 123825"/>
                <a:gd name="connsiteX1" fmla="*/ 50197 w 57150"/>
                <a:gd name="connsiteY1" fmla="*/ 121920 h 123825"/>
                <a:gd name="connsiteX2" fmla="*/ 41910 w 57150"/>
                <a:gd name="connsiteY2" fmla="*/ 91250 h 123825"/>
                <a:gd name="connsiteX3" fmla="*/ 33719 w 57150"/>
                <a:gd name="connsiteY3" fmla="*/ 60865 h 123825"/>
                <a:gd name="connsiteX4" fmla="*/ 35052 w 57150"/>
                <a:gd name="connsiteY4" fmla="*/ 60865 h 123825"/>
                <a:gd name="connsiteX5" fmla="*/ 18574 w 57150"/>
                <a:gd name="connsiteY5" fmla="*/ 121825 h 123825"/>
                <a:gd name="connsiteX6" fmla="*/ 18574 w 57150"/>
                <a:gd name="connsiteY6" fmla="*/ 122587 h 123825"/>
                <a:gd name="connsiteX7" fmla="*/ 7144 w 57150"/>
                <a:gd name="connsiteY7" fmla="*/ 122587 h 123825"/>
                <a:gd name="connsiteX8" fmla="*/ 7144 w 57150"/>
                <a:gd name="connsiteY8" fmla="*/ 121158 h 123825"/>
                <a:gd name="connsiteX9" fmla="*/ 27908 w 57150"/>
                <a:gd name="connsiteY9" fmla="*/ 50768 h 123825"/>
                <a:gd name="connsiteX10" fmla="*/ 27908 w 57150"/>
                <a:gd name="connsiteY10" fmla="*/ 51435 h 123825"/>
                <a:gd name="connsiteX11" fmla="*/ 21431 w 57150"/>
                <a:gd name="connsiteY11" fmla="*/ 30099 h 123825"/>
                <a:gd name="connsiteX12" fmla="*/ 15050 w 57150"/>
                <a:gd name="connsiteY12" fmla="*/ 8668 h 123825"/>
                <a:gd name="connsiteX13" fmla="*/ 15050 w 57150"/>
                <a:gd name="connsiteY13" fmla="*/ 7144 h 123825"/>
                <a:gd name="connsiteX14" fmla="*/ 26384 w 57150"/>
                <a:gd name="connsiteY14" fmla="*/ 7144 h 123825"/>
                <a:gd name="connsiteX15" fmla="*/ 26384 w 57150"/>
                <a:gd name="connsiteY15" fmla="*/ 8001 h 123825"/>
                <a:gd name="connsiteX16" fmla="*/ 35052 w 57150"/>
                <a:gd name="connsiteY16" fmla="*/ 39624 h 123825"/>
                <a:gd name="connsiteX17" fmla="*/ 33147 w 57150"/>
                <a:gd name="connsiteY17" fmla="*/ 39624 h 123825"/>
                <a:gd name="connsiteX18" fmla="*/ 41243 w 57150"/>
                <a:gd name="connsiteY18" fmla="*/ 8096 h 123825"/>
                <a:gd name="connsiteX19" fmla="*/ 41243 w 57150"/>
                <a:gd name="connsiteY19" fmla="*/ 7334 h 123825"/>
                <a:gd name="connsiteX20" fmla="*/ 52197 w 57150"/>
                <a:gd name="connsiteY20" fmla="*/ 7334 h 123825"/>
                <a:gd name="connsiteX21" fmla="*/ 52197 w 57150"/>
                <a:gd name="connsiteY21" fmla="*/ 8572 h 123825"/>
                <a:gd name="connsiteX22" fmla="*/ 39910 w 57150"/>
                <a:gd name="connsiteY22" fmla="*/ 49054 h 123825"/>
                <a:gd name="connsiteX23" fmla="*/ 39910 w 57150"/>
                <a:gd name="connsiteY23" fmla="*/ 49054 h 123825"/>
                <a:gd name="connsiteX24" fmla="*/ 49435 w 57150"/>
                <a:gd name="connsiteY24" fmla="*/ 85439 h 123825"/>
                <a:gd name="connsiteX25" fmla="*/ 59150 w 57150"/>
                <a:gd name="connsiteY25" fmla="*/ 121920 h 123825"/>
                <a:gd name="connsiteX26" fmla="*/ 48578 w 57150"/>
                <a:gd name="connsiteY26" fmla="*/ 85725 h 123825"/>
                <a:gd name="connsiteX27" fmla="*/ 38100 w 57150"/>
                <a:gd name="connsiteY27" fmla="*/ 49530 h 123825"/>
                <a:gd name="connsiteX28" fmla="*/ 38100 w 57150"/>
                <a:gd name="connsiteY28" fmla="*/ 49530 h 123825"/>
                <a:gd name="connsiteX29" fmla="*/ 49911 w 57150"/>
                <a:gd name="connsiteY29" fmla="*/ 8954 h 123825"/>
                <a:gd name="connsiteX30" fmla="*/ 50864 w 57150"/>
                <a:gd name="connsiteY30" fmla="*/ 10192 h 123825"/>
                <a:gd name="connsiteX31" fmla="*/ 42005 w 57150"/>
                <a:gd name="connsiteY31" fmla="*/ 10192 h 123825"/>
                <a:gd name="connsiteX32" fmla="*/ 42958 w 57150"/>
                <a:gd name="connsiteY32" fmla="*/ 9430 h 123825"/>
                <a:gd name="connsiteX33" fmla="*/ 35147 w 57150"/>
                <a:gd name="connsiteY33" fmla="*/ 41053 h 123825"/>
                <a:gd name="connsiteX34" fmla="*/ 34100 w 57150"/>
                <a:gd name="connsiteY34" fmla="*/ 45053 h 123825"/>
                <a:gd name="connsiteX35" fmla="*/ 33147 w 57150"/>
                <a:gd name="connsiteY35" fmla="*/ 40672 h 123825"/>
                <a:gd name="connsiteX36" fmla="*/ 24479 w 57150"/>
                <a:gd name="connsiteY36" fmla="*/ 9144 h 123825"/>
                <a:gd name="connsiteX37" fmla="*/ 25622 w 57150"/>
                <a:gd name="connsiteY37" fmla="*/ 10001 h 123825"/>
                <a:gd name="connsiteX38" fmla="*/ 16764 w 57150"/>
                <a:gd name="connsiteY38" fmla="*/ 10001 h 123825"/>
                <a:gd name="connsiteX39" fmla="*/ 17907 w 57150"/>
                <a:gd name="connsiteY39" fmla="*/ 8477 h 123825"/>
                <a:gd name="connsiteX40" fmla="*/ 24384 w 57150"/>
                <a:gd name="connsiteY40" fmla="*/ 29813 h 123825"/>
                <a:gd name="connsiteX41" fmla="*/ 30766 w 57150"/>
                <a:gd name="connsiteY41" fmla="*/ 51244 h 123825"/>
                <a:gd name="connsiteX42" fmla="*/ 30766 w 57150"/>
                <a:gd name="connsiteY42" fmla="*/ 51244 h 123825"/>
                <a:gd name="connsiteX43" fmla="*/ 30766 w 57150"/>
                <a:gd name="connsiteY43" fmla="*/ 51244 h 123825"/>
                <a:gd name="connsiteX44" fmla="*/ 9716 w 57150"/>
                <a:gd name="connsiteY44" fmla="*/ 121539 h 123825"/>
                <a:gd name="connsiteX45" fmla="*/ 8668 w 57150"/>
                <a:gd name="connsiteY45" fmla="*/ 120206 h 123825"/>
                <a:gd name="connsiteX46" fmla="*/ 18193 w 57150"/>
                <a:gd name="connsiteY46" fmla="*/ 120206 h 123825"/>
                <a:gd name="connsiteX47" fmla="*/ 17145 w 57150"/>
                <a:gd name="connsiteY47" fmla="*/ 120968 h 123825"/>
                <a:gd name="connsiteX48" fmla="*/ 34290 w 57150"/>
                <a:gd name="connsiteY48" fmla="*/ 60198 h 123825"/>
                <a:gd name="connsiteX49" fmla="*/ 34957 w 57150"/>
                <a:gd name="connsiteY49" fmla="*/ 57721 h 123825"/>
                <a:gd name="connsiteX50" fmla="*/ 35624 w 57150"/>
                <a:gd name="connsiteY50" fmla="*/ 60198 h 123825"/>
                <a:gd name="connsiteX51" fmla="*/ 42672 w 57150"/>
                <a:gd name="connsiteY51" fmla="*/ 91250 h 123825"/>
                <a:gd name="connsiteX52" fmla="*/ 50292 w 57150"/>
                <a:gd name="connsiteY52" fmla="*/ 121825 h 123825"/>
                <a:gd name="connsiteX53" fmla="*/ 59055 w 57150"/>
                <a:gd name="connsiteY53" fmla="*/ 12182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7150" h="123825">
                  <a:moveTo>
                    <a:pt x="59150" y="121920"/>
                  </a:moveTo>
                  <a:lnTo>
                    <a:pt x="50197" y="121920"/>
                  </a:lnTo>
                  <a:lnTo>
                    <a:pt x="41910" y="91250"/>
                  </a:lnTo>
                  <a:lnTo>
                    <a:pt x="33719" y="60865"/>
                  </a:lnTo>
                  <a:lnTo>
                    <a:pt x="35052" y="60865"/>
                  </a:lnTo>
                  <a:lnTo>
                    <a:pt x="18574" y="121825"/>
                  </a:lnTo>
                  <a:lnTo>
                    <a:pt x="18574" y="122587"/>
                  </a:lnTo>
                  <a:lnTo>
                    <a:pt x="7144" y="122587"/>
                  </a:lnTo>
                  <a:lnTo>
                    <a:pt x="7144" y="121158"/>
                  </a:lnTo>
                  <a:lnTo>
                    <a:pt x="27908" y="50768"/>
                  </a:lnTo>
                  <a:lnTo>
                    <a:pt x="27908" y="51435"/>
                  </a:lnTo>
                  <a:lnTo>
                    <a:pt x="21431" y="30099"/>
                  </a:lnTo>
                  <a:lnTo>
                    <a:pt x="15050" y="8668"/>
                  </a:lnTo>
                  <a:lnTo>
                    <a:pt x="15050" y="7144"/>
                  </a:lnTo>
                  <a:lnTo>
                    <a:pt x="26384" y="7144"/>
                  </a:lnTo>
                  <a:lnTo>
                    <a:pt x="26384" y="8001"/>
                  </a:lnTo>
                  <a:lnTo>
                    <a:pt x="35052" y="39624"/>
                  </a:lnTo>
                  <a:lnTo>
                    <a:pt x="33147" y="39624"/>
                  </a:lnTo>
                  <a:lnTo>
                    <a:pt x="41243" y="8096"/>
                  </a:lnTo>
                  <a:lnTo>
                    <a:pt x="41243" y="7334"/>
                  </a:lnTo>
                  <a:lnTo>
                    <a:pt x="52197" y="7334"/>
                  </a:lnTo>
                  <a:lnTo>
                    <a:pt x="52197" y="8572"/>
                  </a:lnTo>
                  <a:lnTo>
                    <a:pt x="39910" y="49054"/>
                  </a:lnTo>
                  <a:lnTo>
                    <a:pt x="39910" y="49054"/>
                  </a:lnTo>
                  <a:lnTo>
                    <a:pt x="49435" y="85439"/>
                  </a:lnTo>
                  <a:close/>
                  <a:moveTo>
                    <a:pt x="59150" y="121920"/>
                  </a:moveTo>
                  <a:lnTo>
                    <a:pt x="48578" y="85725"/>
                  </a:lnTo>
                  <a:lnTo>
                    <a:pt x="38100" y="49530"/>
                  </a:lnTo>
                  <a:lnTo>
                    <a:pt x="38100" y="49530"/>
                  </a:lnTo>
                  <a:lnTo>
                    <a:pt x="49911" y="8954"/>
                  </a:lnTo>
                  <a:lnTo>
                    <a:pt x="50864" y="10192"/>
                  </a:lnTo>
                  <a:lnTo>
                    <a:pt x="42005" y="10192"/>
                  </a:lnTo>
                  <a:lnTo>
                    <a:pt x="42958" y="9430"/>
                  </a:lnTo>
                  <a:lnTo>
                    <a:pt x="35147" y="41053"/>
                  </a:lnTo>
                  <a:lnTo>
                    <a:pt x="34100" y="45053"/>
                  </a:lnTo>
                  <a:lnTo>
                    <a:pt x="33147" y="40672"/>
                  </a:lnTo>
                  <a:lnTo>
                    <a:pt x="24479" y="9144"/>
                  </a:lnTo>
                  <a:lnTo>
                    <a:pt x="25622" y="10001"/>
                  </a:lnTo>
                  <a:lnTo>
                    <a:pt x="16764" y="10001"/>
                  </a:lnTo>
                  <a:lnTo>
                    <a:pt x="17907" y="8477"/>
                  </a:lnTo>
                  <a:lnTo>
                    <a:pt x="24384" y="29813"/>
                  </a:lnTo>
                  <a:lnTo>
                    <a:pt x="30766" y="51244"/>
                  </a:lnTo>
                  <a:lnTo>
                    <a:pt x="30766" y="51244"/>
                  </a:lnTo>
                  <a:lnTo>
                    <a:pt x="30766" y="51244"/>
                  </a:lnTo>
                  <a:lnTo>
                    <a:pt x="9716" y="121539"/>
                  </a:lnTo>
                  <a:lnTo>
                    <a:pt x="8668" y="120206"/>
                  </a:lnTo>
                  <a:lnTo>
                    <a:pt x="18193" y="120206"/>
                  </a:lnTo>
                  <a:lnTo>
                    <a:pt x="17145" y="120968"/>
                  </a:lnTo>
                  <a:lnTo>
                    <a:pt x="34290" y="60198"/>
                  </a:lnTo>
                  <a:lnTo>
                    <a:pt x="34957" y="57721"/>
                  </a:lnTo>
                  <a:lnTo>
                    <a:pt x="35624" y="60198"/>
                  </a:lnTo>
                  <a:lnTo>
                    <a:pt x="42672" y="91250"/>
                  </a:lnTo>
                  <a:lnTo>
                    <a:pt x="50292" y="121825"/>
                  </a:lnTo>
                  <a:lnTo>
                    <a:pt x="59055" y="121825"/>
                  </a:lnTo>
                  <a:close/>
                </a:path>
              </a:pathLst>
            </a:custGeom>
            <a:solidFill>
              <a:srgbClr val="FFFFFF"/>
            </a:solidFill>
            <a:ln w="9525" cap="flat">
              <a:noFill/>
              <a:prstDash val="solid"/>
              <a:miter/>
            </a:ln>
          </p:spPr>
          <p:txBody>
            <a:bodyPr rtlCol="0" anchor="ctr"/>
            <a:lstStyle/>
            <a:p>
              <a:endParaRPr lang="en-US"/>
            </a:p>
          </p:txBody>
        </p:sp>
        <p:grpSp>
          <p:nvGrpSpPr>
            <p:cNvPr id="151" name="Group 150">
              <a:extLst>
                <a:ext uri="{FF2B5EF4-FFF2-40B4-BE49-F238E27FC236}">
                  <a16:creationId xmlns:a16="http://schemas.microsoft.com/office/drawing/2014/main" id="{14BB88F4-62FF-4DEA-B1CB-2868B8ACD466}"/>
                </a:ext>
              </a:extLst>
            </p:cNvPr>
            <p:cNvGrpSpPr/>
            <p:nvPr/>
          </p:nvGrpSpPr>
          <p:grpSpPr>
            <a:xfrm>
              <a:off x="11358990" y="670489"/>
              <a:ext cx="603495" cy="91337"/>
              <a:chOff x="6704534" y="4252264"/>
              <a:chExt cx="1397944" cy="211573"/>
            </a:xfrm>
            <a:solidFill>
              <a:schemeClr val="bg1"/>
            </a:solidFill>
          </p:grpSpPr>
          <p:sp>
            <p:nvSpPr>
              <p:cNvPr id="136" name="Freeform: Shape 135">
                <a:extLst>
                  <a:ext uri="{FF2B5EF4-FFF2-40B4-BE49-F238E27FC236}">
                    <a16:creationId xmlns:a16="http://schemas.microsoft.com/office/drawing/2014/main" id="{0A112D70-9F46-48B8-9568-614582DD384B}"/>
                  </a:ext>
                </a:extLst>
              </p:cNvPr>
              <p:cNvSpPr/>
              <p:nvPr/>
            </p:nvSpPr>
            <p:spPr>
              <a:xfrm>
                <a:off x="6704534" y="4252576"/>
                <a:ext cx="125526" cy="167368"/>
              </a:xfrm>
              <a:custGeom>
                <a:avLst/>
                <a:gdLst>
                  <a:gd name="connsiteX0" fmla="*/ 17526 w 28575"/>
                  <a:gd name="connsiteY0" fmla="*/ 7144 h 38100"/>
                  <a:gd name="connsiteX1" fmla="*/ 28956 w 28575"/>
                  <a:gd name="connsiteY1" fmla="*/ 15812 h 38100"/>
                  <a:gd name="connsiteX2" fmla="*/ 19525 w 28575"/>
                  <a:gd name="connsiteY2" fmla="*/ 25430 h 38100"/>
                  <a:gd name="connsiteX3" fmla="*/ 18098 w 28575"/>
                  <a:gd name="connsiteY3" fmla="*/ 25337 h 38100"/>
                  <a:gd name="connsiteX4" fmla="*/ 10192 w 28575"/>
                  <a:gd name="connsiteY4" fmla="*/ 25337 h 38100"/>
                  <a:gd name="connsiteX5" fmla="*/ 10192 w 28575"/>
                  <a:gd name="connsiteY5" fmla="*/ 40291 h 38100"/>
                  <a:gd name="connsiteX6" fmla="*/ 7144 w 28575"/>
                  <a:gd name="connsiteY6" fmla="*/ 40291 h 38100"/>
                  <a:gd name="connsiteX7" fmla="*/ 7144 w 28575"/>
                  <a:gd name="connsiteY7" fmla="*/ 7144 h 38100"/>
                  <a:gd name="connsiteX8" fmla="*/ 10192 w 28575"/>
                  <a:gd name="connsiteY8" fmla="*/ 10097 h 38100"/>
                  <a:gd name="connsiteX9" fmla="*/ 10192 w 28575"/>
                  <a:gd name="connsiteY9" fmla="*/ 22384 h 38100"/>
                  <a:gd name="connsiteX10" fmla="*/ 17717 w 28575"/>
                  <a:gd name="connsiteY10" fmla="*/ 22384 h 38100"/>
                  <a:gd name="connsiteX11" fmla="*/ 25193 w 28575"/>
                  <a:gd name="connsiteY11" fmla="*/ 16638 h 38100"/>
                  <a:gd name="connsiteX12" fmla="*/ 25241 w 28575"/>
                  <a:gd name="connsiteY12" fmla="*/ 16097 h 38100"/>
                  <a:gd name="connsiteX13" fmla="*/ 17431 w 28575"/>
                  <a:gd name="connsiteY13" fmla="*/ 1009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38100">
                    <a:moveTo>
                      <a:pt x="17526" y="7144"/>
                    </a:moveTo>
                    <a:cubicBezTo>
                      <a:pt x="22289" y="7144"/>
                      <a:pt x="28956" y="8477"/>
                      <a:pt x="28956" y="15812"/>
                    </a:cubicBezTo>
                    <a:cubicBezTo>
                      <a:pt x="29008" y="21072"/>
                      <a:pt x="24786" y="25378"/>
                      <a:pt x="19525" y="25430"/>
                    </a:cubicBezTo>
                    <a:cubicBezTo>
                      <a:pt x="19048" y="25435"/>
                      <a:pt x="18570" y="25403"/>
                      <a:pt x="18098" y="25337"/>
                    </a:cubicBezTo>
                    <a:lnTo>
                      <a:pt x="10192" y="25337"/>
                    </a:lnTo>
                    <a:lnTo>
                      <a:pt x="10192" y="40291"/>
                    </a:lnTo>
                    <a:lnTo>
                      <a:pt x="7144" y="40291"/>
                    </a:lnTo>
                    <a:lnTo>
                      <a:pt x="7144" y="7144"/>
                    </a:lnTo>
                    <a:close/>
                    <a:moveTo>
                      <a:pt x="10192" y="10097"/>
                    </a:moveTo>
                    <a:lnTo>
                      <a:pt x="10192" y="22384"/>
                    </a:lnTo>
                    <a:lnTo>
                      <a:pt x="17717" y="22384"/>
                    </a:lnTo>
                    <a:cubicBezTo>
                      <a:pt x="21368" y="22862"/>
                      <a:pt x="24715" y="20289"/>
                      <a:pt x="25193" y="16638"/>
                    </a:cubicBezTo>
                    <a:cubicBezTo>
                      <a:pt x="25216" y="16458"/>
                      <a:pt x="25232" y="16278"/>
                      <a:pt x="25241" y="16097"/>
                    </a:cubicBezTo>
                    <a:cubicBezTo>
                      <a:pt x="25241" y="10954"/>
                      <a:pt x="20288" y="10097"/>
                      <a:pt x="17431" y="10097"/>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531FBDB-A4DD-4AF4-B452-003ECCA61C01}"/>
                  </a:ext>
                </a:extLst>
              </p:cNvPr>
              <p:cNvSpPr/>
              <p:nvPr/>
            </p:nvSpPr>
            <p:spPr>
              <a:xfrm>
                <a:off x="6799099" y="4297278"/>
                <a:ext cx="125526" cy="125526"/>
              </a:xfrm>
              <a:custGeom>
                <a:avLst/>
                <a:gdLst>
                  <a:gd name="connsiteX0" fmla="*/ 25241 w 28575"/>
                  <a:gd name="connsiteY0" fmla="*/ 26210 h 28575"/>
                  <a:gd name="connsiteX1" fmla="*/ 26765 w 28575"/>
                  <a:gd name="connsiteY1" fmla="*/ 27924 h 28575"/>
                  <a:gd name="connsiteX2" fmla="*/ 28194 w 28575"/>
                  <a:gd name="connsiteY2" fmla="*/ 27924 h 28575"/>
                  <a:gd name="connsiteX3" fmla="*/ 28194 w 28575"/>
                  <a:gd name="connsiteY3" fmla="*/ 30305 h 28575"/>
                  <a:gd name="connsiteX4" fmla="*/ 25527 w 28575"/>
                  <a:gd name="connsiteY4" fmla="*/ 30305 h 28575"/>
                  <a:gd name="connsiteX5" fmla="*/ 22193 w 28575"/>
                  <a:gd name="connsiteY5" fmla="*/ 26114 h 28575"/>
                  <a:gd name="connsiteX6" fmla="*/ 22193 w 28575"/>
                  <a:gd name="connsiteY6" fmla="*/ 26114 h 28575"/>
                  <a:gd name="connsiteX7" fmla="*/ 14954 w 28575"/>
                  <a:gd name="connsiteY7" fmla="*/ 30591 h 28575"/>
                  <a:gd name="connsiteX8" fmla="*/ 7153 w 28575"/>
                  <a:gd name="connsiteY8" fmla="*/ 23961 h 28575"/>
                  <a:gd name="connsiteX9" fmla="*/ 7144 w 28575"/>
                  <a:gd name="connsiteY9" fmla="*/ 23828 h 28575"/>
                  <a:gd name="connsiteX10" fmla="*/ 20288 w 28575"/>
                  <a:gd name="connsiteY10" fmla="*/ 16208 h 28575"/>
                  <a:gd name="connsiteX11" fmla="*/ 22288 w 28575"/>
                  <a:gd name="connsiteY11" fmla="*/ 16208 h 28575"/>
                  <a:gd name="connsiteX12" fmla="*/ 16978 w 28575"/>
                  <a:gd name="connsiteY12" fmla="*/ 9938 h 28575"/>
                  <a:gd name="connsiteX13" fmla="*/ 16288 w 28575"/>
                  <a:gd name="connsiteY13" fmla="*/ 9922 h 28575"/>
                  <a:gd name="connsiteX14" fmla="*/ 9049 w 28575"/>
                  <a:gd name="connsiteY14" fmla="*/ 13065 h 28575"/>
                  <a:gd name="connsiteX15" fmla="*/ 9049 w 28575"/>
                  <a:gd name="connsiteY15" fmla="*/ 9636 h 28575"/>
                  <a:gd name="connsiteX16" fmla="*/ 16859 w 28575"/>
                  <a:gd name="connsiteY16" fmla="*/ 7160 h 28575"/>
                  <a:gd name="connsiteX17" fmla="*/ 25343 w 28575"/>
                  <a:gd name="connsiteY17" fmla="*/ 14647 h 28575"/>
                  <a:gd name="connsiteX18" fmla="*/ 25336 w 28575"/>
                  <a:gd name="connsiteY18" fmla="*/ 15732 h 28575"/>
                  <a:gd name="connsiteX19" fmla="*/ 22193 w 28575"/>
                  <a:gd name="connsiteY19" fmla="*/ 18590 h 28575"/>
                  <a:gd name="connsiteX20" fmla="*/ 20764 w 28575"/>
                  <a:gd name="connsiteY20" fmla="*/ 18590 h 28575"/>
                  <a:gd name="connsiteX21" fmla="*/ 10382 w 28575"/>
                  <a:gd name="connsiteY21" fmla="*/ 23828 h 28575"/>
                  <a:gd name="connsiteX22" fmla="*/ 15007 w 28575"/>
                  <a:gd name="connsiteY22" fmla="*/ 27747 h 28575"/>
                  <a:gd name="connsiteX23" fmla="*/ 15145 w 28575"/>
                  <a:gd name="connsiteY23" fmla="*/ 27734 h 28575"/>
                  <a:gd name="connsiteX24" fmla="*/ 22193 w 28575"/>
                  <a:gd name="connsiteY24" fmla="*/ 19733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575" h="28575">
                    <a:moveTo>
                      <a:pt x="25241" y="26210"/>
                    </a:moveTo>
                    <a:cubicBezTo>
                      <a:pt x="25241" y="26972"/>
                      <a:pt x="25241" y="27924"/>
                      <a:pt x="26765" y="27924"/>
                    </a:cubicBezTo>
                    <a:cubicBezTo>
                      <a:pt x="27236" y="28022"/>
                      <a:pt x="27723" y="28022"/>
                      <a:pt x="28194" y="27924"/>
                    </a:cubicBezTo>
                    <a:lnTo>
                      <a:pt x="28194" y="30305"/>
                    </a:lnTo>
                    <a:cubicBezTo>
                      <a:pt x="27310" y="30443"/>
                      <a:pt x="26411" y="30443"/>
                      <a:pt x="25527" y="30305"/>
                    </a:cubicBezTo>
                    <a:cubicBezTo>
                      <a:pt x="22479" y="30305"/>
                      <a:pt x="22193" y="28781"/>
                      <a:pt x="22193" y="26114"/>
                    </a:cubicBezTo>
                    <a:lnTo>
                      <a:pt x="22193" y="26114"/>
                    </a:lnTo>
                    <a:cubicBezTo>
                      <a:pt x="20858" y="28889"/>
                      <a:pt x="18033" y="30636"/>
                      <a:pt x="14954" y="30591"/>
                    </a:cubicBezTo>
                    <a:cubicBezTo>
                      <a:pt x="10969" y="30914"/>
                      <a:pt x="7477" y="27946"/>
                      <a:pt x="7153" y="23961"/>
                    </a:cubicBezTo>
                    <a:cubicBezTo>
                      <a:pt x="7150" y="23917"/>
                      <a:pt x="7147" y="23873"/>
                      <a:pt x="7144" y="23828"/>
                    </a:cubicBezTo>
                    <a:cubicBezTo>
                      <a:pt x="7144" y="18304"/>
                      <a:pt x="13049" y="17066"/>
                      <a:pt x="20288" y="16208"/>
                    </a:cubicBezTo>
                    <a:lnTo>
                      <a:pt x="22288" y="16208"/>
                    </a:lnTo>
                    <a:cubicBezTo>
                      <a:pt x="22554" y="13010"/>
                      <a:pt x="20176" y="10203"/>
                      <a:pt x="16978" y="9938"/>
                    </a:cubicBezTo>
                    <a:cubicBezTo>
                      <a:pt x="16749" y="9919"/>
                      <a:pt x="16518" y="9913"/>
                      <a:pt x="16288" y="9922"/>
                    </a:cubicBezTo>
                    <a:cubicBezTo>
                      <a:pt x="13598" y="10159"/>
                      <a:pt x="11058" y="11262"/>
                      <a:pt x="9049" y="13065"/>
                    </a:cubicBezTo>
                    <a:lnTo>
                      <a:pt x="9049" y="9636"/>
                    </a:lnTo>
                    <a:cubicBezTo>
                      <a:pt x="11362" y="8081"/>
                      <a:pt x="14072" y="7221"/>
                      <a:pt x="16859" y="7160"/>
                    </a:cubicBezTo>
                    <a:cubicBezTo>
                      <a:pt x="21269" y="6885"/>
                      <a:pt x="25068" y="10237"/>
                      <a:pt x="25343" y="14647"/>
                    </a:cubicBezTo>
                    <a:cubicBezTo>
                      <a:pt x="25365" y="15009"/>
                      <a:pt x="25363" y="15371"/>
                      <a:pt x="25336" y="15732"/>
                    </a:cubicBezTo>
                    <a:close/>
                    <a:moveTo>
                      <a:pt x="22193" y="18590"/>
                    </a:moveTo>
                    <a:lnTo>
                      <a:pt x="20764" y="18590"/>
                    </a:lnTo>
                    <a:cubicBezTo>
                      <a:pt x="14764" y="19256"/>
                      <a:pt x="10382" y="20209"/>
                      <a:pt x="10382" y="23828"/>
                    </a:cubicBezTo>
                    <a:cubicBezTo>
                      <a:pt x="10577" y="26187"/>
                      <a:pt x="12648" y="27942"/>
                      <a:pt x="15007" y="27747"/>
                    </a:cubicBezTo>
                    <a:cubicBezTo>
                      <a:pt x="15053" y="27743"/>
                      <a:pt x="15099" y="27739"/>
                      <a:pt x="15145" y="27734"/>
                    </a:cubicBezTo>
                    <a:cubicBezTo>
                      <a:pt x="19280" y="27428"/>
                      <a:pt x="22412" y="23873"/>
                      <a:pt x="22193" y="19733"/>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18A472D5-0730-424F-8CE6-5BF6905E3ACE}"/>
                  </a:ext>
                </a:extLst>
              </p:cNvPr>
              <p:cNvSpPr/>
              <p:nvPr/>
            </p:nvSpPr>
            <p:spPr>
              <a:xfrm>
                <a:off x="6894077" y="4269730"/>
                <a:ext cx="83684" cy="167368"/>
              </a:xfrm>
              <a:custGeom>
                <a:avLst/>
                <a:gdLst>
                  <a:gd name="connsiteX0" fmla="*/ 14097 w 19050"/>
                  <a:gd name="connsiteY0" fmla="*/ 7144 h 38100"/>
                  <a:gd name="connsiteX1" fmla="*/ 14097 w 19050"/>
                  <a:gd name="connsiteY1" fmla="*/ 13716 h 38100"/>
                  <a:gd name="connsiteX2" fmla="*/ 20003 w 19050"/>
                  <a:gd name="connsiteY2" fmla="*/ 13716 h 38100"/>
                  <a:gd name="connsiteX3" fmla="*/ 20003 w 19050"/>
                  <a:gd name="connsiteY3" fmla="*/ 16478 h 38100"/>
                  <a:gd name="connsiteX4" fmla="*/ 14097 w 19050"/>
                  <a:gd name="connsiteY4" fmla="*/ 16478 h 38100"/>
                  <a:gd name="connsiteX5" fmla="*/ 14097 w 19050"/>
                  <a:gd name="connsiteY5" fmla="*/ 30861 h 38100"/>
                  <a:gd name="connsiteX6" fmla="*/ 16955 w 19050"/>
                  <a:gd name="connsiteY6" fmla="*/ 34195 h 38100"/>
                  <a:gd name="connsiteX7" fmla="*/ 20003 w 19050"/>
                  <a:gd name="connsiteY7" fmla="*/ 33433 h 38100"/>
                  <a:gd name="connsiteX8" fmla="*/ 20003 w 19050"/>
                  <a:gd name="connsiteY8" fmla="*/ 36195 h 38100"/>
                  <a:gd name="connsiteX9" fmla="*/ 16478 w 19050"/>
                  <a:gd name="connsiteY9" fmla="*/ 36766 h 38100"/>
                  <a:gd name="connsiteX10" fmla="*/ 10954 w 19050"/>
                  <a:gd name="connsiteY10" fmla="*/ 31813 h 38100"/>
                  <a:gd name="connsiteX11" fmla="*/ 10954 w 19050"/>
                  <a:gd name="connsiteY11" fmla="*/ 16478 h 38100"/>
                  <a:gd name="connsiteX12" fmla="*/ 7144 w 19050"/>
                  <a:gd name="connsiteY12" fmla="*/ 16478 h 38100"/>
                  <a:gd name="connsiteX13" fmla="*/ 7144 w 19050"/>
                  <a:gd name="connsiteY13" fmla="*/ 13716 h 38100"/>
                  <a:gd name="connsiteX14" fmla="*/ 10954 w 19050"/>
                  <a:gd name="connsiteY14" fmla="*/ 13716 h 38100"/>
                  <a:gd name="connsiteX15" fmla="*/ 10954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03" y="13716"/>
                    </a:lnTo>
                    <a:lnTo>
                      <a:pt x="20003" y="16478"/>
                    </a:lnTo>
                    <a:lnTo>
                      <a:pt x="14097" y="16478"/>
                    </a:lnTo>
                    <a:lnTo>
                      <a:pt x="14097" y="30861"/>
                    </a:lnTo>
                    <a:cubicBezTo>
                      <a:pt x="14097" y="33052"/>
                      <a:pt x="14764" y="34195"/>
                      <a:pt x="16955" y="34195"/>
                    </a:cubicBezTo>
                    <a:cubicBezTo>
                      <a:pt x="18015" y="34173"/>
                      <a:pt x="19057" y="33913"/>
                      <a:pt x="20003" y="33433"/>
                    </a:cubicBezTo>
                    <a:lnTo>
                      <a:pt x="20003" y="36195"/>
                    </a:lnTo>
                    <a:cubicBezTo>
                      <a:pt x="18858" y="36541"/>
                      <a:pt x="17673" y="36734"/>
                      <a:pt x="16478" y="36766"/>
                    </a:cubicBezTo>
                    <a:cubicBezTo>
                      <a:pt x="13335" y="36766"/>
                      <a:pt x="10954" y="35338"/>
                      <a:pt x="10954" y="31813"/>
                    </a:cubicBezTo>
                    <a:lnTo>
                      <a:pt x="10954" y="16478"/>
                    </a:lnTo>
                    <a:lnTo>
                      <a:pt x="7144" y="16478"/>
                    </a:lnTo>
                    <a:lnTo>
                      <a:pt x="7144" y="13716"/>
                    </a:lnTo>
                    <a:lnTo>
                      <a:pt x="10954" y="13716"/>
                    </a:lnTo>
                    <a:lnTo>
                      <a:pt x="10954" y="7144"/>
                    </a:ln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AA347975-1620-475C-A714-B00941ED1E9F}"/>
                  </a:ext>
                </a:extLst>
              </p:cNvPr>
              <p:cNvSpPr/>
              <p:nvPr/>
            </p:nvSpPr>
            <p:spPr>
              <a:xfrm>
                <a:off x="6964793" y="4255084"/>
                <a:ext cx="41842" cy="167368"/>
              </a:xfrm>
              <a:custGeom>
                <a:avLst/>
                <a:gdLst>
                  <a:gd name="connsiteX0" fmla="*/ 10668 w 9525"/>
                  <a:gd name="connsiteY0" fmla="*/ 9906 h 38100"/>
                  <a:gd name="connsiteX1" fmla="*/ 8858 w 9525"/>
                  <a:gd name="connsiteY1" fmla="*/ 12668 h 38100"/>
                  <a:gd name="connsiteX2" fmla="*/ 7144 w 9525"/>
                  <a:gd name="connsiteY2" fmla="*/ 10001 h 38100"/>
                  <a:gd name="connsiteX3" fmla="*/ 8858 w 9525"/>
                  <a:gd name="connsiteY3" fmla="*/ 7144 h 38100"/>
                  <a:gd name="connsiteX4" fmla="*/ 10668 w 9525"/>
                  <a:gd name="connsiteY4" fmla="*/ 9906 h 38100"/>
                  <a:gd name="connsiteX5" fmla="*/ 10668 w 9525"/>
                  <a:gd name="connsiteY5" fmla="*/ 17145 h 38100"/>
                  <a:gd name="connsiteX6" fmla="*/ 10668 w 9525"/>
                  <a:gd name="connsiteY6" fmla="*/ 39719 h 38100"/>
                  <a:gd name="connsiteX7" fmla="*/ 7620 w 9525"/>
                  <a:gd name="connsiteY7" fmla="*/ 39719 h 38100"/>
                  <a:gd name="connsiteX8" fmla="*/ 7620 w 9525"/>
                  <a:gd name="connsiteY8" fmla="*/ 1714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38100">
                    <a:moveTo>
                      <a:pt x="10668" y="9906"/>
                    </a:moveTo>
                    <a:cubicBezTo>
                      <a:pt x="10668" y="11049"/>
                      <a:pt x="10192" y="12668"/>
                      <a:pt x="8858" y="12668"/>
                    </a:cubicBezTo>
                    <a:cubicBezTo>
                      <a:pt x="7525" y="12668"/>
                      <a:pt x="7144" y="10954"/>
                      <a:pt x="7144" y="10001"/>
                    </a:cubicBezTo>
                    <a:cubicBezTo>
                      <a:pt x="7144" y="9049"/>
                      <a:pt x="7144" y="7144"/>
                      <a:pt x="8858" y="7144"/>
                    </a:cubicBezTo>
                    <a:cubicBezTo>
                      <a:pt x="10573" y="7144"/>
                      <a:pt x="10668" y="8572"/>
                      <a:pt x="10668" y="9906"/>
                    </a:cubicBezTo>
                    <a:close/>
                    <a:moveTo>
                      <a:pt x="10668" y="17145"/>
                    </a:moveTo>
                    <a:lnTo>
                      <a:pt x="10668" y="39719"/>
                    </a:lnTo>
                    <a:lnTo>
                      <a:pt x="7620" y="39719"/>
                    </a:lnTo>
                    <a:lnTo>
                      <a:pt x="7620" y="17145"/>
                    </a:ln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9E692673-3BB6-4876-9D65-598C62C68195}"/>
                  </a:ext>
                </a:extLst>
              </p:cNvPr>
              <p:cNvSpPr/>
              <p:nvPr/>
            </p:nvSpPr>
            <p:spPr>
              <a:xfrm>
                <a:off x="6997340" y="4296509"/>
                <a:ext cx="125526" cy="125526"/>
              </a:xfrm>
              <a:custGeom>
                <a:avLst/>
                <a:gdLst>
                  <a:gd name="connsiteX0" fmla="*/ 10117 w 28575"/>
                  <a:gd name="connsiteY0" fmla="*/ 18098 h 28575"/>
                  <a:gd name="connsiteX1" fmla="*/ 18308 w 28575"/>
                  <a:gd name="connsiteY1" fmla="*/ 28099 h 28575"/>
                  <a:gd name="connsiteX2" fmla="*/ 26976 w 28575"/>
                  <a:gd name="connsiteY2" fmla="*/ 23527 h 28575"/>
                  <a:gd name="connsiteX3" fmla="*/ 26976 w 28575"/>
                  <a:gd name="connsiteY3" fmla="*/ 27242 h 28575"/>
                  <a:gd name="connsiteX4" fmla="*/ 18118 w 28575"/>
                  <a:gd name="connsiteY4" fmla="*/ 30861 h 28575"/>
                  <a:gd name="connsiteX5" fmla="*/ 7153 w 28575"/>
                  <a:gd name="connsiteY5" fmla="*/ 19354 h 28575"/>
                  <a:gd name="connsiteX6" fmla="*/ 7164 w 28575"/>
                  <a:gd name="connsiteY6" fmla="*/ 19050 h 28575"/>
                  <a:gd name="connsiteX7" fmla="*/ 17714 w 28575"/>
                  <a:gd name="connsiteY7" fmla="*/ 7161 h 28575"/>
                  <a:gd name="connsiteX8" fmla="*/ 18118 w 28575"/>
                  <a:gd name="connsiteY8" fmla="*/ 7144 h 28575"/>
                  <a:gd name="connsiteX9" fmla="*/ 25833 w 28575"/>
                  <a:gd name="connsiteY9" fmla="*/ 11335 h 28575"/>
                  <a:gd name="connsiteX10" fmla="*/ 27643 w 28575"/>
                  <a:gd name="connsiteY10" fmla="*/ 18097 h 28575"/>
                  <a:gd name="connsiteX11" fmla="*/ 23833 w 28575"/>
                  <a:gd name="connsiteY11" fmla="*/ 15526 h 28575"/>
                  <a:gd name="connsiteX12" fmla="*/ 17642 w 28575"/>
                  <a:gd name="connsiteY12" fmla="*/ 9811 h 28575"/>
                  <a:gd name="connsiteX13" fmla="*/ 10498 w 28575"/>
                  <a:gd name="connsiteY13" fmla="*/ 15526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28575">
                    <a:moveTo>
                      <a:pt x="10117" y="18098"/>
                    </a:moveTo>
                    <a:cubicBezTo>
                      <a:pt x="10117" y="27623"/>
                      <a:pt x="17165" y="28099"/>
                      <a:pt x="18308" y="28099"/>
                    </a:cubicBezTo>
                    <a:cubicBezTo>
                      <a:pt x="21691" y="27789"/>
                      <a:pt x="24810" y="26143"/>
                      <a:pt x="26976" y="23527"/>
                    </a:cubicBezTo>
                    <a:lnTo>
                      <a:pt x="26976" y="27242"/>
                    </a:lnTo>
                    <a:cubicBezTo>
                      <a:pt x="24496" y="29380"/>
                      <a:pt x="21386" y="30650"/>
                      <a:pt x="18118" y="30861"/>
                    </a:cubicBezTo>
                    <a:cubicBezTo>
                      <a:pt x="11912" y="30711"/>
                      <a:pt x="7003" y="25559"/>
                      <a:pt x="7153" y="19354"/>
                    </a:cubicBezTo>
                    <a:cubicBezTo>
                      <a:pt x="7155" y="19252"/>
                      <a:pt x="7159" y="19151"/>
                      <a:pt x="7164" y="19050"/>
                    </a:cubicBezTo>
                    <a:cubicBezTo>
                      <a:pt x="6794" y="12854"/>
                      <a:pt x="11517" y="7531"/>
                      <a:pt x="17714" y="7161"/>
                    </a:cubicBezTo>
                    <a:cubicBezTo>
                      <a:pt x="17848" y="7153"/>
                      <a:pt x="17983" y="7147"/>
                      <a:pt x="18118" y="7144"/>
                    </a:cubicBezTo>
                    <a:cubicBezTo>
                      <a:pt x="21218" y="7201"/>
                      <a:pt x="24097" y="8765"/>
                      <a:pt x="25833" y="11335"/>
                    </a:cubicBezTo>
                    <a:cubicBezTo>
                      <a:pt x="27160" y="13330"/>
                      <a:pt x="27796" y="15706"/>
                      <a:pt x="27643" y="18097"/>
                    </a:cubicBezTo>
                    <a:close/>
                    <a:moveTo>
                      <a:pt x="23833" y="15526"/>
                    </a:moveTo>
                    <a:cubicBezTo>
                      <a:pt x="23583" y="12294"/>
                      <a:pt x="20883" y="9801"/>
                      <a:pt x="17642" y="9811"/>
                    </a:cubicBezTo>
                    <a:cubicBezTo>
                      <a:pt x="14254" y="9915"/>
                      <a:pt x="11343" y="12244"/>
                      <a:pt x="10498" y="15526"/>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B98287C-6A32-4EA1-ADE8-E55365C4DC32}"/>
                  </a:ext>
                </a:extLst>
              </p:cNvPr>
              <p:cNvSpPr/>
              <p:nvPr/>
            </p:nvSpPr>
            <p:spPr>
              <a:xfrm>
                <a:off x="7103287" y="4296456"/>
                <a:ext cx="125526" cy="125526"/>
              </a:xfrm>
              <a:custGeom>
                <a:avLst/>
                <a:gdLst>
                  <a:gd name="connsiteX0" fmla="*/ 25241 w 28575"/>
                  <a:gd name="connsiteY0" fmla="*/ 30301 h 28575"/>
                  <a:gd name="connsiteX1" fmla="*/ 22193 w 28575"/>
                  <a:gd name="connsiteY1" fmla="*/ 30301 h 28575"/>
                  <a:gd name="connsiteX2" fmla="*/ 22193 w 28575"/>
                  <a:gd name="connsiteY2" fmla="*/ 15442 h 28575"/>
                  <a:gd name="connsiteX3" fmla="*/ 17847 w 28575"/>
                  <a:gd name="connsiteY3" fmla="*/ 9949 h 28575"/>
                  <a:gd name="connsiteX4" fmla="*/ 17145 w 28575"/>
                  <a:gd name="connsiteY4" fmla="*/ 9918 h 28575"/>
                  <a:gd name="connsiteX5" fmla="*/ 10096 w 28575"/>
                  <a:gd name="connsiteY5" fmla="*/ 18681 h 28575"/>
                  <a:gd name="connsiteX6" fmla="*/ 10097 w 28575"/>
                  <a:gd name="connsiteY6" fmla="*/ 30301 h 28575"/>
                  <a:gd name="connsiteX7" fmla="*/ 7144 w 28575"/>
                  <a:gd name="connsiteY7" fmla="*/ 30301 h 28575"/>
                  <a:gd name="connsiteX8" fmla="*/ 7144 w 28575"/>
                  <a:gd name="connsiteY8" fmla="*/ 7727 h 28575"/>
                  <a:gd name="connsiteX9" fmla="*/ 9906 w 28575"/>
                  <a:gd name="connsiteY9" fmla="*/ 7727 h 28575"/>
                  <a:gd name="connsiteX10" fmla="*/ 9906 w 28575"/>
                  <a:gd name="connsiteY10" fmla="*/ 11918 h 28575"/>
                  <a:gd name="connsiteX11" fmla="*/ 9906 w 28575"/>
                  <a:gd name="connsiteY11" fmla="*/ 11918 h 28575"/>
                  <a:gd name="connsiteX12" fmla="*/ 17145 w 28575"/>
                  <a:gd name="connsiteY12" fmla="*/ 7155 h 28575"/>
                  <a:gd name="connsiteX13" fmla="*/ 24975 w 28575"/>
                  <a:gd name="connsiteY13" fmla="*/ 14161 h 28575"/>
                  <a:gd name="connsiteX14" fmla="*/ 24955 w 28575"/>
                  <a:gd name="connsiteY14" fmla="*/ 1525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575" h="28575">
                    <a:moveTo>
                      <a:pt x="25241" y="30301"/>
                    </a:moveTo>
                    <a:lnTo>
                      <a:pt x="22193" y="30301"/>
                    </a:lnTo>
                    <a:lnTo>
                      <a:pt x="22193" y="15442"/>
                    </a:lnTo>
                    <a:cubicBezTo>
                      <a:pt x="22510" y="12725"/>
                      <a:pt x="20564" y="10266"/>
                      <a:pt x="17847" y="9949"/>
                    </a:cubicBezTo>
                    <a:cubicBezTo>
                      <a:pt x="17614" y="9922"/>
                      <a:pt x="17379" y="9912"/>
                      <a:pt x="17145" y="9918"/>
                    </a:cubicBezTo>
                    <a:cubicBezTo>
                      <a:pt x="12793" y="10416"/>
                      <a:pt x="9651" y="14323"/>
                      <a:pt x="10096" y="18681"/>
                    </a:cubicBezTo>
                    <a:lnTo>
                      <a:pt x="10097" y="30301"/>
                    </a:lnTo>
                    <a:lnTo>
                      <a:pt x="7144" y="30301"/>
                    </a:lnTo>
                    <a:lnTo>
                      <a:pt x="7144" y="7727"/>
                    </a:lnTo>
                    <a:lnTo>
                      <a:pt x="9906" y="7727"/>
                    </a:lnTo>
                    <a:lnTo>
                      <a:pt x="9906" y="11918"/>
                    </a:lnTo>
                    <a:lnTo>
                      <a:pt x="9906" y="11918"/>
                    </a:lnTo>
                    <a:cubicBezTo>
                      <a:pt x="11115" y="8997"/>
                      <a:pt x="13984" y="7110"/>
                      <a:pt x="17145" y="7155"/>
                    </a:cubicBezTo>
                    <a:cubicBezTo>
                      <a:pt x="21242" y="6928"/>
                      <a:pt x="24748" y="10065"/>
                      <a:pt x="24975" y="14161"/>
                    </a:cubicBezTo>
                    <a:cubicBezTo>
                      <a:pt x="24995" y="14525"/>
                      <a:pt x="24989" y="14889"/>
                      <a:pt x="24955" y="15252"/>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F5A8BFBB-749A-4A29-8AA2-CF4D524F0450}"/>
                  </a:ext>
                </a:extLst>
              </p:cNvPr>
              <p:cNvSpPr/>
              <p:nvPr/>
            </p:nvSpPr>
            <p:spPr>
              <a:xfrm>
                <a:off x="7197435" y="4269730"/>
                <a:ext cx="83684" cy="167368"/>
              </a:xfrm>
              <a:custGeom>
                <a:avLst/>
                <a:gdLst>
                  <a:gd name="connsiteX0" fmla="*/ 14097 w 19050"/>
                  <a:gd name="connsiteY0" fmla="*/ 7144 h 38100"/>
                  <a:gd name="connsiteX1" fmla="*/ 14097 w 19050"/>
                  <a:gd name="connsiteY1" fmla="*/ 13716 h 38100"/>
                  <a:gd name="connsiteX2" fmla="*/ 20003 w 19050"/>
                  <a:gd name="connsiteY2" fmla="*/ 13716 h 38100"/>
                  <a:gd name="connsiteX3" fmla="*/ 20003 w 19050"/>
                  <a:gd name="connsiteY3" fmla="*/ 16478 h 38100"/>
                  <a:gd name="connsiteX4" fmla="*/ 14097 w 19050"/>
                  <a:gd name="connsiteY4" fmla="*/ 16478 h 38100"/>
                  <a:gd name="connsiteX5" fmla="*/ 14097 w 19050"/>
                  <a:gd name="connsiteY5" fmla="*/ 30861 h 38100"/>
                  <a:gd name="connsiteX6" fmla="*/ 16955 w 19050"/>
                  <a:gd name="connsiteY6" fmla="*/ 34195 h 38100"/>
                  <a:gd name="connsiteX7" fmla="*/ 20003 w 19050"/>
                  <a:gd name="connsiteY7" fmla="*/ 33433 h 38100"/>
                  <a:gd name="connsiteX8" fmla="*/ 20003 w 19050"/>
                  <a:gd name="connsiteY8" fmla="*/ 36195 h 38100"/>
                  <a:gd name="connsiteX9" fmla="*/ 16478 w 19050"/>
                  <a:gd name="connsiteY9" fmla="*/ 36766 h 38100"/>
                  <a:gd name="connsiteX10" fmla="*/ 11049 w 19050"/>
                  <a:gd name="connsiteY10" fmla="*/ 31813 h 38100"/>
                  <a:gd name="connsiteX11" fmla="*/ 11049 w 19050"/>
                  <a:gd name="connsiteY11" fmla="*/ 16478 h 38100"/>
                  <a:gd name="connsiteX12" fmla="*/ 7144 w 19050"/>
                  <a:gd name="connsiteY12" fmla="*/ 16478 h 38100"/>
                  <a:gd name="connsiteX13" fmla="*/ 7144 w 19050"/>
                  <a:gd name="connsiteY13" fmla="*/ 13716 h 38100"/>
                  <a:gd name="connsiteX14" fmla="*/ 11049 w 19050"/>
                  <a:gd name="connsiteY14" fmla="*/ 13716 h 38100"/>
                  <a:gd name="connsiteX15" fmla="*/ 11049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03" y="13716"/>
                    </a:lnTo>
                    <a:lnTo>
                      <a:pt x="20003" y="16478"/>
                    </a:lnTo>
                    <a:lnTo>
                      <a:pt x="14097" y="16478"/>
                    </a:lnTo>
                    <a:lnTo>
                      <a:pt x="14097" y="30861"/>
                    </a:lnTo>
                    <a:cubicBezTo>
                      <a:pt x="14097" y="33052"/>
                      <a:pt x="14764" y="34195"/>
                      <a:pt x="16955" y="34195"/>
                    </a:cubicBezTo>
                    <a:cubicBezTo>
                      <a:pt x="18015" y="34173"/>
                      <a:pt x="19057" y="33913"/>
                      <a:pt x="20003" y="33433"/>
                    </a:cubicBezTo>
                    <a:lnTo>
                      <a:pt x="20003" y="36195"/>
                    </a:lnTo>
                    <a:cubicBezTo>
                      <a:pt x="18858" y="36541"/>
                      <a:pt x="17673" y="36734"/>
                      <a:pt x="16478" y="36766"/>
                    </a:cubicBezTo>
                    <a:cubicBezTo>
                      <a:pt x="13335" y="36766"/>
                      <a:pt x="11049" y="35338"/>
                      <a:pt x="11049" y="31813"/>
                    </a:cubicBezTo>
                    <a:lnTo>
                      <a:pt x="11049" y="16478"/>
                    </a:lnTo>
                    <a:lnTo>
                      <a:pt x="7144" y="16478"/>
                    </a:lnTo>
                    <a:lnTo>
                      <a:pt x="7144" y="13716"/>
                    </a:lnTo>
                    <a:lnTo>
                      <a:pt x="11049" y="13716"/>
                    </a:lnTo>
                    <a:lnTo>
                      <a:pt x="11049" y="7144"/>
                    </a:ln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176CBE7-C80F-48C7-9738-8B5950CE507C}"/>
                  </a:ext>
                </a:extLst>
              </p:cNvPr>
              <p:cNvSpPr/>
              <p:nvPr/>
            </p:nvSpPr>
            <p:spPr>
              <a:xfrm>
                <a:off x="7332164" y="4252264"/>
                <a:ext cx="167368" cy="167368"/>
              </a:xfrm>
              <a:custGeom>
                <a:avLst/>
                <a:gdLst>
                  <a:gd name="connsiteX0" fmla="*/ 17621 w 38100"/>
                  <a:gd name="connsiteY0" fmla="*/ 7214 h 38100"/>
                  <a:gd name="connsiteX1" fmla="*/ 29432 w 38100"/>
                  <a:gd name="connsiteY1" fmla="*/ 11119 h 38100"/>
                  <a:gd name="connsiteX2" fmla="*/ 34195 w 38100"/>
                  <a:gd name="connsiteY2" fmla="*/ 23502 h 38100"/>
                  <a:gd name="connsiteX3" fmla="*/ 19938 w 38100"/>
                  <a:gd name="connsiteY3" fmla="*/ 40377 h 38100"/>
                  <a:gd name="connsiteX4" fmla="*/ 17145 w 38100"/>
                  <a:gd name="connsiteY4" fmla="*/ 40361 h 38100"/>
                  <a:gd name="connsiteX5" fmla="*/ 7144 w 38100"/>
                  <a:gd name="connsiteY5" fmla="*/ 40361 h 38100"/>
                  <a:gd name="connsiteX6" fmla="*/ 7144 w 38100"/>
                  <a:gd name="connsiteY6" fmla="*/ 7214 h 38100"/>
                  <a:gd name="connsiteX7" fmla="*/ 10096 w 38100"/>
                  <a:gd name="connsiteY7" fmla="*/ 10072 h 38100"/>
                  <a:gd name="connsiteX8" fmla="*/ 10096 w 38100"/>
                  <a:gd name="connsiteY8" fmla="*/ 37504 h 38100"/>
                  <a:gd name="connsiteX9" fmla="*/ 18479 w 38100"/>
                  <a:gd name="connsiteY9" fmla="*/ 37504 h 38100"/>
                  <a:gd name="connsiteX10" fmla="*/ 30584 w 38100"/>
                  <a:gd name="connsiteY10" fmla="*/ 24850 h 38100"/>
                  <a:gd name="connsiteX11" fmla="*/ 30480 w 38100"/>
                  <a:gd name="connsiteY11" fmla="*/ 23502 h 38100"/>
                  <a:gd name="connsiteX12" fmla="*/ 26194 w 38100"/>
                  <a:gd name="connsiteY12" fmla="*/ 12929 h 38100"/>
                  <a:gd name="connsiteX13" fmla="*/ 16669 w 38100"/>
                  <a:gd name="connsiteY13" fmla="*/ 1007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 h="38100">
                    <a:moveTo>
                      <a:pt x="17621" y="7214"/>
                    </a:moveTo>
                    <a:cubicBezTo>
                      <a:pt x="21932" y="6801"/>
                      <a:pt x="26218" y="8218"/>
                      <a:pt x="29432" y="11119"/>
                    </a:cubicBezTo>
                    <a:cubicBezTo>
                      <a:pt x="32590" y="14458"/>
                      <a:pt x="34301" y="18908"/>
                      <a:pt x="34195" y="23502"/>
                    </a:cubicBezTo>
                    <a:cubicBezTo>
                      <a:pt x="34918" y="32099"/>
                      <a:pt x="28534" y="39654"/>
                      <a:pt x="19938" y="40377"/>
                    </a:cubicBezTo>
                    <a:cubicBezTo>
                      <a:pt x="19008" y="40455"/>
                      <a:pt x="18073" y="40450"/>
                      <a:pt x="17145" y="40361"/>
                    </a:cubicBezTo>
                    <a:lnTo>
                      <a:pt x="7144" y="40361"/>
                    </a:lnTo>
                    <a:lnTo>
                      <a:pt x="7144" y="7214"/>
                    </a:lnTo>
                    <a:close/>
                    <a:moveTo>
                      <a:pt x="10096" y="10072"/>
                    </a:moveTo>
                    <a:lnTo>
                      <a:pt x="10096" y="37504"/>
                    </a:lnTo>
                    <a:lnTo>
                      <a:pt x="18479" y="37504"/>
                    </a:lnTo>
                    <a:cubicBezTo>
                      <a:pt x="25316" y="37352"/>
                      <a:pt x="30735" y="31687"/>
                      <a:pt x="30584" y="24850"/>
                    </a:cubicBezTo>
                    <a:cubicBezTo>
                      <a:pt x="30574" y="24399"/>
                      <a:pt x="30539" y="23949"/>
                      <a:pt x="30480" y="23502"/>
                    </a:cubicBezTo>
                    <a:cubicBezTo>
                      <a:pt x="30547" y="19542"/>
                      <a:pt x="29000" y="15725"/>
                      <a:pt x="26194" y="12929"/>
                    </a:cubicBezTo>
                    <a:cubicBezTo>
                      <a:pt x="23525" y="10747"/>
                      <a:pt x="20098" y="9719"/>
                      <a:pt x="16669" y="10072"/>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A2A73A7B-6CAE-4054-97D5-41FF410B2139}"/>
                  </a:ext>
                </a:extLst>
              </p:cNvPr>
              <p:cNvSpPr/>
              <p:nvPr/>
            </p:nvSpPr>
            <p:spPr>
              <a:xfrm>
                <a:off x="7465223" y="4255084"/>
                <a:ext cx="41842" cy="167368"/>
              </a:xfrm>
              <a:custGeom>
                <a:avLst/>
                <a:gdLst>
                  <a:gd name="connsiteX0" fmla="*/ 10763 w 9525"/>
                  <a:gd name="connsiteY0" fmla="*/ 9906 h 38100"/>
                  <a:gd name="connsiteX1" fmla="*/ 8954 w 9525"/>
                  <a:gd name="connsiteY1" fmla="*/ 12668 h 38100"/>
                  <a:gd name="connsiteX2" fmla="*/ 7144 w 9525"/>
                  <a:gd name="connsiteY2" fmla="*/ 10001 h 38100"/>
                  <a:gd name="connsiteX3" fmla="*/ 8954 w 9525"/>
                  <a:gd name="connsiteY3" fmla="*/ 7144 h 38100"/>
                  <a:gd name="connsiteX4" fmla="*/ 10763 w 9525"/>
                  <a:gd name="connsiteY4" fmla="*/ 9906 h 38100"/>
                  <a:gd name="connsiteX5" fmla="*/ 10763 w 9525"/>
                  <a:gd name="connsiteY5" fmla="*/ 17145 h 38100"/>
                  <a:gd name="connsiteX6" fmla="*/ 10763 w 9525"/>
                  <a:gd name="connsiteY6" fmla="*/ 39719 h 38100"/>
                  <a:gd name="connsiteX7" fmla="*/ 7715 w 9525"/>
                  <a:gd name="connsiteY7" fmla="*/ 39719 h 38100"/>
                  <a:gd name="connsiteX8" fmla="*/ 7715 w 9525"/>
                  <a:gd name="connsiteY8" fmla="*/ 1714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38100">
                    <a:moveTo>
                      <a:pt x="10763" y="9906"/>
                    </a:moveTo>
                    <a:cubicBezTo>
                      <a:pt x="10763" y="11049"/>
                      <a:pt x="10763" y="12668"/>
                      <a:pt x="8954" y="12668"/>
                    </a:cubicBezTo>
                    <a:cubicBezTo>
                      <a:pt x="7144" y="12668"/>
                      <a:pt x="7144" y="10954"/>
                      <a:pt x="7144" y="10001"/>
                    </a:cubicBezTo>
                    <a:cubicBezTo>
                      <a:pt x="7144" y="9049"/>
                      <a:pt x="7144" y="7144"/>
                      <a:pt x="8954" y="7144"/>
                    </a:cubicBezTo>
                    <a:cubicBezTo>
                      <a:pt x="10763" y="7144"/>
                      <a:pt x="10763" y="8572"/>
                      <a:pt x="10763" y="9906"/>
                    </a:cubicBezTo>
                    <a:close/>
                    <a:moveTo>
                      <a:pt x="10763" y="17145"/>
                    </a:moveTo>
                    <a:lnTo>
                      <a:pt x="10763" y="39719"/>
                    </a:lnTo>
                    <a:lnTo>
                      <a:pt x="7715" y="39719"/>
                    </a:lnTo>
                    <a:lnTo>
                      <a:pt x="7715" y="17145"/>
                    </a:ln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DF538F78-AF79-4D6D-BFFB-921A317A734E}"/>
                  </a:ext>
                </a:extLst>
              </p:cNvPr>
              <p:cNvSpPr/>
              <p:nvPr/>
            </p:nvSpPr>
            <p:spPr>
              <a:xfrm>
                <a:off x="7505391" y="4297436"/>
                <a:ext cx="83684" cy="125526"/>
              </a:xfrm>
              <a:custGeom>
                <a:avLst/>
                <a:gdLst>
                  <a:gd name="connsiteX0" fmla="*/ 19336 w 19050"/>
                  <a:gd name="connsiteY0" fmla="*/ 10552 h 28575"/>
                  <a:gd name="connsiteX1" fmla="*/ 17050 w 19050"/>
                  <a:gd name="connsiteY1" fmla="*/ 10076 h 28575"/>
                  <a:gd name="connsiteX2" fmla="*/ 10287 w 19050"/>
                  <a:gd name="connsiteY2" fmla="*/ 19601 h 28575"/>
                  <a:gd name="connsiteX3" fmla="*/ 10287 w 19050"/>
                  <a:gd name="connsiteY3" fmla="*/ 30459 h 28575"/>
                  <a:gd name="connsiteX4" fmla="*/ 7144 w 19050"/>
                  <a:gd name="connsiteY4" fmla="*/ 30459 h 28575"/>
                  <a:gd name="connsiteX5" fmla="*/ 7144 w 19050"/>
                  <a:gd name="connsiteY5" fmla="*/ 7504 h 28575"/>
                  <a:gd name="connsiteX6" fmla="*/ 10001 w 19050"/>
                  <a:gd name="connsiteY6" fmla="*/ 7504 h 28575"/>
                  <a:gd name="connsiteX7" fmla="*/ 10001 w 19050"/>
                  <a:gd name="connsiteY7" fmla="*/ 11409 h 28575"/>
                  <a:gd name="connsiteX8" fmla="*/ 10001 w 19050"/>
                  <a:gd name="connsiteY8" fmla="*/ 11409 h 28575"/>
                  <a:gd name="connsiteX9" fmla="*/ 16478 w 19050"/>
                  <a:gd name="connsiteY9" fmla="*/ 7218 h 28575"/>
                  <a:gd name="connsiteX10" fmla="*/ 19050 w 19050"/>
                  <a:gd name="connsiteY10" fmla="*/ 7218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50" h="28575">
                    <a:moveTo>
                      <a:pt x="19336" y="10552"/>
                    </a:moveTo>
                    <a:cubicBezTo>
                      <a:pt x="18608" y="10258"/>
                      <a:pt x="17834" y="10097"/>
                      <a:pt x="17050" y="10076"/>
                    </a:cubicBezTo>
                    <a:cubicBezTo>
                      <a:pt x="12478" y="10076"/>
                      <a:pt x="10287" y="14933"/>
                      <a:pt x="10287" y="19601"/>
                    </a:cubicBezTo>
                    <a:lnTo>
                      <a:pt x="10287" y="30459"/>
                    </a:lnTo>
                    <a:lnTo>
                      <a:pt x="7144" y="30459"/>
                    </a:lnTo>
                    <a:lnTo>
                      <a:pt x="7144" y="7504"/>
                    </a:lnTo>
                    <a:lnTo>
                      <a:pt x="10001" y="7504"/>
                    </a:lnTo>
                    <a:lnTo>
                      <a:pt x="10001" y="11409"/>
                    </a:lnTo>
                    <a:lnTo>
                      <a:pt x="10001" y="11409"/>
                    </a:lnTo>
                    <a:cubicBezTo>
                      <a:pt x="11095" y="8815"/>
                      <a:pt x="13664" y="7153"/>
                      <a:pt x="16478" y="7218"/>
                    </a:cubicBezTo>
                    <a:cubicBezTo>
                      <a:pt x="17333" y="7119"/>
                      <a:pt x="18196" y="7119"/>
                      <a:pt x="19050" y="721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686044A6-5302-458A-9BB4-410636EF213E}"/>
                  </a:ext>
                </a:extLst>
              </p:cNvPr>
              <p:cNvSpPr/>
              <p:nvPr/>
            </p:nvSpPr>
            <p:spPr>
              <a:xfrm>
                <a:off x="7559696" y="4296509"/>
                <a:ext cx="125526" cy="125526"/>
              </a:xfrm>
              <a:custGeom>
                <a:avLst/>
                <a:gdLst>
                  <a:gd name="connsiteX0" fmla="*/ 10403 w 28575"/>
                  <a:gd name="connsiteY0" fmla="*/ 18098 h 28575"/>
                  <a:gd name="connsiteX1" fmla="*/ 18594 w 28575"/>
                  <a:gd name="connsiteY1" fmla="*/ 28099 h 28575"/>
                  <a:gd name="connsiteX2" fmla="*/ 27262 w 28575"/>
                  <a:gd name="connsiteY2" fmla="*/ 23527 h 28575"/>
                  <a:gd name="connsiteX3" fmla="*/ 27262 w 28575"/>
                  <a:gd name="connsiteY3" fmla="*/ 27242 h 28575"/>
                  <a:gd name="connsiteX4" fmla="*/ 18404 w 28575"/>
                  <a:gd name="connsiteY4" fmla="*/ 30861 h 28575"/>
                  <a:gd name="connsiteX5" fmla="*/ 7150 w 28575"/>
                  <a:gd name="connsiteY5" fmla="*/ 19636 h 28575"/>
                  <a:gd name="connsiteX6" fmla="*/ 7164 w 28575"/>
                  <a:gd name="connsiteY6" fmla="*/ 19050 h 28575"/>
                  <a:gd name="connsiteX7" fmla="*/ 17714 w 28575"/>
                  <a:gd name="connsiteY7" fmla="*/ 7161 h 28575"/>
                  <a:gd name="connsiteX8" fmla="*/ 18118 w 28575"/>
                  <a:gd name="connsiteY8" fmla="*/ 7144 h 28575"/>
                  <a:gd name="connsiteX9" fmla="*/ 25833 w 28575"/>
                  <a:gd name="connsiteY9" fmla="*/ 11335 h 28575"/>
                  <a:gd name="connsiteX10" fmla="*/ 27643 w 28575"/>
                  <a:gd name="connsiteY10" fmla="*/ 18097 h 28575"/>
                  <a:gd name="connsiteX11" fmla="*/ 24119 w 28575"/>
                  <a:gd name="connsiteY11" fmla="*/ 15526 h 28575"/>
                  <a:gd name="connsiteX12" fmla="*/ 17832 w 28575"/>
                  <a:gd name="connsiteY12" fmla="*/ 9811 h 28575"/>
                  <a:gd name="connsiteX13" fmla="*/ 10784 w 28575"/>
                  <a:gd name="connsiteY13" fmla="*/ 15526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28575">
                    <a:moveTo>
                      <a:pt x="10403" y="18098"/>
                    </a:moveTo>
                    <a:cubicBezTo>
                      <a:pt x="10403" y="27623"/>
                      <a:pt x="17451" y="28099"/>
                      <a:pt x="18594" y="28099"/>
                    </a:cubicBezTo>
                    <a:cubicBezTo>
                      <a:pt x="21977" y="27789"/>
                      <a:pt x="25096" y="26143"/>
                      <a:pt x="27262" y="23527"/>
                    </a:cubicBezTo>
                    <a:lnTo>
                      <a:pt x="27262" y="27242"/>
                    </a:lnTo>
                    <a:cubicBezTo>
                      <a:pt x="24771" y="29362"/>
                      <a:pt x="21667" y="30630"/>
                      <a:pt x="18404" y="30861"/>
                    </a:cubicBezTo>
                    <a:cubicBezTo>
                      <a:pt x="12196" y="30869"/>
                      <a:pt x="7158" y="25843"/>
                      <a:pt x="7150" y="19636"/>
                    </a:cubicBezTo>
                    <a:cubicBezTo>
                      <a:pt x="7149" y="19441"/>
                      <a:pt x="7154" y="19245"/>
                      <a:pt x="7164" y="19050"/>
                    </a:cubicBezTo>
                    <a:cubicBezTo>
                      <a:pt x="6794" y="12854"/>
                      <a:pt x="11517" y="7531"/>
                      <a:pt x="17714" y="7161"/>
                    </a:cubicBezTo>
                    <a:cubicBezTo>
                      <a:pt x="17848" y="7153"/>
                      <a:pt x="17983" y="7147"/>
                      <a:pt x="18118" y="7144"/>
                    </a:cubicBezTo>
                    <a:cubicBezTo>
                      <a:pt x="21219" y="7201"/>
                      <a:pt x="24097" y="8765"/>
                      <a:pt x="25833" y="11335"/>
                    </a:cubicBezTo>
                    <a:cubicBezTo>
                      <a:pt x="27160" y="13330"/>
                      <a:pt x="27796" y="15706"/>
                      <a:pt x="27643" y="18097"/>
                    </a:cubicBezTo>
                    <a:close/>
                    <a:moveTo>
                      <a:pt x="24119" y="15526"/>
                    </a:moveTo>
                    <a:cubicBezTo>
                      <a:pt x="23867" y="12257"/>
                      <a:pt x="21110" y="9751"/>
                      <a:pt x="17832" y="9811"/>
                    </a:cubicBezTo>
                    <a:cubicBezTo>
                      <a:pt x="14481" y="9957"/>
                      <a:pt x="11619" y="12277"/>
                      <a:pt x="10784" y="15526"/>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7DACC77A-9136-45EE-B196-E1A7F63A8912}"/>
                  </a:ext>
                </a:extLst>
              </p:cNvPr>
              <p:cNvSpPr/>
              <p:nvPr/>
            </p:nvSpPr>
            <p:spPr>
              <a:xfrm>
                <a:off x="7656137" y="4296469"/>
                <a:ext cx="125526" cy="167368"/>
              </a:xfrm>
              <a:custGeom>
                <a:avLst/>
                <a:gdLst>
                  <a:gd name="connsiteX0" fmla="*/ 26358 w 28575"/>
                  <a:gd name="connsiteY0" fmla="*/ 13629 h 38100"/>
                  <a:gd name="connsiteX1" fmla="*/ 18452 w 28575"/>
                  <a:gd name="connsiteY1" fmla="*/ 9915 h 38100"/>
                  <a:gd name="connsiteX2" fmla="*/ 10476 w 28575"/>
                  <a:gd name="connsiteY2" fmla="*/ 18684 h 38100"/>
                  <a:gd name="connsiteX3" fmla="*/ 10546 w 28575"/>
                  <a:gd name="connsiteY3" fmla="*/ 19440 h 38100"/>
                  <a:gd name="connsiteX4" fmla="*/ 17904 w 28575"/>
                  <a:gd name="connsiteY4" fmla="*/ 28905 h 38100"/>
                  <a:gd name="connsiteX5" fmla="*/ 18642 w 28575"/>
                  <a:gd name="connsiteY5" fmla="*/ 28965 h 38100"/>
                  <a:gd name="connsiteX6" fmla="*/ 26358 w 28575"/>
                  <a:gd name="connsiteY6" fmla="*/ 25155 h 38100"/>
                  <a:gd name="connsiteX7" fmla="*/ 26358 w 28575"/>
                  <a:gd name="connsiteY7" fmla="*/ 29155 h 38100"/>
                  <a:gd name="connsiteX8" fmla="*/ 18642 w 28575"/>
                  <a:gd name="connsiteY8" fmla="*/ 31727 h 38100"/>
                  <a:gd name="connsiteX9" fmla="*/ 7209 w 28575"/>
                  <a:gd name="connsiteY9" fmla="*/ 20110 h 38100"/>
                  <a:gd name="connsiteX10" fmla="*/ 7212 w 28575"/>
                  <a:gd name="connsiteY10" fmla="*/ 19916 h 38100"/>
                  <a:gd name="connsiteX11" fmla="*/ 17423 w 28575"/>
                  <a:gd name="connsiteY11" fmla="*/ 7211 h 38100"/>
                  <a:gd name="connsiteX12" fmla="*/ 19119 w 28575"/>
                  <a:gd name="connsiteY12" fmla="*/ 7152 h 38100"/>
                  <a:gd name="connsiteX13" fmla="*/ 26834 w 28575"/>
                  <a:gd name="connsiteY13" fmla="*/ 972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38100">
                    <a:moveTo>
                      <a:pt x="26358" y="13629"/>
                    </a:moveTo>
                    <a:cubicBezTo>
                      <a:pt x="24338" y="11367"/>
                      <a:pt x="21483" y="10026"/>
                      <a:pt x="18452" y="9915"/>
                    </a:cubicBezTo>
                    <a:cubicBezTo>
                      <a:pt x="13828" y="10134"/>
                      <a:pt x="10257" y="14060"/>
                      <a:pt x="10476" y="18684"/>
                    </a:cubicBezTo>
                    <a:cubicBezTo>
                      <a:pt x="10488" y="18937"/>
                      <a:pt x="10511" y="19189"/>
                      <a:pt x="10546" y="19440"/>
                    </a:cubicBezTo>
                    <a:cubicBezTo>
                      <a:pt x="9964" y="24085"/>
                      <a:pt x="13258" y="28323"/>
                      <a:pt x="17904" y="28905"/>
                    </a:cubicBezTo>
                    <a:cubicBezTo>
                      <a:pt x="18149" y="28936"/>
                      <a:pt x="18395" y="28956"/>
                      <a:pt x="18642" y="28965"/>
                    </a:cubicBezTo>
                    <a:cubicBezTo>
                      <a:pt x="21632" y="28823"/>
                      <a:pt x="24427" y="27442"/>
                      <a:pt x="26358" y="25155"/>
                    </a:cubicBezTo>
                    <a:lnTo>
                      <a:pt x="26358" y="29155"/>
                    </a:lnTo>
                    <a:cubicBezTo>
                      <a:pt x="24108" y="30778"/>
                      <a:pt x="21416" y="31675"/>
                      <a:pt x="18642" y="31727"/>
                    </a:cubicBezTo>
                    <a:cubicBezTo>
                      <a:pt x="12277" y="31676"/>
                      <a:pt x="7159" y="26475"/>
                      <a:pt x="7209" y="20110"/>
                    </a:cubicBezTo>
                    <a:cubicBezTo>
                      <a:pt x="7210" y="20046"/>
                      <a:pt x="7211" y="19981"/>
                      <a:pt x="7212" y="19916"/>
                    </a:cubicBezTo>
                    <a:cubicBezTo>
                      <a:pt x="6524" y="13588"/>
                      <a:pt x="11095" y="7900"/>
                      <a:pt x="17423" y="7211"/>
                    </a:cubicBezTo>
                    <a:cubicBezTo>
                      <a:pt x="17986" y="7150"/>
                      <a:pt x="18553" y="7130"/>
                      <a:pt x="19119" y="7152"/>
                    </a:cubicBezTo>
                    <a:cubicBezTo>
                      <a:pt x="21899" y="7166"/>
                      <a:pt x="24602" y="8067"/>
                      <a:pt x="26834" y="9724"/>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6F08E53E-7AC9-41A2-9250-D57512B5F307}"/>
                  </a:ext>
                </a:extLst>
              </p:cNvPr>
              <p:cNvSpPr/>
              <p:nvPr/>
            </p:nvSpPr>
            <p:spPr>
              <a:xfrm>
                <a:off x="7743471" y="4269730"/>
                <a:ext cx="83684" cy="167368"/>
              </a:xfrm>
              <a:custGeom>
                <a:avLst/>
                <a:gdLst>
                  <a:gd name="connsiteX0" fmla="*/ 14097 w 19050"/>
                  <a:gd name="connsiteY0" fmla="*/ 7144 h 38100"/>
                  <a:gd name="connsiteX1" fmla="*/ 14097 w 19050"/>
                  <a:gd name="connsiteY1" fmla="*/ 13716 h 38100"/>
                  <a:gd name="connsiteX2" fmla="*/ 20098 w 19050"/>
                  <a:gd name="connsiteY2" fmla="*/ 13716 h 38100"/>
                  <a:gd name="connsiteX3" fmla="*/ 20098 w 19050"/>
                  <a:gd name="connsiteY3" fmla="*/ 16478 h 38100"/>
                  <a:gd name="connsiteX4" fmla="*/ 14097 w 19050"/>
                  <a:gd name="connsiteY4" fmla="*/ 16478 h 38100"/>
                  <a:gd name="connsiteX5" fmla="*/ 14097 w 19050"/>
                  <a:gd name="connsiteY5" fmla="*/ 30861 h 38100"/>
                  <a:gd name="connsiteX6" fmla="*/ 16954 w 19050"/>
                  <a:gd name="connsiteY6" fmla="*/ 34195 h 38100"/>
                  <a:gd name="connsiteX7" fmla="*/ 20098 w 19050"/>
                  <a:gd name="connsiteY7" fmla="*/ 33433 h 38100"/>
                  <a:gd name="connsiteX8" fmla="*/ 20098 w 19050"/>
                  <a:gd name="connsiteY8" fmla="*/ 36195 h 38100"/>
                  <a:gd name="connsiteX9" fmla="*/ 16478 w 19050"/>
                  <a:gd name="connsiteY9" fmla="*/ 36766 h 38100"/>
                  <a:gd name="connsiteX10" fmla="*/ 11049 w 19050"/>
                  <a:gd name="connsiteY10" fmla="*/ 31813 h 38100"/>
                  <a:gd name="connsiteX11" fmla="*/ 11049 w 19050"/>
                  <a:gd name="connsiteY11" fmla="*/ 16478 h 38100"/>
                  <a:gd name="connsiteX12" fmla="*/ 7144 w 19050"/>
                  <a:gd name="connsiteY12" fmla="*/ 16478 h 38100"/>
                  <a:gd name="connsiteX13" fmla="*/ 7144 w 19050"/>
                  <a:gd name="connsiteY13" fmla="*/ 13716 h 38100"/>
                  <a:gd name="connsiteX14" fmla="*/ 11049 w 19050"/>
                  <a:gd name="connsiteY14" fmla="*/ 13716 h 38100"/>
                  <a:gd name="connsiteX15" fmla="*/ 11049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98" y="13716"/>
                    </a:lnTo>
                    <a:lnTo>
                      <a:pt x="20098" y="16478"/>
                    </a:lnTo>
                    <a:lnTo>
                      <a:pt x="14097" y="16478"/>
                    </a:lnTo>
                    <a:lnTo>
                      <a:pt x="14097" y="30861"/>
                    </a:lnTo>
                    <a:cubicBezTo>
                      <a:pt x="14097" y="33052"/>
                      <a:pt x="14764" y="34195"/>
                      <a:pt x="16954" y="34195"/>
                    </a:cubicBezTo>
                    <a:cubicBezTo>
                      <a:pt x="18043" y="34157"/>
                      <a:pt x="19113" y="33898"/>
                      <a:pt x="20098" y="33433"/>
                    </a:cubicBezTo>
                    <a:lnTo>
                      <a:pt x="20098" y="36195"/>
                    </a:lnTo>
                    <a:cubicBezTo>
                      <a:pt x="18919" y="36531"/>
                      <a:pt x="17703" y="36723"/>
                      <a:pt x="16478" y="36766"/>
                    </a:cubicBezTo>
                    <a:cubicBezTo>
                      <a:pt x="13335" y="36766"/>
                      <a:pt x="11049" y="35338"/>
                      <a:pt x="11049" y="31813"/>
                    </a:cubicBezTo>
                    <a:lnTo>
                      <a:pt x="11049" y="16478"/>
                    </a:lnTo>
                    <a:lnTo>
                      <a:pt x="7144" y="16478"/>
                    </a:lnTo>
                    <a:lnTo>
                      <a:pt x="7144" y="13716"/>
                    </a:lnTo>
                    <a:lnTo>
                      <a:pt x="11049" y="13716"/>
                    </a:lnTo>
                    <a:lnTo>
                      <a:pt x="11049" y="7144"/>
                    </a:ln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DA7B28A-C97B-40D6-B53C-4ADC1FED13A8}"/>
                  </a:ext>
                </a:extLst>
              </p:cNvPr>
              <p:cNvSpPr/>
              <p:nvPr/>
            </p:nvSpPr>
            <p:spPr>
              <a:xfrm>
                <a:off x="7872762" y="4252576"/>
                <a:ext cx="125526" cy="167368"/>
              </a:xfrm>
              <a:custGeom>
                <a:avLst/>
                <a:gdLst>
                  <a:gd name="connsiteX0" fmla="*/ 18098 w 28575"/>
                  <a:gd name="connsiteY0" fmla="*/ 7144 h 38100"/>
                  <a:gd name="connsiteX1" fmla="*/ 28861 w 28575"/>
                  <a:gd name="connsiteY1" fmla="*/ 15335 h 38100"/>
                  <a:gd name="connsiteX2" fmla="*/ 21241 w 28575"/>
                  <a:gd name="connsiteY2" fmla="*/ 24003 h 38100"/>
                  <a:gd name="connsiteX3" fmla="*/ 21241 w 28575"/>
                  <a:gd name="connsiteY3" fmla="*/ 24003 h 38100"/>
                  <a:gd name="connsiteX4" fmla="*/ 25718 w 28575"/>
                  <a:gd name="connsiteY4" fmla="*/ 28766 h 38100"/>
                  <a:gd name="connsiteX5" fmla="*/ 30004 w 28575"/>
                  <a:gd name="connsiteY5" fmla="*/ 40196 h 38100"/>
                  <a:gd name="connsiteX6" fmla="*/ 26194 w 28575"/>
                  <a:gd name="connsiteY6" fmla="*/ 40196 h 38100"/>
                  <a:gd name="connsiteX7" fmla="*/ 24003 w 28575"/>
                  <a:gd name="connsiteY7" fmla="*/ 33242 h 38100"/>
                  <a:gd name="connsiteX8" fmla="*/ 15335 w 28575"/>
                  <a:gd name="connsiteY8" fmla="*/ 24956 h 38100"/>
                  <a:gd name="connsiteX9" fmla="*/ 10382 w 28575"/>
                  <a:gd name="connsiteY9" fmla="*/ 24956 h 38100"/>
                  <a:gd name="connsiteX10" fmla="*/ 10382 w 28575"/>
                  <a:gd name="connsiteY10" fmla="*/ 40196 h 38100"/>
                  <a:gd name="connsiteX11" fmla="*/ 7144 w 28575"/>
                  <a:gd name="connsiteY11" fmla="*/ 40196 h 38100"/>
                  <a:gd name="connsiteX12" fmla="*/ 7144 w 28575"/>
                  <a:gd name="connsiteY12" fmla="*/ 7144 h 38100"/>
                  <a:gd name="connsiteX13" fmla="*/ 10382 w 28575"/>
                  <a:gd name="connsiteY13" fmla="*/ 10097 h 38100"/>
                  <a:gd name="connsiteX14" fmla="*/ 10382 w 28575"/>
                  <a:gd name="connsiteY14" fmla="*/ 22384 h 38100"/>
                  <a:gd name="connsiteX15" fmla="*/ 15526 w 28575"/>
                  <a:gd name="connsiteY15" fmla="*/ 22384 h 38100"/>
                  <a:gd name="connsiteX16" fmla="*/ 23622 w 28575"/>
                  <a:gd name="connsiteY16" fmla="*/ 20003 h 38100"/>
                  <a:gd name="connsiteX17" fmla="*/ 25718 w 28575"/>
                  <a:gd name="connsiteY17" fmla="*/ 15526 h 38100"/>
                  <a:gd name="connsiteX18" fmla="*/ 18669 w 28575"/>
                  <a:gd name="connsiteY18" fmla="*/ 10001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575" h="38100">
                    <a:moveTo>
                      <a:pt x="18098" y="7144"/>
                    </a:moveTo>
                    <a:cubicBezTo>
                      <a:pt x="22384" y="7144"/>
                      <a:pt x="28861" y="8287"/>
                      <a:pt x="28861" y="15335"/>
                    </a:cubicBezTo>
                    <a:cubicBezTo>
                      <a:pt x="28770" y="19694"/>
                      <a:pt x="25552" y="23355"/>
                      <a:pt x="21241" y="24003"/>
                    </a:cubicBezTo>
                    <a:lnTo>
                      <a:pt x="21241" y="24003"/>
                    </a:lnTo>
                    <a:cubicBezTo>
                      <a:pt x="23483" y="24666"/>
                      <a:pt x="25194" y="26486"/>
                      <a:pt x="25718" y="28766"/>
                    </a:cubicBezTo>
                    <a:lnTo>
                      <a:pt x="30004" y="40196"/>
                    </a:lnTo>
                    <a:lnTo>
                      <a:pt x="26194" y="40196"/>
                    </a:lnTo>
                    <a:lnTo>
                      <a:pt x="24003" y="33242"/>
                    </a:lnTo>
                    <a:cubicBezTo>
                      <a:pt x="21717" y="26289"/>
                      <a:pt x="20098" y="24956"/>
                      <a:pt x="15335" y="24956"/>
                    </a:cubicBezTo>
                    <a:lnTo>
                      <a:pt x="10382" y="24956"/>
                    </a:lnTo>
                    <a:lnTo>
                      <a:pt x="10382" y="40196"/>
                    </a:lnTo>
                    <a:lnTo>
                      <a:pt x="7144" y="40196"/>
                    </a:lnTo>
                    <a:lnTo>
                      <a:pt x="7144" y="7144"/>
                    </a:lnTo>
                    <a:close/>
                    <a:moveTo>
                      <a:pt x="10382" y="10097"/>
                    </a:moveTo>
                    <a:lnTo>
                      <a:pt x="10382" y="22384"/>
                    </a:lnTo>
                    <a:lnTo>
                      <a:pt x="15526" y="22384"/>
                    </a:lnTo>
                    <a:cubicBezTo>
                      <a:pt x="18429" y="22652"/>
                      <a:pt x="21326" y="21800"/>
                      <a:pt x="23622" y="20003"/>
                    </a:cubicBezTo>
                    <a:cubicBezTo>
                      <a:pt x="24894" y="18852"/>
                      <a:pt x="25649" y="17239"/>
                      <a:pt x="25718" y="15526"/>
                    </a:cubicBezTo>
                    <a:cubicBezTo>
                      <a:pt x="25718" y="12668"/>
                      <a:pt x="23431" y="10001"/>
                      <a:pt x="18669" y="1000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09E34FF2-655A-47E4-9992-454AF74F4898}"/>
                  </a:ext>
                </a:extLst>
              </p:cNvPr>
              <p:cNvSpPr/>
              <p:nvPr/>
            </p:nvSpPr>
            <p:spPr>
              <a:xfrm>
                <a:off x="7976952" y="4299022"/>
                <a:ext cx="125526" cy="125526"/>
              </a:xfrm>
              <a:custGeom>
                <a:avLst/>
                <a:gdLst>
                  <a:gd name="connsiteX0" fmla="*/ 11906 w 28575"/>
                  <a:gd name="connsiteY0" fmla="*/ 7144 h 28575"/>
                  <a:gd name="connsiteX1" fmla="*/ 17335 w 28575"/>
                  <a:gd name="connsiteY1" fmla="*/ 15526 h 28575"/>
                  <a:gd name="connsiteX2" fmla="*/ 22860 w 28575"/>
                  <a:gd name="connsiteY2" fmla="*/ 7144 h 28575"/>
                  <a:gd name="connsiteX3" fmla="*/ 26479 w 28575"/>
                  <a:gd name="connsiteY3" fmla="*/ 7144 h 28575"/>
                  <a:gd name="connsiteX4" fmla="*/ 19050 w 28575"/>
                  <a:gd name="connsiteY4" fmla="*/ 17621 h 28575"/>
                  <a:gd name="connsiteX5" fmla="*/ 27432 w 28575"/>
                  <a:gd name="connsiteY5" fmla="*/ 29718 h 28575"/>
                  <a:gd name="connsiteX6" fmla="*/ 23527 w 28575"/>
                  <a:gd name="connsiteY6" fmla="*/ 29718 h 28575"/>
                  <a:gd name="connsiteX7" fmla="*/ 17145 w 28575"/>
                  <a:gd name="connsiteY7" fmla="*/ 20193 h 28575"/>
                  <a:gd name="connsiteX8" fmla="*/ 10763 w 28575"/>
                  <a:gd name="connsiteY8" fmla="*/ 29718 h 28575"/>
                  <a:gd name="connsiteX9" fmla="*/ 7144 w 28575"/>
                  <a:gd name="connsiteY9" fmla="*/ 29718 h 28575"/>
                  <a:gd name="connsiteX10" fmla="*/ 15430 w 28575"/>
                  <a:gd name="connsiteY10" fmla="*/ 17621 h 28575"/>
                  <a:gd name="connsiteX11" fmla="*/ 8096 w 28575"/>
                  <a:gd name="connsiteY11"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75" h="28575">
                    <a:moveTo>
                      <a:pt x="11906" y="7144"/>
                    </a:moveTo>
                    <a:lnTo>
                      <a:pt x="17335" y="15526"/>
                    </a:lnTo>
                    <a:lnTo>
                      <a:pt x="22860" y="7144"/>
                    </a:lnTo>
                    <a:lnTo>
                      <a:pt x="26479" y="7144"/>
                    </a:lnTo>
                    <a:lnTo>
                      <a:pt x="19050" y="17621"/>
                    </a:lnTo>
                    <a:lnTo>
                      <a:pt x="27432" y="29718"/>
                    </a:lnTo>
                    <a:lnTo>
                      <a:pt x="23527" y="29718"/>
                    </a:lnTo>
                    <a:lnTo>
                      <a:pt x="17145" y="20193"/>
                    </a:lnTo>
                    <a:lnTo>
                      <a:pt x="10763" y="29718"/>
                    </a:lnTo>
                    <a:lnTo>
                      <a:pt x="7144" y="29718"/>
                    </a:lnTo>
                    <a:lnTo>
                      <a:pt x="15430" y="17621"/>
                    </a:lnTo>
                    <a:lnTo>
                      <a:pt x="8096" y="7144"/>
                    </a:lnTo>
                    <a:close/>
                  </a:path>
                </a:pathLst>
              </a:custGeom>
              <a:grpFill/>
              <a:ln w="9525" cap="flat">
                <a:noFill/>
                <a:prstDash val="solid"/>
                <a:miter/>
              </a:ln>
            </p:spPr>
            <p:txBody>
              <a:bodyPr rtlCol="0" anchor="ctr"/>
              <a:lstStyle/>
              <a:p>
                <a:endParaRPr lang="en-US"/>
              </a:p>
            </p:txBody>
          </p:sp>
        </p:grpSp>
      </p:grpSp>
      <p:sp>
        <p:nvSpPr>
          <p:cNvPr id="4" name="Rectangle 3">
            <a:extLst>
              <a:ext uri="{FF2B5EF4-FFF2-40B4-BE49-F238E27FC236}">
                <a16:creationId xmlns:a16="http://schemas.microsoft.com/office/drawing/2014/main" id="{34924302-2AC4-430F-A01A-F6CC61B0D9B6}"/>
              </a:ext>
            </a:extLst>
          </p:cNvPr>
          <p:cNvSpPr/>
          <p:nvPr/>
        </p:nvSpPr>
        <p:spPr>
          <a:xfrm>
            <a:off x="127380" y="280449"/>
            <a:ext cx="8377614" cy="523220"/>
          </a:xfrm>
          <a:prstGeom prst="rect">
            <a:avLst/>
          </a:prstGeom>
        </p:spPr>
        <p:txBody>
          <a:bodyPr wrap="none" anchor="ctr">
            <a:spAutoFit/>
          </a:bodyPr>
          <a:lstStyle/>
          <a:p>
            <a:r>
              <a:rPr lang="en-US" sz="2800" dirty="0">
                <a:solidFill>
                  <a:schemeClr val="bg1"/>
                </a:solidFill>
                <a:latin typeface="Poppins Black" panose="00000A00000000000000" pitchFamily="2" charset="0"/>
                <a:cs typeface="Poppins Black" panose="00000A00000000000000" pitchFamily="2" charset="0"/>
              </a:rPr>
              <a:t>REQUIRED DOCUMENTATION TO GET STARTED</a:t>
            </a:r>
          </a:p>
        </p:txBody>
      </p:sp>
      <p:grpSp>
        <p:nvGrpSpPr>
          <p:cNvPr id="9" name="Group 8">
            <a:extLst>
              <a:ext uri="{FF2B5EF4-FFF2-40B4-BE49-F238E27FC236}">
                <a16:creationId xmlns:a16="http://schemas.microsoft.com/office/drawing/2014/main" id="{5EAC4563-D359-4D5C-A978-9706188EE659}"/>
              </a:ext>
            </a:extLst>
          </p:cNvPr>
          <p:cNvGrpSpPr/>
          <p:nvPr/>
        </p:nvGrpSpPr>
        <p:grpSpPr>
          <a:xfrm>
            <a:off x="0" y="217508"/>
            <a:ext cx="12192000" cy="649102"/>
            <a:chOff x="0" y="574717"/>
            <a:chExt cx="10106025" cy="649102"/>
          </a:xfrm>
        </p:grpSpPr>
        <p:cxnSp>
          <p:nvCxnSpPr>
            <p:cNvPr id="6" name="Straight Connector 5">
              <a:extLst>
                <a:ext uri="{FF2B5EF4-FFF2-40B4-BE49-F238E27FC236}">
                  <a16:creationId xmlns:a16="http://schemas.microsoft.com/office/drawing/2014/main" id="{9CFE3402-FA8C-498B-9843-2DEEF83BA239}"/>
                </a:ext>
              </a:extLst>
            </p:cNvPr>
            <p:cNvCxnSpPr>
              <a:cxnSpLocks/>
            </p:cNvCxnSpPr>
            <p:nvPr/>
          </p:nvCxnSpPr>
          <p:spPr>
            <a:xfrm>
              <a:off x="0" y="1223819"/>
              <a:ext cx="1010602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4F0090B-73EF-4F10-8AFE-6EC66143C71E}"/>
                </a:ext>
              </a:extLst>
            </p:cNvPr>
            <p:cNvCxnSpPr>
              <a:cxnSpLocks/>
            </p:cNvCxnSpPr>
            <p:nvPr/>
          </p:nvCxnSpPr>
          <p:spPr>
            <a:xfrm>
              <a:off x="0" y="574717"/>
              <a:ext cx="1010602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65" name="Group 164">
            <a:extLst>
              <a:ext uri="{FF2B5EF4-FFF2-40B4-BE49-F238E27FC236}">
                <a16:creationId xmlns:a16="http://schemas.microsoft.com/office/drawing/2014/main" id="{B864AA67-4331-4E05-BB03-03932F09C5F6}"/>
              </a:ext>
            </a:extLst>
          </p:cNvPr>
          <p:cNvGrpSpPr/>
          <p:nvPr/>
        </p:nvGrpSpPr>
        <p:grpSpPr>
          <a:xfrm>
            <a:off x="7323624" y="1926064"/>
            <a:ext cx="7371987" cy="4117698"/>
            <a:chOff x="-3808" y="23009"/>
            <a:chExt cx="12196519" cy="6812489"/>
          </a:xfrm>
        </p:grpSpPr>
        <p:sp>
          <p:nvSpPr>
            <p:cNvPr id="166" name="Freeform: Shape 165">
              <a:extLst>
                <a:ext uri="{FF2B5EF4-FFF2-40B4-BE49-F238E27FC236}">
                  <a16:creationId xmlns:a16="http://schemas.microsoft.com/office/drawing/2014/main" id="{50D3C003-F4AE-41B5-ACBA-585A35BB79F6}"/>
                </a:ext>
              </a:extLst>
            </p:cNvPr>
            <p:cNvSpPr/>
            <p:nvPr/>
          </p:nvSpPr>
          <p:spPr>
            <a:xfrm>
              <a:off x="583957" y="4773877"/>
              <a:ext cx="2061621" cy="2061621"/>
            </a:xfrm>
            <a:custGeom>
              <a:avLst/>
              <a:gdLst>
                <a:gd name="connsiteX0" fmla="*/ 2059031 w 2061620"/>
                <a:gd name="connsiteY0" fmla="*/ 690085 h 2061621"/>
                <a:gd name="connsiteX1" fmla="*/ 1372755 w 2061620"/>
                <a:gd name="connsiteY1" fmla="*/ 690085 h 2061621"/>
                <a:gd name="connsiteX2" fmla="*/ 1372755 w 2061620"/>
                <a:gd name="connsiteY2" fmla="*/ 3808 h 2061621"/>
                <a:gd name="connsiteX3" fmla="*/ 690034 w 2061620"/>
                <a:gd name="connsiteY3" fmla="*/ 3808 h 2061621"/>
                <a:gd name="connsiteX4" fmla="*/ 690034 w 2061620"/>
                <a:gd name="connsiteY4" fmla="*/ 690085 h 2061621"/>
                <a:gd name="connsiteX5" fmla="*/ 3808 w 2061620"/>
                <a:gd name="connsiteY5" fmla="*/ 690085 h 2061621"/>
                <a:gd name="connsiteX6" fmla="*/ 3808 w 2061620"/>
                <a:gd name="connsiteY6" fmla="*/ 1372755 h 2061621"/>
                <a:gd name="connsiteX7" fmla="*/ 690034 w 2061620"/>
                <a:gd name="connsiteY7" fmla="*/ 1372755 h 2061621"/>
                <a:gd name="connsiteX8" fmla="*/ 690034 w 2061620"/>
                <a:gd name="connsiteY8" fmla="*/ 2059031 h 2061621"/>
                <a:gd name="connsiteX9" fmla="*/ 1372755 w 2061620"/>
                <a:gd name="connsiteY9" fmla="*/ 2059031 h 2061621"/>
                <a:gd name="connsiteX10" fmla="*/ 1372755 w 2061620"/>
                <a:gd name="connsiteY10" fmla="*/ 1372755 h 2061621"/>
                <a:gd name="connsiteX11" fmla="*/ 2059031 w 2061620"/>
                <a:gd name="connsiteY11" fmla="*/ 1372755 h 2061621"/>
                <a:gd name="connsiteX12" fmla="*/ 2059031 w 2061620"/>
                <a:gd name="connsiteY12" fmla="*/ 690085 h 206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61620" h="2061621">
                  <a:moveTo>
                    <a:pt x="2059031" y="690085"/>
                  </a:moveTo>
                  <a:lnTo>
                    <a:pt x="1372755" y="690085"/>
                  </a:lnTo>
                  <a:lnTo>
                    <a:pt x="1372755" y="3808"/>
                  </a:lnTo>
                  <a:lnTo>
                    <a:pt x="690034" y="3808"/>
                  </a:lnTo>
                  <a:lnTo>
                    <a:pt x="690034" y="690085"/>
                  </a:lnTo>
                  <a:lnTo>
                    <a:pt x="3808" y="690085"/>
                  </a:lnTo>
                  <a:lnTo>
                    <a:pt x="3808" y="1372755"/>
                  </a:lnTo>
                  <a:lnTo>
                    <a:pt x="690034" y="1372755"/>
                  </a:lnTo>
                  <a:lnTo>
                    <a:pt x="690034" y="2059031"/>
                  </a:lnTo>
                  <a:lnTo>
                    <a:pt x="1372755" y="2059031"/>
                  </a:lnTo>
                  <a:lnTo>
                    <a:pt x="1372755" y="1372755"/>
                  </a:lnTo>
                  <a:lnTo>
                    <a:pt x="2059031" y="1372755"/>
                  </a:lnTo>
                  <a:lnTo>
                    <a:pt x="2059031" y="690085"/>
                  </a:lnTo>
                  <a:close/>
                </a:path>
              </a:pathLst>
            </a:custGeom>
            <a:solidFill>
              <a:schemeClr val="bg1">
                <a:alpha val="6000"/>
              </a:schemeClr>
            </a:solid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E92382B3-A742-4A33-B3F3-F34EEFB4AFF4}"/>
                </a:ext>
              </a:extLst>
            </p:cNvPr>
            <p:cNvSpPr/>
            <p:nvPr/>
          </p:nvSpPr>
          <p:spPr>
            <a:xfrm>
              <a:off x="6255344" y="4709845"/>
              <a:ext cx="497633" cy="497633"/>
            </a:xfrm>
            <a:custGeom>
              <a:avLst/>
              <a:gdLst>
                <a:gd name="connsiteX0" fmla="*/ 494992 w 497632"/>
                <a:gd name="connsiteY0" fmla="*/ 167774 h 497632"/>
                <a:gd name="connsiteX1" fmla="*/ 330977 w 497632"/>
                <a:gd name="connsiteY1" fmla="*/ 167774 h 497632"/>
                <a:gd name="connsiteX2" fmla="*/ 330977 w 497632"/>
                <a:gd name="connsiteY2" fmla="*/ 3808 h 497632"/>
                <a:gd name="connsiteX3" fmla="*/ 167824 w 497632"/>
                <a:gd name="connsiteY3" fmla="*/ 3808 h 497632"/>
                <a:gd name="connsiteX4" fmla="*/ 167824 w 497632"/>
                <a:gd name="connsiteY4" fmla="*/ 167774 h 497632"/>
                <a:gd name="connsiteX5" fmla="*/ 3808 w 497632"/>
                <a:gd name="connsiteY5" fmla="*/ 167774 h 497632"/>
                <a:gd name="connsiteX6" fmla="*/ 3808 w 497632"/>
                <a:gd name="connsiteY6" fmla="*/ 330976 h 497632"/>
                <a:gd name="connsiteX7" fmla="*/ 167824 w 497632"/>
                <a:gd name="connsiteY7" fmla="*/ 330976 h 497632"/>
                <a:gd name="connsiteX8" fmla="*/ 167824 w 497632"/>
                <a:gd name="connsiteY8" fmla="*/ 494992 h 497632"/>
                <a:gd name="connsiteX9" fmla="*/ 330977 w 497632"/>
                <a:gd name="connsiteY9" fmla="*/ 494992 h 497632"/>
                <a:gd name="connsiteX10" fmla="*/ 330977 w 497632"/>
                <a:gd name="connsiteY10" fmla="*/ 330976 h 497632"/>
                <a:gd name="connsiteX11" fmla="*/ 494992 w 497632"/>
                <a:gd name="connsiteY11" fmla="*/ 330976 h 497632"/>
                <a:gd name="connsiteX12" fmla="*/ 494992 w 497632"/>
                <a:gd name="connsiteY12" fmla="*/ 167774 h 49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632" h="497632">
                  <a:moveTo>
                    <a:pt x="494992" y="167774"/>
                  </a:moveTo>
                  <a:lnTo>
                    <a:pt x="330977" y="167774"/>
                  </a:lnTo>
                  <a:lnTo>
                    <a:pt x="330977" y="3808"/>
                  </a:lnTo>
                  <a:lnTo>
                    <a:pt x="167824" y="3808"/>
                  </a:lnTo>
                  <a:lnTo>
                    <a:pt x="167824" y="167774"/>
                  </a:lnTo>
                  <a:lnTo>
                    <a:pt x="3808" y="167774"/>
                  </a:lnTo>
                  <a:lnTo>
                    <a:pt x="3808" y="330976"/>
                  </a:lnTo>
                  <a:lnTo>
                    <a:pt x="167824" y="330976"/>
                  </a:lnTo>
                  <a:lnTo>
                    <a:pt x="167824" y="494992"/>
                  </a:lnTo>
                  <a:lnTo>
                    <a:pt x="330977" y="494992"/>
                  </a:lnTo>
                  <a:lnTo>
                    <a:pt x="330977" y="330976"/>
                  </a:lnTo>
                  <a:lnTo>
                    <a:pt x="494992" y="330976"/>
                  </a:lnTo>
                  <a:lnTo>
                    <a:pt x="494992" y="167774"/>
                  </a:lnTo>
                  <a:close/>
                </a:path>
              </a:pathLst>
            </a:custGeom>
            <a:solidFill>
              <a:schemeClr val="bg1">
                <a:alpha val="6000"/>
              </a:schemeClr>
            </a:solid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3AB0B80F-322F-4041-8E34-14C51B42E4D9}"/>
                </a:ext>
              </a:extLst>
            </p:cNvPr>
            <p:cNvSpPr/>
            <p:nvPr/>
          </p:nvSpPr>
          <p:spPr>
            <a:xfrm>
              <a:off x="10683665" y="23009"/>
              <a:ext cx="396075" cy="396075"/>
            </a:xfrm>
            <a:custGeom>
              <a:avLst/>
              <a:gdLst>
                <a:gd name="connsiteX0" fmla="*/ 394551 w 396074"/>
                <a:gd name="connsiteY0" fmla="*/ 134259 h 396074"/>
                <a:gd name="connsiteX1" fmla="*/ 264101 w 396074"/>
                <a:gd name="connsiteY1" fmla="*/ 134259 h 396074"/>
                <a:gd name="connsiteX2" fmla="*/ 264101 w 396074"/>
                <a:gd name="connsiteY2" fmla="*/ 3808 h 396074"/>
                <a:gd name="connsiteX3" fmla="*/ 134310 w 396074"/>
                <a:gd name="connsiteY3" fmla="*/ 3808 h 396074"/>
                <a:gd name="connsiteX4" fmla="*/ 134310 w 396074"/>
                <a:gd name="connsiteY4" fmla="*/ 134259 h 396074"/>
                <a:gd name="connsiteX5" fmla="*/ 3808 w 396074"/>
                <a:gd name="connsiteY5" fmla="*/ 134259 h 396074"/>
                <a:gd name="connsiteX6" fmla="*/ 3808 w 396074"/>
                <a:gd name="connsiteY6" fmla="*/ 264050 h 396074"/>
                <a:gd name="connsiteX7" fmla="*/ 134310 w 396074"/>
                <a:gd name="connsiteY7" fmla="*/ 264050 h 396074"/>
                <a:gd name="connsiteX8" fmla="*/ 134310 w 396074"/>
                <a:gd name="connsiteY8" fmla="*/ 394501 h 396074"/>
                <a:gd name="connsiteX9" fmla="*/ 264101 w 396074"/>
                <a:gd name="connsiteY9" fmla="*/ 394501 h 396074"/>
                <a:gd name="connsiteX10" fmla="*/ 264101 w 396074"/>
                <a:gd name="connsiteY10" fmla="*/ 264050 h 396074"/>
                <a:gd name="connsiteX11" fmla="*/ 394551 w 396074"/>
                <a:gd name="connsiteY11" fmla="*/ 264050 h 396074"/>
                <a:gd name="connsiteX12" fmla="*/ 394551 w 396074"/>
                <a:gd name="connsiteY12" fmla="*/ 134259 h 39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6074" h="396074">
                  <a:moveTo>
                    <a:pt x="394551" y="134259"/>
                  </a:moveTo>
                  <a:lnTo>
                    <a:pt x="264101" y="134259"/>
                  </a:lnTo>
                  <a:lnTo>
                    <a:pt x="264101" y="3808"/>
                  </a:lnTo>
                  <a:lnTo>
                    <a:pt x="134310" y="3808"/>
                  </a:lnTo>
                  <a:lnTo>
                    <a:pt x="134310" y="134259"/>
                  </a:lnTo>
                  <a:lnTo>
                    <a:pt x="3808" y="134259"/>
                  </a:lnTo>
                  <a:lnTo>
                    <a:pt x="3808" y="264050"/>
                  </a:lnTo>
                  <a:lnTo>
                    <a:pt x="134310" y="264050"/>
                  </a:lnTo>
                  <a:lnTo>
                    <a:pt x="134310" y="394501"/>
                  </a:lnTo>
                  <a:lnTo>
                    <a:pt x="264101" y="394501"/>
                  </a:lnTo>
                  <a:lnTo>
                    <a:pt x="264101" y="264050"/>
                  </a:lnTo>
                  <a:lnTo>
                    <a:pt x="394551" y="264050"/>
                  </a:lnTo>
                  <a:lnTo>
                    <a:pt x="394551" y="134259"/>
                  </a:lnTo>
                  <a:close/>
                </a:path>
              </a:pathLst>
            </a:custGeom>
            <a:solidFill>
              <a:schemeClr val="bg1">
                <a:alpha val="6000"/>
              </a:schemeClr>
            </a:solid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877CEA3E-10EE-4327-9E14-9EC73DB940A3}"/>
                </a:ext>
              </a:extLst>
            </p:cNvPr>
            <p:cNvSpPr/>
            <p:nvPr/>
          </p:nvSpPr>
          <p:spPr>
            <a:xfrm>
              <a:off x="-3808" y="5743449"/>
              <a:ext cx="274206" cy="274206"/>
            </a:xfrm>
            <a:custGeom>
              <a:avLst/>
              <a:gdLst>
                <a:gd name="connsiteX0" fmla="*/ 274663 w 274205"/>
                <a:gd name="connsiteY0" fmla="*/ 94245 h 274205"/>
                <a:gd name="connsiteX1" fmla="*/ 184226 w 274205"/>
                <a:gd name="connsiteY1" fmla="*/ 94245 h 274205"/>
                <a:gd name="connsiteX2" fmla="*/ 184226 w 274205"/>
                <a:gd name="connsiteY2" fmla="*/ 3808 h 274205"/>
                <a:gd name="connsiteX3" fmla="*/ 94246 w 274205"/>
                <a:gd name="connsiteY3" fmla="*/ 3808 h 274205"/>
                <a:gd name="connsiteX4" fmla="*/ 94246 w 274205"/>
                <a:gd name="connsiteY4" fmla="*/ 94245 h 274205"/>
                <a:gd name="connsiteX5" fmla="*/ 3808 w 274205"/>
                <a:gd name="connsiteY5" fmla="*/ 94245 h 274205"/>
                <a:gd name="connsiteX6" fmla="*/ 3808 w 274205"/>
                <a:gd name="connsiteY6" fmla="*/ 184225 h 274205"/>
                <a:gd name="connsiteX7" fmla="*/ 94246 w 274205"/>
                <a:gd name="connsiteY7" fmla="*/ 184225 h 274205"/>
                <a:gd name="connsiteX8" fmla="*/ 94246 w 274205"/>
                <a:gd name="connsiteY8" fmla="*/ 274663 h 274205"/>
                <a:gd name="connsiteX9" fmla="*/ 184226 w 274205"/>
                <a:gd name="connsiteY9" fmla="*/ 274663 h 274205"/>
                <a:gd name="connsiteX10" fmla="*/ 184226 w 274205"/>
                <a:gd name="connsiteY10" fmla="*/ 184225 h 274205"/>
                <a:gd name="connsiteX11" fmla="*/ 274663 w 274205"/>
                <a:gd name="connsiteY11" fmla="*/ 184225 h 274205"/>
                <a:gd name="connsiteX12" fmla="*/ 274663 w 274205"/>
                <a:gd name="connsiteY12" fmla="*/ 94245 h 27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4205" h="274205">
                  <a:moveTo>
                    <a:pt x="274663" y="94245"/>
                  </a:moveTo>
                  <a:lnTo>
                    <a:pt x="184226" y="94245"/>
                  </a:lnTo>
                  <a:lnTo>
                    <a:pt x="184226" y="3808"/>
                  </a:lnTo>
                  <a:lnTo>
                    <a:pt x="94246" y="3808"/>
                  </a:lnTo>
                  <a:lnTo>
                    <a:pt x="94246" y="94245"/>
                  </a:lnTo>
                  <a:lnTo>
                    <a:pt x="3808" y="94245"/>
                  </a:lnTo>
                  <a:lnTo>
                    <a:pt x="3808" y="184225"/>
                  </a:lnTo>
                  <a:lnTo>
                    <a:pt x="94246" y="184225"/>
                  </a:lnTo>
                  <a:lnTo>
                    <a:pt x="94246" y="274663"/>
                  </a:lnTo>
                  <a:lnTo>
                    <a:pt x="184226" y="274663"/>
                  </a:lnTo>
                  <a:lnTo>
                    <a:pt x="184226" y="184225"/>
                  </a:lnTo>
                  <a:lnTo>
                    <a:pt x="274663" y="184225"/>
                  </a:lnTo>
                  <a:lnTo>
                    <a:pt x="274663" y="94245"/>
                  </a:lnTo>
                  <a:close/>
                </a:path>
              </a:pathLst>
            </a:custGeom>
            <a:solidFill>
              <a:schemeClr val="bg1">
                <a:alpha val="6000"/>
              </a:schemeClr>
            </a:solid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55D36052-4E2A-4A93-AFDD-C327D5067183}"/>
                </a:ext>
              </a:extLst>
            </p:cNvPr>
            <p:cNvSpPr/>
            <p:nvPr/>
          </p:nvSpPr>
          <p:spPr>
            <a:xfrm>
              <a:off x="4466507" y="2507973"/>
              <a:ext cx="1254237" cy="1254237"/>
            </a:xfrm>
            <a:custGeom>
              <a:avLst/>
              <a:gdLst>
                <a:gd name="connsiteX0" fmla="*/ 1252968 w 1254237"/>
                <a:gd name="connsiteY0" fmla="*/ 420906 h 1254237"/>
                <a:gd name="connsiteX1" fmla="*/ 835870 w 1254237"/>
                <a:gd name="connsiteY1" fmla="*/ 420906 h 1254237"/>
                <a:gd name="connsiteX2" fmla="*/ 835870 w 1254237"/>
                <a:gd name="connsiteY2" fmla="*/ 3808 h 1254237"/>
                <a:gd name="connsiteX3" fmla="*/ 420906 w 1254237"/>
                <a:gd name="connsiteY3" fmla="*/ 3808 h 1254237"/>
                <a:gd name="connsiteX4" fmla="*/ 420906 w 1254237"/>
                <a:gd name="connsiteY4" fmla="*/ 420906 h 1254237"/>
                <a:gd name="connsiteX5" fmla="*/ 3808 w 1254237"/>
                <a:gd name="connsiteY5" fmla="*/ 420906 h 1254237"/>
                <a:gd name="connsiteX6" fmla="*/ 3808 w 1254237"/>
                <a:gd name="connsiteY6" fmla="*/ 835870 h 1254237"/>
                <a:gd name="connsiteX7" fmla="*/ 420906 w 1254237"/>
                <a:gd name="connsiteY7" fmla="*/ 835870 h 1254237"/>
                <a:gd name="connsiteX8" fmla="*/ 420906 w 1254237"/>
                <a:gd name="connsiteY8" fmla="*/ 1252968 h 1254237"/>
                <a:gd name="connsiteX9" fmla="*/ 835870 w 1254237"/>
                <a:gd name="connsiteY9" fmla="*/ 1252968 h 1254237"/>
                <a:gd name="connsiteX10" fmla="*/ 835870 w 1254237"/>
                <a:gd name="connsiteY10" fmla="*/ 835870 h 1254237"/>
                <a:gd name="connsiteX11" fmla="*/ 1252968 w 1254237"/>
                <a:gd name="connsiteY11" fmla="*/ 835870 h 1254237"/>
                <a:gd name="connsiteX12" fmla="*/ 1252968 w 1254237"/>
                <a:gd name="connsiteY12" fmla="*/ 420906 h 125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37" h="1254237">
                  <a:moveTo>
                    <a:pt x="1252968" y="420906"/>
                  </a:moveTo>
                  <a:lnTo>
                    <a:pt x="835870" y="420906"/>
                  </a:lnTo>
                  <a:lnTo>
                    <a:pt x="835870" y="3808"/>
                  </a:lnTo>
                  <a:lnTo>
                    <a:pt x="420906" y="3808"/>
                  </a:lnTo>
                  <a:lnTo>
                    <a:pt x="420906" y="420906"/>
                  </a:lnTo>
                  <a:lnTo>
                    <a:pt x="3808" y="420906"/>
                  </a:lnTo>
                  <a:lnTo>
                    <a:pt x="3808" y="835870"/>
                  </a:lnTo>
                  <a:lnTo>
                    <a:pt x="420906" y="835870"/>
                  </a:lnTo>
                  <a:lnTo>
                    <a:pt x="420906" y="1252968"/>
                  </a:lnTo>
                  <a:lnTo>
                    <a:pt x="835870" y="1252968"/>
                  </a:lnTo>
                  <a:lnTo>
                    <a:pt x="835870" y="835870"/>
                  </a:lnTo>
                  <a:lnTo>
                    <a:pt x="1252968" y="835870"/>
                  </a:lnTo>
                  <a:lnTo>
                    <a:pt x="1252968" y="420906"/>
                  </a:lnTo>
                  <a:close/>
                </a:path>
              </a:pathLst>
            </a:custGeom>
            <a:solidFill>
              <a:schemeClr val="bg1">
                <a:alpha val="6000"/>
              </a:schemeClr>
            </a:solid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F2CC1E65-8C52-46FF-80EF-3D0219064EA7}"/>
                </a:ext>
              </a:extLst>
            </p:cNvPr>
            <p:cNvSpPr/>
            <p:nvPr/>
          </p:nvSpPr>
          <p:spPr>
            <a:xfrm>
              <a:off x="7675171" y="2252708"/>
              <a:ext cx="1061278" cy="1061278"/>
            </a:xfrm>
            <a:custGeom>
              <a:avLst/>
              <a:gdLst>
                <a:gd name="connsiteX0" fmla="*/ 1061684 w 1061277"/>
                <a:gd name="connsiteY0" fmla="*/ 357026 h 1061277"/>
                <a:gd name="connsiteX1" fmla="*/ 708467 w 1061277"/>
                <a:gd name="connsiteY1" fmla="*/ 357026 h 1061277"/>
                <a:gd name="connsiteX2" fmla="*/ 708467 w 1061277"/>
                <a:gd name="connsiteY2" fmla="*/ 3808 h 1061277"/>
                <a:gd name="connsiteX3" fmla="*/ 357026 w 1061277"/>
                <a:gd name="connsiteY3" fmla="*/ 3808 h 1061277"/>
                <a:gd name="connsiteX4" fmla="*/ 357026 w 1061277"/>
                <a:gd name="connsiteY4" fmla="*/ 357026 h 1061277"/>
                <a:gd name="connsiteX5" fmla="*/ 3808 w 1061277"/>
                <a:gd name="connsiteY5" fmla="*/ 357026 h 1061277"/>
                <a:gd name="connsiteX6" fmla="*/ 3808 w 1061277"/>
                <a:gd name="connsiteY6" fmla="*/ 708466 h 1061277"/>
                <a:gd name="connsiteX7" fmla="*/ 357026 w 1061277"/>
                <a:gd name="connsiteY7" fmla="*/ 708466 h 1061277"/>
                <a:gd name="connsiteX8" fmla="*/ 357026 w 1061277"/>
                <a:gd name="connsiteY8" fmla="*/ 1061684 h 1061277"/>
                <a:gd name="connsiteX9" fmla="*/ 708467 w 1061277"/>
                <a:gd name="connsiteY9" fmla="*/ 1061684 h 1061277"/>
                <a:gd name="connsiteX10" fmla="*/ 708467 w 1061277"/>
                <a:gd name="connsiteY10" fmla="*/ 708466 h 1061277"/>
                <a:gd name="connsiteX11" fmla="*/ 1061684 w 1061277"/>
                <a:gd name="connsiteY11" fmla="*/ 708466 h 1061277"/>
                <a:gd name="connsiteX12" fmla="*/ 1061684 w 1061277"/>
                <a:gd name="connsiteY12" fmla="*/ 357026 h 106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1277" h="1061277">
                  <a:moveTo>
                    <a:pt x="1061684" y="357026"/>
                  </a:moveTo>
                  <a:lnTo>
                    <a:pt x="708467" y="357026"/>
                  </a:lnTo>
                  <a:lnTo>
                    <a:pt x="708467" y="3808"/>
                  </a:lnTo>
                  <a:lnTo>
                    <a:pt x="357026" y="3808"/>
                  </a:lnTo>
                  <a:lnTo>
                    <a:pt x="357026" y="357026"/>
                  </a:lnTo>
                  <a:lnTo>
                    <a:pt x="3808" y="357026"/>
                  </a:lnTo>
                  <a:lnTo>
                    <a:pt x="3808" y="708466"/>
                  </a:lnTo>
                  <a:lnTo>
                    <a:pt x="357026" y="708466"/>
                  </a:lnTo>
                  <a:lnTo>
                    <a:pt x="357026" y="1061684"/>
                  </a:lnTo>
                  <a:lnTo>
                    <a:pt x="708467" y="1061684"/>
                  </a:lnTo>
                  <a:lnTo>
                    <a:pt x="708467" y="708466"/>
                  </a:lnTo>
                  <a:lnTo>
                    <a:pt x="1061684" y="708466"/>
                  </a:lnTo>
                  <a:lnTo>
                    <a:pt x="1061684" y="357026"/>
                  </a:lnTo>
                  <a:close/>
                </a:path>
              </a:pathLst>
            </a:custGeom>
            <a:solidFill>
              <a:schemeClr val="bg1">
                <a:alpha val="6000"/>
              </a:schemeClr>
            </a:solid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BF5EA38A-B2D7-475D-9C80-8D42B05777DF}"/>
                </a:ext>
              </a:extLst>
            </p:cNvPr>
            <p:cNvSpPr/>
            <p:nvPr/>
          </p:nvSpPr>
          <p:spPr>
            <a:xfrm>
              <a:off x="8745081" y="2898005"/>
              <a:ext cx="1970219" cy="1970219"/>
            </a:xfrm>
            <a:custGeom>
              <a:avLst/>
              <a:gdLst>
                <a:gd name="connsiteX0" fmla="*/ 1968138 w 1970219"/>
                <a:gd name="connsiteY0" fmla="*/ 659668 h 1970219"/>
                <a:gd name="connsiteX1" fmla="*/ 1312227 w 1970219"/>
                <a:gd name="connsiteY1" fmla="*/ 659668 h 1970219"/>
                <a:gd name="connsiteX2" fmla="*/ 1312227 w 1970219"/>
                <a:gd name="connsiteY2" fmla="*/ 3808 h 1970219"/>
                <a:gd name="connsiteX3" fmla="*/ 659719 w 1970219"/>
                <a:gd name="connsiteY3" fmla="*/ 3808 h 1970219"/>
                <a:gd name="connsiteX4" fmla="*/ 659719 w 1970219"/>
                <a:gd name="connsiteY4" fmla="*/ 659668 h 1970219"/>
                <a:gd name="connsiteX5" fmla="*/ 3808 w 1970219"/>
                <a:gd name="connsiteY5" fmla="*/ 659668 h 1970219"/>
                <a:gd name="connsiteX6" fmla="*/ 3808 w 1970219"/>
                <a:gd name="connsiteY6" fmla="*/ 1312176 h 1970219"/>
                <a:gd name="connsiteX7" fmla="*/ 659719 w 1970219"/>
                <a:gd name="connsiteY7" fmla="*/ 1312176 h 1970219"/>
                <a:gd name="connsiteX8" fmla="*/ 659719 w 1970219"/>
                <a:gd name="connsiteY8" fmla="*/ 1968087 h 1970219"/>
                <a:gd name="connsiteX9" fmla="*/ 1312227 w 1970219"/>
                <a:gd name="connsiteY9" fmla="*/ 1968087 h 1970219"/>
                <a:gd name="connsiteX10" fmla="*/ 1312227 w 1970219"/>
                <a:gd name="connsiteY10" fmla="*/ 1312176 h 1970219"/>
                <a:gd name="connsiteX11" fmla="*/ 1968138 w 1970219"/>
                <a:gd name="connsiteY11" fmla="*/ 1312176 h 1970219"/>
                <a:gd name="connsiteX12" fmla="*/ 1968138 w 1970219"/>
                <a:gd name="connsiteY12" fmla="*/ 659668 h 197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0219" h="1970219">
                  <a:moveTo>
                    <a:pt x="1968138" y="659668"/>
                  </a:moveTo>
                  <a:lnTo>
                    <a:pt x="1312227" y="659668"/>
                  </a:lnTo>
                  <a:lnTo>
                    <a:pt x="1312227" y="3808"/>
                  </a:lnTo>
                  <a:lnTo>
                    <a:pt x="659719" y="3808"/>
                  </a:lnTo>
                  <a:lnTo>
                    <a:pt x="659719" y="659668"/>
                  </a:lnTo>
                  <a:lnTo>
                    <a:pt x="3808" y="659668"/>
                  </a:lnTo>
                  <a:lnTo>
                    <a:pt x="3808" y="1312176"/>
                  </a:lnTo>
                  <a:lnTo>
                    <a:pt x="659719" y="1312176"/>
                  </a:lnTo>
                  <a:lnTo>
                    <a:pt x="659719" y="1968087"/>
                  </a:lnTo>
                  <a:lnTo>
                    <a:pt x="1312227" y="1968087"/>
                  </a:lnTo>
                  <a:lnTo>
                    <a:pt x="1312227" y="1312176"/>
                  </a:lnTo>
                  <a:lnTo>
                    <a:pt x="1968138" y="1312176"/>
                  </a:lnTo>
                  <a:lnTo>
                    <a:pt x="1968138" y="659668"/>
                  </a:lnTo>
                  <a:close/>
                </a:path>
              </a:pathLst>
            </a:custGeom>
            <a:solidFill>
              <a:schemeClr val="bg1">
                <a:alpha val="6000"/>
              </a:schemeClr>
            </a:solid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62ABB10C-B7B2-47DB-B75A-67F68BD6986C}"/>
                </a:ext>
              </a:extLst>
            </p:cNvPr>
            <p:cNvSpPr/>
            <p:nvPr/>
          </p:nvSpPr>
          <p:spPr>
            <a:xfrm>
              <a:off x="8260296" y="1163248"/>
              <a:ext cx="365608" cy="365608"/>
            </a:xfrm>
            <a:custGeom>
              <a:avLst/>
              <a:gdLst>
                <a:gd name="connsiteX0" fmla="*/ 362155 w 365607"/>
                <a:gd name="connsiteY0" fmla="*/ 123494 h 365607"/>
                <a:gd name="connsiteX1" fmla="*/ 242520 w 365607"/>
                <a:gd name="connsiteY1" fmla="*/ 123494 h 365607"/>
                <a:gd name="connsiteX2" fmla="*/ 242520 w 365607"/>
                <a:gd name="connsiteY2" fmla="*/ 3808 h 365607"/>
                <a:gd name="connsiteX3" fmla="*/ 123444 w 365607"/>
                <a:gd name="connsiteY3" fmla="*/ 3808 h 365607"/>
                <a:gd name="connsiteX4" fmla="*/ 123444 w 365607"/>
                <a:gd name="connsiteY4" fmla="*/ 123494 h 365607"/>
                <a:gd name="connsiteX5" fmla="*/ 3808 w 365607"/>
                <a:gd name="connsiteY5" fmla="*/ 123494 h 365607"/>
                <a:gd name="connsiteX6" fmla="*/ 3808 w 365607"/>
                <a:gd name="connsiteY6" fmla="*/ 242520 h 365607"/>
                <a:gd name="connsiteX7" fmla="*/ 123444 w 365607"/>
                <a:gd name="connsiteY7" fmla="*/ 242520 h 365607"/>
                <a:gd name="connsiteX8" fmla="*/ 123444 w 365607"/>
                <a:gd name="connsiteY8" fmla="*/ 362206 h 365607"/>
                <a:gd name="connsiteX9" fmla="*/ 242520 w 365607"/>
                <a:gd name="connsiteY9" fmla="*/ 362206 h 365607"/>
                <a:gd name="connsiteX10" fmla="*/ 242520 w 365607"/>
                <a:gd name="connsiteY10" fmla="*/ 242520 h 365607"/>
                <a:gd name="connsiteX11" fmla="*/ 362155 w 365607"/>
                <a:gd name="connsiteY11" fmla="*/ 242520 h 365607"/>
                <a:gd name="connsiteX12" fmla="*/ 362155 w 365607"/>
                <a:gd name="connsiteY12" fmla="*/ 123494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2155" y="123494"/>
                  </a:moveTo>
                  <a:lnTo>
                    <a:pt x="242520" y="123494"/>
                  </a:lnTo>
                  <a:lnTo>
                    <a:pt x="242520" y="3808"/>
                  </a:lnTo>
                  <a:lnTo>
                    <a:pt x="123444" y="3808"/>
                  </a:lnTo>
                  <a:lnTo>
                    <a:pt x="123444" y="123494"/>
                  </a:lnTo>
                  <a:lnTo>
                    <a:pt x="3808" y="123494"/>
                  </a:lnTo>
                  <a:lnTo>
                    <a:pt x="3808" y="242520"/>
                  </a:lnTo>
                  <a:lnTo>
                    <a:pt x="123444" y="242520"/>
                  </a:lnTo>
                  <a:lnTo>
                    <a:pt x="123444" y="362206"/>
                  </a:lnTo>
                  <a:lnTo>
                    <a:pt x="242520" y="362206"/>
                  </a:lnTo>
                  <a:lnTo>
                    <a:pt x="242520" y="242520"/>
                  </a:lnTo>
                  <a:lnTo>
                    <a:pt x="362155" y="242520"/>
                  </a:lnTo>
                  <a:lnTo>
                    <a:pt x="362155" y="123494"/>
                  </a:lnTo>
                  <a:close/>
                </a:path>
              </a:pathLst>
            </a:custGeom>
            <a:solidFill>
              <a:schemeClr val="bg1">
                <a:alpha val="6000"/>
              </a:schemeClr>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BAC92E45-D91A-44AF-9E97-6D555BEDCEC8}"/>
                </a:ext>
              </a:extLst>
            </p:cNvPr>
            <p:cNvSpPr/>
            <p:nvPr/>
          </p:nvSpPr>
          <p:spPr>
            <a:xfrm>
              <a:off x="5518137" y="3771960"/>
              <a:ext cx="787072" cy="787072"/>
            </a:xfrm>
            <a:custGeom>
              <a:avLst/>
              <a:gdLst>
                <a:gd name="connsiteX0" fmla="*/ 787936 w 787072"/>
                <a:gd name="connsiteY0" fmla="*/ 265675 h 787072"/>
                <a:gd name="connsiteX1" fmla="*/ 526120 w 787072"/>
                <a:gd name="connsiteY1" fmla="*/ 265675 h 787072"/>
                <a:gd name="connsiteX2" fmla="*/ 526120 w 787072"/>
                <a:gd name="connsiteY2" fmla="*/ 3808 h 787072"/>
                <a:gd name="connsiteX3" fmla="*/ 265624 w 787072"/>
                <a:gd name="connsiteY3" fmla="*/ 3808 h 787072"/>
                <a:gd name="connsiteX4" fmla="*/ 265624 w 787072"/>
                <a:gd name="connsiteY4" fmla="*/ 265675 h 787072"/>
                <a:gd name="connsiteX5" fmla="*/ 3808 w 787072"/>
                <a:gd name="connsiteY5" fmla="*/ 265675 h 787072"/>
                <a:gd name="connsiteX6" fmla="*/ 3808 w 787072"/>
                <a:gd name="connsiteY6" fmla="*/ 526120 h 787072"/>
                <a:gd name="connsiteX7" fmla="*/ 265624 w 787072"/>
                <a:gd name="connsiteY7" fmla="*/ 526120 h 787072"/>
                <a:gd name="connsiteX8" fmla="*/ 265624 w 787072"/>
                <a:gd name="connsiteY8" fmla="*/ 787986 h 787072"/>
                <a:gd name="connsiteX9" fmla="*/ 526120 w 787072"/>
                <a:gd name="connsiteY9" fmla="*/ 787986 h 787072"/>
                <a:gd name="connsiteX10" fmla="*/ 526120 w 787072"/>
                <a:gd name="connsiteY10" fmla="*/ 526120 h 787072"/>
                <a:gd name="connsiteX11" fmla="*/ 787936 w 787072"/>
                <a:gd name="connsiteY11" fmla="*/ 526120 h 787072"/>
                <a:gd name="connsiteX12" fmla="*/ 787936 w 787072"/>
                <a:gd name="connsiteY12" fmla="*/ 265675 h 78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7072" h="787072">
                  <a:moveTo>
                    <a:pt x="787936" y="265675"/>
                  </a:moveTo>
                  <a:lnTo>
                    <a:pt x="526120" y="265675"/>
                  </a:lnTo>
                  <a:lnTo>
                    <a:pt x="526120" y="3808"/>
                  </a:lnTo>
                  <a:lnTo>
                    <a:pt x="265624" y="3808"/>
                  </a:lnTo>
                  <a:lnTo>
                    <a:pt x="265624" y="265675"/>
                  </a:lnTo>
                  <a:lnTo>
                    <a:pt x="3808" y="265675"/>
                  </a:lnTo>
                  <a:lnTo>
                    <a:pt x="3808" y="526120"/>
                  </a:lnTo>
                  <a:lnTo>
                    <a:pt x="265624" y="526120"/>
                  </a:lnTo>
                  <a:lnTo>
                    <a:pt x="265624" y="787986"/>
                  </a:lnTo>
                  <a:lnTo>
                    <a:pt x="526120" y="787986"/>
                  </a:lnTo>
                  <a:lnTo>
                    <a:pt x="526120" y="526120"/>
                  </a:lnTo>
                  <a:lnTo>
                    <a:pt x="787936" y="526120"/>
                  </a:lnTo>
                  <a:lnTo>
                    <a:pt x="787936" y="265675"/>
                  </a:lnTo>
                  <a:close/>
                </a:path>
              </a:pathLst>
            </a:custGeom>
            <a:solidFill>
              <a:schemeClr val="bg1">
                <a:alpha val="6000"/>
              </a:schemeClr>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E7673896-1B98-4F06-9083-A1DFCF7A6614}"/>
                </a:ext>
              </a:extLst>
            </p:cNvPr>
            <p:cNvSpPr/>
            <p:nvPr/>
          </p:nvSpPr>
          <p:spPr>
            <a:xfrm>
              <a:off x="583957" y="4827804"/>
              <a:ext cx="269128" cy="269128"/>
            </a:xfrm>
            <a:custGeom>
              <a:avLst/>
              <a:gdLst>
                <a:gd name="connsiteX0" fmla="*/ 269991 w 269127"/>
                <a:gd name="connsiteY0" fmla="*/ 92722 h 269127"/>
                <a:gd name="connsiteX1" fmla="*/ 181077 w 269127"/>
                <a:gd name="connsiteY1" fmla="*/ 92722 h 269127"/>
                <a:gd name="connsiteX2" fmla="*/ 181077 w 269127"/>
                <a:gd name="connsiteY2" fmla="*/ 3808 h 269127"/>
                <a:gd name="connsiteX3" fmla="*/ 92671 w 269127"/>
                <a:gd name="connsiteY3" fmla="*/ 3808 h 269127"/>
                <a:gd name="connsiteX4" fmla="*/ 92671 w 269127"/>
                <a:gd name="connsiteY4" fmla="*/ 92722 h 269127"/>
                <a:gd name="connsiteX5" fmla="*/ 3808 w 269127"/>
                <a:gd name="connsiteY5" fmla="*/ 92722 h 269127"/>
                <a:gd name="connsiteX6" fmla="*/ 3808 w 269127"/>
                <a:gd name="connsiteY6" fmla="*/ 181128 h 269127"/>
                <a:gd name="connsiteX7" fmla="*/ 92671 w 269127"/>
                <a:gd name="connsiteY7" fmla="*/ 181128 h 269127"/>
                <a:gd name="connsiteX8" fmla="*/ 92671 w 269127"/>
                <a:gd name="connsiteY8" fmla="*/ 269991 h 269127"/>
                <a:gd name="connsiteX9" fmla="*/ 181077 w 269127"/>
                <a:gd name="connsiteY9" fmla="*/ 269991 h 269127"/>
                <a:gd name="connsiteX10" fmla="*/ 181077 w 269127"/>
                <a:gd name="connsiteY10" fmla="*/ 181128 h 269127"/>
                <a:gd name="connsiteX11" fmla="*/ 269991 w 269127"/>
                <a:gd name="connsiteY11" fmla="*/ 181128 h 269127"/>
                <a:gd name="connsiteX12" fmla="*/ 269991 w 269127"/>
                <a:gd name="connsiteY12" fmla="*/ 92722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9991" y="92722"/>
                  </a:moveTo>
                  <a:lnTo>
                    <a:pt x="181077" y="92722"/>
                  </a:lnTo>
                  <a:lnTo>
                    <a:pt x="181077" y="3808"/>
                  </a:lnTo>
                  <a:lnTo>
                    <a:pt x="92671" y="3808"/>
                  </a:lnTo>
                  <a:lnTo>
                    <a:pt x="92671" y="92722"/>
                  </a:lnTo>
                  <a:lnTo>
                    <a:pt x="3808" y="92722"/>
                  </a:lnTo>
                  <a:lnTo>
                    <a:pt x="3808" y="181128"/>
                  </a:lnTo>
                  <a:lnTo>
                    <a:pt x="92671" y="181128"/>
                  </a:lnTo>
                  <a:lnTo>
                    <a:pt x="92671" y="269991"/>
                  </a:lnTo>
                  <a:lnTo>
                    <a:pt x="181077" y="269991"/>
                  </a:lnTo>
                  <a:lnTo>
                    <a:pt x="181077" y="181128"/>
                  </a:lnTo>
                  <a:lnTo>
                    <a:pt x="269991" y="181128"/>
                  </a:lnTo>
                  <a:lnTo>
                    <a:pt x="269991" y="92722"/>
                  </a:lnTo>
                  <a:close/>
                </a:path>
              </a:pathLst>
            </a:custGeom>
            <a:solidFill>
              <a:schemeClr val="bg1">
                <a:alpha val="6000"/>
              </a:schemeClr>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9C51A54B-580F-44CF-B635-1A7ED67A6362}"/>
                </a:ext>
              </a:extLst>
            </p:cNvPr>
            <p:cNvSpPr/>
            <p:nvPr/>
          </p:nvSpPr>
          <p:spPr>
            <a:xfrm>
              <a:off x="2246507" y="4399536"/>
              <a:ext cx="319907" cy="319907"/>
            </a:xfrm>
            <a:custGeom>
              <a:avLst/>
              <a:gdLst>
                <a:gd name="connsiteX0" fmla="*/ 317825 w 319906"/>
                <a:gd name="connsiteY0" fmla="*/ 108667 h 319906"/>
                <a:gd name="connsiteX1" fmla="*/ 212966 w 319906"/>
                <a:gd name="connsiteY1" fmla="*/ 108667 h 319906"/>
                <a:gd name="connsiteX2" fmla="*/ 212966 w 319906"/>
                <a:gd name="connsiteY2" fmla="*/ 3808 h 319906"/>
                <a:gd name="connsiteX3" fmla="*/ 108667 w 319906"/>
                <a:gd name="connsiteY3" fmla="*/ 3808 h 319906"/>
                <a:gd name="connsiteX4" fmla="*/ 108667 w 319906"/>
                <a:gd name="connsiteY4" fmla="*/ 108667 h 319906"/>
                <a:gd name="connsiteX5" fmla="*/ 3808 w 319906"/>
                <a:gd name="connsiteY5" fmla="*/ 108667 h 319906"/>
                <a:gd name="connsiteX6" fmla="*/ 3808 w 319906"/>
                <a:gd name="connsiteY6" fmla="*/ 213017 h 319906"/>
                <a:gd name="connsiteX7" fmla="*/ 108667 w 319906"/>
                <a:gd name="connsiteY7" fmla="*/ 213017 h 319906"/>
                <a:gd name="connsiteX8" fmla="*/ 108667 w 319906"/>
                <a:gd name="connsiteY8" fmla="*/ 317875 h 319906"/>
                <a:gd name="connsiteX9" fmla="*/ 212966 w 319906"/>
                <a:gd name="connsiteY9" fmla="*/ 317875 h 319906"/>
                <a:gd name="connsiteX10" fmla="*/ 212966 w 319906"/>
                <a:gd name="connsiteY10" fmla="*/ 213017 h 319906"/>
                <a:gd name="connsiteX11" fmla="*/ 317825 w 319906"/>
                <a:gd name="connsiteY11" fmla="*/ 213017 h 319906"/>
                <a:gd name="connsiteX12" fmla="*/ 317825 w 319906"/>
                <a:gd name="connsiteY12" fmla="*/ 108667 h 31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906" h="319906">
                  <a:moveTo>
                    <a:pt x="317825" y="108667"/>
                  </a:moveTo>
                  <a:lnTo>
                    <a:pt x="212966" y="108667"/>
                  </a:lnTo>
                  <a:lnTo>
                    <a:pt x="212966" y="3808"/>
                  </a:lnTo>
                  <a:lnTo>
                    <a:pt x="108667" y="3808"/>
                  </a:lnTo>
                  <a:lnTo>
                    <a:pt x="108667" y="108667"/>
                  </a:lnTo>
                  <a:lnTo>
                    <a:pt x="3808" y="108667"/>
                  </a:lnTo>
                  <a:lnTo>
                    <a:pt x="3808" y="213017"/>
                  </a:lnTo>
                  <a:lnTo>
                    <a:pt x="108667" y="213017"/>
                  </a:lnTo>
                  <a:lnTo>
                    <a:pt x="108667" y="317875"/>
                  </a:lnTo>
                  <a:lnTo>
                    <a:pt x="212966" y="317875"/>
                  </a:lnTo>
                  <a:lnTo>
                    <a:pt x="212966" y="213017"/>
                  </a:lnTo>
                  <a:lnTo>
                    <a:pt x="317825" y="213017"/>
                  </a:lnTo>
                  <a:lnTo>
                    <a:pt x="317825" y="108667"/>
                  </a:lnTo>
                  <a:close/>
                </a:path>
              </a:pathLst>
            </a:custGeom>
            <a:solidFill>
              <a:schemeClr val="bg1">
                <a:alpha val="6000"/>
              </a:schemeClr>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3A9860E8-DCFA-46EB-A698-981D76198554}"/>
                </a:ext>
              </a:extLst>
            </p:cNvPr>
            <p:cNvSpPr/>
            <p:nvPr/>
          </p:nvSpPr>
          <p:spPr>
            <a:xfrm>
              <a:off x="2689654" y="3599362"/>
              <a:ext cx="355452" cy="355452"/>
            </a:xfrm>
            <a:custGeom>
              <a:avLst/>
              <a:gdLst>
                <a:gd name="connsiteX0" fmla="*/ 354030 w 355451"/>
                <a:gd name="connsiteY0" fmla="*/ 120752 h 355451"/>
                <a:gd name="connsiteX1" fmla="*/ 237086 w 355451"/>
                <a:gd name="connsiteY1" fmla="*/ 120752 h 355451"/>
                <a:gd name="connsiteX2" fmla="*/ 237086 w 355451"/>
                <a:gd name="connsiteY2" fmla="*/ 3808 h 355451"/>
                <a:gd name="connsiteX3" fmla="*/ 120752 w 355451"/>
                <a:gd name="connsiteY3" fmla="*/ 3808 h 355451"/>
                <a:gd name="connsiteX4" fmla="*/ 120752 w 355451"/>
                <a:gd name="connsiteY4" fmla="*/ 120752 h 355451"/>
                <a:gd name="connsiteX5" fmla="*/ 3808 w 355451"/>
                <a:gd name="connsiteY5" fmla="*/ 120752 h 355451"/>
                <a:gd name="connsiteX6" fmla="*/ 3808 w 355451"/>
                <a:gd name="connsiteY6" fmla="*/ 237086 h 355451"/>
                <a:gd name="connsiteX7" fmla="*/ 120752 w 355451"/>
                <a:gd name="connsiteY7" fmla="*/ 237086 h 355451"/>
                <a:gd name="connsiteX8" fmla="*/ 120752 w 355451"/>
                <a:gd name="connsiteY8" fmla="*/ 354030 h 355451"/>
                <a:gd name="connsiteX9" fmla="*/ 237086 w 355451"/>
                <a:gd name="connsiteY9" fmla="*/ 354030 h 355451"/>
                <a:gd name="connsiteX10" fmla="*/ 237086 w 355451"/>
                <a:gd name="connsiteY10" fmla="*/ 237086 h 355451"/>
                <a:gd name="connsiteX11" fmla="*/ 354030 w 355451"/>
                <a:gd name="connsiteY11" fmla="*/ 237086 h 355451"/>
                <a:gd name="connsiteX12" fmla="*/ 354030 w 355451"/>
                <a:gd name="connsiteY12" fmla="*/ 120752 h 35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5451" h="355451">
                  <a:moveTo>
                    <a:pt x="354030" y="120752"/>
                  </a:moveTo>
                  <a:lnTo>
                    <a:pt x="237086" y="120752"/>
                  </a:lnTo>
                  <a:lnTo>
                    <a:pt x="237086" y="3808"/>
                  </a:lnTo>
                  <a:lnTo>
                    <a:pt x="120752" y="3808"/>
                  </a:lnTo>
                  <a:lnTo>
                    <a:pt x="120752" y="120752"/>
                  </a:lnTo>
                  <a:lnTo>
                    <a:pt x="3808" y="120752"/>
                  </a:lnTo>
                  <a:lnTo>
                    <a:pt x="3808" y="237086"/>
                  </a:lnTo>
                  <a:lnTo>
                    <a:pt x="120752" y="237086"/>
                  </a:lnTo>
                  <a:lnTo>
                    <a:pt x="120752" y="354030"/>
                  </a:lnTo>
                  <a:lnTo>
                    <a:pt x="237086" y="354030"/>
                  </a:lnTo>
                  <a:lnTo>
                    <a:pt x="237086" y="237086"/>
                  </a:lnTo>
                  <a:lnTo>
                    <a:pt x="354030" y="237086"/>
                  </a:lnTo>
                  <a:lnTo>
                    <a:pt x="354030" y="120752"/>
                  </a:lnTo>
                  <a:close/>
                </a:path>
              </a:pathLst>
            </a:custGeom>
            <a:solidFill>
              <a:schemeClr val="bg1">
                <a:alpha val="6000"/>
              </a:schemeClr>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B63EEF0A-6BD0-4CBD-8514-994C8FB841C7}"/>
                </a:ext>
              </a:extLst>
            </p:cNvPr>
            <p:cNvSpPr/>
            <p:nvPr/>
          </p:nvSpPr>
          <p:spPr>
            <a:xfrm>
              <a:off x="6299217" y="4789771"/>
              <a:ext cx="1772182" cy="1772182"/>
            </a:xfrm>
            <a:custGeom>
              <a:avLst/>
              <a:gdLst>
                <a:gd name="connsiteX0" fmla="*/ 1769135 w 1772181"/>
                <a:gd name="connsiteY0" fmla="*/ 593250 h 1772181"/>
                <a:gd name="connsiteX1" fmla="*/ 1179694 w 1772181"/>
                <a:gd name="connsiteY1" fmla="*/ 593250 h 1772181"/>
                <a:gd name="connsiteX2" fmla="*/ 1179694 w 1772181"/>
                <a:gd name="connsiteY2" fmla="*/ 3808 h 1772181"/>
                <a:gd name="connsiteX3" fmla="*/ 593300 w 1772181"/>
                <a:gd name="connsiteY3" fmla="*/ 3808 h 1772181"/>
                <a:gd name="connsiteX4" fmla="*/ 593300 w 1772181"/>
                <a:gd name="connsiteY4" fmla="*/ 593250 h 1772181"/>
                <a:gd name="connsiteX5" fmla="*/ 3808 w 1772181"/>
                <a:gd name="connsiteY5" fmla="*/ 593250 h 1772181"/>
                <a:gd name="connsiteX6" fmla="*/ 3808 w 1772181"/>
                <a:gd name="connsiteY6" fmla="*/ 1179644 h 1772181"/>
                <a:gd name="connsiteX7" fmla="*/ 593300 w 1772181"/>
                <a:gd name="connsiteY7" fmla="*/ 1179644 h 1772181"/>
                <a:gd name="connsiteX8" fmla="*/ 593300 w 1772181"/>
                <a:gd name="connsiteY8" fmla="*/ 1769135 h 1772181"/>
                <a:gd name="connsiteX9" fmla="*/ 1179694 w 1772181"/>
                <a:gd name="connsiteY9" fmla="*/ 1769135 h 1772181"/>
                <a:gd name="connsiteX10" fmla="*/ 1179694 w 1772181"/>
                <a:gd name="connsiteY10" fmla="*/ 1179644 h 1772181"/>
                <a:gd name="connsiteX11" fmla="*/ 1769135 w 1772181"/>
                <a:gd name="connsiteY11" fmla="*/ 1179644 h 1772181"/>
                <a:gd name="connsiteX12" fmla="*/ 1769135 w 1772181"/>
                <a:gd name="connsiteY12" fmla="*/ 593250 h 1772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181" h="1772181">
                  <a:moveTo>
                    <a:pt x="1769135" y="593250"/>
                  </a:moveTo>
                  <a:lnTo>
                    <a:pt x="1179694" y="593250"/>
                  </a:lnTo>
                  <a:lnTo>
                    <a:pt x="1179694" y="3808"/>
                  </a:lnTo>
                  <a:lnTo>
                    <a:pt x="593300" y="3808"/>
                  </a:lnTo>
                  <a:lnTo>
                    <a:pt x="593300" y="593250"/>
                  </a:lnTo>
                  <a:lnTo>
                    <a:pt x="3808" y="593250"/>
                  </a:lnTo>
                  <a:lnTo>
                    <a:pt x="3808" y="1179644"/>
                  </a:lnTo>
                  <a:lnTo>
                    <a:pt x="593300" y="1179644"/>
                  </a:lnTo>
                  <a:lnTo>
                    <a:pt x="593300" y="1769135"/>
                  </a:lnTo>
                  <a:lnTo>
                    <a:pt x="1179694" y="1769135"/>
                  </a:lnTo>
                  <a:lnTo>
                    <a:pt x="1179694" y="1179644"/>
                  </a:lnTo>
                  <a:lnTo>
                    <a:pt x="1769135" y="1179644"/>
                  </a:lnTo>
                  <a:lnTo>
                    <a:pt x="1769135" y="593250"/>
                  </a:lnTo>
                  <a:close/>
                </a:path>
              </a:pathLst>
            </a:custGeom>
            <a:solidFill>
              <a:schemeClr val="bg1">
                <a:alpha val="6000"/>
              </a:schemeClr>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FEA987F-3911-415C-802E-1AE3F78563B6}"/>
                </a:ext>
              </a:extLst>
            </p:cNvPr>
            <p:cNvSpPr/>
            <p:nvPr/>
          </p:nvSpPr>
          <p:spPr>
            <a:xfrm>
              <a:off x="3919263" y="2864440"/>
              <a:ext cx="385919" cy="385919"/>
            </a:xfrm>
            <a:custGeom>
              <a:avLst/>
              <a:gdLst>
                <a:gd name="connsiteX0" fmla="*/ 382212 w 385919"/>
                <a:gd name="connsiteY0" fmla="*/ 130146 h 385919"/>
                <a:gd name="connsiteX1" fmla="*/ 255874 w 385919"/>
                <a:gd name="connsiteY1" fmla="*/ 130146 h 385919"/>
                <a:gd name="connsiteX2" fmla="*/ 255874 w 385919"/>
                <a:gd name="connsiteY2" fmla="*/ 3808 h 385919"/>
                <a:gd name="connsiteX3" fmla="*/ 130146 w 385919"/>
                <a:gd name="connsiteY3" fmla="*/ 3808 h 385919"/>
                <a:gd name="connsiteX4" fmla="*/ 130146 w 385919"/>
                <a:gd name="connsiteY4" fmla="*/ 130146 h 385919"/>
                <a:gd name="connsiteX5" fmla="*/ 3808 w 385919"/>
                <a:gd name="connsiteY5" fmla="*/ 130146 h 385919"/>
                <a:gd name="connsiteX6" fmla="*/ 3808 w 385919"/>
                <a:gd name="connsiteY6" fmla="*/ 255824 h 385919"/>
                <a:gd name="connsiteX7" fmla="*/ 130146 w 385919"/>
                <a:gd name="connsiteY7" fmla="*/ 255824 h 385919"/>
                <a:gd name="connsiteX8" fmla="*/ 130146 w 385919"/>
                <a:gd name="connsiteY8" fmla="*/ 382162 h 385919"/>
                <a:gd name="connsiteX9" fmla="*/ 255874 w 385919"/>
                <a:gd name="connsiteY9" fmla="*/ 382162 h 385919"/>
                <a:gd name="connsiteX10" fmla="*/ 255874 w 385919"/>
                <a:gd name="connsiteY10" fmla="*/ 255824 h 385919"/>
                <a:gd name="connsiteX11" fmla="*/ 382212 w 385919"/>
                <a:gd name="connsiteY11" fmla="*/ 255824 h 385919"/>
                <a:gd name="connsiteX12" fmla="*/ 382212 w 385919"/>
                <a:gd name="connsiteY12" fmla="*/ 130146 h 38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5919" h="385919">
                  <a:moveTo>
                    <a:pt x="382212" y="130146"/>
                  </a:moveTo>
                  <a:lnTo>
                    <a:pt x="255874" y="130146"/>
                  </a:lnTo>
                  <a:lnTo>
                    <a:pt x="255874" y="3808"/>
                  </a:lnTo>
                  <a:lnTo>
                    <a:pt x="130146" y="3808"/>
                  </a:lnTo>
                  <a:lnTo>
                    <a:pt x="130146" y="130146"/>
                  </a:lnTo>
                  <a:lnTo>
                    <a:pt x="3808" y="130146"/>
                  </a:lnTo>
                  <a:lnTo>
                    <a:pt x="3808" y="255824"/>
                  </a:lnTo>
                  <a:lnTo>
                    <a:pt x="130146" y="255824"/>
                  </a:lnTo>
                  <a:lnTo>
                    <a:pt x="130146" y="382162"/>
                  </a:lnTo>
                  <a:lnTo>
                    <a:pt x="255874" y="382162"/>
                  </a:lnTo>
                  <a:lnTo>
                    <a:pt x="255874" y="255824"/>
                  </a:lnTo>
                  <a:lnTo>
                    <a:pt x="382212" y="255824"/>
                  </a:lnTo>
                  <a:lnTo>
                    <a:pt x="382212" y="130146"/>
                  </a:lnTo>
                  <a:close/>
                </a:path>
              </a:pathLst>
            </a:custGeom>
            <a:solidFill>
              <a:schemeClr val="bg1">
                <a:alpha val="6000"/>
              </a:schemeClr>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EF1C3F18-0651-499D-8962-1B77E6B96B07}"/>
                </a:ext>
              </a:extLst>
            </p:cNvPr>
            <p:cNvSpPr/>
            <p:nvPr/>
          </p:nvSpPr>
          <p:spPr>
            <a:xfrm>
              <a:off x="3073085" y="3387513"/>
              <a:ext cx="2279970" cy="2279970"/>
            </a:xfrm>
            <a:custGeom>
              <a:avLst/>
              <a:gdLst>
                <a:gd name="connsiteX0" fmla="*/ 2276212 w 2279970"/>
                <a:gd name="connsiteY0" fmla="*/ 762546 h 2279970"/>
                <a:gd name="connsiteX1" fmla="*/ 1517424 w 2279970"/>
                <a:gd name="connsiteY1" fmla="*/ 762546 h 2279970"/>
                <a:gd name="connsiteX2" fmla="*/ 1517424 w 2279970"/>
                <a:gd name="connsiteY2" fmla="*/ 3808 h 2279970"/>
                <a:gd name="connsiteX3" fmla="*/ 762597 w 2279970"/>
                <a:gd name="connsiteY3" fmla="*/ 3808 h 2279970"/>
                <a:gd name="connsiteX4" fmla="*/ 762597 w 2279970"/>
                <a:gd name="connsiteY4" fmla="*/ 762546 h 2279970"/>
                <a:gd name="connsiteX5" fmla="*/ 3808 w 2279970"/>
                <a:gd name="connsiteY5" fmla="*/ 762546 h 2279970"/>
                <a:gd name="connsiteX6" fmla="*/ 3808 w 2279970"/>
                <a:gd name="connsiteY6" fmla="*/ 1517424 h 2279970"/>
                <a:gd name="connsiteX7" fmla="*/ 762597 w 2279970"/>
                <a:gd name="connsiteY7" fmla="*/ 1517424 h 2279970"/>
                <a:gd name="connsiteX8" fmla="*/ 762597 w 2279970"/>
                <a:gd name="connsiteY8" fmla="*/ 2276212 h 2279970"/>
                <a:gd name="connsiteX9" fmla="*/ 1517424 w 2279970"/>
                <a:gd name="connsiteY9" fmla="*/ 2276212 h 2279970"/>
                <a:gd name="connsiteX10" fmla="*/ 1517424 w 2279970"/>
                <a:gd name="connsiteY10" fmla="*/ 1517424 h 2279970"/>
                <a:gd name="connsiteX11" fmla="*/ 2276212 w 2279970"/>
                <a:gd name="connsiteY11" fmla="*/ 1517424 h 2279970"/>
                <a:gd name="connsiteX12" fmla="*/ 2276212 w 2279970"/>
                <a:gd name="connsiteY12" fmla="*/ 762546 h 2279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9970" h="2279970">
                  <a:moveTo>
                    <a:pt x="2276212" y="762546"/>
                  </a:moveTo>
                  <a:lnTo>
                    <a:pt x="1517424" y="762546"/>
                  </a:lnTo>
                  <a:lnTo>
                    <a:pt x="1517424" y="3808"/>
                  </a:lnTo>
                  <a:lnTo>
                    <a:pt x="762597" y="3808"/>
                  </a:lnTo>
                  <a:lnTo>
                    <a:pt x="762597" y="762546"/>
                  </a:lnTo>
                  <a:lnTo>
                    <a:pt x="3808" y="762546"/>
                  </a:lnTo>
                  <a:lnTo>
                    <a:pt x="3808" y="1517424"/>
                  </a:lnTo>
                  <a:lnTo>
                    <a:pt x="762597" y="1517424"/>
                  </a:lnTo>
                  <a:lnTo>
                    <a:pt x="762597" y="2276212"/>
                  </a:lnTo>
                  <a:lnTo>
                    <a:pt x="1517424" y="2276212"/>
                  </a:lnTo>
                  <a:lnTo>
                    <a:pt x="1517424" y="1517424"/>
                  </a:lnTo>
                  <a:lnTo>
                    <a:pt x="2276212" y="1517424"/>
                  </a:lnTo>
                  <a:lnTo>
                    <a:pt x="2276212" y="762546"/>
                  </a:lnTo>
                  <a:close/>
                </a:path>
              </a:pathLst>
            </a:custGeom>
            <a:solidFill>
              <a:schemeClr val="bg1">
                <a:alpha val="6000"/>
              </a:schemeClr>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A6A2C72F-D72C-49BB-AA2F-681AD8BB551C}"/>
                </a:ext>
              </a:extLst>
            </p:cNvPr>
            <p:cNvSpPr/>
            <p:nvPr/>
          </p:nvSpPr>
          <p:spPr>
            <a:xfrm>
              <a:off x="7716404" y="3757132"/>
              <a:ext cx="980032" cy="980032"/>
            </a:xfrm>
            <a:custGeom>
              <a:avLst/>
              <a:gdLst>
                <a:gd name="connsiteX0" fmla="*/ 979219 w 980031"/>
                <a:gd name="connsiteY0" fmla="*/ 329504 h 980031"/>
                <a:gd name="connsiteX1" fmla="*/ 653524 w 980031"/>
                <a:gd name="connsiteY1" fmla="*/ 329504 h 980031"/>
                <a:gd name="connsiteX2" fmla="*/ 653524 w 980031"/>
                <a:gd name="connsiteY2" fmla="*/ 3808 h 980031"/>
                <a:gd name="connsiteX3" fmla="*/ 329504 w 980031"/>
                <a:gd name="connsiteY3" fmla="*/ 3808 h 980031"/>
                <a:gd name="connsiteX4" fmla="*/ 329504 w 980031"/>
                <a:gd name="connsiteY4" fmla="*/ 329504 h 980031"/>
                <a:gd name="connsiteX5" fmla="*/ 3808 w 980031"/>
                <a:gd name="connsiteY5" fmla="*/ 329504 h 980031"/>
                <a:gd name="connsiteX6" fmla="*/ 3808 w 980031"/>
                <a:gd name="connsiteY6" fmla="*/ 653524 h 980031"/>
                <a:gd name="connsiteX7" fmla="*/ 329504 w 980031"/>
                <a:gd name="connsiteY7" fmla="*/ 653524 h 980031"/>
                <a:gd name="connsiteX8" fmla="*/ 329504 w 980031"/>
                <a:gd name="connsiteY8" fmla="*/ 979219 h 980031"/>
                <a:gd name="connsiteX9" fmla="*/ 653524 w 980031"/>
                <a:gd name="connsiteY9" fmla="*/ 979219 h 980031"/>
                <a:gd name="connsiteX10" fmla="*/ 653524 w 980031"/>
                <a:gd name="connsiteY10" fmla="*/ 653524 h 980031"/>
                <a:gd name="connsiteX11" fmla="*/ 979219 w 980031"/>
                <a:gd name="connsiteY11" fmla="*/ 653524 h 980031"/>
                <a:gd name="connsiteX12" fmla="*/ 979219 w 980031"/>
                <a:gd name="connsiteY12" fmla="*/ 329504 h 98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0031" h="980031">
                  <a:moveTo>
                    <a:pt x="979219" y="329504"/>
                  </a:moveTo>
                  <a:lnTo>
                    <a:pt x="653524" y="329504"/>
                  </a:lnTo>
                  <a:lnTo>
                    <a:pt x="653524" y="3808"/>
                  </a:lnTo>
                  <a:lnTo>
                    <a:pt x="329504" y="3808"/>
                  </a:lnTo>
                  <a:lnTo>
                    <a:pt x="329504" y="329504"/>
                  </a:lnTo>
                  <a:lnTo>
                    <a:pt x="3808" y="329504"/>
                  </a:lnTo>
                  <a:lnTo>
                    <a:pt x="3808" y="653524"/>
                  </a:lnTo>
                  <a:lnTo>
                    <a:pt x="329504" y="653524"/>
                  </a:lnTo>
                  <a:lnTo>
                    <a:pt x="329504" y="979219"/>
                  </a:lnTo>
                  <a:lnTo>
                    <a:pt x="653524" y="979219"/>
                  </a:lnTo>
                  <a:lnTo>
                    <a:pt x="653524" y="653524"/>
                  </a:lnTo>
                  <a:lnTo>
                    <a:pt x="979219" y="653524"/>
                  </a:lnTo>
                  <a:lnTo>
                    <a:pt x="979219" y="329504"/>
                  </a:lnTo>
                  <a:close/>
                </a:path>
              </a:pathLst>
            </a:custGeom>
            <a:solidFill>
              <a:schemeClr val="bg1">
                <a:alpha val="6000"/>
              </a:schemeClr>
            </a:solid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7CE47F7C-6C70-4F83-AC98-75512DAD01E3}"/>
                </a:ext>
              </a:extLst>
            </p:cNvPr>
            <p:cNvSpPr/>
            <p:nvPr/>
          </p:nvSpPr>
          <p:spPr>
            <a:xfrm>
              <a:off x="5570388" y="2252708"/>
              <a:ext cx="294517" cy="294517"/>
            </a:xfrm>
            <a:custGeom>
              <a:avLst/>
              <a:gdLst>
                <a:gd name="connsiteX0" fmla="*/ 294416 w 294517"/>
                <a:gd name="connsiteY0" fmla="*/ 100796 h 294517"/>
                <a:gd name="connsiteX1" fmla="*/ 197377 w 294517"/>
                <a:gd name="connsiteY1" fmla="*/ 100796 h 294517"/>
                <a:gd name="connsiteX2" fmla="*/ 197377 w 294517"/>
                <a:gd name="connsiteY2" fmla="*/ 3808 h 294517"/>
                <a:gd name="connsiteX3" fmla="*/ 100847 w 294517"/>
                <a:gd name="connsiteY3" fmla="*/ 3808 h 294517"/>
                <a:gd name="connsiteX4" fmla="*/ 100847 w 294517"/>
                <a:gd name="connsiteY4" fmla="*/ 100796 h 294517"/>
                <a:gd name="connsiteX5" fmla="*/ 3808 w 294517"/>
                <a:gd name="connsiteY5" fmla="*/ 100796 h 294517"/>
                <a:gd name="connsiteX6" fmla="*/ 3808 w 294517"/>
                <a:gd name="connsiteY6" fmla="*/ 197377 h 294517"/>
                <a:gd name="connsiteX7" fmla="*/ 100847 w 294517"/>
                <a:gd name="connsiteY7" fmla="*/ 197377 h 294517"/>
                <a:gd name="connsiteX8" fmla="*/ 100847 w 294517"/>
                <a:gd name="connsiteY8" fmla="*/ 294365 h 294517"/>
                <a:gd name="connsiteX9" fmla="*/ 197377 w 294517"/>
                <a:gd name="connsiteY9" fmla="*/ 294365 h 294517"/>
                <a:gd name="connsiteX10" fmla="*/ 197377 w 294517"/>
                <a:gd name="connsiteY10" fmla="*/ 197377 h 294517"/>
                <a:gd name="connsiteX11" fmla="*/ 294416 w 294517"/>
                <a:gd name="connsiteY11" fmla="*/ 197377 h 294517"/>
                <a:gd name="connsiteX12" fmla="*/ 294416 w 294517"/>
                <a:gd name="connsiteY12" fmla="*/ 100796 h 29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4517" h="294517">
                  <a:moveTo>
                    <a:pt x="294416" y="100796"/>
                  </a:moveTo>
                  <a:lnTo>
                    <a:pt x="197377" y="100796"/>
                  </a:lnTo>
                  <a:lnTo>
                    <a:pt x="197377" y="3808"/>
                  </a:lnTo>
                  <a:lnTo>
                    <a:pt x="100847" y="3808"/>
                  </a:lnTo>
                  <a:lnTo>
                    <a:pt x="100847" y="100796"/>
                  </a:lnTo>
                  <a:lnTo>
                    <a:pt x="3808" y="100796"/>
                  </a:lnTo>
                  <a:lnTo>
                    <a:pt x="3808" y="197377"/>
                  </a:lnTo>
                  <a:lnTo>
                    <a:pt x="100847" y="197377"/>
                  </a:lnTo>
                  <a:lnTo>
                    <a:pt x="100847" y="294365"/>
                  </a:lnTo>
                  <a:lnTo>
                    <a:pt x="197377" y="294365"/>
                  </a:lnTo>
                  <a:lnTo>
                    <a:pt x="197377" y="197377"/>
                  </a:lnTo>
                  <a:lnTo>
                    <a:pt x="294416" y="197377"/>
                  </a:lnTo>
                  <a:lnTo>
                    <a:pt x="294416" y="100796"/>
                  </a:lnTo>
                  <a:close/>
                </a:path>
              </a:pathLst>
            </a:custGeom>
            <a:solidFill>
              <a:schemeClr val="bg1">
                <a:alpha val="6000"/>
              </a:schemeClr>
            </a:solid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61DDA4E9-5C55-40AF-BA75-6F4C96F20458}"/>
                </a:ext>
              </a:extLst>
            </p:cNvPr>
            <p:cNvSpPr/>
            <p:nvPr/>
          </p:nvSpPr>
          <p:spPr>
            <a:xfrm>
              <a:off x="9549215" y="309147"/>
              <a:ext cx="365608" cy="365608"/>
            </a:xfrm>
            <a:custGeom>
              <a:avLst/>
              <a:gdLst>
                <a:gd name="connsiteX0" fmla="*/ 364643 w 365607"/>
                <a:gd name="connsiteY0" fmla="*/ 124307 h 365607"/>
                <a:gd name="connsiteX1" fmla="*/ 244144 w 365607"/>
                <a:gd name="connsiteY1" fmla="*/ 124307 h 365607"/>
                <a:gd name="connsiteX2" fmla="*/ 244144 w 365607"/>
                <a:gd name="connsiteY2" fmla="*/ 3808 h 365607"/>
                <a:gd name="connsiteX3" fmla="*/ 124256 w 365607"/>
                <a:gd name="connsiteY3" fmla="*/ 3808 h 365607"/>
                <a:gd name="connsiteX4" fmla="*/ 124256 w 365607"/>
                <a:gd name="connsiteY4" fmla="*/ 124307 h 365607"/>
                <a:gd name="connsiteX5" fmla="*/ 3808 w 365607"/>
                <a:gd name="connsiteY5" fmla="*/ 124307 h 365607"/>
                <a:gd name="connsiteX6" fmla="*/ 3808 w 365607"/>
                <a:gd name="connsiteY6" fmla="*/ 244145 h 365607"/>
                <a:gd name="connsiteX7" fmla="*/ 124256 w 365607"/>
                <a:gd name="connsiteY7" fmla="*/ 244145 h 365607"/>
                <a:gd name="connsiteX8" fmla="*/ 124256 w 365607"/>
                <a:gd name="connsiteY8" fmla="*/ 364643 h 365607"/>
                <a:gd name="connsiteX9" fmla="*/ 244144 w 365607"/>
                <a:gd name="connsiteY9" fmla="*/ 364643 h 365607"/>
                <a:gd name="connsiteX10" fmla="*/ 244144 w 365607"/>
                <a:gd name="connsiteY10" fmla="*/ 244145 h 365607"/>
                <a:gd name="connsiteX11" fmla="*/ 364643 w 365607"/>
                <a:gd name="connsiteY11" fmla="*/ 244145 h 365607"/>
                <a:gd name="connsiteX12" fmla="*/ 364643 w 365607"/>
                <a:gd name="connsiteY12" fmla="*/ 124307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4643" y="124307"/>
                  </a:moveTo>
                  <a:lnTo>
                    <a:pt x="244144" y="124307"/>
                  </a:lnTo>
                  <a:lnTo>
                    <a:pt x="244144" y="3808"/>
                  </a:lnTo>
                  <a:lnTo>
                    <a:pt x="124256" y="3808"/>
                  </a:lnTo>
                  <a:lnTo>
                    <a:pt x="124256" y="124307"/>
                  </a:lnTo>
                  <a:lnTo>
                    <a:pt x="3808" y="124307"/>
                  </a:lnTo>
                  <a:lnTo>
                    <a:pt x="3808" y="244145"/>
                  </a:lnTo>
                  <a:lnTo>
                    <a:pt x="124256" y="244145"/>
                  </a:lnTo>
                  <a:lnTo>
                    <a:pt x="124256" y="364643"/>
                  </a:lnTo>
                  <a:lnTo>
                    <a:pt x="244144" y="364643"/>
                  </a:lnTo>
                  <a:lnTo>
                    <a:pt x="244144" y="244145"/>
                  </a:lnTo>
                  <a:lnTo>
                    <a:pt x="364643" y="244145"/>
                  </a:lnTo>
                  <a:lnTo>
                    <a:pt x="364643" y="124307"/>
                  </a:lnTo>
                  <a:close/>
                </a:path>
              </a:pathLst>
            </a:custGeom>
            <a:solidFill>
              <a:schemeClr val="bg1">
                <a:alpha val="6000"/>
              </a:schemeClr>
            </a:solid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07FE8D54-6020-47E8-AF69-3C1C93E21195}"/>
                </a:ext>
              </a:extLst>
            </p:cNvPr>
            <p:cNvSpPr/>
            <p:nvPr/>
          </p:nvSpPr>
          <p:spPr>
            <a:xfrm>
              <a:off x="1543474" y="4138888"/>
              <a:ext cx="335140" cy="335140"/>
            </a:xfrm>
            <a:custGeom>
              <a:avLst/>
              <a:gdLst>
                <a:gd name="connsiteX0" fmla="*/ 332551 w 335140"/>
                <a:gd name="connsiteY0" fmla="*/ 113592 h 335140"/>
                <a:gd name="connsiteX1" fmla="*/ 222767 w 335140"/>
                <a:gd name="connsiteY1" fmla="*/ 113592 h 335140"/>
                <a:gd name="connsiteX2" fmla="*/ 222767 w 335140"/>
                <a:gd name="connsiteY2" fmla="*/ 3808 h 335140"/>
                <a:gd name="connsiteX3" fmla="*/ 113592 w 335140"/>
                <a:gd name="connsiteY3" fmla="*/ 3808 h 335140"/>
                <a:gd name="connsiteX4" fmla="*/ 113592 w 335140"/>
                <a:gd name="connsiteY4" fmla="*/ 113592 h 335140"/>
                <a:gd name="connsiteX5" fmla="*/ 3808 w 335140"/>
                <a:gd name="connsiteY5" fmla="*/ 113592 h 335140"/>
                <a:gd name="connsiteX6" fmla="*/ 3808 w 335140"/>
                <a:gd name="connsiteY6" fmla="*/ 222767 h 335140"/>
                <a:gd name="connsiteX7" fmla="*/ 113592 w 335140"/>
                <a:gd name="connsiteY7" fmla="*/ 222767 h 335140"/>
                <a:gd name="connsiteX8" fmla="*/ 113592 w 335140"/>
                <a:gd name="connsiteY8" fmla="*/ 332551 h 335140"/>
                <a:gd name="connsiteX9" fmla="*/ 222767 w 335140"/>
                <a:gd name="connsiteY9" fmla="*/ 332551 h 335140"/>
                <a:gd name="connsiteX10" fmla="*/ 222767 w 335140"/>
                <a:gd name="connsiteY10" fmla="*/ 222767 h 335140"/>
                <a:gd name="connsiteX11" fmla="*/ 332551 w 335140"/>
                <a:gd name="connsiteY11" fmla="*/ 222767 h 335140"/>
                <a:gd name="connsiteX12" fmla="*/ 332551 w 335140"/>
                <a:gd name="connsiteY12" fmla="*/ 113592 h 33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5140" h="335140">
                  <a:moveTo>
                    <a:pt x="332551" y="113592"/>
                  </a:moveTo>
                  <a:lnTo>
                    <a:pt x="222767" y="113592"/>
                  </a:lnTo>
                  <a:lnTo>
                    <a:pt x="222767" y="3808"/>
                  </a:lnTo>
                  <a:lnTo>
                    <a:pt x="113592" y="3808"/>
                  </a:lnTo>
                  <a:lnTo>
                    <a:pt x="113592" y="113592"/>
                  </a:lnTo>
                  <a:lnTo>
                    <a:pt x="3808" y="113592"/>
                  </a:lnTo>
                  <a:lnTo>
                    <a:pt x="3808" y="222767"/>
                  </a:lnTo>
                  <a:lnTo>
                    <a:pt x="113592" y="222767"/>
                  </a:lnTo>
                  <a:lnTo>
                    <a:pt x="113592" y="332551"/>
                  </a:lnTo>
                  <a:lnTo>
                    <a:pt x="222767" y="332551"/>
                  </a:lnTo>
                  <a:lnTo>
                    <a:pt x="222767" y="222767"/>
                  </a:lnTo>
                  <a:lnTo>
                    <a:pt x="332551" y="222767"/>
                  </a:lnTo>
                  <a:lnTo>
                    <a:pt x="332551" y="113592"/>
                  </a:lnTo>
                  <a:close/>
                </a:path>
              </a:pathLst>
            </a:custGeom>
            <a:solidFill>
              <a:schemeClr val="bg1">
                <a:alpha val="6000"/>
              </a:schemeClr>
            </a:solid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BA83E4C4-E457-49BB-A021-E0F7F4AD7E04}"/>
                </a:ext>
              </a:extLst>
            </p:cNvPr>
            <p:cNvSpPr/>
            <p:nvPr/>
          </p:nvSpPr>
          <p:spPr>
            <a:xfrm>
              <a:off x="6480142" y="1356867"/>
              <a:ext cx="1371029" cy="1371029"/>
            </a:xfrm>
            <a:custGeom>
              <a:avLst/>
              <a:gdLst>
                <a:gd name="connsiteX0" fmla="*/ 1372044 w 1371028"/>
                <a:gd name="connsiteY0" fmla="*/ 460666 h 1371028"/>
                <a:gd name="connsiteX1" fmla="*/ 915187 w 1371028"/>
                <a:gd name="connsiteY1" fmla="*/ 460666 h 1371028"/>
                <a:gd name="connsiteX2" fmla="*/ 915187 w 1371028"/>
                <a:gd name="connsiteY2" fmla="*/ 3808 h 1371028"/>
                <a:gd name="connsiteX3" fmla="*/ 460666 w 1371028"/>
                <a:gd name="connsiteY3" fmla="*/ 3808 h 1371028"/>
                <a:gd name="connsiteX4" fmla="*/ 460666 w 1371028"/>
                <a:gd name="connsiteY4" fmla="*/ 460666 h 1371028"/>
                <a:gd name="connsiteX5" fmla="*/ 3808 w 1371028"/>
                <a:gd name="connsiteY5" fmla="*/ 460666 h 1371028"/>
                <a:gd name="connsiteX6" fmla="*/ 3808 w 1371028"/>
                <a:gd name="connsiteY6" fmla="*/ 915187 h 1371028"/>
                <a:gd name="connsiteX7" fmla="*/ 460666 w 1371028"/>
                <a:gd name="connsiteY7" fmla="*/ 915187 h 1371028"/>
                <a:gd name="connsiteX8" fmla="*/ 460666 w 1371028"/>
                <a:gd name="connsiteY8" fmla="*/ 1372095 h 1371028"/>
                <a:gd name="connsiteX9" fmla="*/ 915187 w 1371028"/>
                <a:gd name="connsiteY9" fmla="*/ 1372095 h 1371028"/>
                <a:gd name="connsiteX10" fmla="*/ 915187 w 1371028"/>
                <a:gd name="connsiteY10" fmla="*/ 915187 h 1371028"/>
                <a:gd name="connsiteX11" fmla="*/ 1372044 w 1371028"/>
                <a:gd name="connsiteY11" fmla="*/ 915187 h 1371028"/>
                <a:gd name="connsiteX12" fmla="*/ 1372044 w 1371028"/>
                <a:gd name="connsiteY12" fmla="*/ 460666 h 137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1028" h="1371028">
                  <a:moveTo>
                    <a:pt x="1372044" y="460666"/>
                  </a:moveTo>
                  <a:lnTo>
                    <a:pt x="915187" y="460666"/>
                  </a:lnTo>
                  <a:lnTo>
                    <a:pt x="915187" y="3808"/>
                  </a:lnTo>
                  <a:lnTo>
                    <a:pt x="460666" y="3808"/>
                  </a:lnTo>
                  <a:lnTo>
                    <a:pt x="460666" y="460666"/>
                  </a:lnTo>
                  <a:lnTo>
                    <a:pt x="3808" y="460666"/>
                  </a:lnTo>
                  <a:lnTo>
                    <a:pt x="3808" y="915187"/>
                  </a:lnTo>
                  <a:lnTo>
                    <a:pt x="460666" y="915187"/>
                  </a:lnTo>
                  <a:lnTo>
                    <a:pt x="460666" y="1372095"/>
                  </a:lnTo>
                  <a:lnTo>
                    <a:pt x="915187" y="1372095"/>
                  </a:lnTo>
                  <a:lnTo>
                    <a:pt x="915187" y="915187"/>
                  </a:lnTo>
                  <a:lnTo>
                    <a:pt x="1372044" y="915187"/>
                  </a:lnTo>
                  <a:lnTo>
                    <a:pt x="1372044" y="460666"/>
                  </a:lnTo>
                  <a:close/>
                </a:path>
              </a:pathLst>
            </a:custGeom>
            <a:solidFill>
              <a:schemeClr val="bg1">
                <a:alpha val="6000"/>
              </a:schemeClr>
            </a:solid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BBA424AC-BD2C-419F-83E5-44C4742BCBB9}"/>
                </a:ext>
              </a:extLst>
            </p:cNvPr>
            <p:cNvSpPr/>
            <p:nvPr/>
          </p:nvSpPr>
          <p:spPr>
            <a:xfrm>
              <a:off x="10295512" y="2625170"/>
              <a:ext cx="1239004" cy="1239004"/>
            </a:xfrm>
            <a:custGeom>
              <a:avLst/>
              <a:gdLst>
                <a:gd name="connsiteX0" fmla="*/ 1235500 w 1239003"/>
                <a:gd name="connsiteY0" fmla="*/ 415066 h 1239003"/>
                <a:gd name="connsiteX1" fmla="*/ 824243 w 1239003"/>
                <a:gd name="connsiteY1" fmla="*/ 415066 h 1239003"/>
                <a:gd name="connsiteX2" fmla="*/ 824243 w 1239003"/>
                <a:gd name="connsiteY2" fmla="*/ 3808 h 1239003"/>
                <a:gd name="connsiteX3" fmla="*/ 415066 w 1239003"/>
                <a:gd name="connsiteY3" fmla="*/ 3808 h 1239003"/>
                <a:gd name="connsiteX4" fmla="*/ 415066 w 1239003"/>
                <a:gd name="connsiteY4" fmla="*/ 415066 h 1239003"/>
                <a:gd name="connsiteX5" fmla="*/ 3808 w 1239003"/>
                <a:gd name="connsiteY5" fmla="*/ 415066 h 1239003"/>
                <a:gd name="connsiteX6" fmla="*/ 3808 w 1239003"/>
                <a:gd name="connsiteY6" fmla="*/ 824191 h 1239003"/>
                <a:gd name="connsiteX7" fmla="*/ 415066 w 1239003"/>
                <a:gd name="connsiteY7" fmla="*/ 824191 h 1239003"/>
                <a:gd name="connsiteX8" fmla="*/ 415066 w 1239003"/>
                <a:gd name="connsiteY8" fmla="*/ 1235500 h 1239003"/>
                <a:gd name="connsiteX9" fmla="*/ 824243 w 1239003"/>
                <a:gd name="connsiteY9" fmla="*/ 1235500 h 1239003"/>
                <a:gd name="connsiteX10" fmla="*/ 824243 w 1239003"/>
                <a:gd name="connsiteY10" fmla="*/ 824191 h 1239003"/>
                <a:gd name="connsiteX11" fmla="*/ 1235500 w 1239003"/>
                <a:gd name="connsiteY11" fmla="*/ 824191 h 1239003"/>
                <a:gd name="connsiteX12" fmla="*/ 1235500 w 1239003"/>
                <a:gd name="connsiteY12" fmla="*/ 415066 h 1239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9003" h="1239003">
                  <a:moveTo>
                    <a:pt x="1235500" y="415066"/>
                  </a:moveTo>
                  <a:lnTo>
                    <a:pt x="824243" y="415066"/>
                  </a:lnTo>
                  <a:lnTo>
                    <a:pt x="824243" y="3808"/>
                  </a:lnTo>
                  <a:lnTo>
                    <a:pt x="415066" y="3808"/>
                  </a:lnTo>
                  <a:lnTo>
                    <a:pt x="415066" y="415066"/>
                  </a:lnTo>
                  <a:lnTo>
                    <a:pt x="3808" y="415066"/>
                  </a:lnTo>
                  <a:lnTo>
                    <a:pt x="3808" y="824191"/>
                  </a:lnTo>
                  <a:lnTo>
                    <a:pt x="415066" y="824191"/>
                  </a:lnTo>
                  <a:lnTo>
                    <a:pt x="415066" y="1235500"/>
                  </a:lnTo>
                  <a:lnTo>
                    <a:pt x="824243" y="1235500"/>
                  </a:lnTo>
                  <a:lnTo>
                    <a:pt x="824243" y="824191"/>
                  </a:lnTo>
                  <a:lnTo>
                    <a:pt x="1235500" y="824191"/>
                  </a:lnTo>
                  <a:lnTo>
                    <a:pt x="1235500" y="415066"/>
                  </a:lnTo>
                  <a:close/>
                </a:path>
              </a:pathLst>
            </a:custGeom>
            <a:solidFill>
              <a:schemeClr val="bg1">
                <a:alpha val="6000"/>
              </a:schemeClr>
            </a:solid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78A660F-DC66-4786-A3C5-CB305EC7BA11}"/>
                </a:ext>
              </a:extLst>
            </p:cNvPr>
            <p:cNvSpPr/>
            <p:nvPr/>
          </p:nvSpPr>
          <p:spPr>
            <a:xfrm>
              <a:off x="10288504" y="1161267"/>
              <a:ext cx="1904207" cy="1904207"/>
            </a:xfrm>
            <a:custGeom>
              <a:avLst/>
              <a:gdLst>
                <a:gd name="connsiteX0" fmla="*/ 1904918 w 1904206"/>
                <a:gd name="connsiteY0" fmla="*/ 638595 h 1904206"/>
                <a:gd name="connsiteX1" fmla="*/ 1270131 w 1904206"/>
                <a:gd name="connsiteY1" fmla="*/ 638595 h 1904206"/>
                <a:gd name="connsiteX2" fmla="*/ 1270131 w 1904206"/>
                <a:gd name="connsiteY2" fmla="*/ 3808 h 1904206"/>
                <a:gd name="connsiteX3" fmla="*/ 638645 w 1904206"/>
                <a:gd name="connsiteY3" fmla="*/ 3808 h 1904206"/>
                <a:gd name="connsiteX4" fmla="*/ 638645 w 1904206"/>
                <a:gd name="connsiteY4" fmla="*/ 638595 h 1904206"/>
                <a:gd name="connsiteX5" fmla="*/ 3808 w 1904206"/>
                <a:gd name="connsiteY5" fmla="*/ 638595 h 1904206"/>
                <a:gd name="connsiteX6" fmla="*/ 3808 w 1904206"/>
                <a:gd name="connsiteY6" fmla="*/ 1270131 h 1904206"/>
                <a:gd name="connsiteX7" fmla="*/ 638645 w 1904206"/>
                <a:gd name="connsiteY7" fmla="*/ 1270131 h 1904206"/>
                <a:gd name="connsiteX8" fmla="*/ 638645 w 1904206"/>
                <a:gd name="connsiteY8" fmla="*/ 1904918 h 1904206"/>
                <a:gd name="connsiteX9" fmla="*/ 1270131 w 1904206"/>
                <a:gd name="connsiteY9" fmla="*/ 1904918 h 1904206"/>
                <a:gd name="connsiteX10" fmla="*/ 1270131 w 1904206"/>
                <a:gd name="connsiteY10" fmla="*/ 1270131 h 1904206"/>
                <a:gd name="connsiteX11" fmla="*/ 1904918 w 1904206"/>
                <a:gd name="connsiteY11" fmla="*/ 1270131 h 1904206"/>
                <a:gd name="connsiteX12" fmla="*/ 1904918 w 1904206"/>
                <a:gd name="connsiteY12" fmla="*/ 638595 h 190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4206" h="1904206">
                  <a:moveTo>
                    <a:pt x="1904918" y="638595"/>
                  </a:moveTo>
                  <a:lnTo>
                    <a:pt x="1270131" y="638595"/>
                  </a:lnTo>
                  <a:lnTo>
                    <a:pt x="1270131" y="3808"/>
                  </a:lnTo>
                  <a:lnTo>
                    <a:pt x="638645" y="3808"/>
                  </a:lnTo>
                  <a:lnTo>
                    <a:pt x="638645" y="638595"/>
                  </a:lnTo>
                  <a:lnTo>
                    <a:pt x="3808" y="638595"/>
                  </a:lnTo>
                  <a:lnTo>
                    <a:pt x="3808" y="1270131"/>
                  </a:lnTo>
                  <a:lnTo>
                    <a:pt x="638645" y="1270131"/>
                  </a:lnTo>
                  <a:lnTo>
                    <a:pt x="638645" y="1904918"/>
                  </a:lnTo>
                  <a:lnTo>
                    <a:pt x="1270131" y="1904918"/>
                  </a:lnTo>
                  <a:lnTo>
                    <a:pt x="1270131" y="1270131"/>
                  </a:lnTo>
                  <a:lnTo>
                    <a:pt x="1904918" y="1270131"/>
                  </a:lnTo>
                  <a:lnTo>
                    <a:pt x="1904918" y="638595"/>
                  </a:lnTo>
                  <a:close/>
                </a:path>
              </a:pathLst>
            </a:custGeom>
            <a:solidFill>
              <a:schemeClr val="bg1">
                <a:alpha val="6000"/>
              </a:schemeClr>
            </a:solid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E3E45812-F82E-4EFA-BC99-0F15D476D930}"/>
                </a:ext>
              </a:extLst>
            </p:cNvPr>
            <p:cNvSpPr/>
            <p:nvPr/>
          </p:nvSpPr>
          <p:spPr>
            <a:xfrm>
              <a:off x="8272330" y="4605241"/>
              <a:ext cx="715982" cy="715982"/>
            </a:xfrm>
            <a:custGeom>
              <a:avLst/>
              <a:gdLst>
                <a:gd name="connsiteX0" fmla="*/ 715170 w 715981"/>
                <a:gd name="connsiteY0" fmla="*/ 241352 h 715981"/>
                <a:gd name="connsiteX1" fmla="*/ 477626 w 715981"/>
                <a:gd name="connsiteY1" fmla="*/ 241352 h 715981"/>
                <a:gd name="connsiteX2" fmla="*/ 477626 w 715981"/>
                <a:gd name="connsiteY2" fmla="*/ 3808 h 715981"/>
                <a:gd name="connsiteX3" fmla="*/ 241352 w 715981"/>
                <a:gd name="connsiteY3" fmla="*/ 3808 h 715981"/>
                <a:gd name="connsiteX4" fmla="*/ 241352 w 715981"/>
                <a:gd name="connsiteY4" fmla="*/ 241352 h 715981"/>
                <a:gd name="connsiteX5" fmla="*/ 3808 w 715981"/>
                <a:gd name="connsiteY5" fmla="*/ 241352 h 715981"/>
                <a:gd name="connsiteX6" fmla="*/ 3808 w 715981"/>
                <a:gd name="connsiteY6" fmla="*/ 477626 h 715981"/>
                <a:gd name="connsiteX7" fmla="*/ 241352 w 715981"/>
                <a:gd name="connsiteY7" fmla="*/ 477626 h 715981"/>
                <a:gd name="connsiteX8" fmla="*/ 241352 w 715981"/>
                <a:gd name="connsiteY8" fmla="*/ 715169 h 715981"/>
                <a:gd name="connsiteX9" fmla="*/ 477626 w 715981"/>
                <a:gd name="connsiteY9" fmla="*/ 715169 h 715981"/>
                <a:gd name="connsiteX10" fmla="*/ 477626 w 715981"/>
                <a:gd name="connsiteY10" fmla="*/ 477626 h 715981"/>
                <a:gd name="connsiteX11" fmla="*/ 715170 w 715981"/>
                <a:gd name="connsiteY11" fmla="*/ 477626 h 715981"/>
                <a:gd name="connsiteX12" fmla="*/ 715170 w 715981"/>
                <a:gd name="connsiteY12" fmla="*/ 241352 h 71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5981" h="715981">
                  <a:moveTo>
                    <a:pt x="715170" y="241352"/>
                  </a:moveTo>
                  <a:lnTo>
                    <a:pt x="477626" y="241352"/>
                  </a:lnTo>
                  <a:lnTo>
                    <a:pt x="477626" y="3808"/>
                  </a:lnTo>
                  <a:lnTo>
                    <a:pt x="241352" y="3808"/>
                  </a:lnTo>
                  <a:lnTo>
                    <a:pt x="241352" y="241352"/>
                  </a:lnTo>
                  <a:lnTo>
                    <a:pt x="3808" y="241352"/>
                  </a:lnTo>
                  <a:lnTo>
                    <a:pt x="3808" y="477626"/>
                  </a:lnTo>
                  <a:lnTo>
                    <a:pt x="241352" y="477626"/>
                  </a:lnTo>
                  <a:lnTo>
                    <a:pt x="241352" y="715169"/>
                  </a:lnTo>
                  <a:lnTo>
                    <a:pt x="477626" y="715169"/>
                  </a:lnTo>
                  <a:lnTo>
                    <a:pt x="477626" y="477626"/>
                  </a:lnTo>
                  <a:lnTo>
                    <a:pt x="715170" y="477626"/>
                  </a:lnTo>
                  <a:lnTo>
                    <a:pt x="715170" y="241352"/>
                  </a:lnTo>
                  <a:close/>
                </a:path>
              </a:pathLst>
            </a:custGeom>
            <a:solidFill>
              <a:schemeClr val="bg1">
                <a:alpha val="6000"/>
              </a:schemeClr>
            </a:solid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B2B5A481-B21F-44F2-9CD1-A50874CDADDC}"/>
                </a:ext>
              </a:extLst>
            </p:cNvPr>
            <p:cNvSpPr/>
            <p:nvPr/>
          </p:nvSpPr>
          <p:spPr>
            <a:xfrm>
              <a:off x="11602052" y="3532030"/>
              <a:ext cx="269128" cy="269128"/>
            </a:xfrm>
            <a:custGeom>
              <a:avLst/>
              <a:gdLst>
                <a:gd name="connsiteX0" fmla="*/ 268011 w 269127"/>
                <a:gd name="connsiteY0" fmla="*/ 92011 h 269127"/>
                <a:gd name="connsiteX1" fmla="*/ 179807 w 269127"/>
                <a:gd name="connsiteY1" fmla="*/ 92011 h 269127"/>
                <a:gd name="connsiteX2" fmla="*/ 179807 w 269127"/>
                <a:gd name="connsiteY2" fmla="*/ 3808 h 269127"/>
                <a:gd name="connsiteX3" fmla="*/ 92011 w 269127"/>
                <a:gd name="connsiteY3" fmla="*/ 3808 h 269127"/>
                <a:gd name="connsiteX4" fmla="*/ 92011 w 269127"/>
                <a:gd name="connsiteY4" fmla="*/ 92011 h 269127"/>
                <a:gd name="connsiteX5" fmla="*/ 3808 w 269127"/>
                <a:gd name="connsiteY5" fmla="*/ 92011 h 269127"/>
                <a:gd name="connsiteX6" fmla="*/ 3808 w 269127"/>
                <a:gd name="connsiteY6" fmla="*/ 179808 h 269127"/>
                <a:gd name="connsiteX7" fmla="*/ 92011 w 269127"/>
                <a:gd name="connsiteY7" fmla="*/ 179808 h 269127"/>
                <a:gd name="connsiteX8" fmla="*/ 92011 w 269127"/>
                <a:gd name="connsiteY8" fmla="*/ 268011 h 269127"/>
                <a:gd name="connsiteX9" fmla="*/ 179807 w 269127"/>
                <a:gd name="connsiteY9" fmla="*/ 268011 h 269127"/>
                <a:gd name="connsiteX10" fmla="*/ 179807 w 269127"/>
                <a:gd name="connsiteY10" fmla="*/ 179808 h 269127"/>
                <a:gd name="connsiteX11" fmla="*/ 268011 w 269127"/>
                <a:gd name="connsiteY11" fmla="*/ 179808 h 269127"/>
                <a:gd name="connsiteX12" fmla="*/ 268011 w 269127"/>
                <a:gd name="connsiteY12" fmla="*/ 92011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8011" y="92011"/>
                  </a:moveTo>
                  <a:lnTo>
                    <a:pt x="179807" y="92011"/>
                  </a:lnTo>
                  <a:lnTo>
                    <a:pt x="179807" y="3808"/>
                  </a:lnTo>
                  <a:lnTo>
                    <a:pt x="92011" y="3808"/>
                  </a:lnTo>
                  <a:lnTo>
                    <a:pt x="92011" y="92011"/>
                  </a:lnTo>
                  <a:lnTo>
                    <a:pt x="3808" y="92011"/>
                  </a:lnTo>
                  <a:lnTo>
                    <a:pt x="3808" y="179808"/>
                  </a:lnTo>
                  <a:lnTo>
                    <a:pt x="92011" y="179808"/>
                  </a:lnTo>
                  <a:lnTo>
                    <a:pt x="92011" y="268011"/>
                  </a:lnTo>
                  <a:lnTo>
                    <a:pt x="179807" y="268011"/>
                  </a:lnTo>
                  <a:lnTo>
                    <a:pt x="179807" y="179808"/>
                  </a:lnTo>
                  <a:lnTo>
                    <a:pt x="268011" y="179808"/>
                  </a:lnTo>
                  <a:lnTo>
                    <a:pt x="268011" y="92011"/>
                  </a:lnTo>
                  <a:close/>
                </a:path>
              </a:pathLst>
            </a:custGeom>
            <a:solidFill>
              <a:schemeClr val="bg1">
                <a:alpha val="6000"/>
              </a:schemeClr>
            </a:solid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E97A52E3-2F2B-4D57-A1FA-7500EF8B6B00}"/>
                </a:ext>
              </a:extLst>
            </p:cNvPr>
            <p:cNvSpPr/>
            <p:nvPr/>
          </p:nvSpPr>
          <p:spPr>
            <a:xfrm>
              <a:off x="8608689" y="1161267"/>
              <a:ext cx="1630001" cy="1630001"/>
            </a:xfrm>
            <a:custGeom>
              <a:avLst/>
              <a:gdLst>
                <a:gd name="connsiteX0" fmla="*/ 1630864 w 1630000"/>
                <a:gd name="connsiteY0" fmla="*/ 547091 h 1630000"/>
                <a:gd name="connsiteX1" fmla="*/ 1087582 w 1630000"/>
                <a:gd name="connsiteY1" fmla="*/ 547091 h 1630000"/>
                <a:gd name="connsiteX2" fmla="*/ 1087582 w 1630000"/>
                <a:gd name="connsiteY2" fmla="*/ 3808 h 1630000"/>
                <a:gd name="connsiteX3" fmla="*/ 547091 w 1630000"/>
                <a:gd name="connsiteY3" fmla="*/ 3808 h 1630000"/>
                <a:gd name="connsiteX4" fmla="*/ 547091 w 1630000"/>
                <a:gd name="connsiteY4" fmla="*/ 547091 h 1630000"/>
                <a:gd name="connsiteX5" fmla="*/ 3808 w 1630000"/>
                <a:gd name="connsiteY5" fmla="*/ 547091 h 1630000"/>
                <a:gd name="connsiteX6" fmla="*/ 3808 w 1630000"/>
                <a:gd name="connsiteY6" fmla="*/ 1087581 h 1630000"/>
                <a:gd name="connsiteX7" fmla="*/ 547091 w 1630000"/>
                <a:gd name="connsiteY7" fmla="*/ 1087581 h 1630000"/>
                <a:gd name="connsiteX8" fmla="*/ 547091 w 1630000"/>
                <a:gd name="connsiteY8" fmla="*/ 1630864 h 1630000"/>
                <a:gd name="connsiteX9" fmla="*/ 1087582 w 1630000"/>
                <a:gd name="connsiteY9" fmla="*/ 1630864 h 1630000"/>
                <a:gd name="connsiteX10" fmla="*/ 1087582 w 1630000"/>
                <a:gd name="connsiteY10" fmla="*/ 1087581 h 1630000"/>
                <a:gd name="connsiteX11" fmla="*/ 1630864 w 1630000"/>
                <a:gd name="connsiteY11" fmla="*/ 1087581 h 1630000"/>
                <a:gd name="connsiteX12" fmla="*/ 1630864 w 1630000"/>
                <a:gd name="connsiteY12" fmla="*/ 547091 h 163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000" h="1630000">
                  <a:moveTo>
                    <a:pt x="1630864" y="547091"/>
                  </a:moveTo>
                  <a:lnTo>
                    <a:pt x="1087582" y="547091"/>
                  </a:lnTo>
                  <a:lnTo>
                    <a:pt x="1087582" y="3808"/>
                  </a:lnTo>
                  <a:lnTo>
                    <a:pt x="547091" y="3808"/>
                  </a:lnTo>
                  <a:lnTo>
                    <a:pt x="547091" y="547091"/>
                  </a:lnTo>
                  <a:lnTo>
                    <a:pt x="3808" y="547091"/>
                  </a:lnTo>
                  <a:lnTo>
                    <a:pt x="3808" y="1087581"/>
                  </a:lnTo>
                  <a:lnTo>
                    <a:pt x="547091" y="1087581"/>
                  </a:lnTo>
                  <a:lnTo>
                    <a:pt x="547091" y="1630864"/>
                  </a:lnTo>
                  <a:lnTo>
                    <a:pt x="1087582" y="1630864"/>
                  </a:lnTo>
                  <a:lnTo>
                    <a:pt x="1087582" y="1087581"/>
                  </a:lnTo>
                  <a:lnTo>
                    <a:pt x="1630864" y="1087581"/>
                  </a:lnTo>
                  <a:lnTo>
                    <a:pt x="1630864" y="547091"/>
                  </a:lnTo>
                  <a:close/>
                </a:path>
              </a:pathLst>
            </a:custGeom>
            <a:solidFill>
              <a:schemeClr val="bg1">
                <a:alpha val="6000"/>
              </a:schemeClr>
            </a:solidFill>
            <a:ln w="9525" cap="flat">
              <a:noFill/>
              <a:prstDash val="solid"/>
              <a:miter/>
            </a:ln>
          </p:spPr>
          <p:txBody>
            <a:bodyPr rtlCol="0" anchor="ctr"/>
            <a:lstStyle/>
            <a:p>
              <a:endParaRPr lang="en-US"/>
            </a:p>
          </p:txBody>
        </p:sp>
        <p:grpSp>
          <p:nvGrpSpPr>
            <p:cNvPr id="191" name="Group 190">
              <a:extLst>
                <a:ext uri="{FF2B5EF4-FFF2-40B4-BE49-F238E27FC236}">
                  <a16:creationId xmlns:a16="http://schemas.microsoft.com/office/drawing/2014/main" id="{4405DCA3-2C13-4BE3-AE42-10B51B898E4C}"/>
                </a:ext>
              </a:extLst>
            </p:cNvPr>
            <p:cNvGrpSpPr/>
            <p:nvPr/>
          </p:nvGrpSpPr>
          <p:grpSpPr>
            <a:xfrm>
              <a:off x="2403515" y="1010099"/>
              <a:ext cx="8232063" cy="5494271"/>
              <a:chOff x="2403515" y="1010099"/>
              <a:chExt cx="8232063" cy="5494271"/>
            </a:xfrm>
          </p:grpSpPr>
          <p:sp>
            <p:nvSpPr>
              <p:cNvPr id="192" name="Freeform: Shape 191">
                <a:extLst>
                  <a:ext uri="{FF2B5EF4-FFF2-40B4-BE49-F238E27FC236}">
                    <a16:creationId xmlns:a16="http://schemas.microsoft.com/office/drawing/2014/main" id="{5245B431-7FC7-4BB9-BEFB-47394E74F620}"/>
                  </a:ext>
                </a:extLst>
              </p:cNvPr>
              <p:cNvSpPr/>
              <p:nvPr/>
            </p:nvSpPr>
            <p:spPr>
              <a:xfrm>
                <a:off x="4789816" y="5168886"/>
                <a:ext cx="1335484" cy="1335484"/>
              </a:xfrm>
              <a:custGeom>
                <a:avLst/>
                <a:gdLst>
                  <a:gd name="connsiteX0" fmla="*/ 1336651 w 1335483"/>
                  <a:gd name="connsiteY0" fmla="*/ 448885 h 1335483"/>
                  <a:gd name="connsiteX1" fmla="*/ 891626 w 1335483"/>
                  <a:gd name="connsiteY1" fmla="*/ 448885 h 1335483"/>
                  <a:gd name="connsiteX2" fmla="*/ 891626 w 1335483"/>
                  <a:gd name="connsiteY2" fmla="*/ 3808 h 1335483"/>
                  <a:gd name="connsiteX3" fmla="*/ 448834 w 1335483"/>
                  <a:gd name="connsiteY3" fmla="*/ 3808 h 1335483"/>
                  <a:gd name="connsiteX4" fmla="*/ 448834 w 1335483"/>
                  <a:gd name="connsiteY4" fmla="*/ 448885 h 1335483"/>
                  <a:gd name="connsiteX5" fmla="*/ 3808 w 1335483"/>
                  <a:gd name="connsiteY5" fmla="*/ 448885 h 1335483"/>
                  <a:gd name="connsiteX6" fmla="*/ 3808 w 1335483"/>
                  <a:gd name="connsiteY6" fmla="*/ 891626 h 1335483"/>
                  <a:gd name="connsiteX7" fmla="*/ 448834 w 1335483"/>
                  <a:gd name="connsiteY7" fmla="*/ 891626 h 1335483"/>
                  <a:gd name="connsiteX8" fmla="*/ 448834 w 1335483"/>
                  <a:gd name="connsiteY8" fmla="*/ 1336702 h 1335483"/>
                  <a:gd name="connsiteX9" fmla="*/ 891626 w 1335483"/>
                  <a:gd name="connsiteY9" fmla="*/ 1336702 h 1335483"/>
                  <a:gd name="connsiteX10" fmla="*/ 891626 w 1335483"/>
                  <a:gd name="connsiteY10" fmla="*/ 891626 h 1335483"/>
                  <a:gd name="connsiteX11" fmla="*/ 1336651 w 1335483"/>
                  <a:gd name="connsiteY11" fmla="*/ 891626 h 1335483"/>
                  <a:gd name="connsiteX12" fmla="*/ 1336651 w 1335483"/>
                  <a:gd name="connsiteY12" fmla="*/ 448885 h 1335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5483" h="1335483">
                    <a:moveTo>
                      <a:pt x="1336651" y="448885"/>
                    </a:moveTo>
                    <a:lnTo>
                      <a:pt x="891626" y="448885"/>
                    </a:lnTo>
                    <a:lnTo>
                      <a:pt x="891626" y="3808"/>
                    </a:lnTo>
                    <a:lnTo>
                      <a:pt x="448834" y="3808"/>
                    </a:lnTo>
                    <a:lnTo>
                      <a:pt x="448834" y="448885"/>
                    </a:lnTo>
                    <a:lnTo>
                      <a:pt x="3808" y="448885"/>
                    </a:lnTo>
                    <a:lnTo>
                      <a:pt x="3808" y="891626"/>
                    </a:lnTo>
                    <a:lnTo>
                      <a:pt x="448834" y="891626"/>
                    </a:lnTo>
                    <a:lnTo>
                      <a:pt x="448834" y="1336702"/>
                    </a:lnTo>
                    <a:lnTo>
                      <a:pt x="891626" y="1336702"/>
                    </a:lnTo>
                    <a:lnTo>
                      <a:pt x="891626" y="891626"/>
                    </a:lnTo>
                    <a:lnTo>
                      <a:pt x="1336651" y="891626"/>
                    </a:lnTo>
                    <a:lnTo>
                      <a:pt x="1336651" y="448885"/>
                    </a:lnTo>
                    <a:close/>
                  </a:path>
                </a:pathLst>
              </a:custGeom>
              <a:solidFill>
                <a:schemeClr val="bg1">
                  <a:alpha val="27000"/>
                </a:schemeClr>
              </a:solid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2605EF0B-95BA-410E-8F0F-49CD02D4457D}"/>
                  </a:ext>
                </a:extLst>
              </p:cNvPr>
              <p:cNvSpPr/>
              <p:nvPr/>
            </p:nvSpPr>
            <p:spPr>
              <a:xfrm>
                <a:off x="10183646" y="1010099"/>
                <a:ext cx="451932" cy="451932"/>
              </a:xfrm>
              <a:custGeom>
                <a:avLst/>
                <a:gdLst>
                  <a:gd name="connsiteX0" fmla="*/ 451272 w 451931"/>
                  <a:gd name="connsiteY0" fmla="*/ 153200 h 451931"/>
                  <a:gd name="connsiteX1" fmla="*/ 301829 w 451931"/>
                  <a:gd name="connsiteY1" fmla="*/ 153200 h 451931"/>
                  <a:gd name="connsiteX2" fmla="*/ 301829 w 451931"/>
                  <a:gd name="connsiteY2" fmla="*/ 3808 h 451931"/>
                  <a:gd name="connsiteX3" fmla="*/ 153200 w 451931"/>
                  <a:gd name="connsiteY3" fmla="*/ 3808 h 451931"/>
                  <a:gd name="connsiteX4" fmla="*/ 153200 w 451931"/>
                  <a:gd name="connsiteY4" fmla="*/ 153200 h 451931"/>
                  <a:gd name="connsiteX5" fmla="*/ 3808 w 451931"/>
                  <a:gd name="connsiteY5" fmla="*/ 153200 h 451931"/>
                  <a:gd name="connsiteX6" fmla="*/ 3808 w 451931"/>
                  <a:gd name="connsiteY6" fmla="*/ 301829 h 451931"/>
                  <a:gd name="connsiteX7" fmla="*/ 153200 w 451931"/>
                  <a:gd name="connsiteY7" fmla="*/ 301829 h 451931"/>
                  <a:gd name="connsiteX8" fmla="*/ 153200 w 451931"/>
                  <a:gd name="connsiteY8" fmla="*/ 451272 h 451931"/>
                  <a:gd name="connsiteX9" fmla="*/ 301829 w 451931"/>
                  <a:gd name="connsiteY9" fmla="*/ 451272 h 451931"/>
                  <a:gd name="connsiteX10" fmla="*/ 301829 w 451931"/>
                  <a:gd name="connsiteY10" fmla="*/ 301829 h 451931"/>
                  <a:gd name="connsiteX11" fmla="*/ 451272 w 451931"/>
                  <a:gd name="connsiteY11" fmla="*/ 301829 h 451931"/>
                  <a:gd name="connsiteX12" fmla="*/ 451272 w 451931"/>
                  <a:gd name="connsiteY12" fmla="*/ 153200 h 45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1931" h="451931">
                    <a:moveTo>
                      <a:pt x="451272" y="153200"/>
                    </a:moveTo>
                    <a:lnTo>
                      <a:pt x="301829" y="153200"/>
                    </a:lnTo>
                    <a:lnTo>
                      <a:pt x="301829" y="3808"/>
                    </a:lnTo>
                    <a:lnTo>
                      <a:pt x="153200" y="3808"/>
                    </a:lnTo>
                    <a:lnTo>
                      <a:pt x="153200" y="153200"/>
                    </a:lnTo>
                    <a:lnTo>
                      <a:pt x="3808" y="153200"/>
                    </a:lnTo>
                    <a:lnTo>
                      <a:pt x="3808" y="301829"/>
                    </a:lnTo>
                    <a:lnTo>
                      <a:pt x="153200" y="301829"/>
                    </a:lnTo>
                    <a:lnTo>
                      <a:pt x="153200" y="451272"/>
                    </a:lnTo>
                    <a:lnTo>
                      <a:pt x="301829" y="451272"/>
                    </a:lnTo>
                    <a:lnTo>
                      <a:pt x="301829" y="301829"/>
                    </a:lnTo>
                    <a:lnTo>
                      <a:pt x="451272" y="301829"/>
                    </a:lnTo>
                    <a:lnTo>
                      <a:pt x="451272" y="153200"/>
                    </a:lnTo>
                    <a:close/>
                  </a:path>
                </a:pathLst>
              </a:custGeom>
              <a:solidFill>
                <a:schemeClr val="bg1">
                  <a:alpha val="19000"/>
                </a:schemeClr>
              </a:solid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2D2FCA7E-98C2-4CAD-BC0D-A56E07D2925E}"/>
                  </a:ext>
                </a:extLst>
              </p:cNvPr>
              <p:cNvSpPr/>
              <p:nvPr/>
            </p:nvSpPr>
            <p:spPr>
              <a:xfrm>
                <a:off x="2403515" y="4607576"/>
                <a:ext cx="1142524" cy="1142524"/>
              </a:xfrm>
              <a:custGeom>
                <a:avLst/>
                <a:gdLst>
                  <a:gd name="connsiteX0" fmla="*/ 1139681 w 1142523"/>
                  <a:gd name="connsiteY0" fmla="*/ 383076 h 1142523"/>
                  <a:gd name="connsiteX1" fmla="*/ 760413 w 1142523"/>
                  <a:gd name="connsiteY1" fmla="*/ 383076 h 1142523"/>
                  <a:gd name="connsiteX2" fmla="*/ 760413 w 1142523"/>
                  <a:gd name="connsiteY2" fmla="*/ 3808 h 1142523"/>
                  <a:gd name="connsiteX3" fmla="*/ 383076 w 1142523"/>
                  <a:gd name="connsiteY3" fmla="*/ 3808 h 1142523"/>
                  <a:gd name="connsiteX4" fmla="*/ 383076 w 1142523"/>
                  <a:gd name="connsiteY4" fmla="*/ 383076 h 1142523"/>
                  <a:gd name="connsiteX5" fmla="*/ 3808 w 1142523"/>
                  <a:gd name="connsiteY5" fmla="*/ 383076 h 1142523"/>
                  <a:gd name="connsiteX6" fmla="*/ 3808 w 1142523"/>
                  <a:gd name="connsiteY6" fmla="*/ 760413 h 1142523"/>
                  <a:gd name="connsiteX7" fmla="*/ 383076 w 1142523"/>
                  <a:gd name="connsiteY7" fmla="*/ 760413 h 1142523"/>
                  <a:gd name="connsiteX8" fmla="*/ 383076 w 1142523"/>
                  <a:gd name="connsiteY8" fmla="*/ 1139681 h 1142523"/>
                  <a:gd name="connsiteX9" fmla="*/ 760413 w 1142523"/>
                  <a:gd name="connsiteY9" fmla="*/ 1139681 h 1142523"/>
                  <a:gd name="connsiteX10" fmla="*/ 760413 w 1142523"/>
                  <a:gd name="connsiteY10" fmla="*/ 760413 h 1142523"/>
                  <a:gd name="connsiteX11" fmla="*/ 1139681 w 1142523"/>
                  <a:gd name="connsiteY11" fmla="*/ 760413 h 1142523"/>
                  <a:gd name="connsiteX12" fmla="*/ 1139681 w 1142523"/>
                  <a:gd name="connsiteY12" fmla="*/ 383076 h 1142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2523" h="1142523">
                    <a:moveTo>
                      <a:pt x="1139681" y="383076"/>
                    </a:moveTo>
                    <a:lnTo>
                      <a:pt x="760413" y="383076"/>
                    </a:lnTo>
                    <a:lnTo>
                      <a:pt x="760413" y="3808"/>
                    </a:lnTo>
                    <a:lnTo>
                      <a:pt x="383076" y="3808"/>
                    </a:lnTo>
                    <a:lnTo>
                      <a:pt x="383076" y="383076"/>
                    </a:lnTo>
                    <a:lnTo>
                      <a:pt x="3808" y="383076"/>
                    </a:lnTo>
                    <a:lnTo>
                      <a:pt x="3808" y="760413"/>
                    </a:lnTo>
                    <a:lnTo>
                      <a:pt x="383076" y="760413"/>
                    </a:lnTo>
                    <a:lnTo>
                      <a:pt x="383076" y="1139681"/>
                    </a:lnTo>
                    <a:lnTo>
                      <a:pt x="760413" y="1139681"/>
                    </a:lnTo>
                    <a:lnTo>
                      <a:pt x="760413" y="760413"/>
                    </a:lnTo>
                    <a:lnTo>
                      <a:pt x="1139681" y="760413"/>
                    </a:lnTo>
                    <a:lnTo>
                      <a:pt x="1139681" y="383076"/>
                    </a:lnTo>
                    <a:close/>
                  </a:path>
                </a:pathLst>
              </a:custGeom>
              <a:solidFill>
                <a:schemeClr val="bg1">
                  <a:alpha val="17000"/>
                </a:schemeClr>
              </a:solid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D12D7C8-7AA8-46F8-85DC-EC87792B92E4}"/>
                  </a:ext>
                </a:extLst>
              </p:cNvPr>
              <p:cNvSpPr/>
              <p:nvPr/>
            </p:nvSpPr>
            <p:spPr>
              <a:xfrm>
                <a:off x="5833524" y="2327454"/>
                <a:ext cx="2158101" cy="2158101"/>
              </a:xfrm>
              <a:custGeom>
                <a:avLst/>
                <a:gdLst>
                  <a:gd name="connsiteX0" fmla="*/ 2158964 w 2158100"/>
                  <a:gd name="connsiteY0" fmla="*/ 723446 h 2158100"/>
                  <a:gd name="connsiteX1" fmla="*/ 1439326 w 2158100"/>
                  <a:gd name="connsiteY1" fmla="*/ 723446 h 2158100"/>
                  <a:gd name="connsiteX2" fmla="*/ 1439326 w 2158100"/>
                  <a:gd name="connsiteY2" fmla="*/ 3808 h 2158100"/>
                  <a:gd name="connsiteX3" fmla="*/ 723446 w 2158100"/>
                  <a:gd name="connsiteY3" fmla="*/ 3808 h 2158100"/>
                  <a:gd name="connsiteX4" fmla="*/ 723446 w 2158100"/>
                  <a:gd name="connsiteY4" fmla="*/ 723446 h 2158100"/>
                  <a:gd name="connsiteX5" fmla="*/ 3808 w 2158100"/>
                  <a:gd name="connsiteY5" fmla="*/ 723446 h 2158100"/>
                  <a:gd name="connsiteX6" fmla="*/ 3808 w 2158100"/>
                  <a:gd name="connsiteY6" fmla="*/ 1439326 h 2158100"/>
                  <a:gd name="connsiteX7" fmla="*/ 723446 w 2158100"/>
                  <a:gd name="connsiteY7" fmla="*/ 1439326 h 2158100"/>
                  <a:gd name="connsiteX8" fmla="*/ 723446 w 2158100"/>
                  <a:gd name="connsiteY8" fmla="*/ 2159015 h 2158100"/>
                  <a:gd name="connsiteX9" fmla="*/ 1439326 w 2158100"/>
                  <a:gd name="connsiteY9" fmla="*/ 2159015 h 2158100"/>
                  <a:gd name="connsiteX10" fmla="*/ 1439326 w 2158100"/>
                  <a:gd name="connsiteY10" fmla="*/ 1439326 h 2158100"/>
                  <a:gd name="connsiteX11" fmla="*/ 2158964 w 2158100"/>
                  <a:gd name="connsiteY11" fmla="*/ 1439326 h 2158100"/>
                  <a:gd name="connsiteX12" fmla="*/ 2158964 w 2158100"/>
                  <a:gd name="connsiteY12" fmla="*/ 723446 h 215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8100" h="2158100">
                    <a:moveTo>
                      <a:pt x="2158964" y="723446"/>
                    </a:moveTo>
                    <a:lnTo>
                      <a:pt x="1439326" y="723446"/>
                    </a:lnTo>
                    <a:lnTo>
                      <a:pt x="1439326" y="3808"/>
                    </a:lnTo>
                    <a:lnTo>
                      <a:pt x="723446" y="3808"/>
                    </a:lnTo>
                    <a:lnTo>
                      <a:pt x="723446" y="723446"/>
                    </a:lnTo>
                    <a:lnTo>
                      <a:pt x="3808" y="723446"/>
                    </a:lnTo>
                    <a:lnTo>
                      <a:pt x="3808" y="1439326"/>
                    </a:lnTo>
                    <a:lnTo>
                      <a:pt x="723446" y="1439326"/>
                    </a:lnTo>
                    <a:lnTo>
                      <a:pt x="723446" y="2159015"/>
                    </a:lnTo>
                    <a:lnTo>
                      <a:pt x="1439326" y="2159015"/>
                    </a:lnTo>
                    <a:lnTo>
                      <a:pt x="1439326" y="1439326"/>
                    </a:lnTo>
                    <a:lnTo>
                      <a:pt x="2158964" y="1439326"/>
                    </a:lnTo>
                    <a:lnTo>
                      <a:pt x="2158964" y="723446"/>
                    </a:lnTo>
                    <a:close/>
                  </a:path>
                </a:pathLst>
              </a:custGeom>
              <a:solidFill>
                <a:schemeClr val="bg1">
                  <a:alpha val="30000"/>
                </a:schemeClr>
              </a:solidFill>
              <a:ln w="9525" cap="flat">
                <a:noFill/>
                <a:prstDash val="solid"/>
                <a:miter/>
              </a:ln>
            </p:spPr>
            <p:txBody>
              <a:bodyPr rtlCol="0" anchor="ctr"/>
              <a:lstStyle/>
              <a:p>
                <a:endParaRPr lang="en-US"/>
              </a:p>
            </p:txBody>
          </p:sp>
        </p:grpSp>
      </p:grpSp>
      <p:grpSp>
        <p:nvGrpSpPr>
          <p:cNvPr id="25" name="Group 24">
            <a:extLst>
              <a:ext uri="{FF2B5EF4-FFF2-40B4-BE49-F238E27FC236}">
                <a16:creationId xmlns:a16="http://schemas.microsoft.com/office/drawing/2014/main" id="{FBD096DB-083C-4297-9D6F-B24F14C241B5}"/>
              </a:ext>
            </a:extLst>
          </p:cNvPr>
          <p:cNvGrpSpPr/>
          <p:nvPr/>
        </p:nvGrpSpPr>
        <p:grpSpPr>
          <a:xfrm>
            <a:off x="4741005" y="1485600"/>
            <a:ext cx="7171082" cy="3597988"/>
            <a:chOff x="4741005" y="1485600"/>
            <a:chExt cx="7171082" cy="3597988"/>
          </a:xfrm>
        </p:grpSpPr>
        <p:sp>
          <p:nvSpPr>
            <p:cNvPr id="16" name="Rectangle 15">
              <a:extLst>
                <a:ext uri="{FF2B5EF4-FFF2-40B4-BE49-F238E27FC236}">
                  <a16:creationId xmlns:a16="http://schemas.microsoft.com/office/drawing/2014/main" id="{682FF379-0AB9-4532-9DAC-0C81A79CD749}"/>
                </a:ext>
              </a:extLst>
            </p:cNvPr>
            <p:cNvSpPr/>
            <p:nvPr/>
          </p:nvSpPr>
          <p:spPr>
            <a:xfrm>
              <a:off x="4741005" y="3171774"/>
              <a:ext cx="7171082" cy="576000"/>
            </a:xfrm>
            <a:prstGeom prst="rect">
              <a:avLst/>
            </a:prstGeom>
            <a:solidFill>
              <a:srgbClr val="ED1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Poppins Light" panose="00000400000000000000" pitchFamily="2" charset="0"/>
                  <a:cs typeface="Poppins Light" panose="00000400000000000000" pitchFamily="2" charset="0"/>
                </a:rPr>
                <a:t>COPIES OF DEA AND STATE LICENSE(S) FOR PROVIDERS &amp; MID LEVELS THAT WILL BE PRESCRIBING </a:t>
              </a:r>
            </a:p>
            <a:p>
              <a:endParaRPr lang="en-US" sz="1200" dirty="0">
                <a:latin typeface="Poppins Light" panose="00000400000000000000" pitchFamily="2" charset="0"/>
                <a:cs typeface="Poppins Light" panose="00000400000000000000" pitchFamily="2" charset="0"/>
              </a:endParaRPr>
            </a:p>
            <a:p>
              <a:r>
                <a:rPr lang="en-US" sz="1200" dirty="0">
                  <a:latin typeface="Poppins Light" panose="00000400000000000000" pitchFamily="2" charset="0"/>
                  <a:cs typeface="Poppins Light" panose="00000400000000000000" pitchFamily="2" charset="0"/>
                </a:rPr>
                <a:t>W-9 WITH TAX IDENTIFICATION NUMBER</a:t>
              </a:r>
            </a:p>
          </p:txBody>
        </p:sp>
        <p:grpSp>
          <p:nvGrpSpPr>
            <p:cNvPr id="18" name="Group 17">
              <a:extLst>
                <a:ext uri="{FF2B5EF4-FFF2-40B4-BE49-F238E27FC236}">
                  <a16:creationId xmlns:a16="http://schemas.microsoft.com/office/drawing/2014/main" id="{DD9D40C5-BC9E-4B33-8F01-BBF53553DF71}"/>
                </a:ext>
              </a:extLst>
            </p:cNvPr>
            <p:cNvGrpSpPr/>
            <p:nvPr/>
          </p:nvGrpSpPr>
          <p:grpSpPr>
            <a:xfrm>
              <a:off x="8177580" y="1874874"/>
              <a:ext cx="3734507" cy="3208714"/>
              <a:chOff x="3492500" y="1892300"/>
              <a:chExt cx="4575853" cy="2978203"/>
            </a:xfrm>
          </p:grpSpPr>
          <p:grpSp>
            <p:nvGrpSpPr>
              <p:cNvPr id="15" name="Group 14">
                <a:extLst>
                  <a:ext uri="{FF2B5EF4-FFF2-40B4-BE49-F238E27FC236}">
                    <a16:creationId xmlns:a16="http://schemas.microsoft.com/office/drawing/2014/main" id="{F6F50A5C-E864-4625-A17C-D463CED28C78}"/>
                  </a:ext>
                </a:extLst>
              </p:cNvPr>
              <p:cNvGrpSpPr/>
              <p:nvPr/>
            </p:nvGrpSpPr>
            <p:grpSpPr>
              <a:xfrm>
                <a:off x="3492500" y="1892300"/>
                <a:ext cx="4575853" cy="1061990"/>
                <a:chOff x="3949700" y="1892300"/>
                <a:chExt cx="4118653" cy="1061990"/>
              </a:xfrm>
            </p:grpSpPr>
            <p:cxnSp>
              <p:nvCxnSpPr>
                <p:cNvPr id="196" name="Straight Connector 195">
                  <a:extLst>
                    <a:ext uri="{FF2B5EF4-FFF2-40B4-BE49-F238E27FC236}">
                      <a16:creationId xmlns:a16="http://schemas.microsoft.com/office/drawing/2014/main" id="{AE4E43EA-CD8D-4527-8041-B4DBC5FF25FF}"/>
                    </a:ext>
                  </a:extLst>
                </p:cNvPr>
                <p:cNvCxnSpPr>
                  <a:cxnSpLocks/>
                </p:cNvCxnSpPr>
                <p:nvPr/>
              </p:nvCxnSpPr>
              <p:spPr>
                <a:xfrm>
                  <a:off x="3949700" y="1892300"/>
                  <a:ext cx="4118653" cy="0"/>
                </a:xfrm>
                <a:prstGeom prst="line">
                  <a:avLst/>
                </a:prstGeom>
                <a:ln w="254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C115582B-D031-4DF9-9635-B47A8F98B311}"/>
                    </a:ext>
                  </a:extLst>
                </p:cNvPr>
                <p:cNvCxnSpPr>
                  <a:cxnSpLocks/>
                </p:cNvCxnSpPr>
                <p:nvPr/>
              </p:nvCxnSpPr>
              <p:spPr>
                <a:xfrm>
                  <a:off x="3949700" y="2423295"/>
                  <a:ext cx="4118653" cy="0"/>
                </a:xfrm>
                <a:prstGeom prst="line">
                  <a:avLst/>
                </a:prstGeom>
                <a:ln w="254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7ABDF4DC-7C37-445F-B8CA-08D6B0506F4A}"/>
                    </a:ext>
                  </a:extLst>
                </p:cNvPr>
                <p:cNvCxnSpPr>
                  <a:cxnSpLocks/>
                </p:cNvCxnSpPr>
                <p:nvPr/>
              </p:nvCxnSpPr>
              <p:spPr>
                <a:xfrm>
                  <a:off x="3949700" y="2954290"/>
                  <a:ext cx="4118653" cy="0"/>
                </a:xfrm>
                <a:prstGeom prst="line">
                  <a:avLst/>
                </a:prstGeom>
                <a:ln w="25400" cap="rnd">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06" name="Straight Connector 205">
                <a:extLst>
                  <a:ext uri="{FF2B5EF4-FFF2-40B4-BE49-F238E27FC236}">
                    <a16:creationId xmlns:a16="http://schemas.microsoft.com/office/drawing/2014/main" id="{2CA0CE6F-4B42-41DF-9F88-DE55484482A8}"/>
                  </a:ext>
                </a:extLst>
              </p:cNvPr>
              <p:cNvCxnSpPr>
                <a:cxnSpLocks/>
              </p:cNvCxnSpPr>
              <p:nvPr/>
            </p:nvCxnSpPr>
            <p:spPr>
              <a:xfrm>
                <a:off x="3492500" y="4198602"/>
                <a:ext cx="4575853" cy="0"/>
              </a:xfrm>
              <a:prstGeom prst="line">
                <a:avLst/>
              </a:prstGeom>
              <a:ln w="254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7B6DE487-9E0A-45B0-BFB4-87D17A349F65}"/>
                  </a:ext>
                </a:extLst>
              </p:cNvPr>
              <p:cNvCxnSpPr>
                <a:cxnSpLocks/>
              </p:cNvCxnSpPr>
              <p:nvPr/>
            </p:nvCxnSpPr>
            <p:spPr>
              <a:xfrm>
                <a:off x="3492500" y="4870503"/>
                <a:ext cx="4575853" cy="0"/>
              </a:xfrm>
              <a:prstGeom prst="line">
                <a:avLst/>
              </a:prstGeom>
              <a:ln w="254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4F35D0FA-7408-44D6-A429-3E7FF8535D82}"/>
                </a:ext>
              </a:extLst>
            </p:cNvPr>
            <p:cNvGrpSpPr/>
            <p:nvPr/>
          </p:nvGrpSpPr>
          <p:grpSpPr>
            <a:xfrm>
              <a:off x="4741005" y="1485600"/>
              <a:ext cx="3695496" cy="3597988"/>
              <a:chOff x="254000" y="1530991"/>
              <a:chExt cx="3499691" cy="3339512"/>
            </a:xfrm>
          </p:grpSpPr>
          <p:grpSp>
            <p:nvGrpSpPr>
              <p:cNvPr id="14" name="Group 13">
                <a:extLst>
                  <a:ext uri="{FF2B5EF4-FFF2-40B4-BE49-F238E27FC236}">
                    <a16:creationId xmlns:a16="http://schemas.microsoft.com/office/drawing/2014/main" id="{385884D8-D941-493D-AF0F-272C1F8F3E39}"/>
                  </a:ext>
                </a:extLst>
              </p:cNvPr>
              <p:cNvGrpSpPr/>
              <p:nvPr/>
            </p:nvGrpSpPr>
            <p:grpSpPr>
              <a:xfrm>
                <a:off x="254000" y="1530991"/>
                <a:ext cx="3238499" cy="1423299"/>
                <a:chOff x="254000" y="1530991"/>
                <a:chExt cx="3646603" cy="1423299"/>
              </a:xfrm>
            </p:grpSpPr>
            <p:cxnSp>
              <p:nvCxnSpPr>
                <p:cNvPr id="7" name="Straight Connector 6">
                  <a:extLst>
                    <a:ext uri="{FF2B5EF4-FFF2-40B4-BE49-F238E27FC236}">
                      <a16:creationId xmlns:a16="http://schemas.microsoft.com/office/drawing/2014/main" id="{CD210238-A4A9-4A7D-8E0D-C4441EA4C891}"/>
                    </a:ext>
                  </a:extLst>
                </p:cNvPr>
                <p:cNvCxnSpPr>
                  <a:cxnSpLocks/>
                </p:cNvCxnSpPr>
                <p:nvPr/>
              </p:nvCxnSpPr>
              <p:spPr>
                <a:xfrm>
                  <a:off x="254000" y="1892300"/>
                  <a:ext cx="3517900" cy="0"/>
                </a:xfrm>
                <a:prstGeom prst="line">
                  <a:avLst/>
                </a:prstGeom>
                <a:ln w="25400" cap="rnd">
                  <a:solidFill>
                    <a:srgbClr val="ED174F"/>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7F85FA5-6BB6-44CC-9506-79EFA8259DD0}"/>
                    </a:ext>
                  </a:extLst>
                </p:cNvPr>
                <p:cNvSpPr/>
                <p:nvPr/>
              </p:nvSpPr>
              <p:spPr>
                <a:xfrm>
                  <a:off x="292100" y="1530991"/>
                  <a:ext cx="3403600" cy="285667"/>
                </a:xfrm>
                <a:prstGeom prst="rect">
                  <a:avLst/>
                </a:prstGeom>
              </p:spPr>
              <p:txBody>
                <a:bodyPr wrap="square" anchor="b">
                  <a:spAutoFit/>
                </a:bodyPr>
                <a:lstStyle/>
                <a:p>
                  <a:r>
                    <a:rPr lang="en-US" sz="1400" b="1" dirty="0">
                      <a:solidFill>
                        <a:schemeClr val="bg1"/>
                      </a:solidFill>
                      <a:latin typeface="Poppins Medium" panose="00000600000000000000" pitchFamily="2" charset="0"/>
                      <a:cs typeface="Poppins Medium" panose="00000600000000000000" pitchFamily="2" charset="0"/>
                    </a:rPr>
                    <a:t>NAME OF PRACTICE</a:t>
                  </a:r>
                </a:p>
              </p:txBody>
            </p:sp>
            <p:cxnSp>
              <p:nvCxnSpPr>
                <p:cNvPr id="198" name="Straight Connector 197">
                  <a:extLst>
                    <a:ext uri="{FF2B5EF4-FFF2-40B4-BE49-F238E27FC236}">
                      <a16:creationId xmlns:a16="http://schemas.microsoft.com/office/drawing/2014/main" id="{39275EF5-8AF8-42A3-B60A-D47B963A12AD}"/>
                    </a:ext>
                  </a:extLst>
                </p:cNvPr>
                <p:cNvCxnSpPr>
                  <a:cxnSpLocks/>
                </p:cNvCxnSpPr>
                <p:nvPr/>
              </p:nvCxnSpPr>
              <p:spPr>
                <a:xfrm>
                  <a:off x="254000" y="2423295"/>
                  <a:ext cx="3517900" cy="0"/>
                </a:xfrm>
                <a:prstGeom prst="line">
                  <a:avLst/>
                </a:prstGeom>
                <a:ln w="25400" cap="rnd">
                  <a:solidFill>
                    <a:srgbClr val="ED174F"/>
                  </a:solidFill>
                </a:ln>
              </p:spPr>
              <p:style>
                <a:lnRef idx="1">
                  <a:schemeClr val="accent1"/>
                </a:lnRef>
                <a:fillRef idx="0">
                  <a:schemeClr val="accent1"/>
                </a:fillRef>
                <a:effectRef idx="0">
                  <a:schemeClr val="accent1"/>
                </a:effectRef>
                <a:fontRef idx="minor">
                  <a:schemeClr val="tx1"/>
                </a:fontRef>
              </p:style>
            </p:cxnSp>
            <p:sp>
              <p:nvSpPr>
                <p:cNvPr id="200" name="Rectangle 199">
                  <a:extLst>
                    <a:ext uri="{FF2B5EF4-FFF2-40B4-BE49-F238E27FC236}">
                      <a16:creationId xmlns:a16="http://schemas.microsoft.com/office/drawing/2014/main" id="{7F90FEB2-E1F2-4054-BB5E-7B3C44B88E4D}"/>
                    </a:ext>
                  </a:extLst>
                </p:cNvPr>
                <p:cNvSpPr/>
                <p:nvPr/>
              </p:nvSpPr>
              <p:spPr>
                <a:xfrm>
                  <a:off x="292100" y="2061986"/>
                  <a:ext cx="3608503" cy="285667"/>
                </a:xfrm>
                <a:prstGeom prst="rect">
                  <a:avLst/>
                </a:prstGeom>
              </p:spPr>
              <p:txBody>
                <a:bodyPr wrap="square" anchor="b">
                  <a:spAutoFit/>
                </a:bodyPr>
                <a:lstStyle/>
                <a:p>
                  <a:r>
                    <a:rPr lang="en-US" sz="1400" b="1" dirty="0">
                      <a:solidFill>
                        <a:schemeClr val="bg1"/>
                      </a:solidFill>
                      <a:latin typeface="Poppins Medium" panose="00000600000000000000" pitchFamily="2" charset="0"/>
                      <a:cs typeface="Poppins Medium" panose="00000600000000000000" pitchFamily="2" charset="0"/>
                    </a:rPr>
                    <a:t>ADDRESS, SUITE, CITY, STATE, ZIP</a:t>
                  </a:r>
                </a:p>
              </p:txBody>
            </p:sp>
            <p:cxnSp>
              <p:nvCxnSpPr>
                <p:cNvPr id="202" name="Straight Connector 201">
                  <a:extLst>
                    <a:ext uri="{FF2B5EF4-FFF2-40B4-BE49-F238E27FC236}">
                      <a16:creationId xmlns:a16="http://schemas.microsoft.com/office/drawing/2014/main" id="{28E66A00-5FCD-4DD4-A6B1-30920A322DDF}"/>
                    </a:ext>
                  </a:extLst>
                </p:cNvPr>
                <p:cNvCxnSpPr>
                  <a:cxnSpLocks/>
                </p:cNvCxnSpPr>
                <p:nvPr/>
              </p:nvCxnSpPr>
              <p:spPr>
                <a:xfrm>
                  <a:off x="254000" y="2954290"/>
                  <a:ext cx="3517900" cy="0"/>
                </a:xfrm>
                <a:prstGeom prst="line">
                  <a:avLst/>
                </a:prstGeom>
                <a:ln w="25400" cap="rnd">
                  <a:solidFill>
                    <a:srgbClr val="ED174F"/>
                  </a:solidFill>
                </a:ln>
              </p:spPr>
              <p:style>
                <a:lnRef idx="1">
                  <a:schemeClr val="accent1"/>
                </a:lnRef>
                <a:fillRef idx="0">
                  <a:schemeClr val="accent1"/>
                </a:fillRef>
                <a:effectRef idx="0">
                  <a:schemeClr val="accent1"/>
                </a:effectRef>
                <a:fontRef idx="minor">
                  <a:schemeClr val="tx1"/>
                </a:fontRef>
              </p:style>
            </p:cxnSp>
            <p:sp>
              <p:nvSpPr>
                <p:cNvPr id="204" name="Rectangle 203">
                  <a:extLst>
                    <a:ext uri="{FF2B5EF4-FFF2-40B4-BE49-F238E27FC236}">
                      <a16:creationId xmlns:a16="http://schemas.microsoft.com/office/drawing/2014/main" id="{4AD8AA09-AF2B-4DF5-8999-39B6E9561F19}"/>
                    </a:ext>
                  </a:extLst>
                </p:cNvPr>
                <p:cNvSpPr/>
                <p:nvPr/>
              </p:nvSpPr>
              <p:spPr>
                <a:xfrm>
                  <a:off x="292100" y="2592981"/>
                  <a:ext cx="3403600" cy="285667"/>
                </a:xfrm>
                <a:prstGeom prst="rect">
                  <a:avLst/>
                </a:prstGeom>
              </p:spPr>
              <p:txBody>
                <a:bodyPr wrap="square" anchor="b">
                  <a:spAutoFit/>
                </a:bodyPr>
                <a:lstStyle/>
                <a:p>
                  <a:r>
                    <a:rPr lang="en-US" sz="1400" b="1" dirty="0">
                      <a:solidFill>
                        <a:schemeClr val="bg1"/>
                      </a:solidFill>
                      <a:latin typeface="Poppins Medium" panose="00000600000000000000" pitchFamily="2" charset="0"/>
                      <a:cs typeface="Poppins Medium" panose="00000600000000000000" pitchFamily="2" charset="0"/>
                    </a:rPr>
                    <a:t>FULL NAME OF PROVIDER(S)</a:t>
                  </a:r>
                </a:p>
              </p:txBody>
            </p:sp>
          </p:grpSp>
          <p:cxnSp>
            <p:nvCxnSpPr>
              <p:cNvPr id="210" name="Straight Connector 209">
                <a:extLst>
                  <a:ext uri="{FF2B5EF4-FFF2-40B4-BE49-F238E27FC236}">
                    <a16:creationId xmlns:a16="http://schemas.microsoft.com/office/drawing/2014/main" id="{901A947B-1467-427D-8D8A-0EBF1EE94CF9}"/>
                  </a:ext>
                </a:extLst>
              </p:cNvPr>
              <p:cNvCxnSpPr>
                <a:cxnSpLocks/>
              </p:cNvCxnSpPr>
              <p:nvPr/>
            </p:nvCxnSpPr>
            <p:spPr>
              <a:xfrm>
                <a:off x="254000" y="4198602"/>
                <a:ext cx="3124200" cy="0"/>
              </a:xfrm>
              <a:prstGeom prst="line">
                <a:avLst/>
              </a:prstGeom>
              <a:ln w="25400" cap="rnd">
                <a:solidFill>
                  <a:srgbClr val="ED174F"/>
                </a:solidFill>
              </a:ln>
            </p:spPr>
            <p:style>
              <a:lnRef idx="1">
                <a:schemeClr val="accent1"/>
              </a:lnRef>
              <a:fillRef idx="0">
                <a:schemeClr val="accent1"/>
              </a:fillRef>
              <a:effectRef idx="0">
                <a:schemeClr val="accent1"/>
              </a:effectRef>
              <a:fontRef idx="minor">
                <a:schemeClr val="tx1"/>
              </a:fontRef>
            </p:style>
          </p:cxnSp>
          <p:sp>
            <p:nvSpPr>
              <p:cNvPr id="211" name="Rectangle 210">
                <a:extLst>
                  <a:ext uri="{FF2B5EF4-FFF2-40B4-BE49-F238E27FC236}">
                    <a16:creationId xmlns:a16="http://schemas.microsoft.com/office/drawing/2014/main" id="{9F1F2A31-5700-4614-9AE5-E7C7ABC87D4F}"/>
                  </a:ext>
                </a:extLst>
              </p:cNvPr>
              <p:cNvSpPr/>
              <p:nvPr/>
            </p:nvSpPr>
            <p:spPr>
              <a:xfrm>
                <a:off x="287836" y="3675428"/>
                <a:ext cx="3022692" cy="485632"/>
              </a:xfrm>
              <a:prstGeom prst="rect">
                <a:avLst/>
              </a:prstGeom>
            </p:spPr>
            <p:txBody>
              <a:bodyPr wrap="square" anchor="b">
                <a:spAutoFit/>
              </a:bodyPr>
              <a:lstStyle/>
              <a:p>
                <a:r>
                  <a:rPr lang="en-US" sz="1400" b="1" dirty="0">
                    <a:solidFill>
                      <a:schemeClr val="bg1"/>
                    </a:solidFill>
                    <a:latin typeface="Poppins Medium" panose="00000600000000000000" pitchFamily="2" charset="0"/>
                    <a:cs typeface="Poppins Medium" panose="00000600000000000000" pitchFamily="2" charset="0"/>
                  </a:rPr>
                  <a:t>EMAIL ADDRESS OF SIGNER OF THE AGREEMENTS</a:t>
                </a:r>
              </a:p>
            </p:txBody>
          </p:sp>
          <p:cxnSp>
            <p:nvCxnSpPr>
              <p:cNvPr id="263" name="Straight Connector 262">
                <a:extLst>
                  <a:ext uri="{FF2B5EF4-FFF2-40B4-BE49-F238E27FC236}">
                    <a16:creationId xmlns:a16="http://schemas.microsoft.com/office/drawing/2014/main" id="{7429E9BA-F892-4564-8341-C6C5CF13026D}"/>
                  </a:ext>
                </a:extLst>
              </p:cNvPr>
              <p:cNvCxnSpPr>
                <a:cxnSpLocks/>
              </p:cNvCxnSpPr>
              <p:nvPr/>
            </p:nvCxnSpPr>
            <p:spPr>
              <a:xfrm>
                <a:off x="254000" y="4870503"/>
                <a:ext cx="3124200" cy="0"/>
              </a:xfrm>
              <a:prstGeom prst="line">
                <a:avLst/>
              </a:prstGeom>
              <a:ln w="25400" cap="rnd">
                <a:solidFill>
                  <a:srgbClr val="ED174F"/>
                </a:solidFill>
              </a:ln>
            </p:spPr>
            <p:style>
              <a:lnRef idx="1">
                <a:schemeClr val="accent1"/>
              </a:lnRef>
              <a:fillRef idx="0">
                <a:schemeClr val="accent1"/>
              </a:fillRef>
              <a:effectRef idx="0">
                <a:schemeClr val="accent1"/>
              </a:effectRef>
              <a:fontRef idx="minor">
                <a:schemeClr val="tx1"/>
              </a:fontRef>
            </p:style>
          </p:cxnSp>
          <p:sp>
            <p:nvSpPr>
              <p:cNvPr id="264" name="Rectangle 263">
                <a:extLst>
                  <a:ext uri="{FF2B5EF4-FFF2-40B4-BE49-F238E27FC236}">
                    <a16:creationId xmlns:a16="http://schemas.microsoft.com/office/drawing/2014/main" id="{72710A8E-63B7-4FAD-BADE-0D28C52F058B}"/>
                  </a:ext>
                </a:extLst>
              </p:cNvPr>
              <p:cNvSpPr/>
              <p:nvPr/>
            </p:nvSpPr>
            <p:spPr>
              <a:xfrm>
                <a:off x="287836" y="4354518"/>
                <a:ext cx="3465855" cy="485632"/>
              </a:xfrm>
              <a:prstGeom prst="rect">
                <a:avLst/>
              </a:prstGeom>
            </p:spPr>
            <p:txBody>
              <a:bodyPr wrap="square" anchor="b">
                <a:spAutoFit/>
              </a:bodyPr>
              <a:lstStyle/>
              <a:p>
                <a:r>
                  <a:rPr lang="en-US" sz="1400" b="1" dirty="0">
                    <a:solidFill>
                      <a:schemeClr val="bg1"/>
                    </a:solidFill>
                    <a:latin typeface="Poppins Medium" panose="00000600000000000000" pitchFamily="2" charset="0"/>
                    <a:cs typeface="Poppins Medium" panose="00000600000000000000" pitchFamily="2" charset="0"/>
                  </a:rPr>
                  <a:t>CONTACTS AT PROVIDERS OFFICE: NAME, EMAIL, PHONE, TITLE</a:t>
                </a:r>
              </a:p>
            </p:txBody>
          </p:sp>
        </p:grpSp>
      </p:grpSp>
      <p:sp>
        <p:nvSpPr>
          <p:cNvPr id="267" name="Rectangle 266">
            <a:extLst>
              <a:ext uri="{FF2B5EF4-FFF2-40B4-BE49-F238E27FC236}">
                <a16:creationId xmlns:a16="http://schemas.microsoft.com/office/drawing/2014/main" id="{B317BCDD-DE51-491A-ADFF-21E6ADEAD837}"/>
              </a:ext>
            </a:extLst>
          </p:cNvPr>
          <p:cNvSpPr/>
          <p:nvPr/>
        </p:nvSpPr>
        <p:spPr>
          <a:xfrm>
            <a:off x="0" y="5604540"/>
            <a:ext cx="12192000" cy="1253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Poppins Light" panose="00000400000000000000" pitchFamily="2" charset="0"/>
                <a:cs typeface="Poppins Light" panose="00000400000000000000" pitchFamily="2" charset="0"/>
              </a:rPr>
              <a:t>Once we have the above information, we will send the agreements via </a:t>
            </a:r>
            <a:r>
              <a:rPr lang="en-US" sz="1400" dirty="0" err="1">
                <a:solidFill>
                  <a:schemeClr val="tx1"/>
                </a:solidFill>
                <a:latin typeface="Poppins Light" panose="00000400000000000000" pitchFamily="2" charset="0"/>
                <a:cs typeface="Poppins Light" panose="00000400000000000000" pitchFamily="2" charset="0"/>
              </a:rPr>
              <a:t>ZohoSign</a:t>
            </a:r>
            <a:r>
              <a:rPr lang="en-US" sz="1400" dirty="0">
                <a:solidFill>
                  <a:schemeClr val="tx1"/>
                </a:solidFill>
                <a:latin typeface="Poppins Light" panose="00000400000000000000" pitchFamily="2" charset="0"/>
                <a:cs typeface="Poppins Light" panose="00000400000000000000" pitchFamily="2" charset="0"/>
              </a:rPr>
              <a:t>. The person requesting the contract will be notified via text message once the agreements are sent and when the agreements are signed. We will also let you know when the agreements remain outstanding.</a:t>
            </a:r>
          </a:p>
        </p:txBody>
      </p:sp>
      <p:grpSp>
        <p:nvGrpSpPr>
          <p:cNvPr id="286" name="Group 285">
            <a:extLst>
              <a:ext uri="{FF2B5EF4-FFF2-40B4-BE49-F238E27FC236}">
                <a16:creationId xmlns:a16="http://schemas.microsoft.com/office/drawing/2014/main" id="{896F99BD-A38B-4FA9-899E-E5D598295D52}"/>
              </a:ext>
            </a:extLst>
          </p:cNvPr>
          <p:cNvGrpSpPr/>
          <p:nvPr/>
        </p:nvGrpSpPr>
        <p:grpSpPr>
          <a:xfrm>
            <a:off x="286557" y="1411234"/>
            <a:ext cx="4249020" cy="3974846"/>
            <a:chOff x="170783" y="1856394"/>
            <a:chExt cx="4563141" cy="4268700"/>
          </a:xfrm>
        </p:grpSpPr>
        <p:sp>
          <p:nvSpPr>
            <p:cNvPr id="292" name="Oval 291">
              <a:extLst>
                <a:ext uri="{FF2B5EF4-FFF2-40B4-BE49-F238E27FC236}">
                  <a16:creationId xmlns:a16="http://schemas.microsoft.com/office/drawing/2014/main" id="{718C57A5-D555-4296-A97B-BC91D4BBCE59}"/>
                </a:ext>
              </a:extLst>
            </p:cNvPr>
            <p:cNvSpPr/>
            <p:nvPr/>
          </p:nvSpPr>
          <p:spPr>
            <a:xfrm>
              <a:off x="488949" y="1880118"/>
              <a:ext cx="4244975" cy="4244976"/>
            </a:xfrm>
            <a:prstGeom prst="ellipse">
              <a:avLst/>
            </a:prstGeom>
            <a:blipFill>
              <a:blip r:embed="rId2"/>
              <a:stretch>
                <a:fillRect l="-7706" t="-1513" r="-64799" b="-5237"/>
              </a:stretch>
            </a:bli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8" name="Group 287">
              <a:extLst>
                <a:ext uri="{FF2B5EF4-FFF2-40B4-BE49-F238E27FC236}">
                  <a16:creationId xmlns:a16="http://schemas.microsoft.com/office/drawing/2014/main" id="{B4591785-7453-445C-8730-C06C1DAFA0BA}"/>
                </a:ext>
              </a:extLst>
            </p:cNvPr>
            <p:cNvGrpSpPr/>
            <p:nvPr/>
          </p:nvGrpSpPr>
          <p:grpSpPr>
            <a:xfrm>
              <a:off x="170783" y="1856394"/>
              <a:ext cx="854814" cy="1220081"/>
              <a:chOff x="170783" y="1856394"/>
              <a:chExt cx="854814" cy="1220081"/>
            </a:xfrm>
          </p:grpSpPr>
          <p:sp>
            <p:nvSpPr>
              <p:cNvPr id="289" name="Oval 288">
                <a:extLst>
                  <a:ext uri="{FF2B5EF4-FFF2-40B4-BE49-F238E27FC236}">
                    <a16:creationId xmlns:a16="http://schemas.microsoft.com/office/drawing/2014/main" id="{08CCD239-7DB3-4CB7-A2DF-51BBC180EB93}"/>
                  </a:ext>
                </a:extLst>
              </p:cNvPr>
              <p:cNvSpPr/>
              <p:nvPr/>
            </p:nvSpPr>
            <p:spPr>
              <a:xfrm>
                <a:off x="170783" y="2730172"/>
                <a:ext cx="346303" cy="34630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Oval 289">
                <a:extLst>
                  <a:ext uri="{FF2B5EF4-FFF2-40B4-BE49-F238E27FC236}">
                    <a16:creationId xmlns:a16="http://schemas.microsoft.com/office/drawing/2014/main" id="{2D82EE29-066B-4644-895C-41C8CCC9F723}"/>
                  </a:ext>
                </a:extLst>
              </p:cNvPr>
              <p:cNvSpPr/>
              <p:nvPr/>
            </p:nvSpPr>
            <p:spPr>
              <a:xfrm>
                <a:off x="314916" y="1856394"/>
                <a:ext cx="710681" cy="710681"/>
              </a:xfrm>
              <a:prstGeom prst="ellipse">
                <a:avLst/>
              </a:prstGeom>
              <a:solidFill>
                <a:schemeClr val="bg1">
                  <a:alpha val="2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1" name="Picture 290">
                <a:extLst>
                  <a:ext uri="{FF2B5EF4-FFF2-40B4-BE49-F238E27FC236}">
                    <a16:creationId xmlns:a16="http://schemas.microsoft.com/office/drawing/2014/main" id="{2750956F-CB46-4859-B723-EB3B229F9ED7}"/>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35080" y="2076559"/>
                <a:ext cx="270352" cy="270352"/>
              </a:xfrm>
              <a:prstGeom prst="rect">
                <a:avLst/>
              </a:prstGeom>
            </p:spPr>
          </p:pic>
        </p:grpSp>
      </p:grpSp>
      <p:grpSp>
        <p:nvGrpSpPr>
          <p:cNvPr id="294" name="Group 293">
            <a:extLst>
              <a:ext uri="{FF2B5EF4-FFF2-40B4-BE49-F238E27FC236}">
                <a16:creationId xmlns:a16="http://schemas.microsoft.com/office/drawing/2014/main" id="{7EC988EF-BF73-4423-8BA0-DB53122FD75F}"/>
              </a:ext>
            </a:extLst>
          </p:cNvPr>
          <p:cNvGrpSpPr/>
          <p:nvPr/>
        </p:nvGrpSpPr>
        <p:grpSpPr>
          <a:xfrm>
            <a:off x="386343" y="-3829675"/>
            <a:ext cx="2789128" cy="2316381"/>
            <a:chOff x="386343" y="1404719"/>
            <a:chExt cx="2789128" cy="2316381"/>
          </a:xfrm>
        </p:grpSpPr>
        <p:grpSp>
          <p:nvGrpSpPr>
            <p:cNvPr id="295" name="Group 294">
              <a:extLst>
                <a:ext uri="{FF2B5EF4-FFF2-40B4-BE49-F238E27FC236}">
                  <a16:creationId xmlns:a16="http://schemas.microsoft.com/office/drawing/2014/main" id="{BD413CA7-5903-4F43-9D47-6C6EF6ACBB55}"/>
                </a:ext>
              </a:extLst>
            </p:cNvPr>
            <p:cNvGrpSpPr/>
            <p:nvPr/>
          </p:nvGrpSpPr>
          <p:grpSpPr>
            <a:xfrm>
              <a:off x="386343" y="1404719"/>
              <a:ext cx="2789128" cy="2316381"/>
              <a:chOff x="331499" y="1341219"/>
              <a:chExt cx="2789128" cy="2316381"/>
            </a:xfrm>
          </p:grpSpPr>
          <p:sp>
            <p:nvSpPr>
              <p:cNvPr id="297" name="Rectangle: Rounded Corners 296">
                <a:extLst>
                  <a:ext uri="{FF2B5EF4-FFF2-40B4-BE49-F238E27FC236}">
                    <a16:creationId xmlns:a16="http://schemas.microsoft.com/office/drawing/2014/main" id="{024D070F-A494-4B38-A8E9-D94B9F066F69}"/>
                  </a:ext>
                </a:extLst>
              </p:cNvPr>
              <p:cNvSpPr/>
              <p:nvPr/>
            </p:nvSpPr>
            <p:spPr>
              <a:xfrm>
                <a:off x="331499" y="1341219"/>
                <a:ext cx="2789128" cy="685796"/>
              </a:xfrm>
              <a:prstGeom prst="roundRect">
                <a:avLst/>
              </a:prstGeom>
              <a:gradFill>
                <a:gsLst>
                  <a:gs pos="98000">
                    <a:srgbClr val="0A2C69"/>
                  </a:gs>
                  <a:gs pos="0">
                    <a:srgbClr val="3795A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Rounded Corners 297">
                <a:extLst>
                  <a:ext uri="{FF2B5EF4-FFF2-40B4-BE49-F238E27FC236}">
                    <a16:creationId xmlns:a16="http://schemas.microsoft.com/office/drawing/2014/main" id="{1ED699F4-1669-490A-9433-C68E36630112}"/>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Oval 298">
                <a:extLst>
                  <a:ext uri="{FF2B5EF4-FFF2-40B4-BE49-F238E27FC236}">
                    <a16:creationId xmlns:a16="http://schemas.microsoft.com/office/drawing/2014/main" id="{F6356B62-9A2A-433F-976A-6C1D31292E94}"/>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E372CDE6-982B-4732-B477-7B0BDD421860}"/>
                  </a:ext>
                </a:extLst>
              </p:cNvPr>
              <p:cNvSpPr/>
              <p:nvPr/>
            </p:nvSpPr>
            <p:spPr>
              <a:xfrm>
                <a:off x="865327" y="1484060"/>
                <a:ext cx="2021841" cy="400110"/>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HOW LONG DOES IT TAKE TO RECEIVE MEDICATION?</a:t>
                </a:r>
              </a:p>
            </p:txBody>
          </p:sp>
          <p:sp>
            <p:nvSpPr>
              <p:cNvPr id="301" name="Rectangle 300">
                <a:extLst>
                  <a:ext uri="{FF2B5EF4-FFF2-40B4-BE49-F238E27FC236}">
                    <a16:creationId xmlns:a16="http://schemas.microsoft.com/office/drawing/2014/main" id="{E25A6CDA-CD9D-497D-A114-BFA1A2D08473}"/>
                  </a:ext>
                </a:extLst>
              </p:cNvPr>
              <p:cNvSpPr/>
              <p:nvPr/>
            </p:nvSpPr>
            <p:spPr>
              <a:xfrm>
                <a:off x="419100" y="2280315"/>
                <a:ext cx="2609850" cy="900246"/>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Typically, it takes between 24-48 hours to receive medication. If Meds are ordered on a Friday, they will generally be received the following Monday.</a:t>
                </a:r>
              </a:p>
            </p:txBody>
          </p:sp>
        </p:grpSp>
        <p:pic>
          <p:nvPicPr>
            <p:cNvPr id="296" name="Picture 295">
              <a:extLst>
                <a:ext uri="{FF2B5EF4-FFF2-40B4-BE49-F238E27FC236}">
                  <a16:creationId xmlns:a16="http://schemas.microsoft.com/office/drawing/2014/main" id="{D999908F-9FE6-4D4F-9711-7D5526BC09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2150" y="1642958"/>
              <a:ext cx="219838" cy="219838"/>
            </a:xfrm>
            <a:prstGeom prst="rect">
              <a:avLst/>
            </a:prstGeom>
          </p:spPr>
        </p:pic>
      </p:grpSp>
      <p:grpSp>
        <p:nvGrpSpPr>
          <p:cNvPr id="302" name="Group 301">
            <a:extLst>
              <a:ext uri="{FF2B5EF4-FFF2-40B4-BE49-F238E27FC236}">
                <a16:creationId xmlns:a16="http://schemas.microsoft.com/office/drawing/2014/main" id="{3F4D343C-2DA9-4F49-AB8E-CF64A8793C03}"/>
              </a:ext>
            </a:extLst>
          </p:cNvPr>
          <p:cNvGrpSpPr/>
          <p:nvPr/>
        </p:nvGrpSpPr>
        <p:grpSpPr>
          <a:xfrm>
            <a:off x="3263072" y="-6801475"/>
            <a:ext cx="2789128" cy="2316381"/>
            <a:chOff x="3263072" y="1404719"/>
            <a:chExt cx="2789128" cy="2316381"/>
          </a:xfrm>
        </p:grpSpPr>
        <p:grpSp>
          <p:nvGrpSpPr>
            <p:cNvPr id="303" name="Group 302">
              <a:extLst>
                <a:ext uri="{FF2B5EF4-FFF2-40B4-BE49-F238E27FC236}">
                  <a16:creationId xmlns:a16="http://schemas.microsoft.com/office/drawing/2014/main" id="{1CFB2672-4835-4BE1-8427-ED1555DCA4DE}"/>
                </a:ext>
              </a:extLst>
            </p:cNvPr>
            <p:cNvGrpSpPr/>
            <p:nvPr/>
          </p:nvGrpSpPr>
          <p:grpSpPr>
            <a:xfrm>
              <a:off x="3263072" y="1404719"/>
              <a:ext cx="2789128" cy="2316381"/>
              <a:chOff x="331499" y="1341219"/>
              <a:chExt cx="2789128" cy="2316381"/>
            </a:xfrm>
          </p:grpSpPr>
          <p:sp>
            <p:nvSpPr>
              <p:cNvPr id="305" name="Rectangle: Rounded Corners 304">
                <a:extLst>
                  <a:ext uri="{FF2B5EF4-FFF2-40B4-BE49-F238E27FC236}">
                    <a16:creationId xmlns:a16="http://schemas.microsoft.com/office/drawing/2014/main" id="{4195A53D-4DDD-4328-83BD-4666B575BCEB}"/>
                  </a:ext>
                </a:extLst>
              </p:cNvPr>
              <p:cNvSpPr/>
              <p:nvPr/>
            </p:nvSpPr>
            <p:spPr>
              <a:xfrm>
                <a:off x="331499" y="1341219"/>
                <a:ext cx="2789128" cy="685796"/>
              </a:xfrm>
              <a:prstGeom prst="roundRect">
                <a:avLst/>
              </a:prstGeom>
              <a:solidFill>
                <a:srgbClr val="ED1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Rounded Corners 305">
                <a:extLst>
                  <a:ext uri="{FF2B5EF4-FFF2-40B4-BE49-F238E27FC236}">
                    <a16:creationId xmlns:a16="http://schemas.microsoft.com/office/drawing/2014/main" id="{85C3A4D7-7CAA-472D-9CED-18EE9E42354C}"/>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Oval 306">
                <a:extLst>
                  <a:ext uri="{FF2B5EF4-FFF2-40B4-BE49-F238E27FC236}">
                    <a16:creationId xmlns:a16="http://schemas.microsoft.com/office/drawing/2014/main" id="{200F4993-AA01-4ED7-826D-7E410C83471A}"/>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63C0B821-E384-44DB-A388-8808C488A1DB}"/>
                  </a:ext>
                </a:extLst>
              </p:cNvPr>
              <p:cNvSpPr/>
              <p:nvPr/>
            </p:nvSpPr>
            <p:spPr>
              <a:xfrm>
                <a:off x="865327" y="1484060"/>
                <a:ext cx="2021841" cy="400110"/>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DO YOU SHIP CONTROLLED C2 PAIN MEDS?</a:t>
                </a:r>
              </a:p>
            </p:txBody>
          </p:sp>
          <p:sp>
            <p:nvSpPr>
              <p:cNvPr id="309" name="Rectangle 308">
                <a:extLst>
                  <a:ext uri="{FF2B5EF4-FFF2-40B4-BE49-F238E27FC236}">
                    <a16:creationId xmlns:a16="http://schemas.microsoft.com/office/drawing/2014/main" id="{4CBF7FD4-EA22-4FD0-9343-E650FF53F779}"/>
                  </a:ext>
                </a:extLst>
              </p:cNvPr>
              <p:cNvSpPr/>
              <p:nvPr/>
            </p:nvSpPr>
            <p:spPr>
              <a:xfrm>
                <a:off x="419100" y="2280315"/>
                <a:ext cx="2609850" cy="738664"/>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No, we believe that there is no place in pharmacy to ship C2s and that these types of meds should be dealt with by walk-in pharmacies.</a:t>
                </a:r>
              </a:p>
            </p:txBody>
          </p:sp>
        </p:grpSp>
        <p:pic>
          <p:nvPicPr>
            <p:cNvPr id="304" name="Picture 303">
              <a:extLst>
                <a:ext uri="{FF2B5EF4-FFF2-40B4-BE49-F238E27FC236}">
                  <a16:creationId xmlns:a16="http://schemas.microsoft.com/office/drawing/2014/main" id="{89AC4E81-9891-4611-A3C8-16153CAFA0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75840" y="1642958"/>
              <a:ext cx="219838" cy="219838"/>
            </a:xfrm>
            <a:prstGeom prst="rect">
              <a:avLst/>
            </a:prstGeom>
          </p:spPr>
        </p:pic>
      </p:grpSp>
      <p:grpSp>
        <p:nvGrpSpPr>
          <p:cNvPr id="310" name="Group 309">
            <a:extLst>
              <a:ext uri="{FF2B5EF4-FFF2-40B4-BE49-F238E27FC236}">
                <a16:creationId xmlns:a16="http://schemas.microsoft.com/office/drawing/2014/main" id="{B3FA27CB-D745-4A27-B8F1-B8F377951F37}"/>
              </a:ext>
            </a:extLst>
          </p:cNvPr>
          <p:cNvGrpSpPr/>
          <p:nvPr/>
        </p:nvGrpSpPr>
        <p:grpSpPr>
          <a:xfrm>
            <a:off x="6139801" y="-9773275"/>
            <a:ext cx="2789128" cy="2316381"/>
            <a:chOff x="6139801" y="1404719"/>
            <a:chExt cx="2789128" cy="2316381"/>
          </a:xfrm>
        </p:grpSpPr>
        <p:grpSp>
          <p:nvGrpSpPr>
            <p:cNvPr id="311" name="Group 310">
              <a:extLst>
                <a:ext uri="{FF2B5EF4-FFF2-40B4-BE49-F238E27FC236}">
                  <a16:creationId xmlns:a16="http://schemas.microsoft.com/office/drawing/2014/main" id="{6B0028DB-17A7-4188-B9D8-D57E03A5389D}"/>
                </a:ext>
              </a:extLst>
            </p:cNvPr>
            <p:cNvGrpSpPr/>
            <p:nvPr/>
          </p:nvGrpSpPr>
          <p:grpSpPr>
            <a:xfrm>
              <a:off x="6139801" y="1404719"/>
              <a:ext cx="2789128" cy="2316381"/>
              <a:chOff x="331499" y="1341219"/>
              <a:chExt cx="2789128" cy="2316381"/>
            </a:xfrm>
          </p:grpSpPr>
          <p:sp>
            <p:nvSpPr>
              <p:cNvPr id="313" name="Rectangle: Rounded Corners 312">
                <a:extLst>
                  <a:ext uri="{FF2B5EF4-FFF2-40B4-BE49-F238E27FC236}">
                    <a16:creationId xmlns:a16="http://schemas.microsoft.com/office/drawing/2014/main" id="{D2D9B515-8F81-4DCE-A722-59CD7B765433}"/>
                  </a:ext>
                </a:extLst>
              </p:cNvPr>
              <p:cNvSpPr/>
              <p:nvPr/>
            </p:nvSpPr>
            <p:spPr>
              <a:xfrm>
                <a:off x="331499" y="1341219"/>
                <a:ext cx="2789128" cy="685796"/>
              </a:xfrm>
              <a:prstGeom prst="roundRect">
                <a:avLst/>
              </a:prstGeom>
              <a:gradFill>
                <a:gsLst>
                  <a:gs pos="98000">
                    <a:srgbClr val="0A2C69"/>
                  </a:gs>
                  <a:gs pos="0">
                    <a:srgbClr val="3795A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Rounded Corners 313">
                <a:extLst>
                  <a:ext uri="{FF2B5EF4-FFF2-40B4-BE49-F238E27FC236}">
                    <a16:creationId xmlns:a16="http://schemas.microsoft.com/office/drawing/2014/main" id="{B041BDE6-D237-4915-B402-74B73F8C0342}"/>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Oval 314">
                <a:extLst>
                  <a:ext uri="{FF2B5EF4-FFF2-40B4-BE49-F238E27FC236}">
                    <a16:creationId xmlns:a16="http://schemas.microsoft.com/office/drawing/2014/main" id="{1C4C1E30-0DDE-416A-8A01-C94C69171712}"/>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BEE33B17-C088-4614-A47A-A083EE60C22E}"/>
                  </a:ext>
                </a:extLst>
              </p:cNvPr>
              <p:cNvSpPr/>
              <p:nvPr/>
            </p:nvSpPr>
            <p:spPr>
              <a:xfrm>
                <a:off x="865327" y="1484060"/>
                <a:ext cx="2021841" cy="400110"/>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WHAT ABOUT SURGICAL PATIENTS?</a:t>
                </a:r>
              </a:p>
            </p:txBody>
          </p:sp>
          <p:sp>
            <p:nvSpPr>
              <p:cNvPr id="317" name="Rectangle 316">
                <a:extLst>
                  <a:ext uri="{FF2B5EF4-FFF2-40B4-BE49-F238E27FC236}">
                    <a16:creationId xmlns:a16="http://schemas.microsoft.com/office/drawing/2014/main" id="{DD4DD626-DBDA-42A4-A1E8-4BCA2A470465}"/>
                  </a:ext>
                </a:extLst>
              </p:cNvPr>
              <p:cNvSpPr/>
              <p:nvPr/>
            </p:nvSpPr>
            <p:spPr>
              <a:xfrm>
                <a:off x="419100" y="2280315"/>
                <a:ext cx="2609850" cy="1061829"/>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If a surgical patient is indicated on the prescription, we can increase the shipping speed to next day or overnight. There will be an increase in cost for express delivery.</a:t>
                </a:r>
              </a:p>
              <a:p>
                <a:endParaRPr lang="en-US" sz="1050" dirty="0">
                  <a:latin typeface="Poppins Light" panose="00000400000000000000" pitchFamily="2" charset="0"/>
                  <a:cs typeface="Poppins Light" panose="00000400000000000000" pitchFamily="2" charset="0"/>
                </a:endParaRPr>
              </a:p>
            </p:txBody>
          </p:sp>
        </p:grpSp>
        <p:pic>
          <p:nvPicPr>
            <p:cNvPr id="312" name="Picture 311">
              <a:extLst>
                <a:ext uri="{FF2B5EF4-FFF2-40B4-BE49-F238E27FC236}">
                  <a16:creationId xmlns:a16="http://schemas.microsoft.com/office/drawing/2014/main" id="{E1A6D925-D6D3-4430-BC26-0A71D9334EE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55608" y="1642958"/>
              <a:ext cx="219838" cy="219838"/>
            </a:xfrm>
            <a:prstGeom prst="rect">
              <a:avLst/>
            </a:prstGeom>
          </p:spPr>
        </p:pic>
      </p:grpSp>
      <p:grpSp>
        <p:nvGrpSpPr>
          <p:cNvPr id="318" name="Group 317">
            <a:extLst>
              <a:ext uri="{FF2B5EF4-FFF2-40B4-BE49-F238E27FC236}">
                <a16:creationId xmlns:a16="http://schemas.microsoft.com/office/drawing/2014/main" id="{8D53319D-94AC-4498-B098-27A5FF0C1BD9}"/>
              </a:ext>
            </a:extLst>
          </p:cNvPr>
          <p:cNvGrpSpPr/>
          <p:nvPr/>
        </p:nvGrpSpPr>
        <p:grpSpPr>
          <a:xfrm>
            <a:off x="9016530" y="-13087975"/>
            <a:ext cx="2789128" cy="2316381"/>
            <a:chOff x="9016530" y="1404719"/>
            <a:chExt cx="2789128" cy="2316381"/>
          </a:xfrm>
        </p:grpSpPr>
        <p:grpSp>
          <p:nvGrpSpPr>
            <p:cNvPr id="319" name="Group 318">
              <a:extLst>
                <a:ext uri="{FF2B5EF4-FFF2-40B4-BE49-F238E27FC236}">
                  <a16:creationId xmlns:a16="http://schemas.microsoft.com/office/drawing/2014/main" id="{DB4A2011-F9B7-444F-B3CD-3D2DDC7377D3}"/>
                </a:ext>
              </a:extLst>
            </p:cNvPr>
            <p:cNvGrpSpPr/>
            <p:nvPr/>
          </p:nvGrpSpPr>
          <p:grpSpPr>
            <a:xfrm>
              <a:off x="9016530" y="1404719"/>
              <a:ext cx="2789128" cy="2316381"/>
              <a:chOff x="331499" y="1341219"/>
              <a:chExt cx="2789128" cy="2316381"/>
            </a:xfrm>
          </p:grpSpPr>
          <p:sp>
            <p:nvSpPr>
              <p:cNvPr id="321" name="Rectangle: Rounded Corners 320">
                <a:extLst>
                  <a:ext uri="{FF2B5EF4-FFF2-40B4-BE49-F238E27FC236}">
                    <a16:creationId xmlns:a16="http://schemas.microsoft.com/office/drawing/2014/main" id="{D908C1EB-557C-4225-8413-EBAD122E471D}"/>
                  </a:ext>
                </a:extLst>
              </p:cNvPr>
              <p:cNvSpPr/>
              <p:nvPr/>
            </p:nvSpPr>
            <p:spPr>
              <a:xfrm>
                <a:off x="331499" y="1341219"/>
                <a:ext cx="2789128" cy="685796"/>
              </a:xfrm>
              <a:prstGeom prst="roundRect">
                <a:avLst/>
              </a:prstGeom>
              <a:solidFill>
                <a:srgbClr val="ED1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Rounded Corners 321">
                <a:extLst>
                  <a:ext uri="{FF2B5EF4-FFF2-40B4-BE49-F238E27FC236}">
                    <a16:creationId xmlns:a16="http://schemas.microsoft.com/office/drawing/2014/main" id="{A07352B3-DDD4-4618-8000-3B88C69CB213}"/>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3" name="Oval 322">
                <a:extLst>
                  <a:ext uri="{FF2B5EF4-FFF2-40B4-BE49-F238E27FC236}">
                    <a16:creationId xmlns:a16="http://schemas.microsoft.com/office/drawing/2014/main" id="{6CBD6496-70DD-4EA0-B629-2029D5068BE9}"/>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6AD0037F-4E66-4279-A275-5A02AEB853B8}"/>
                  </a:ext>
                </a:extLst>
              </p:cNvPr>
              <p:cNvSpPr/>
              <p:nvPr/>
            </p:nvSpPr>
            <p:spPr>
              <a:xfrm>
                <a:off x="865327" y="1484060"/>
                <a:ext cx="2021841" cy="400110"/>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HOW MANY REFILLS ARE AVAILABLE?</a:t>
                </a:r>
              </a:p>
            </p:txBody>
          </p:sp>
          <p:sp>
            <p:nvSpPr>
              <p:cNvPr id="325" name="Rectangle 324">
                <a:extLst>
                  <a:ext uri="{FF2B5EF4-FFF2-40B4-BE49-F238E27FC236}">
                    <a16:creationId xmlns:a16="http://schemas.microsoft.com/office/drawing/2014/main" id="{39B44B01-03DD-4B5F-929F-90A434DAF867}"/>
                  </a:ext>
                </a:extLst>
              </p:cNvPr>
              <p:cNvSpPr/>
              <p:nvPr/>
            </p:nvSpPr>
            <p:spPr>
              <a:xfrm>
                <a:off x="419100" y="2280315"/>
                <a:ext cx="2609850" cy="415498"/>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A prescriber can write up to 11 refills without a new prescription.</a:t>
                </a:r>
              </a:p>
            </p:txBody>
          </p:sp>
        </p:grpSp>
        <p:pic>
          <p:nvPicPr>
            <p:cNvPr id="320" name="Picture 319">
              <a:extLst>
                <a:ext uri="{FF2B5EF4-FFF2-40B4-BE49-F238E27FC236}">
                  <a16:creationId xmlns:a16="http://schemas.microsoft.com/office/drawing/2014/main" id="{48B02B72-15CB-40E0-80CB-09C3C2F49A6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29298" y="1642958"/>
              <a:ext cx="219838" cy="219838"/>
            </a:xfrm>
            <a:prstGeom prst="rect">
              <a:avLst/>
            </a:prstGeom>
          </p:spPr>
        </p:pic>
      </p:grpSp>
      <p:grpSp>
        <p:nvGrpSpPr>
          <p:cNvPr id="326" name="Group 325">
            <a:extLst>
              <a:ext uri="{FF2B5EF4-FFF2-40B4-BE49-F238E27FC236}">
                <a16:creationId xmlns:a16="http://schemas.microsoft.com/office/drawing/2014/main" id="{16EADF7E-FD1E-4A26-9647-3B000B11F39F}"/>
              </a:ext>
            </a:extLst>
          </p:cNvPr>
          <p:cNvGrpSpPr/>
          <p:nvPr/>
        </p:nvGrpSpPr>
        <p:grpSpPr>
          <a:xfrm>
            <a:off x="386343" y="9926261"/>
            <a:ext cx="2789128" cy="2324091"/>
            <a:chOff x="386343" y="3902627"/>
            <a:chExt cx="2789128" cy="2324091"/>
          </a:xfrm>
        </p:grpSpPr>
        <p:grpSp>
          <p:nvGrpSpPr>
            <p:cNvPr id="327" name="Group 326">
              <a:extLst>
                <a:ext uri="{FF2B5EF4-FFF2-40B4-BE49-F238E27FC236}">
                  <a16:creationId xmlns:a16="http://schemas.microsoft.com/office/drawing/2014/main" id="{03BE448F-B858-4604-A12C-0FE199F63F11}"/>
                </a:ext>
              </a:extLst>
            </p:cNvPr>
            <p:cNvGrpSpPr/>
            <p:nvPr/>
          </p:nvGrpSpPr>
          <p:grpSpPr>
            <a:xfrm>
              <a:off x="386343" y="3902627"/>
              <a:ext cx="2789128" cy="2324091"/>
              <a:chOff x="331499" y="1341219"/>
              <a:chExt cx="2789128" cy="2324091"/>
            </a:xfrm>
          </p:grpSpPr>
          <p:sp>
            <p:nvSpPr>
              <p:cNvPr id="329" name="Rectangle: Rounded Corners 328">
                <a:extLst>
                  <a:ext uri="{FF2B5EF4-FFF2-40B4-BE49-F238E27FC236}">
                    <a16:creationId xmlns:a16="http://schemas.microsoft.com/office/drawing/2014/main" id="{6A87E1A9-BDC7-441B-A919-2AC43A5A1254}"/>
                  </a:ext>
                </a:extLst>
              </p:cNvPr>
              <p:cNvSpPr/>
              <p:nvPr/>
            </p:nvSpPr>
            <p:spPr>
              <a:xfrm>
                <a:off x="331499" y="1341219"/>
                <a:ext cx="2789128" cy="685796"/>
              </a:xfrm>
              <a:prstGeom prst="roundRect">
                <a:avLst/>
              </a:prstGeom>
              <a:solidFill>
                <a:srgbClr val="ED1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Rectangle: Rounded Corners 329">
                <a:extLst>
                  <a:ext uri="{FF2B5EF4-FFF2-40B4-BE49-F238E27FC236}">
                    <a16:creationId xmlns:a16="http://schemas.microsoft.com/office/drawing/2014/main" id="{A0565DCA-5D8A-4DFB-BC9B-B25295CBE1A1}"/>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Oval 330">
                <a:extLst>
                  <a:ext uri="{FF2B5EF4-FFF2-40B4-BE49-F238E27FC236}">
                    <a16:creationId xmlns:a16="http://schemas.microsoft.com/office/drawing/2014/main" id="{8781F913-7242-40A5-83DC-92191E7C787B}"/>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2" name="Rectangle 331">
                <a:extLst>
                  <a:ext uri="{FF2B5EF4-FFF2-40B4-BE49-F238E27FC236}">
                    <a16:creationId xmlns:a16="http://schemas.microsoft.com/office/drawing/2014/main" id="{F3B3F41B-AE1F-4035-8D0B-0C9A57AEBA14}"/>
                  </a:ext>
                </a:extLst>
              </p:cNvPr>
              <p:cNvSpPr/>
              <p:nvPr/>
            </p:nvSpPr>
            <p:spPr>
              <a:xfrm>
                <a:off x="865327" y="1484060"/>
                <a:ext cx="2021841" cy="400110"/>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WHEN ARE REPORTS DELIVERED? </a:t>
                </a:r>
              </a:p>
            </p:txBody>
          </p:sp>
          <p:sp>
            <p:nvSpPr>
              <p:cNvPr id="333" name="Rectangle 332">
                <a:extLst>
                  <a:ext uri="{FF2B5EF4-FFF2-40B4-BE49-F238E27FC236}">
                    <a16:creationId xmlns:a16="http://schemas.microsoft.com/office/drawing/2014/main" id="{2D0A9CD2-24E6-45DE-9D9E-4C2744FAE32C}"/>
                  </a:ext>
                </a:extLst>
              </p:cNvPr>
              <p:cNvSpPr/>
              <p:nvPr/>
            </p:nvSpPr>
            <p:spPr>
              <a:xfrm>
                <a:off x="419100" y="2280315"/>
                <a:ext cx="2609850" cy="1384995"/>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Accounting is based on a </a:t>
                </a:r>
                <a:r>
                  <a:rPr lang="en-US" sz="1050" dirty="0" err="1">
                    <a:latin typeface="Poppins Light" panose="00000400000000000000" pitchFamily="2" charset="0"/>
                    <a:cs typeface="Poppins Light" panose="00000400000000000000" pitchFamily="2" charset="0"/>
                  </a:rPr>
                  <a:t>trueAccounting</a:t>
                </a:r>
                <a:r>
                  <a:rPr lang="en-US" sz="1050" dirty="0">
                    <a:latin typeface="Poppins Light" panose="00000400000000000000" pitchFamily="2" charset="0"/>
                    <a:cs typeface="Poppins Light" panose="00000400000000000000" pitchFamily="2" charset="0"/>
                  </a:rPr>
                  <a:t> is based on a true calendar month that starts on the first day of each month and runs through the last day. Reports will be sent to you by the 15th of each month.</a:t>
                </a:r>
              </a:p>
              <a:p>
                <a:endParaRPr lang="en-US" sz="1050" dirty="0">
                  <a:latin typeface="Poppins Light" panose="00000400000000000000" pitchFamily="2" charset="0"/>
                  <a:cs typeface="Poppins Light" panose="00000400000000000000" pitchFamily="2" charset="0"/>
                </a:endParaRPr>
              </a:p>
            </p:txBody>
          </p:sp>
        </p:grpSp>
        <p:pic>
          <p:nvPicPr>
            <p:cNvPr id="328" name="Picture 327">
              <a:extLst>
                <a:ext uri="{FF2B5EF4-FFF2-40B4-BE49-F238E27FC236}">
                  <a16:creationId xmlns:a16="http://schemas.microsoft.com/office/drawing/2014/main" id="{E71C6AD9-D0D4-41BB-A4AA-317FF61A7EE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02150" y="4138884"/>
              <a:ext cx="219838" cy="219838"/>
            </a:xfrm>
            <a:prstGeom prst="rect">
              <a:avLst/>
            </a:prstGeom>
          </p:spPr>
        </p:pic>
      </p:grpSp>
      <p:grpSp>
        <p:nvGrpSpPr>
          <p:cNvPr id="334" name="Group 333">
            <a:extLst>
              <a:ext uri="{FF2B5EF4-FFF2-40B4-BE49-F238E27FC236}">
                <a16:creationId xmlns:a16="http://schemas.microsoft.com/office/drawing/2014/main" id="{E44E9ECC-FE2D-4BA0-A217-D5E1CFB0036F}"/>
              </a:ext>
            </a:extLst>
          </p:cNvPr>
          <p:cNvGrpSpPr/>
          <p:nvPr/>
        </p:nvGrpSpPr>
        <p:grpSpPr>
          <a:xfrm>
            <a:off x="3263072" y="13983911"/>
            <a:ext cx="2789128" cy="2316381"/>
            <a:chOff x="3263072" y="3902627"/>
            <a:chExt cx="2789128" cy="2316381"/>
          </a:xfrm>
        </p:grpSpPr>
        <p:grpSp>
          <p:nvGrpSpPr>
            <p:cNvPr id="335" name="Group 334">
              <a:extLst>
                <a:ext uri="{FF2B5EF4-FFF2-40B4-BE49-F238E27FC236}">
                  <a16:creationId xmlns:a16="http://schemas.microsoft.com/office/drawing/2014/main" id="{B7361BB1-CD37-4043-9944-B8BD6E13DC70}"/>
                </a:ext>
              </a:extLst>
            </p:cNvPr>
            <p:cNvGrpSpPr/>
            <p:nvPr/>
          </p:nvGrpSpPr>
          <p:grpSpPr>
            <a:xfrm>
              <a:off x="3263072" y="3902627"/>
              <a:ext cx="2789128" cy="2316381"/>
              <a:chOff x="331499" y="1341219"/>
              <a:chExt cx="2789128" cy="2316381"/>
            </a:xfrm>
          </p:grpSpPr>
          <p:sp>
            <p:nvSpPr>
              <p:cNvPr id="337" name="Rectangle: Rounded Corners 336">
                <a:extLst>
                  <a:ext uri="{FF2B5EF4-FFF2-40B4-BE49-F238E27FC236}">
                    <a16:creationId xmlns:a16="http://schemas.microsoft.com/office/drawing/2014/main" id="{8622696E-5C4C-47DE-B727-F52B8F04AC1A}"/>
                  </a:ext>
                </a:extLst>
              </p:cNvPr>
              <p:cNvSpPr/>
              <p:nvPr/>
            </p:nvSpPr>
            <p:spPr>
              <a:xfrm>
                <a:off x="331499" y="1341219"/>
                <a:ext cx="2789128" cy="685796"/>
              </a:xfrm>
              <a:prstGeom prst="roundRect">
                <a:avLst/>
              </a:prstGeom>
              <a:gradFill>
                <a:gsLst>
                  <a:gs pos="98000">
                    <a:srgbClr val="0A2C69"/>
                  </a:gs>
                  <a:gs pos="0">
                    <a:srgbClr val="3795A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Rounded Corners 337">
                <a:extLst>
                  <a:ext uri="{FF2B5EF4-FFF2-40B4-BE49-F238E27FC236}">
                    <a16:creationId xmlns:a16="http://schemas.microsoft.com/office/drawing/2014/main" id="{F9854BA8-22A8-4512-B3FE-F85B05B0D2B6}"/>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Oval 338">
                <a:extLst>
                  <a:ext uri="{FF2B5EF4-FFF2-40B4-BE49-F238E27FC236}">
                    <a16:creationId xmlns:a16="http://schemas.microsoft.com/office/drawing/2014/main" id="{B58053D9-AECB-4985-89AD-1CD7D5DC57CF}"/>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6067448A-4AE8-40BE-B69E-FE8961CDE4DB}"/>
                  </a:ext>
                </a:extLst>
              </p:cNvPr>
              <p:cNvSpPr/>
              <p:nvPr/>
            </p:nvSpPr>
            <p:spPr>
              <a:xfrm>
                <a:off x="865327" y="1484060"/>
                <a:ext cx="2021841" cy="400110"/>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WHAT ARE THE PAYMENT OPTIONS?</a:t>
                </a:r>
              </a:p>
            </p:txBody>
          </p:sp>
          <p:sp>
            <p:nvSpPr>
              <p:cNvPr id="341" name="Rectangle 340">
                <a:extLst>
                  <a:ext uri="{FF2B5EF4-FFF2-40B4-BE49-F238E27FC236}">
                    <a16:creationId xmlns:a16="http://schemas.microsoft.com/office/drawing/2014/main" id="{4FFD6244-F02D-4F50-8173-4E0BB09C8A66}"/>
                  </a:ext>
                </a:extLst>
              </p:cNvPr>
              <p:cNvSpPr/>
              <p:nvPr/>
            </p:nvSpPr>
            <p:spPr>
              <a:xfrm>
                <a:off x="419100" y="2280315"/>
                <a:ext cx="2609850" cy="1061829"/>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Both check and ACH options are available. A client who wishes to be set up on ACH simply needs to provide a check with the routing number and account number.</a:t>
                </a:r>
              </a:p>
              <a:p>
                <a:endParaRPr lang="en-US" sz="1050" dirty="0">
                  <a:latin typeface="Poppins Light" panose="00000400000000000000" pitchFamily="2" charset="0"/>
                  <a:cs typeface="Poppins Light" panose="00000400000000000000" pitchFamily="2" charset="0"/>
                </a:endParaRPr>
              </a:p>
            </p:txBody>
          </p:sp>
        </p:grpSp>
        <p:pic>
          <p:nvPicPr>
            <p:cNvPr id="336" name="Picture 335">
              <a:extLst>
                <a:ext uri="{FF2B5EF4-FFF2-40B4-BE49-F238E27FC236}">
                  <a16:creationId xmlns:a16="http://schemas.microsoft.com/office/drawing/2014/main" id="{A909FF1F-41D4-4C2D-B928-2ECD5360367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476054" y="4138884"/>
              <a:ext cx="219409" cy="219838"/>
            </a:xfrm>
            <a:prstGeom prst="rect">
              <a:avLst/>
            </a:prstGeom>
          </p:spPr>
        </p:pic>
      </p:grpSp>
      <p:grpSp>
        <p:nvGrpSpPr>
          <p:cNvPr id="342" name="Group 341">
            <a:extLst>
              <a:ext uri="{FF2B5EF4-FFF2-40B4-BE49-F238E27FC236}">
                <a16:creationId xmlns:a16="http://schemas.microsoft.com/office/drawing/2014/main" id="{0CF4C42F-3CA9-429E-B260-83AC7AB8D207}"/>
              </a:ext>
            </a:extLst>
          </p:cNvPr>
          <p:cNvGrpSpPr/>
          <p:nvPr/>
        </p:nvGrpSpPr>
        <p:grpSpPr>
          <a:xfrm>
            <a:off x="6139801" y="19298861"/>
            <a:ext cx="2789128" cy="2316381"/>
            <a:chOff x="6139801" y="3902627"/>
            <a:chExt cx="2789128" cy="2316381"/>
          </a:xfrm>
        </p:grpSpPr>
        <p:grpSp>
          <p:nvGrpSpPr>
            <p:cNvPr id="343" name="Group 342">
              <a:extLst>
                <a:ext uri="{FF2B5EF4-FFF2-40B4-BE49-F238E27FC236}">
                  <a16:creationId xmlns:a16="http://schemas.microsoft.com/office/drawing/2014/main" id="{552209FF-9CB3-4158-BEF3-4AAD09CAED9E}"/>
                </a:ext>
              </a:extLst>
            </p:cNvPr>
            <p:cNvGrpSpPr/>
            <p:nvPr/>
          </p:nvGrpSpPr>
          <p:grpSpPr>
            <a:xfrm>
              <a:off x="6139801" y="3902627"/>
              <a:ext cx="2789128" cy="2316381"/>
              <a:chOff x="331499" y="1341219"/>
              <a:chExt cx="2789128" cy="2316381"/>
            </a:xfrm>
          </p:grpSpPr>
          <p:sp>
            <p:nvSpPr>
              <p:cNvPr id="345" name="Rectangle: Rounded Corners 344">
                <a:extLst>
                  <a:ext uri="{FF2B5EF4-FFF2-40B4-BE49-F238E27FC236}">
                    <a16:creationId xmlns:a16="http://schemas.microsoft.com/office/drawing/2014/main" id="{D6045DAF-7CBE-4BFC-917D-9F99FE0597DD}"/>
                  </a:ext>
                </a:extLst>
              </p:cNvPr>
              <p:cNvSpPr/>
              <p:nvPr/>
            </p:nvSpPr>
            <p:spPr>
              <a:xfrm>
                <a:off x="331499" y="1341219"/>
                <a:ext cx="2789128" cy="685796"/>
              </a:xfrm>
              <a:prstGeom prst="roundRect">
                <a:avLst/>
              </a:prstGeom>
              <a:solidFill>
                <a:srgbClr val="ED1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Rounded Corners 345">
                <a:extLst>
                  <a:ext uri="{FF2B5EF4-FFF2-40B4-BE49-F238E27FC236}">
                    <a16:creationId xmlns:a16="http://schemas.microsoft.com/office/drawing/2014/main" id="{8E07B737-902A-46FC-AEA2-8EFB8BFD0650}"/>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Oval 346">
                <a:extLst>
                  <a:ext uri="{FF2B5EF4-FFF2-40B4-BE49-F238E27FC236}">
                    <a16:creationId xmlns:a16="http://schemas.microsoft.com/office/drawing/2014/main" id="{F1E1D452-F09B-4CAC-B473-837509EC446C}"/>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24D9D727-615F-4B8A-A796-C19CA50A8B01}"/>
                  </a:ext>
                </a:extLst>
              </p:cNvPr>
              <p:cNvSpPr/>
              <p:nvPr/>
            </p:nvSpPr>
            <p:spPr>
              <a:xfrm>
                <a:off x="865327" y="1407116"/>
                <a:ext cx="2163623" cy="553998"/>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WHAT HAPPENS IF THE MEDS ARE STOLEN OR THE PATIENT DOES NOT RECEIVE THE MEDS?</a:t>
                </a:r>
              </a:p>
            </p:txBody>
          </p:sp>
          <p:sp>
            <p:nvSpPr>
              <p:cNvPr id="349" name="Rectangle 348">
                <a:extLst>
                  <a:ext uri="{FF2B5EF4-FFF2-40B4-BE49-F238E27FC236}">
                    <a16:creationId xmlns:a16="http://schemas.microsoft.com/office/drawing/2014/main" id="{803AC37B-72FE-4D09-875F-2EE55CB84B7C}"/>
                  </a:ext>
                </a:extLst>
              </p:cNvPr>
              <p:cNvSpPr/>
              <p:nvPr/>
            </p:nvSpPr>
            <p:spPr>
              <a:xfrm>
                <a:off x="419100" y="2280315"/>
                <a:ext cx="2609850" cy="577081"/>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FedEx has images of delivery and tracking available.</a:t>
                </a:r>
              </a:p>
              <a:p>
                <a:endParaRPr lang="en-US" sz="1050" dirty="0">
                  <a:latin typeface="Poppins Light" panose="00000400000000000000" pitchFamily="2" charset="0"/>
                  <a:cs typeface="Poppins Light" panose="00000400000000000000" pitchFamily="2" charset="0"/>
                </a:endParaRPr>
              </a:p>
            </p:txBody>
          </p:sp>
        </p:grpSp>
        <p:pic>
          <p:nvPicPr>
            <p:cNvPr id="344" name="Picture 343">
              <a:extLst>
                <a:ext uri="{FF2B5EF4-FFF2-40B4-BE49-F238E27FC236}">
                  <a16:creationId xmlns:a16="http://schemas.microsoft.com/office/drawing/2014/main" id="{4E0314C4-7CA0-482D-BB68-DD36895672C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355608" y="4138884"/>
              <a:ext cx="219838" cy="219838"/>
            </a:xfrm>
            <a:prstGeom prst="rect">
              <a:avLst/>
            </a:prstGeom>
          </p:spPr>
        </p:pic>
      </p:grpSp>
      <p:grpSp>
        <p:nvGrpSpPr>
          <p:cNvPr id="350" name="Group 349">
            <a:extLst>
              <a:ext uri="{FF2B5EF4-FFF2-40B4-BE49-F238E27FC236}">
                <a16:creationId xmlns:a16="http://schemas.microsoft.com/office/drawing/2014/main" id="{2B5ADAEE-2C4E-4C2B-8ACA-BA3098FD52C6}"/>
              </a:ext>
            </a:extLst>
          </p:cNvPr>
          <p:cNvGrpSpPr/>
          <p:nvPr/>
        </p:nvGrpSpPr>
        <p:grpSpPr>
          <a:xfrm>
            <a:off x="9016530" y="22956461"/>
            <a:ext cx="2789128" cy="2316381"/>
            <a:chOff x="9016530" y="3902627"/>
            <a:chExt cx="2789128" cy="2316381"/>
          </a:xfrm>
        </p:grpSpPr>
        <p:grpSp>
          <p:nvGrpSpPr>
            <p:cNvPr id="351" name="Group 350">
              <a:extLst>
                <a:ext uri="{FF2B5EF4-FFF2-40B4-BE49-F238E27FC236}">
                  <a16:creationId xmlns:a16="http://schemas.microsoft.com/office/drawing/2014/main" id="{93772192-0B72-4053-A2E9-6B6941AB4992}"/>
                </a:ext>
              </a:extLst>
            </p:cNvPr>
            <p:cNvGrpSpPr/>
            <p:nvPr/>
          </p:nvGrpSpPr>
          <p:grpSpPr>
            <a:xfrm>
              <a:off x="9016530" y="3902627"/>
              <a:ext cx="2789128" cy="2316381"/>
              <a:chOff x="331499" y="1341219"/>
              <a:chExt cx="2789128" cy="2316381"/>
            </a:xfrm>
          </p:grpSpPr>
          <p:sp>
            <p:nvSpPr>
              <p:cNvPr id="353" name="Rectangle: Rounded Corners 352">
                <a:extLst>
                  <a:ext uri="{FF2B5EF4-FFF2-40B4-BE49-F238E27FC236}">
                    <a16:creationId xmlns:a16="http://schemas.microsoft.com/office/drawing/2014/main" id="{A3ED0186-FD19-4B31-8EDB-654D8160AB20}"/>
                  </a:ext>
                </a:extLst>
              </p:cNvPr>
              <p:cNvSpPr/>
              <p:nvPr/>
            </p:nvSpPr>
            <p:spPr>
              <a:xfrm>
                <a:off x="331499" y="1341219"/>
                <a:ext cx="2789128" cy="685796"/>
              </a:xfrm>
              <a:prstGeom prst="roundRect">
                <a:avLst/>
              </a:prstGeom>
              <a:gradFill>
                <a:gsLst>
                  <a:gs pos="98000">
                    <a:srgbClr val="0A2C69"/>
                  </a:gs>
                  <a:gs pos="0">
                    <a:srgbClr val="3795A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Rounded Corners 353">
                <a:extLst>
                  <a:ext uri="{FF2B5EF4-FFF2-40B4-BE49-F238E27FC236}">
                    <a16:creationId xmlns:a16="http://schemas.microsoft.com/office/drawing/2014/main" id="{FA4D428F-01C5-4A38-A370-37BA81418FB3}"/>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Oval 354">
                <a:extLst>
                  <a:ext uri="{FF2B5EF4-FFF2-40B4-BE49-F238E27FC236}">
                    <a16:creationId xmlns:a16="http://schemas.microsoft.com/office/drawing/2014/main" id="{A428BC8C-D32E-4CCF-A597-9A16407DA4F4}"/>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D0716DCA-938A-47F0-A1E2-53ED46B26A30}"/>
                  </a:ext>
                </a:extLst>
              </p:cNvPr>
              <p:cNvSpPr/>
              <p:nvPr/>
            </p:nvSpPr>
            <p:spPr>
              <a:xfrm>
                <a:off x="865327" y="1407116"/>
                <a:ext cx="2239374" cy="553998"/>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WE WILL DO EVERYTHING ON OUR END TO ENSURE THE PATIENT RECEIVES THE MEDS PRESCRIBED.</a:t>
                </a:r>
              </a:p>
            </p:txBody>
          </p:sp>
          <p:sp>
            <p:nvSpPr>
              <p:cNvPr id="357" name="Rectangle 356">
                <a:extLst>
                  <a:ext uri="{FF2B5EF4-FFF2-40B4-BE49-F238E27FC236}">
                    <a16:creationId xmlns:a16="http://schemas.microsoft.com/office/drawing/2014/main" id="{8D0121F5-A68B-446D-B967-EDA349FADEDD}"/>
                  </a:ext>
                </a:extLst>
              </p:cNvPr>
              <p:cNvSpPr/>
              <p:nvPr/>
            </p:nvSpPr>
            <p:spPr>
              <a:xfrm>
                <a:off x="419100" y="2280315"/>
                <a:ext cx="2609850" cy="738664"/>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In the event of theft or if a package is not delivered, we will express ship a replacement.</a:t>
                </a:r>
              </a:p>
              <a:p>
                <a:endParaRPr lang="en-US" sz="1050" dirty="0">
                  <a:latin typeface="Poppins Light" panose="00000400000000000000" pitchFamily="2" charset="0"/>
                  <a:cs typeface="Poppins Light" panose="00000400000000000000" pitchFamily="2" charset="0"/>
                </a:endParaRPr>
              </a:p>
            </p:txBody>
          </p:sp>
        </p:grpSp>
        <p:pic>
          <p:nvPicPr>
            <p:cNvPr id="352" name="Picture 351">
              <a:extLst>
                <a:ext uri="{FF2B5EF4-FFF2-40B4-BE49-F238E27FC236}">
                  <a16:creationId xmlns:a16="http://schemas.microsoft.com/office/drawing/2014/main" id="{7E0C0A62-139E-4C75-BF5B-0B45AA017DC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229298" y="4138884"/>
              <a:ext cx="219838" cy="219838"/>
            </a:xfrm>
            <a:prstGeom prst="rect">
              <a:avLst/>
            </a:prstGeom>
          </p:spPr>
        </p:pic>
      </p:grpSp>
    </p:spTree>
    <p:extLst>
      <p:ext uri="{BB962C8B-B14F-4D97-AF65-F5344CB8AC3E}">
        <p14:creationId xmlns:p14="http://schemas.microsoft.com/office/powerpoint/2010/main" val="15356426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AD791024-E063-4F9D-A267-B5B3CEBF37F0}"/>
              </a:ext>
            </a:extLst>
          </p:cNvPr>
          <p:cNvPicPr>
            <a:picLocks noChangeAspect="1"/>
          </p:cNvPicPr>
          <p:nvPr/>
        </p:nvPicPr>
        <p:blipFill rotWithShape="1">
          <a:blip r:embed="rId2"/>
          <a:srcRect r="54857"/>
          <a:stretch/>
        </p:blipFill>
        <p:spPr>
          <a:xfrm>
            <a:off x="8451991" y="2229539"/>
            <a:ext cx="3740009" cy="4628461"/>
          </a:xfrm>
          <a:prstGeom prst="rect">
            <a:avLst/>
          </a:prstGeom>
        </p:spPr>
      </p:pic>
      <p:sp>
        <p:nvSpPr>
          <p:cNvPr id="2" name="Rectangle 1">
            <a:extLst>
              <a:ext uri="{FF2B5EF4-FFF2-40B4-BE49-F238E27FC236}">
                <a16:creationId xmlns:a16="http://schemas.microsoft.com/office/drawing/2014/main" id="{D1F5D632-C815-404A-AEE4-83209A0656DB}"/>
              </a:ext>
            </a:extLst>
          </p:cNvPr>
          <p:cNvSpPr/>
          <p:nvPr/>
        </p:nvSpPr>
        <p:spPr>
          <a:xfrm>
            <a:off x="1" y="221323"/>
            <a:ext cx="12192000" cy="641472"/>
          </a:xfrm>
          <a:prstGeom prst="rect">
            <a:avLst/>
          </a:prstGeom>
          <a:gradFill>
            <a:gsLst>
              <a:gs pos="98000">
                <a:srgbClr val="0A2C69"/>
              </a:gs>
              <a:gs pos="0">
                <a:srgbClr val="3795AF"/>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34924302-2AC4-430F-A01A-F6CC61B0D9B6}"/>
              </a:ext>
            </a:extLst>
          </p:cNvPr>
          <p:cNvSpPr/>
          <p:nvPr/>
        </p:nvSpPr>
        <p:spPr>
          <a:xfrm>
            <a:off x="127380" y="280449"/>
            <a:ext cx="5969904" cy="523220"/>
          </a:xfrm>
          <a:prstGeom prst="rect">
            <a:avLst/>
          </a:prstGeom>
        </p:spPr>
        <p:txBody>
          <a:bodyPr wrap="none" anchor="ctr">
            <a:spAutoFit/>
          </a:bodyPr>
          <a:lstStyle/>
          <a:p>
            <a:r>
              <a:rPr lang="en-US" sz="2800" dirty="0">
                <a:solidFill>
                  <a:schemeClr val="bg1"/>
                </a:solidFill>
                <a:latin typeface="Poppins Black" panose="00000A00000000000000" pitchFamily="2" charset="0"/>
                <a:cs typeface="Poppins Black" panose="00000A00000000000000" pitchFamily="2" charset="0"/>
              </a:rPr>
              <a:t>FREQUENTLY ASKED QUESTIONS</a:t>
            </a:r>
          </a:p>
        </p:txBody>
      </p:sp>
      <p:grpSp>
        <p:nvGrpSpPr>
          <p:cNvPr id="152" name="Group 151">
            <a:extLst>
              <a:ext uri="{FF2B5EF4-FFF2-40B4-BE49-F238E27FC236}">
                <a16:creationId xmlns:a16="http://schemas.microsoft.com/office/drawing/2014/main" id="{40624E4A-E6B9-44C0-9F69-56952C74C910}"/>
              </a:ext>
            </a:extLst>
          </p:cNvPr>
          <p:cNvGrpSpPr/>
          <p:nvPr/>
        </p:nvGrpSpPr>
        <p:grpSpPr>
          <a:xfrm>
            <a:off x="0" y="217508"/>
            <a:ext cx="12192000" cy="649102"/>
            <a:chOff x="0" y="574717"/>
            <a:chExt cx="10106025" cy="649102"/>
          </a:xfrm>
        </p:grpSpPr>
        <p:cxnSp>
          <p:nvCxnSpPr>
            <p:cNvPr id="153" name="Straight Connector 152">
              <a:extLst>
                <a:ext uri="{FF2B5EF4-FFF2-40B4-BE49-F238E27FC236}">
                  <a16:creationId xmlns:a16="http://schemas.microsoft.com/office/drawing/2014/main" id="{423389DA-9412-4E33-8D0D-AB1C20B0EC59}"/>
                </a:ext>
              </a:extLst>
            </p:cNvPr>
            <p:cNvCxnSpPr>
              <a:cxnSpLocks/>
            </p:cNvCxnSpPr>
            <p:nvPr/>
          </p:nvCxnSpPr>
          <p:spPr>
            <a:xfrm>
              <a:off x="0" y="1223819"/>
              <a:ext cx="10106025"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445AE325-2E94-4EB1-860C-813CCB9A043F}"/>
                </a:ext>
              </a:extLst>
            </p:cNvPr>
            <p:cNvCxnSpPr>
              <a:cxnSpLocks/>
            </p:cNvCxnSpPr>
            <p:nvPr/>
          </p:nvCxnSpPr>
          <p:spPr>
            <a:xfrm>
              <a:off x="0" y="574717"/>
              <a:ext cx="10106025"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258C7D77-9C91-4423-808C-12E48832B37A}"/>
              </a:ext>
            </a:extLst>
          </p:cNvPr>
          <p:cNvGrpSpPr/>
          <p:nvPr/>
        </p:nvGrpSpPr>
        <p:grpSpPr>
          <a:xfrm>
            <a:off x="386343" y="1404719"/>
            <a:ext cx="2789128" cy="2316381"/>
            <a:chOff x="386343" y="1404719"/>
            <a:chExt cx="2789128" cy="2316381"/>
          </a:xfrm>
        </p:grpSpPr>
        <p:grpSp>
          <p:nvGrpSpPr>
            <p:cNvPr id="11" name="Group 10">
              <a:extLst>
                <a:ext uri="{FF2B5EF4-FFF2-40B4-BE49-F238E27FC236}">
                  <a16:creationId xmlns:a16="http://schemas.microsoft.com/office/drawing/2014/main" id="{AAC5A1B6-0330-42F5-939D-EAD1BEC4F647}"/>
                </a:ext>
              </a:extLst>
            </p:cNvPr>
            <p:cNvGrpSpPr/>
            <p:nvPr/>
          </p:nvGrpSpPr>
          <p:grpSpPr>
            <a:xfrm>
              <a:off x="386343" y="1404719"/>
              <a:ext cx="2789128" cy="2316381"/>
              <a:chOff x="331499" y="1341219"/>
              <a:chExt cx="2789128" cy="2316381"/>
            </a:xfrm>
          </p:grpSpPr>
          <p:sp>
            <p:nvSpPr>
              <p:cNvPr id="3" name="Rectangle: Rounded Corners 2">
                <a:extLst>
                  <a:ext uri="{FF2B5EF4-FFF2-40B4-BE49-F238E27FC236}">
                    <a16:creationId xmlns:a16="http://schemas.microsoft.com/office/drawing/2014/main" id="{E5C1B611-CEE9-43AD-A555-4DF7B110D45A}"/>
                  </a:ext>
                </a:extLst>
              </p:cNvPr>
              <p:cNvSpPr/>
              <p:nvPr/>
            </p:nvSpPr>
            <p:spPr>
              <a:xfrm>
                <a:off x="331499" y="1341219"/>
                <a:ext cx="2789128" cy="685796"/>
              </a:xfrm>
              <a:prstGeom prst="roundRect">
                <a:avLst/>
              </a:prstGeom>
              <a:gradFill>
                <a:gsLst>
                  <a:gs pos="98000">
                    <a:srgbClr val="0A2C69"/>
                  </a:gs>
                  <a:gs pos="0">
                    <a:srgbClr val="3795A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Rounded Corners 87">
                <a:extLst>
                  <a:ext uri="{FF2B5EF4-FFF2-40B4-BE49-F238E27FC236}">
                    <a16:creationId xmlns:a16="http://schemas.microsoft.com/office/drawing/2014/main" id="{EF62A34F-9EE8-4AF6-A5F0-ECF4B68916F6}"/>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827AA5E-D77A-42EE-A35D-78C17DE8242D}"/>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9A90A10-A951-4516-90ED-B5B3155A2725}"/>
                  </a:ext>
                </a:extLst>
              </p:cNvPr>
              <p:cNvSpPr/>
              <p:nvPr/>
            </p:nvSpPr>
            <p:spPr>
              <a:xfrm>
                <a:off x="865327" y="1484060"/>
                <a:ext cx="2021841" cy="400110"/>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HOW LONG DOES IT TAKE TO RECEIVE MEDICATION?</a:t>
                </a:r>
              </a:p>
            </p:txBody>
          </p:sp>
          <p:sp>
            <p:nvSpPr>
              <p:cNvPr id="10" name="Rectangle 9">
                <a:extLst>
                  <a:ext uri="{FF2B5EF4-FFF2-40B4-BE49-F238E27FC236}">
                    <a16:creationId xmlns:a16="http://schemas.microsoft.com/office/drawing/2014/main" id="{CDA2543C-F147-4824-816F-E9568F96BF0F}"/>
                  </a:ext>
                </a:extLst>
              </p:cNvPr>
              <p:cNvSpPr/>
              <p:nvPr/>
            </p:nvSpPr>
            <p:spPr>
              <a:xfrm>
                <a:off x="419100" y="2280315"/>
                <a:ext cx="2609850" cy="900246"/>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Typically, it takes between 24-48 hours to receive medication. If Meds are ordered on a Friday, they will generally be received the following Monday.</a:t>
                </a:r>
              </a:p>
            </p:txBody>
          </p:sp>
        </p:grpSp>
        <p:pic>
          <p:nvPicPr>
            <p:cNvPr id="144" name="Picture 143">
              <a:extLst>
                <a:ext uri="{FF2B5EF4-FFF2-40B4-BE49-F238E27FC236}">
                  <a16:creationId xmlns:a16="http://schemas.microsoft.com/office/drawing/2014/main" id="{A687A5C5-1887-4717-AC59-F60255FF45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150" y="1642958"/>
              <a:ext cx="219838" cy="219838"/>
            </a:xfrm>
            <a:prstGeom prst="rect">
              <a:avLst/>
            </a:prstGeom>
          </p:spPr>
        </p:pic>
      </p:grpSp>
      <p:grpSp>
        <p:nvGrpSpPr>
          <p:cNvPr id="16" name="Group 15">
            <a:extLst>
              <a:ext uri="{FF2B5EF4-FFF2-40B4-BE49-F238E27FC236}">
                <a16:creationId xmlns:a16="http://schemas.microsoft.com/office/drawing/2014/main" id="{FE5EDDD5-AD0F-4572-A40B-0D2A346AA5DB}"/>
              </a:ext>
            </a:extLst>
          </p:cNvPr>
          <p:cNvGrpSpPr/>
          <p:nvPr/>
        </p:nvGrpSpPr>
        <p:grpSpPr>
          <a:xfrm>
            <a:off x="3263072" y="1404719"/>
            <a:ext cx="2789128" cy="2316381"/>
            <a:chOff x="3263072" y="1404719"/>
            <a:chExt cx="2789128" cy="2316381"/>
          </a:xfrm>
        </p:grpSpPr>
        <p:grpSp>
          <p:nvGrpSpPr>
            <p:cNvPr id="98" name="Group 97">
              <a:extLst>
                <a:ext uri="{FF2B5EF4-FFF2-40B4-BE49-F238E27FC236}">
                  <a16:creationId xmlns:a16="http://schemas.microsoft.com/office/drawing/2014/main" id="{5FE37E7A-918C-43EB-89AA-E65E5EF49A00}"/>
                </a:ext>
              </a:extLst>
            </p:cNvPr>
            <p:cNvGrpSpPr/>
            <p:nvPr/>
          </p:nvGrpSpPr>
          <p:grpSpPr>
            <a:xfrm>
              <a:off x="3263072" y="1404719"/>
              <a:ext cx="2789128" cy="2316381"/>
              <a:chOff x="331499" y="1341219"/>
              <a:chExt cx="2789128" cy="2316381"/>
            </a:xfrm>
          </p:grpSpPr>
          <p:sp>
            <p:nvSpPr>
              <p:cNvPr id="99" name="Rectangle: Rounded Corners 98">
                <a:extLst>
                  <a:ext uri="{FF2B5EF4-FFF2-40B4-BE49-F238E27FC236}">
                    <a16:creationId xmlns:a16="http://schemas.microsoft.com/office/drawing/2014/main" id="{F0F4170D-4147-4B6E-8D16-85A51A9D1464}"/>
                  </a:ext>
                </a:extLst>
              </p:cNvPr>
              <p:cNvSpPr/>
              <p:nvPr/>
            </p:nvSpPr>
            <p:spPr>
              <a:xfrm>
                <a:off x="331499" y="1341219"/>
                <a:ext cx="2789128" cy="685796"/>
              </a:xfrm>
              <a:prstGeom prst="roundRect">
                <a:avLst/>
              </a:prstGeom>
              <a:solidFill>
                <a:srgbClr val="ED1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FE696525-3A5E-4058-B630-8B55819863C8}"/>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57525617-1107-4079-AEDE-F196EBD28507}"/>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CEC691E1-8D08-43E4-BD18-827E1DD70AD7}"/>
                  </a:ext>
                </a:extLst>
              </p:cNvPr>
              <p:cNvSpPr/>
              <p:nvPr/>
            </p:nvSpPr>
            <p:spPr>
              <a:xfrm>
                <a:off x="865327" y="1484060"/>
                <a:ext cx="2021841" cy="400110"/>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DO YOU SHIP CONTROLLED C2 PAIN MEDS?</a:t>
                </a:r>
              </a:p>
            </p:txBody>
          </p:sp>
          <p:sp>
            <p:nvSpPr>
              <p:cNvPr id="103" name="Rectangle 102">
                <a:extLst>
                  <a:ext uri="{FF2B5EF4-FFF2-40B4-BE49-F238E27FC236}">
                    <a16:creationId xmlns:a16="http://schemas.microsoft.com/office/drawing/2014/main" id="{926C539D-1A36-4717-80BB-F365F46B0DC5}"/>
                  </a:ext>
                </a:extLst>
              </p:cNvPr>
              <p:cNvSpPr/>
              <p:nvPr/>
            </p:nvSpPr>
            <p:spPr>
              <a:xfrm>
                <a:off x="419100" y="2280315"/>
                <a:ext cx="2609850" cy="738664"/>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No, we believe that there is no place in pharmacy to ship C2s and that these types of meds should be dealt with by walk-in pharmacies.</a:t>
                </a:r>
              </a:p>
            </p:txBody>
          </p:sp>
        </p:grpSp>
        <p:pic>
          <p:nvPicPr>
            <p:cNvPr id="145" name="Picture 144">
              <a:extLst>
                <a:ext uri="{FF2B5EF4-FFF2-40B4-BE49-F238E27FC236}">
                  <a16:creationId xmlns:a16="http://schemas.microsoft.com/office/drawing/2014/main" id="{73C5C1C1-564F-47B6-ABDD-2702C4AEDC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75840" y="1642958"/>
              <a:ext cx="219838" cy="219838"/>
            </a:xfrm>
            <a:prstGeom prst="rect">
              <a:avLst/>
            </a:prstGeom>
          </p:spPr>
        </p:pic>
      </p:grpSp>
      <p:grpSp>
        <p:nvGrpSpPr>
          <p:cNvPr id="17" name="Group 16">
            <a:extLst>
              <a:ext uri="{FF2B5EF4-FFF2-40B4-BE49-F238E27FC236}">
                <a16:creationId xmlns:a16="http://schemas.microsoft.com/office/drawing/2014/main" id="{5EEEBA5B-0EDF-471E-93AA-00B843C92297}"/>
              </a:ext>
            </a:extLst>
          </p:cNvPr>
          <p:cNvGrpSpPr/>
          <p:nvPr/>
        </p:nvGrpSpPr>
        <p:grpSpPr>
          <a:xfrm>
            <a:off x="6139801" y="1404719"/>
            <a:ext cx="2789128" cy="2316381"/>
            <a:chOff x="6139801" y="1404719"/>
            <a:chExt cx="2789128" cy="2316381"/>
          </a:xfrm>
        </p:grpSpPr>
        <p:grpSp>
          <p:nvGrpSpPr>
            <p:cNvPr id="104" name="Group 103">
              <a:extLst>
                <a:ext uri="{FF2B5EF4-FFF2-40B4-BE49-F238E27FC236}">
                  <a16:creationId xmlns:a16="http://schemas.microsoft.com/office/drawing/2014/main" id="{D2C4A478-25C7-4C68-A726-88AC28693A32}"/>
                </a:ext>
              </a:extLst>
            </p:cNvPr>
            <p:cNvGrpSpPr/>
            <p:nvPr/>
          </p:nvGrpSpPr>
          <p:grpSpPr>
            <a:xfrm>
              <a:off x="6139801" y="1404719"/>
              <a:ext cx="2789128" cy="2316381"/>
              <a:chOff x="331499" y="1341219"/>
              <a:chExt cx="2789128" cy="2316381"/>
            </a:xfrm>
          </p:grpSpPr>
          <p:sp>
            <p:nvSpPr>
              <p:cNvPr id="105" name="Rectangle: Rounded Corners 104">
                <a:extLst>
                  <a:ext uri="{FF2B5EF4-FFF2-40B4-BE49-F238E27FC236}">
                    <a16:creationId xmlns:a16="http://schemas.microsoft.com/office/drawing/2014/main" id="{D05E5607-63A4-47C6-BA02-68375D9BFF66}"/>
                  </a:ext>
                </a:extLst>
              </p:cNvPr>
              <p:cNvSpPr/>
              <p:nvPr/>
            </p:nvSpPr>
            <p:spPr>
              <a:xfrm>
                <a:off x="331499" y="1341219"/>
                <a:ext cx="2789128" cy="685796"/>
              </a:xfrm>
              <a:prstGeom prst="roundRect">
                <a:avLst/>
              </a:prstGeom>
              <a:gradFill>
                <a:gsLst>
                  <a:gs pos="98000">
                    <a:srgbClr val="0A2C69"/>
                  </a:gs>
                  <a:gs pos="0">
                    <a:srgbClr val="3795A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Rounded Corners 105">
                <a:extLst>
                  <a:ext uri="{FF2B5EF4-FFF2-40B4-BE49-F238E27FC236}">
                    <a16:creationId xmlns:a16="http://schemas.microsoft.com/office/drawing/2014/main" id="{5F43023E-8EC7-49E2-9365-159083C2950B}"/>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EAE73F58-4211-4C00-8BD3-859AAE2835EE}"/>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3E0CEB7B-A364-4D2E-A0DC-8FF4795B66BD}"/>
                  </a:ext>
                </a:extLst>
              </p:cNvPr>
              <p:cNvSpPr/>
              <p:nvPr/>
            </p:nvSpPr>
            <p:spPr>
              <a:xfrm>
                <a:off x="865327" y="1484060"/>
                <a:ext cx="2021841" cy="400110"/>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WHAT ABOUT SURGICAL PATIENTS?</a:t>
                </a:r>
              </a:p>
            </p:txBody>
          </p:sp>
          <p:sp>
            <p:nvSpPr>
              <p:cNvPr id="109" name="Rectangle 108">
                <a:extLst>
                  <a:ext uri="{FF2B5EF4-FFF2-40B4-BE49-F238E27FC236}">
                    <a16:creationId xmlns:a16="http://schemas.microsoft.com/office/drawing/2014/main" id="{B753A493-0F54-401D-88D8-16EF537858D5}"/>
                  </a:ext>
                </a:extLst>
              </p:cNvPr>
              <p:cNvSpPr/>
              <p:nvPr/>
            </p:nvSpPr>
            <p:spPr>
              <a:xfrm>
                <a:off x="419100" y="2280315"/>
                <a:ext cx="2609850" cy="900246"/>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If a surgical patient is indicated on the prescription, we can increase the shipping speed to next day or overnight. There will be an increase in cost for express delivery.</a:t>
                </a:r>
              </a:p>
            </p:txBody>
          </p:sp>
        </p:grpSp>
        <p:pic>
          <p:nvPicPr>
            <p:cNvPr id="146" name="Picture 145">
              <a:extLst>
                <a:ext uri="{FF2B5EF4-FFF2-40B4-BE49-F238E27FC236}">
                  <a16:creationId xmlns:a16="http://schemas.microsoft.com/office/drawing/2014/main" id="{AEA370FA-F87E-4621-B9F5-5165A871A3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5608" y="1642958"/>
              <a:ext cx="219838" cy="219838"/>
            </a:xfrm>
            <a:prstGeom prst="rect">
              <a:avLst/>
            </a:prstGeom>
          </p:spPr>
        </p:pic>
      </p:grpSp>
      <p:grpSp>
        <p:nvGrpSpPr>
          <p:cNvPr id="18" name="Group 17">
            <a:extLst>
              <a:ext uri="{FF2B5EF4-FFF2-40B4-BE49-F238E27FC236}">
                <a16:creationId xmlns:a16="http://schemas.microsoft.com/office/drawing/2014/main" id="{9FB200A2-A377-4D11-BB5F-FA65A62815E2}"/>
              </a:ext>
            </a:extLst>
          </p:cNvPr>
          <p:cNvGrpSpPr/>
          <p:nvPr/>
        </p:nvGrpSpPr>
        <p:grpSpPr>
          <a:xfrm>
            <a:off x="9016530" y="1404719"/>
            <a:ext cx="2789128" cy="2316381"/>
            <a:chOff x="9016530" y="1404719"/>
            <a:chExt cx="2789128" cy="2316381"/>
          </a:xfrm>
        </p:grpSpPr>
        <p:grpSp>
          <p:nvGrpSpPr>
            <p:cNvPr id="110" name="Group 109">
              <a:extLst>
                <a:ext uri="{FF2B5EF4-FFF2-40B4-BE49-F238E27FC236}">
                  <a16:creationId xmlns:a16="http://schemas.microsoft.com/office/drawing/2014/main" id="{74DE5FB2-413A-4B4E-877E-FEE0A01830BA}"/>
                </a:ext>
              </a:extLst>
            </p:cNvPr>
            <p:cNvGrpSpPr/>
            <p:nvPr/>
          </p:nvGrpSpPr>
          <p:grpSpPr>
            <a:xfrm>
              <a:off x="9016530" y="1404719"/>
              <a:ext cx="2789128" cy="2316381"/>
              <a:chOff x="331499" y="1341219"/>
              <a:chExt cx="2789128" cy="2316381"/>
            </a:xfrm>
          </p:grpSpPr>
          <p:sp>
            <p:nvSpPr>
              <p:cNvPr id="111" name="Rectangle: Rounded Corners 110">
                <a:extLst>
                  <a:ext uri="{FF2B5EF4-FFF2-40B4-BE49-F238E27FC236}">
                    <a16:creationId xmlns:a16="http://schemas.microsoft.com/office/drawing/2014/main" id="{6D70653C-CF95-4A3B-BEAB-A404D596E124}"/>
                  </a:ext>
                </a:extLst>
              </p:cNvPr>
              <p:cNvSpPr/>
              <p:nvPr/>
            </p:nvSpPr>
            <p:spPr>
              <a:xfrm>
                <a:off x="331499" y="1341219"/>
                <a:ext cx="2789128" cy="685796"/>
              </a:xfrm>
              <a:prstGeom prst="roundRect">
                <a:avLst/>
              </a:prstGeom>
              <a:solidFill>
                <a:srgbClr val="ED1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Rounded Corners 111">
                <a:extLst>
                  <a:ext uri="{FF2B5EF4-FFF2-40B4-BE49-F238E27FC236}">
                    <a16:creationId xmlns:a16="http://schemas.microsoft.com/office/drawing/2014/main" id="{DBB75D7B-AE7E-462F-8563-8CB97B96E187}"/>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Oval 112">
                <a:extLst>
                  <a:ext uri="{FF2B5EF4-FFF2-40B4-BE49-F238E27FC236}">
                    <a16:creationId xmlns:a16="http://schemas.microsoft.com/office/drawing/2014/main" id="{48061AAB-BBA8-4ED3-A724-01322A017E95}"/>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1BB694CA-0A69-410A-B5A2-09ED36B6A059}"/>
                  </a:ext>
                </a:extLst>
              </p:cNvPr>
              <p:cNvSpPr/>
              <p:nvPr/>
            </p:nvSpPr>
            <p:spPr>
              <a:xfrm>
                <a:off x="865327" y="1484060"/>
                <a:ext cx="2021841" cy="400110"/>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HOW MANY REFILLS ARE AVAILABLE?</a:t>
                </a:r>
              </a:p>
            </p:txBody>
          </p:sp>
          <p:sp>
            <p:nvSpPr>
              <p:cNvPr id="115" name="Rectangle 114">
                <a:extLst>
                  <a:ext uri="{FF2B5EF4-FFF2-40B4-BE49-F238E27FC236}">
                    <a16:creationId xmlns:a16="http://schemas.microsoft.com/office/drawing/2014/main" id="{EAD44438-9CE2-4762-A001-23F20D3638B4}"/>
                  </a:ext>
                </a:extLst>
              </p:cNvPr>
              <p:cNvSpPr/>
              <p:nvPr/>
            </p:nvSpPr>
            <p:spPr>
              <a:xfrm>
                <a:off x="419100" y="2280315"/>
                <a:ext cx="2609850" cy="415498"/>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A prescriber can write up to 3 refills without a new prescription.</a:t>
                </a:r>
              </a:p>
            </p:txBody>
          </p:sp>
        </p:grpSp>
        <p:pic>
          <p:nvPicPr>
            <p:cNvPr id="147" name="Picture 146">
              <a:extLst>
                <a:ext uri="{FF2B5EF4-FFF2-40B4-BE49-F238E27FC236}">
                  <a16:creationId xmlns:a16="http://schemas.microsoft.com/office/drawing/2014/main" id="{816C8D12-B48B-4ADA-A1F2-DC6CCB61AC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29298" y="1642958"/>
              <a:ext cx="219838" cy="219838"/>
            </a:xfrm>
            <a:prstGeom prst="rect">
              <a:avLst/>
            </a:prstGeom>
          </p:spPr>
        </p:pic>
      </p:grpSp>
      <p:grpSp>
        <p:nvGrpSpPr>
          <p:cNvPr id="23" name="Group 22">
            <a:extLst>
              <a:ext uri="{FF2B5EF4-FFF2-40B4-BE49-F238E27FC236}">
                <a16:creationId xmlns:a16="http://schemas.microsoft.com/office/drawing/2014/main" id="{35A24518-5BB7-4C81-9D5F-6F0C27F49120}"/>
              </a:ext>
            </a:extLst>
          </p:cNvPr>
          <p:cNvGrpSpPr/>
          <p:nvPr/>
        </p:nvGrpSpPr>
        <p:grpSpPr>
          <a:xfrm>
            <a:off x="386343" y="3902627"/>
            <a:ext cx="2789128" cy="2316381"/>
            <a:chOff x="386343" y="3902627"/>
            <a:chExt cx="2789128" cy="2316381"/>
          </a:xfrm>
        </p:grpSpPr>
        <p:grpSp>
          <p:nvGrpSpPr>
            <p:cNvPr id="118" name="Group 117">
              <a:extLst>
                <a:ext uri="{FF2B5EF4-FFF2-40B4-BE49-F238E27FC236}">
                  <a16:creationId xmlns:a16="http://schemas.microsoft.com/office/drawing/2014/main" id="{02D56F52-D658-491B-828F-457BC4004EFA}"/>
                </a:ext>
              </a:extLst>
            </p:cNvPr>
            <p:cNvGrpSpPr/>
            <p:nvPr/>
          </p:nvGrpSpPr>
          <p:grpSpPr>
            <a:xfrm>
              <a:off x="386343" y="3902627"/>
              <a:ext cx="2789128" cy="2316381"/>
              <a:chOff x="331499" y="1341219"/>
              <a:chExt cx="2789128" cy="2316381"/>
            </a:xfrm>
          </p:grpSpPr>
          <p:sp>
            <p:nvSpPr>
              <p:cNvPr id="137" name="Rectangle: Rounded Corners 136">
                <a:extLst>
                  <a:ext uri="{FF2B5EF4-FFF2-40B4-BE49-F238E27FC236}">
                    <a16:creationId xmlns:a16="http://schemas.microsoft.com/office/drawing/2014/main" id="{26396B94-868B-458E-9BB3-BF3BF52DA1C0}"/>
                  </a:ext>
                </a:extLst>
              </p:cNvPr>
              <p:cNvSpPr/>
              <p:nvPr/>
            </p:nvSpPr>
            <p:spPr>
              <a:xfrm>
                <a:off x="331499" y="1341219"/>
                <a:ext cx="2789128" cy="685796"/>
              </a:xfrm>
              <a:prstGeom prst="roundRect">
                <a:avLst/>
              </a:prstGeom>
              <a:solidFill>
                <a:srgbClr val="ED1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Rounded Corners 137">
                <a:extLst>
                  <a:ext uri="{FF2B5EF4-FFF2-40B4-BE49-F238E27FC236}">
                    <a16:creationId xmlns:a16="http://schemas.microsoft.com/office/drawing/2014/main" id="{7900BAD6-32A6-4D17-B3A6-BED2504100D4}"/>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58F9D3E5-AE75-441F-B986-5E2728DE5F50}"/>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ectangle 139">
                <a:extLst>
                  <a:ext uri="{FF2B5EF4-FFF2-40B4-BE49-F238E27FC236}">
                    <a16:creationId xmlns:a16="http://schemas.microsoft.com/office/drawing/2014/main" id="{1D9D2817-716E-4F4D-86FF-78049547FA81}"/>
                  </a:ext>
                </a:extLst>
              </p:cNvPr>
              <p:cNvSpPr/>
              <p:nvPr/>
            </p:nvSpPr>
            <p:spPr>
              <a:xfrm>
                <a:off x="865327" y="1484060"/>
                <a:ext cx="2021841" cy="400110"/>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WHEN ARE REPORTS DELIVERED? </a:t>
                </a:r>
              </a:p>
            </p:txBody>
          </p:sp>
          <p:sp>
            <p:nvSpPr>
              <p:cNvPr id="141" name="Rectangle 140">
                <a:extLst>
                  <a:ext uri="{FF2B5EF4-FFF2-40B4-BE49-F238E27FC236}">
                    <a16:creationId xmlns:a16="http://schemas.microsoft.com/office/drawing/2014/main" id="{105A2F80-81D4-4D6C-A57D-BF525E137F12}"/>
                  </a:ext>
                </a:extLst>
              </p:cNvPr>
              <p:cNvSpPr/>
              <p:nvPr/>
            </p:nvSpPr>
            <p:spPr>
              <a:xfrm>
                <a:off x="419100" y="2280315"/>
                <a:ext cx="2609850" cy="1061829"/>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Accounting is based on a true calendar month that starts on the first day of each month and runs through the last day. Reports will be sent to you by the 15th of each month.</a:t>
                </a:r>
              </a:p>
            </p:txBody>
          </p:sp>
        </p:grpSp>
        <p:pic>
          <p:nvPicPr>
            <p:cNvPr id="148" name="Picture 147">
              <a:extLst>
                <a:ext uri="{FF2B5EF4-FFF2-40B4-BE49-F238E27FC236}">
                  <a16:creationId xmlns:a16="http://schemas.microsoft.com/office/drawing/2014/main" id="{0AB687B1-F923-4C07-B9A9-FF381F98E1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2150" y="4138884"/>
              <a:ext cx="219838" cy="219838"/>
            </a:xfrm>
            <a:prstGeom prst="rect">
              <a:avLst/>
            </a:prstGeom>
          </p:spPr>
        </p:pic>
      </p:grpSp>
      <p:grpSp>
        <p:nvGrpSpPr>
          <p:cNvPr id="22" name="Group 21">
            <a:extLst>
              <a:ext uri="{FF2B5EF4-FFF2-40B4-BE49-F238E27FC236}">
                <a16:creationId xmlns:a16="http://schemas.microsoft.com/office/drawing/2014/main" id="{86C3A95E-0EF6-4896-9768-EAA306ABF3FE}"/>
              </a:ext>
            </a:extLst>
          </p:cNvPr>
          <p:cNvGrpSpPr/>
          <p:nvPr/>
        </p:nvGrpSpPr>
        <p:grpSpPr>
          <a:xfrm>
            <a:off x="3263072" y="3902627"/>
            <a:ext cx="2789128" cy="2316381"/>
            <a:chOff x="3263072" y="3902627"/>
            <a:chExt cx="2789128" cy="2316381"/>
          </a:xfrm>
        </p:grpSpPr>
        <p:grpSp>
          <p:nvGrpSpPr>
            <p:cNvPr id="119" name="Group 118">
              <a:extLst>
                <a:ext uri="{FF2B5EF4-FFF2-40B4-BE49-F238E27FC236}">
                  <a16:creationId xmlns:a16="http://schemas.microsoft.com/office/drawing/2014/main" id="{E7A139D8-297E-4598-8B75-2CFB78430A5B}"/>
                </a:ext>
              </a:extLst>
            </p:cNvPr>
            <p:cNvGrpSpPr/>
            <p:nvPr/>
          </p:nvGrpSpPr>
          <p:grpSpPr>
            <a:xfrm>
              <a:off x="3263072" y="3902627"/>
              <a:ext cx="2789128" cy="2316381"/>
              <a:chOff x="331499" y="1341219"/>
              <a:chExt cx="2789128" cy="2316381"/>
            </a:xfrm>
          </p:grpSpPr>
          <p:sp>
            <p:nvSpPr>
              <p:cNvPr id="132" name="Rectangle: Rounded Corners 131">
                <a:extLst>
                  <a:ext uri="{FF2B5EF4-FFF2-40B4-BE49-F238E27FC236}">
                    <a16:creationId xmlns:a16="http://schemas.microsoft.com/office/drawing/2014/main" id="{35FE89F5-4509-49AD-87A1-B397DE14C99D}"/>
                  </a:ext>
                </a:extLst>
              </p:cNvPr>
              <p:cNvSpPr/>
              <p:nvPr/>
            </p:nvSpPr>
            <p:spPr>
              <a:xfrm>
                <a:off x="331499" y="1341219"/>
                <a:ext cx="2789128" cy="685796"/>
              </a:xfrm>
              <a:prstGeom prst="roundRect">
                <a:avLst/>
              </a:prstGeom>
              <a:gradFill>
                <a:gsLst>
                  <a:gs pos="98000">
                    <a:srgbClr val="0A2C69"/>
                  </a:gs>
                  <a:gs pos="0">
                    <a:srgbClr val="3795A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Rounded Corners 132">
                <a:extLst>
                  <a:ext uri="{FF2B5EF4-FFF2-40B4-BE49-F238E27FC236}">
                    <a16:creationId xmlns:a16="http://schemas.microsoft.com/office/drawing/2014/main" id="{8D7BB621-989D-4AC8-BE59-65ACEAB48AFF}"/>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1465653B-F2BF-4B76-AB87-185875691BF2}"/>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C8519A04-218E-413D-BE63-B0224C12FD5C}"/>
                  </a:ext>
                </a:extLst>
              </p:cNvPr>
              <p:cNvSpPr/>
              <p:nvPr/>
            </p:nvSpPr>
            <p:spPr>
              <a:xfrm>
                <a:off x="865327" y="1484060"/>
                <a:ext cx="2021841" cy="400110"/>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WHAT ARE THE PAYMENT OPTIONS?</a:t>
                </a:r>
              </a:p>
            </p:txBody>
          </p:sp>
          <p:sp>
            <p:nvSpPr>
              <p:cNvPr id="136" name="Rectangle 135">
                <a:extLst>
                  <a:ext uri="{FF2B5EF4-FFF2-40B4-BE49-F238E27FC236}">
                    <a16:creationId xmlns:a16="http://schemas.microsoft.com/office/drawing/2014/main" id="{83C36BCE-198F-4712-8C67-F02E94FDB89D}"/>
                  </a:ext>
                </a:extLst>
              </p:cNvPr>
              <p:cNvSpPr/>
              <p:nvPr/>
            </p:nvSpPr>
            <p:spPr>
              <a:xfrm>
                <a:off x="419100" y="2280315"/>
                <a:ext cx="2609850" cy="900246"/>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Both check and ACH options are available. A client who wishes to be set up on ACH simply needs to provide a check with the routing number and account number.</a:t>
                </a:r>
              </a:p>
            </p:txBody>
          </p:sp>
        </p:grpSp>
        <p:pic>
          <p:nvPicPr>
            <p:cNvPr id="149" name="Picture 148">
              <a:extLst>
                <a:ext uri="{FF2B5EF4-FFF2-40B4-BE49-F238E27FC236}">
                  <a16:creationId xmlns:a16="http://schemas.microsoft.com/office/drawing/2014/main" id="{0CC26041-7E5E-401B-8FC3-44EB1A33DD4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76054" y="4138884"/>
              <a:ext cx="219409" cy="219838"/>
            </a:xfrm>
            <a:prstGeom prst="rect">
              <a:avLst/>
            </a:prstGeom>
          </p:spPr>
        </p:pic>
      </p:grpSp>
      <p:grpSp>
        <p:nvGrpSpPr>
          <p:cNvPr id="21" name="Group 20">
            <a:extLst>
              <a:ext uri="{FF2B5EF4-FFF2-40B4-BE49-F238E27FC236}">
                <a16:creationId xmlns:a16="http://schemas.microsoft.com/office/drawing/2014/main" id="{7A57DB4E-A458-4F9B-89D4-FD0F61D1DABB}"/>
              </a:ext>
            </a:extLst>
          </p:cNvPr>
          <p:cNvGrpSpPr/>
          <p:nvPr/>
        </p:nvGrpSpPr>
        <p:grpSpPr>
          <a:xfrm>
            <a:off x="6139801" y="3902627"/>
            <a:ext cx="2789128" cy="2316381"/>
            <a:chOff x="6139801" y="3902627"/>
            <a:chExt cx="2789128" cy="2316381"/>
          </a:xfrm>
        </p:grpSpPr>
        <p:grpSp>
          <p:nvGrpSpPr>
            <p:cNvPr id="120" name="Group 119">
              <a:extLst>
                <a:ext uri="{FF2B5EF4-FFF2-40B4-BE49-F238E27FC236}">
                  <a16:creationId xmlns:a16="http://schemas.microsoft.com/office/drawing/2014/main" id="{70D1C144-FD22-4945-A4F1-94E8DA5683C9}"/>
                </a:ext>
              </a:extLst>
            </p:cNvPr>
            <p:cNvGrpSpPr/>
            <p:nvPr/>
          </p:nvGrpSpPr>
          <p:grpSpPr>
            <a:xfrm>
              <a:off x="6139801" y="3902627"/>
              <a:ext cx="2789128" cy="2316381"/>
              <a:chOff x="331499" y="1341219"/>
              <a:chExt cx="2789128" cy="2316381"/>
            </a:xfrm>
          </p:grpSpPr>
          <p:sp>
            <p:nvSpPr>
              <p:cNvPr id="127" name="Rectangle: Rounded Corners 126">
                <a:extLst>
                  <a:ext uri="{FF2B5EF4-FFF2-40B4-BE49-F238E27FC236}">
                    <a16:creationId xmlns:a16="http://schemas.microsoft.com/office/drawing/2014/main" id="{13FD0E23-D111-428F-9F7F-F5624DAF843F}"/>
                  </a:ext>
                </a:extLst>
              </p:cNvPr>
              <p:cNvSpPr/>
              <p:nvPr/>
            </p:nvSpPr>
            <p:spPr>
              <a:xfrm>
                <a:off x="331499" y="1341219"/>
                <a:ext cx="2789128" cy="685796"/>
              </a:xfrm>
              <a:prstGeom prst="roundRect">
                <a:avLst/>
              </a:prstGeom>
              <a:solidFill>
                <a:srgbClr val="ED1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Rounded Corners 127">
                <a:extLst>
                  <a:ext uri="{FF2B5EF4-FFF2-40B4-BE49-F238E27FC236}">
                    <a16:creationId xmlns:a16="http://schemas.microsoft.com/office/drawing/2014/main" id="{BDD28FCA-8097-4940-AADC-905F786E8BC9}"/>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AED4563D-ECF9-486C-B129-762122197C09}"/>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3B47A0AE-B85D-4724-80DE-48F8077B9465}"/>
                  </a:ext>
                </a:extLst>
              </p:cNvPr>
              <p:cNvSpPr/>
              <p:nvPr/>
            </p:nvSpPr>
            <p:spPr>
              <a:xfrm>
                <a:off x="865327" y="1407116"/>
                <a:ext cx="2163623" cy="553998"/>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WHAT HAPPENS IF THE MEDS ARE STOLEN OR THE PATIENT DOES NOT RECEIVE THE MEDS?</a:t>
                </a:r>
              </a:p>
            </p:txBody>
          </p:sp>
          <p:sp>
            <p:nvSpPr>
              <p:cNvPr id="131" name="Rectangle 130">
                <a:extLst>
                  <a:ext uri="{FF2B5EF4-FFF2-40B4-BE49-F238E27FC236}">
                    <a16:creationId xmlns:a16="http://schemas.microsoft.com/office/drawing/2014/main" id="{3D74010A-5EC7-48EB-B21A-EF3C40314898}"/>
                  </a:ext>
                </a:extLst>
              </p:cNvPr>
              <p:cNvSpPr/>
              <p:nvPr/>
            </p:nvSpPr>
            <p:spPr>
              <a:xfrm>
                <a:off x="419100" y="2280315"/>
                <a:ext cx="2609850" cy="415498"/>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FedEx has images of delivery and tracking available.</a:t>
                </a:r>
              </a:p>
            </p:txBody>
          </p:sp>
        </p:grpSp>
        <p:pic>
          <p:nvPicPr>
            <p:cNvPr id="150" name="Picture 149">
              <a:extLst>
                <a:ext uri="{FF2B5EF4-FFF2-40B4-BE49-F238E27FC236}">
                  <a16:creationId xmlns:a16="http://schemas.microsoft.com/office/drawing/2014/main" id="{71420947-ACBB-47C5-B940-85AB8E9AD45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55608" y="4138884"/>
              <a:ext cx="219838" cy="219838"/>
            </a:xfrm>
            <a:prstGeom prst="rect">
              <a:avLst/>
            </a:prstGeom>
          </p:spPr>
        </p:pic>
      </p:grpSp>
      <p:grpSp>
        <p:nvGrpSpPr>
          <p:cNvPr id="20" name="Group 19">
            <a:extLst>
              <a:ext uri="{FF2B5EF4-FFF2-40B4-BE49-F238E27FC236}">
                <a16:creationId xmlns:a16="http://schemas.microsoft.com/office/drawing/2014/main" id="{E2E43917-562E-4D7C-9F1D-3E69106346D1}"/>
              </a:ext>
            </a:extLst>
          </p:cNvPr>
          <p:cNvGrpSpPr/>
          <p:nvPr/>
        </p:nvGrpSpPr>
        <p:grpSpPr>
          <a:xfrm>
            <a:off x="9016530" y="3902627"/>
            <a:ext cx="2789128" cy="2316381"/>
            <a:chOff x="9016530" y="3902627"/>
            <a:chExt cx="2789128" cy="2316381"/>
          </a:xfrm>
        </p:grpSpPr>
        <p:grpSp>
          <p:nvGrpSpPr>
            <p:cNvPr id="121" name="Group 120">
              <a:extLst>
                <a:ext uri="{FF2B5EF4-FFF2-40B4-BE49-F238E27FC236}">
                  <a16:creationId xmlns:a16="http://schemas.microsoft.com/office/drawing/2014/main" id="{D7F1B820-8BAA-4DE2-AEE9-3768CB488C77}"/>
                </a:ext>
              </a:extLst>
            </p:cNvPr>
            <p:cNvGrpSpPr/>
            <p:nvPr/>
          </p:nvGrpSpPr>
          <p:grpSpPr>
            <a:xfrm>
              <a:off x="9016530" y="3902627"/>
              <a:ext cx="2789128" cy="2316381"/>
              <a:chOff x="331499" y="1341219"/>
              <a:chExt cx="2789128" cy="2316381"/>
            </a:xfrm>
          </p:grpSpPr>
          <p:sp>
            <p:nvSpPr>
              <p:cNvPr id="122" name="Rectangle: Rounded Corners 121">
                <a:extLst>
                  <a:ext uri="{FF2B5EF4-FFF2-40B4-BE49-F238E27FC236}">
                    <a16:creationId xmlns:a16="http://schemas.microsoft.com/office/drawing/2014/main" id="{70D63047-D4B8-4713-81D8-F347B399F01A}"/>
                  </a:ext>
                </a:extLst>
              </p:cNvPr>
              <p:cNvSpPr/>
              <p:nvPr/>
            </p:nvSpPr>
            <p:spPr>
              <a:xfrm>
                <a:off x="331499" y="1341219"/>
                <a:ext cx="2789128" cy="685796"/>
              </a:xfrm>
              <a:prstGeom prst="roundRect">
                <a:avLst/>
              </a:prstGeom>
              <a:gradFill>
                <a:gsLst>
                  <a:gs pos="98000">
                    <a:srgbClr val="0A2C69"/>
                  </a:gs>
                  <a:gs pos="0">
                    <a:srgbClr val="3795A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Rounded Corners 122">
                <a:extLst>
                  <a:ext uri="{FF2B5EF4-FFF2-40B4-BE49-F238E27FC236}">
                    <a16:creationId xmlns:a16="http://schemas.microsoft.com/office/drawing/2014/main" id="{16A6B759-E3DF-4DFE-8C9D-B4E719997A72}"/>
                  </a:ext>
                </a:extLst>
              </p:cNvPr>
              <p:cNvSpPr/>
              <p:nvPr/>
            </p:nvSpPr>
            <p:spPr>
              <a:xfrm>
                <a:off x="331499" y="2095676"/>
                <a:ext cx="2789128" cy="1561924"/>
              </a:xfrm>
              <a:prstGeom prst="roundRect">
                <a:avLst>
                  <a:gd name="adj" fmla="val 4087"/>
                </a:avLst>
              </a:prstGeom>
              <a:solidFill>
                <a:schemeClr val="bg1">
                  <a:alpha val="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439D161B-E94C-4668-BC66-B463CB7123BF}"/>
                  </a:ext>
                </a:extLst>
              </p:cNvPr>
              <p:cNvSpPr/>
              <p:nvPr/>
            </p:nvSpPr>
            <p:spPr>
              <a:xfrm>
                <a:off x="460428" y="1487320"/>
                <a:ext cx="393595" cy="393595"/>
              </a:xfrm>
              <a:prstGeom prst="ellipse">
                <a:avLst/>
              </a:prstGeom>
              <a:solidFill>
                <a:schemeClr val="bg1"/>
              </a:solidFill>
              <a:ln w="25400">
                <a:solidFill>
                  <a:schemeClr val="bg1"/>
                </a:solidFill>
              </a:ln>
              <a:effectLst>
                <a:innerShdw blurRad="139700">
                  <a:prstClr val="black">
                    <a:alpha val="1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47D74A9B-E0F2-480B-82D9-8281FEA81290}"/>
                  </a:ext>
                </a:extLst>
              </p:cNvPr>
              <p:cNvSpPr/>
              <p:nvPr/>
            </p:nvSpPr>
            <p:spPr>
              <a:xfrm>
                <a:off x="865327" y="1407116"/>
                <a:ext cx="2239374" cy="553998"/>
              </a:xfrm>
              <a:prstGeom prst="rect">
                <a:avLst/>
              </a:prstGeom>
            </p:spPr>
            <p:txBody>
              <a:bodyPr wrap="square" anchor="ctr">
                <a:spAutoFit/>
              </a:bodyPr>
              <a:lstStyle/>
              <a:p>
                <a:r>
                  <a:rPr lang="en-US" sz="1000" b="1" dirty="0">
                    <a:solidFill>
                      <a:schemeClr val="bg1"/>
                    </a:solidFill>
                    <a:latin typeface="Poppins Medium" panose="00000600000000000000" pitchFamily="2" charset="0"/>
                    <a:cs typeface="Poppins Medium" panose="00000600000000000000" pitchFamily="2" charset="0"/>
                  </a:rPr>
                  <a:t>WE WILL DO EVERYTHING ON OUR END TO ENSURE THE PATIENT RECEIVES THE MEDS PRESCRIBED.</a:t>
                </a:r>
              </a:p>
            </p:txBody>
          </p:sp>
          <p:sp>
            <p:nvSpPr>
              <p:cNvPr id="126" name="Rectangle 125">
                <a:extLst>
                  <a:ext uri="{FF2B5EF4-FFF2-40B4-BE49-F238E27FC236}">
                    <a16:creationId xmlns:a16="http://schemas.microsoft.com/office/drawing/2014/main" id="{4E99FBA3-3CBF-4D96-84A9-7B367E2ED4DF}"/>
                  </a:ext>
                </a:extLst>
              </p:cNvPr>
              <p:cNvSpPr/>
              <p:nvPr/>
            </p:nvSpPr>
            <p:spPr>
              <a:xfrm>
                <a:off x="419100" y="2280315"/>
                <a:ext cx="2609850" cy="577081"/>
              </a:xfrm>
              <a:prstGeom prst="rect">
                <a:avLst/>
              </a:prstGeom>
            </p:spPr>
            <p:txBody>
              <a:bodyPr wrap="square">
                <a:spAutoFit/>
              </a:bodyPr>
              <a:lstStyle/>
              <a:p>
                <a:r>
                  <a:rPr lang="en-US" sz="1050" dirty="0">
                    <a:latin typeface="Poppins Light" panose="00000400000000000000" pitchFamily="2" charset="0"/>
                    <a:cs typeface="Poppins Light" panose="00000400000000000000" pitchFamily="2" charset="0"/>
                  </a:rPr>
                  <a:t>In the event of theft or if a package is not delivered, we will express ship a replacement.</a:t>
                </a:r>
              </a:p>
            </p:txBody>
          </p:sp>
        </p:grpSp>
        <p:pic>
          <p:nvPicPr>
            <p:cNvPr id="151" name="Picture 150">
              <a:extLst>
                <a:ext uri="{FF2B5EF4-FFF2-40B4-BE49-F238E27FC236}">
                  <a16:creationId xmlns:a16="http://schemas.microsoft.com/office/drawing/2014/main" id="{C8D22D4E-30C7-4874-AB10-EAF75229E28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229298" y="4138884"/>
              <a:ext cx="219838" cy="219838"/>
            </a:xfrm>
            <a:prstGeom prst="rect">
              <a:avLst/>
            </a:prstGeom>
          </p:spPr>
        </p:pic>
      </p:grpSp>
      <p:grpSp>
        <p:nvGrpSpPr>
          <p:cNvPr id="160" name="Group 159">
            <a:extLst>
              <a:ext uri="{FF2B5EF4-FFF2-40B4-BE49-F238E27FC236}">
                <a16:creationId xmlns:a16="http://schemas.microsoft.com/office/drawing/2014/main" id="{364EFD69-33EC-41BB-A187-A7436345C646}"/>
              </a:ext>
            </a:extLst>
          </p:cNvPr>
          <p:cNvGrpSpPr/>
          <p:nvPr/>
        </p:nvGrpSpPr>
        <p:grpSpPr>
          <a:xfrm>
            <a:off x="612708" y="-4239461"/>
            <a:ext cx="1982351" cy="1395193"/>
            <a:chOff x="612708" y="1760272"/>
            <a:chExt cx="1982351" cy="1395193"/>
          </a:xfrm>
        </p:grpSpPr>
        <p:sp>
          <p:nvSpPr>
            <p:cNvPr id="161" name="Oval 160">
              <a:extLst>
                <a:ext uri="{FF2B5EF4-FFF2-40B4-BE49-F238E27FC236}">
                  <a16:creationId xmlns:a16="http://schemas.microsoft.com/office/drawing/2014/main" id="{926B122C-6D14-4460-93FB-DC12913EA19D}"/>
                </a:ext>
              </a:extLst>
            </p:cNvPr>
            <p:cNvSpPr/>
            <p:nvPr/>
          </p:nvSpPr>
          <p:spPr>
            <a:xfrm flipH="1">
              <a:off x="1286153" y="1760272"/>
              <a:ext cx="635461" cy="635461"/>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162" name="Rectangle 161">
              <a:extLst>
                <a:ext uri="{FF2B5EF4-FFF2-40B4-BE49-F238E27FC236}">
                  <a16:creationId xmlns:a16="http://schemas.microsoft.com/office/drawing/2014/main" id="{CBA79DCE-82CC-4461-91D6-1272A97CC9ED}"/>
                </a:ext>
              </a:extLst>
            </p:cNvPr>
            <p:cNvSpPr/>
            <p:nvPr/>
          </p:nvSpPr>
          <p:spPr>
            <a:xfrm>
              <a:off x="612708" y="2632245"/>
              <a:ext cx="1982351" cy="523220"/>
            </a:xfrm>
            <a:prstGeom prst="rect">
              <a:avLst/>
            </a:prstGeom>
          </p:spPr>
          <p:txBody>
            <a:bodyPr wrap="square">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PATIENT VISITS THE PHYSICIAN’S OFFICE.</a:t>
              </a:r>
            </a:p>
          </p:txBody>
        </p:sp>
        <p:sp>
          <p:nvSpPr>
            <p:cNvPr id="163" name="Rectangle 162">
              <a:extLst>
                <a:ext uri="{FF2B5EF4-FFF2-40B4-BE49-F238E27FC236}">
                  <a16:creationId xmlns:a16="http://schemas.microsoft.com/office/drawing/2014/main" id="{6009D656-7C09-442A-99ED-7A8DFEDDDD4D}"/>
                </a:ext>
              </a:extLst>
            </p:cNvPr>
            <p:cNvSpPr/>
            <p:nvPr/>
          </p:nvSpPr>
          <p:spPr>
            <a:xfrm>
              <a:off x="1344749" y="1896191"/>
              <a:ext cx="518269" cy="369332"/>
            </a:xfrm>
            <a:prstGeom prst="rect">
              <a:avLst/>
            </a:prstGeom>
          </p:spPr>
          <p:txBody>
            <a:bodyPr wrap="none">
              <a:spAutoFit/>
            </a:bodyPr>
            <a:lstStyle/>
            <a:p>
              <a:pPr algn="ctr"/>
              <a:r>
                <a:rPr lang="en-US" dirty="0">
                  <a:solidFill>
                    <a:schemeClr val="bg1"/>
                  </a:solidFill>
                  <a:latin typeface="Poppins Black" panose="00000A00000000000000" pitchFamily="2" charset="0"/>
                  <a:cs typeface="Poppins Black" panose="00000A00000000000000" pitchFamily="2" charset="0"/>
                </a:rPr>
                <a:t>01</a:t>
              </a:r>
              <a:endParaRPr lang="en-US" dirty="0"/>
            </a:p>
          </p:txBody>
        </p:sp>
      </p:grpSp>
      <p:grpSp>
        <p:nvGrpSpPr>
          <p:cNvPr id="164" name="Group 163">
            <a:extLst>
              <a:ext uri="{FF2B5EF4-FFF2-40B4-BE49-F238E27FC236}">
                <a16:creationId xmlns:a16="http://schemas.microsoft.com/office/drawing/2014/main" id="{5354B36E-4F0F-4CF0-8E90-F29B8CF47968}"/>
              </a:ext>
            </a:extLst>
          </p:cNvPr>
          <p:cNvGrpSpPr/>
          <p:nvPr/>
        </p:nvGrpSpPr>
        <p:grpSpPr>
          <a:xfrm>
            <a:off x="5107998" y="-4239461"/>
            <a:ext cx="1982351" cy="1610637"/>
            <a:chOff x="5107998" y="1760272"/>
            <a:chExt cx="1982351" cy="1610637"/>
          </a:xfrm>
        </p:grpSpPr>
        <p:sp>
          <p:nvSpPr>
            <p:cNvPr id="165" name="Oval 164">
              <a:extLst>
                <a:ext uri="{FF2B5EF4-FFF2-40B4-BE49-F238E27FC236}">
                  <a16:creationId xmlns:a16="http://schemas.microsoft.com/office/drawing/2014/main" id="{5F12C8EE-7F3B-4987-BE80-6291C4424E99}"/>
                </a:ext>
              </a:extLst>
            </p:cNvPr>
            <p:cNvSpPr/>
            <p:nvPr/>
          </p:nvSpPr>
          <p:spPr>
            <a:xfrm flipH="1">
              <a:off x="5781443" y="1760272"/>
              <a:ext cx="635461" cy="635461"/>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166" name="Rectangle 165">
              <a:extLst>
                <a:ext uri="{FF2B5EF4-FFF2-40B4-BE49-F238E27FC236}">
                  <a16:creationId xmlns:a16="http://schemas.microsoft.com/office/drawing/2014/main" id="{5276B8B1-08CB-4FEC-8965-EE6397C136F3}"/>
                </a:ext>
              </a:extLst>
            </p:cNvPr>
            <p:cNvSpPr/>
            <p:nvPr/>
          </p:nvSpPr>
          <p:spPr>
            <a:xfrm>
              <a:off x="5107998" y="2632245"/>
              <a:ext cx="1982351" cy="738664"/>
            </a:xfrm>
            <a:prstGeom prst="rect">
              <a:avLst/>
            </a:prstGeom>
          </p:spPr>
          <p:txBody>
            <a:bodyPr wrap="square">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PDRX SHIPS DRUGS </a:t>
              </a:r>
              <a:r>
                <a:rPr lang="en-US" sz="1400" dirty="0">
                  <a:solidFill>
                    <a:schemeClr val="bg1"/>
                  </a:solidFill>
                  <a:latin typeface="Poppins Light" panose="00000400000000000000" pitchFamily="2" charset="0"/>
                  <a:cs typeface="Poppins Light" panose="00000400000000000000" pitchFamily="2" charset="0"/>
                </a:rPr>
                <a:t>directly to the patient.</a:t>
              </a:r>
            </a:p>
          </p:txBody>
        </p:sp>
        <p:sp>
          <p:nvSpPr>
            <p:cNvPr id="167" name="Rectangle 166">
              <a:extLst>
                <a:ext uri="{FF2B5EF4-FFF2-40B4-BE49-F238E27FC236}">
                  <a16:creationId xmlns:a16="http://schemas.microsoft.com/office/drawing/2014/main" id="{BACB10D8-3F5B-4E23-82EE-DD692F1A7AE2}"/>
                </a:ext>
              </a:extLst>
            </p:cNvPr>
            <p:cNvSpPr/>
            <p:nvPr/>
          </p:nvSpPr>
          <p:spPr>
            <a:xfrm>
              <a:off x="5836866" y="1896191"/>
              <a:ext cx="518269" cy="369332"/>
            </a:xfrm>
            <a:prstGeom prst="rect">
              <a:avLst/>
            </a:prstGeom>
          </p:spPr>
          <p:txBody>
            <a:bodyPr wrap="square">
              <a:spAutoFit/>
            </a:bodyPr>
            <a:lstStyle/>
            <a:p>
              <a:pPr algn="ctr"/>
              <a:r>
                <a:rPr lang="en-US" dirty="0">
                  <a:solidFill>
                    <a:schemeClr val="bg1"/>
                  </a:solidFill>
                  <a:latin typeface="Poppins Black" panose="00000A00000000000000" pitchFamily="2" charset="0"/>
                  <a:cs typeface="Poppins Black" panose="00000A00000000000000" pitchFamily="2" charset="0"/>
                </a:rPr>
                <a:t>03</a:t>
              </a:r>
              <a:endParaRPr lang="en-US" dirty="0"/>
            </a:p>
          </p:txBody>
        </p:sp>
      </p:grpSp>
      <p:grpSp>
        <p:nvGrpSpPr>
          <p:cNvPr id="168" name="Group 167">
            <a:extLst>
              <a:ext uri="{FF2B5EF4-FFF2-40B4-BE49-F238E27FC236}">
                <a16:creationId xmlns:a16="http://schemas.microsoft.com/office/drawing/2014/main" id="{876E1921-F760-412C-9A6E-05CF35D8305D}"/>
              </a:ext>
            </a:extLst>
          </p:cNvPr>
          <p:cNvGrpSpPr/>
          <p:nvPr/>
        </p:nvGrpSpPr>
        <p:grpSpPr>
          <a:xfrm>
            <a:off x="9578263" y="-4239461"/>
            <a:ext cx="1982351" cy="3518851"/>
            <a:chOff x="9578263" y="1760272"/>
            <a:chExt cx="1982351" cy="3518851"/>
          </a:xfrm>
        </p:grpSpPr>
        <p:sp>
          <p:nvSpPr>
            <p:cNvPr id="169" name="Oval 168">
              <a:extLst>
                <a:ext uri="{FF2B5EF4-FFF2-40B4-BE49-F238E27FC236}">
                  <a16:creationId xmlns:a16="http://schemas.microsoft.com/office/drawing/2014/main" id="{CA4C74C8-93BD-4AA9-97EF-A835EFBC4FF4}"/>
                </a:ext>
              </a:extLst>
            </p:cNvPr>
            <p:cNvSpPr/>
            <p:nvPr/>
          </p:nvSpPr>
          <p:spPr>
            <a:xfrm flipH="1">
              <a:off x="10251708" y="1760272"/>
              <a:ext cx="635461" cy="635461"/>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170" name="Rectangle 169">
              <a:extLst>
                <a:ext uri="{FF2B5EF4-FFF2-40B4-BE49-F238E27FC236}">
                  <a16:creationId xmlns:a16="http://schemas.microsoft.com/office/drawing/2014/main" id="{34550F80-F815-4D29-B17C-65F175365618}"/>
                </a:ext>
              </a:extLst>
            </p:cNvPr>
            <p:cNvSpPr/>
            <p:nvPr/>
          </p:nvSpPr>
          <p:spPr>
            <a:xfrm>
              <a:off x="9578263" y="2632245"/>
              <a:ext cx="1982351" cy="2646878"/>
            </a:xfrm>
            <a:prstGeom prst="rect">
              <a:avLst/>
            </a:prstGeom>
          </p:spPr>
          <p:txBody>
            <a:bodyPr wrap="square">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PHYSICIAN ASSIGNS TO ELITE CARE </a:t>
              </a:r>
            </a:p>
            <a:p>
              <a:pPr algn="ctr"/>
              <a:r>
                <a:rPr lang="en-US" sz="1400" dirty="0">
                  <a:solidFill>
                    <a:schemeClr val="bg1"/>
                  </a:solidFill>
                  <a:latin typeface="Poppins Light" panose="00000400000000000000" pitchFamily="2" charset="0"/>
                  <a:cs typeface="Poppins Light" panose="00000400000000000000" pitchFamily="2" charset="0"/>
                </a:rPr>
                <a:t>the right to bill and collect for services.</a:t>
              </a:r>
            </a:p>
            <a:p>
              <a:pPr algn="ctr"/>
              <a:endParaRPr lang="en-US" sz="1400" dirty="0">
                <a:solidFill>
                  <a:schemeClr val="bg1"/>
                </a:solidFill>
                <a:latin typeface="Poppins Light" panose="00000400000000000000" pitchFamily="2" charset="0"/>
                <a:cs typeface="Poppins Light" panose="00000400000000000000" pitchFamily="2" charset="0"/>
              </a:endParaRPr>
            </a:p>
            <a:p>
              <a:pPr marL="285750" indent="-285750">
                <a:buFont typeface="Courier New" panose="02070309020205020404" pitchFamily="49" charset="0"/>
                <a:buChar char="o"/>
              </a:pPr>
              <a:r>
                <a:rPr lang="en-US" sz="1200" b="1" dirty="0">
                  <a:solidFill>
                    <a:schemeClr val="bg1"/>
                  </a:solidFill>
                  <a:latin typeface="Poppins Medium" panose="00000600000000000000" pitchFamily="2" charset="0"/>
                  <a:cs typeface="Poppins Medium" panose="00000600000000000000" pitchFamily="2" charset="0"/>
                </a:rPr>
                <a:t>5.1 </a:t>
              </a:r>
              <a:r>
                <a:rPr lang="en-US" sz="1200" dirty="0">
                  <a:solidFill>
                    <a:schemeClr val="bg1"/>
                  </a:solidFill>
                  <a:latin typeface="Poppins Light" panose="00000400000000000000" pitchFamily="2" charset="0"/>
                  <a:cs typeface="Poppins Light" panose="00000400000000000000" pitchFamily="2" charset="0"/>
                </a:rPr>
                <a:t>Elite Care provides payment, billing, and collection services.</a:t>
              </a:r>
            </a:p>
            <a:p>
              <a:pPr marL="285750" indent="-285750">
                <a:buFont typeface="Courier New" panose="02070309020205020404" pitchFamily="49" charset="0"/>
                <a:buChar char="o"/>
              </a:pPr>
              <a:endParaRPr lang="en-US" sz="1200" dirty="0">
                <a:solidFill>
                  <a:schemeClr val="bg1"/>
                </a:solidFill>
                <a:latin typeface="Poppins Light" panose="00000400000000000000" pitchFamily="2" charset="0"/>
                <a:cs typeface="Poppins Light" panose="00000400000000000000" pitchFamily="2" charset="0"/>
              </a:endParaRPr>
            </a:p>
            <a:p>
              <a:pPr marL="285750" indent="-285750">
                <a:buFont typeface="Courier New" panose="02070309020205020404" pitchFamily="49" charset="0"/>
                <a:buChar char="o"/>
              </a:pPr>
              <a:r>
                <a:rPr lang="en-US" sz="1200" b="1" dirty="0">
                  <a:solidFill>
                    <a:schemeClr val="bg1"/>
                  </a:solidFill>
                  <a:latin typeface="Poppins Medium" panose="00000600000000000000" pitchFamily="2" charset="0"/>
                  <a:cs typeface="Poppins Medium" panose="00000600000000000000" pitchFamily="2" charset="0"/>
                </a:rPr>
                <a:t>5.2</a:t>
              </a:r>
              <a:r>
                <a:rPr lang="en-US" sz="1200" dirty="0">
                  <a:solidFill>
                    <a:schemeClr val="bg1"/>
                  </a:solidFill>
                  <a:latin typeface="Poppins Light" panose="00000400000000000000" pitchFamily="2" charset="0"/>
                  <a:cs typeface="Poppins Light" panose="00000400000000000000" pitchFamily="2" charset="0"/>
                </a:rPr>
                <a:t> Elite Care bills  the payor for the claim.</a:t>
              </a:r>
            </a:p>
          </p:txBody>
        </p:sp>
        <p:sp>
          <p:nvSpPr>
            <p:cNvPr id="171" name="Rectangle 170">
              <a:extLst>
                <a:ext uri="{FF2B5EF4-FFF2-40B4-BE49-F238E27FC236}">
                  <a16:creationId xmlns:a16="http://schemas.microsoft.com/office/drawing/2014/main" id="{F2941D0B-3CC4-4CBF-BBE6-D0A05EE92ECA}"/>
                </a:ext>
              </a:extLst>
            </p:cNvPr>
            <p:cNvSpPr/>
            <p:nvPr/>
          </p:nvSpPr>
          <p:spPr>
            <a:xfrm>
              <a:off x="10310304" y="1896191"/>
              <a:ext cx="518269" cy="369332"/>
            </a:xfrm>
            <a:prstGeom prst="rect">
              <a:avLst/>
            </a:prstGeom>
          </p:spPr>
          <p:txBody>
            <a:bodyPr wrap="square">
              <a:spAutoFit/>
            </a:bodyPr>
            <a:lstStyle/>
            <a:p>
              <a:pPr algn="ctr"/>
              <a:r>
                <a:rPr lang="en-US" dirty="0">
                  <a:solidFill>
                    <a:schemeClr val="bg1"/>
                  </a:solidFill>
                  <a:latin typeface="Poppins Black" panose="00000A00000000000000" pitchFamily="2" charset="0"/>
                  <a:cs typeface="Poppins Black" panose="00000A00000000000000" pitchFamily="2" charset="0"/>
                </a:rPr>
                <a:t>05</a:t>
              </a:r>
              <a:endParaRPr lang="en-US" dirty="0"/>
            </a:p>
          </p:txBody>
        </p:sp>
      </p:grpSp>
      <p:grpSp>
        <p:nvGrpSpPr>
          <p:cNvPr id="172" name="Group 171">
            <a:extLst>
              <a:ext uri="{FF2B5EF4-FFF2-40B4-BE49-F238E27FC236}">
                <a16:creationId xmlns:a16="http://schemas.microsoft.com/office/drawing/2014/main" id="{2E89A49B-4477-4EDE-8018-87548AE316DA}"/>
              </a:ext>
            </a:extLst>
          </p:cNvPr>
          <p:cNvGrpSpPr/>
          <p:nvPr/>
        </p:nvGrpSpPr>
        <p:grpSpPr>
          <a:xfrm>
            <a:off x="2908624" y="9205986"/>
            <a:ext cx="1924050" cy="1965374"/>
            <a:chOff x="2908624" y="4080519"/>
            <a:chExt cx="1924050" cy="1965374"/>
          </a:xfrm>
        </p:grpSpPr>
        <p:sp>
          <p:nvSpPr>
            <p:cNvPr id="173" name="Oval 172">
              <a:extLst>
                <a:ext uri="{FF2B5EF4-FFF2-40B4-BE49-F238E27FC236}">
                  <a16:creationId xmlns:a16="http://schemas.microsoft.com/office/drawing/2014/main" id="{273713C9-36EC-42FD-B9DE-336F82CCF93D}"/>
                </a:ext>
              </a:extLst>
            </p:cNvPr>
            <p:cNvSpPr/>
            <p:nvPr/>
          </p:nvSpPr>
          <p:spPr>
            <a:xfrm flipH="1">
              <a:off x="3552919" y="5410432"/>
              <a:ext cx="635461" cy="635461"/>
            </a:xfrm>
            <a:prstGeom prst="ellipse">
              <a:avLst/>
            </a:prstGeom>
            <a:solidFill>
              <a:srgbClr val="ED174F"/>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174" name="Rectangle 173">
              <a:extLst>
                <a:ext uri="{FF2B5EF4-FFF2-40B4-BE49-F238E27FC236}">
                  <a16:creationId xmlns:a16="http://schemas.microsoft.com/office/drawing/2014/main" id="{567B1840-EAC3-466E-A7D9-6747694931BE}"/>
                </a:ext>
              </a:extLst>
            </p:cNvPr>
            <p:cNvSpPr/>
            <p:nvPr/>
          </p:nvSpPr>
          <p:spPr>
            <a:xfrm>
              <a:off x="2908624" y="4080519"/>
              <a:ext cx="1924050" cy="954107"/>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PHYSICIAN PLACES DRUG ORDER </a:t>
              </a:r>
            </a:p>
            <a:p>
              <a:pPr algn="ctr"/>
              <a:r>
                <a:rPr lang="en-US" sz="1400" dirty="0">
                  <a:solidFill>
                    <a:schemeClr val="bg1"/>
                  </a:solidFill>
                  <a:latin typeface="Poppins Light" panose="00000400000000000000" pitchFamily="2" charset="0"/>
                  <a:cs typeface="Poppins Light" panose="00000400000000000000" pitchFamily="2" charset="0"/>
                </a:rPr>
                <a:t>with PDRX at the patient’s direction.</a:t>
              </a:r>
            </a:p>
          </p:txBody>
        </p:sp>
        <p:sp>
          <p:nvSpPr>
            <p:cNvPr id="175" name="Rectangle 174">
              <a:extLst>
                <a:ext uri="{FF2B5EF4-FFF2-40B4-BE49-F238E27FC236}">
                  <a16:creationId xmlns:a16="http://schemas.microsoft.com/office/drawing/2014/main" id="{AC5095F8-BC31-43E4-A02B-9F2052C32B26}"/>
                </a:ext>
              </a:extLst>
            </p:cNvPr>
            <p:cNvSpPr/>
            <p:nvPr/>
          </p:nvSpPr>
          <p:spPr>
            <a:xfrm>
              <a:off x="3605093" y="5548135"/>
              <a:ext cx="518269" cy="369332"/>
            </a:xfrm>
            <a:prstGeom prst="rect">
              <a:avLst/>
            </a:prstGeom>
          </p:spPr>
          <p:txBody>
            <a:bodyPr wrap="square">
              <a:spAutoFit/>
            </a:bodyPr>
            <a:lstStyle/>
            <a:p>
              <a:pPr algn="ctr"/>
              <a:r>
                <a:rPr lang="en-US" dirty="0">
                  <a:solidFill>
                    <a:schemeClr val="bg1"/>
                  </a:solidFill>
                  <a:latin typeface="Poppins Black" panose="00000A00000000000000" pitchFamily="2" charset="0"/>
                  <a:cs typeface="Poppins Black" panose="00000A00000000000000" pitchFamily="2" charset="0"/>
                </a:rPr>
                <a:t>02</a:t>
              </a:r>
              <a:endParaRPr lang="en-US" dirty="0"/>
            </a:p>
          </p:txBody>
        </p:sp>
      </p:grpSp>
      <p:grpSp>
        <p:nvGrpSpPr>
          <p:cNvPr id="176" name="Group 175">
            <a:extLst>
              <a:ext uri="{FF2B5EF4-FFF2-40B4-BE49-F238E27FC236}">
                <a16:creationId xmlns:a16="http://schemas.microsoft.com/office/drawing/2014/main" id="{53E3944B-EB03-43E6-AC8D-1A31FFE168EB}"/>
              </a:ext>
            </a:extLst>
          </p:cNvPr>
          <p:cNvGrpSpPr/>
          <p:nvPr/>
        </p:nvGrpSpPr>
        <p:grpSpPr>
          <a:xfrm>
            <a:off x="7375339" y="8682724"/>
            <a:ext cx="1924050" cy="2488636"/>
            <a:chOff x="7375339" y="3557257"/>
            <a:chExt cx="1924050" cy="2488636"/>
          </a:xfrm>
        </p:grpSpPr>
        <p:sp>
          <p:nvSpPr>
            <p:cNvPr id="177" name="Oval 176">
              <a:extLst>
                <a:ext uri="{FF2B5EF4-FFF2-40B4-BE49-F238E27FC236}">
                  <a16:creationId xmlns:a16="http://schemas.microsoft.com/office/drawing/2014/main" id="{63BD7547-685A-420A-B106-391D17060C59}"/>
                </a:ext>
              </a:extLst>
            </p:cNvPr>
            <p:cNvSpPr/>
            <p:nvPr/>
          </p:nvSpPr>
          <p:spPr>
            <a:xfrm flipH="1">
              <a:off x="8029341" y="5410432"/>
              <a:ext cx="635461" cy="635461"/>
            </a:xfrm>
            <a:prstGeom prst="ellipse">
              <a:avLst/>
            </a:prstGeom>
            <a:solidFill>
              <a:srgbClr val="ED174F"/>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178" name="Rectangle 177">
              <a:extLst>
                <a:ext uri="{FF2B5EF4-FFF2-40B4-BE49-F238E27FC236}">
                  <a16:creationId xmlns:a16="http://schemas.microsoft.com/office/drawing/2014/main" id="{0AAC5517-33DD-4B0E-86C3-57B20DE4F1AF}"/>
                </a:ext>
              </a:extLst>
            </p:cNvPr>
            <p:cNvSpPr/>
            <p:nvPr/>
          </p:nvSpPr>
          <p:spPr>
            <a:xfrm>
              <a:off x="7375339" y="3557257"/>
              <a:ext cx="1924050" cy="1384995"/>
            </a:xfrm>
            <a:prstGeom prst="rect">
              <a:avLst/>
            </a:prstGeom>
          </p:spPr>
          <p:txBody>
            <a:bodyPr wrap="square" anchor="b">
              <a:spAutoFit/>
            </a:bodyPr>
            <a:lstStyle/>
            <a:p>
              <a:pPr algn="ctr"/>
              <a:r>
                <a:rPr lang="en-US" sz="1400" b="1" dirty="0">
                  <a:solidFill>
                    <a:schemeClr val="bg1"/>
                  </a:solidFill>
                  <a:latin typeface="Poppins Medium" panose="00000600000000000000" pitchFamily="2" charset="0"/>
                  <a:cs typeface="Poppins Medium" panose="00000600000000000000" pitchFamily="2" charset="0"/>
                </a:rPr>
                <a:t>PHYSICIAN PAYS PDRX </a:t>
              </a:r>
            </a:p>
            <a:p>
              <a:pPr algn="ctr"/>
              <a:r>
                <a:rPr lang="en-US" sz="1400" dirty="0">
                  <a:solidFill>
                    <a:schemeClr val="bg1"/>
                  </a:solidFill>
                  <a:latin typeface="Poppins Light" panose="00000400000000000000" pitchFamily="2" charset="0"/>
                  <a:cs typeface="Poppins Light" panose="00000400000000000000" pitchFamily="2" charset="0"/>
                </a:rPr>
                <a:t>fair market value (FMV) for assignment of drug receivable.</a:t>
              </a:r>
            </a:p>
          </p:txBody>
        </p:sp>
        <p:sp>
          <p:nvSpPr>
            <p:cNvPr id="179" name="Rectangle 178">
              <a:extLst>
                <a:ext uri="{FF2B5EF4-FFF2-40B4-BE49-F238E27FC236}">
                  <a16:creationId xmlns:a16="http://schemas.microsoft.com/office/drawing/2014/main" id="{7F757574-EF9A-49C9-8386-81CC0D09D057}"/>
                </a:ext>
              </a:extLst>
            </p:cNvPr>
            <p:cNvSpPr/>
            <p:nvPr/>
          </p:nvSpPr>
          <p:spPr>
            <a:xfrm>
              <a:off x="8078531" y="5548135"/>
              <a:ext cx="518269" cy="369332"/>
            </a:xfrm>
            <a:prstGeom prst="rect">
              <a:avLst/>
            </a:prstGeom>
          </p:spPr>
          <p:txBody>
            <a:bodyPr wrap="square">
              <a:spAutoFit/>
            </a:bodyPr>
            <a:lstStyle/>
            <a:p>
              <a:pPr algn="ctr"/>
              <a:r>
                <a:rPr lang="en-US" dirty="0">
                  <a:solidFill>
                    <a:schemeClr val="bg1"/>
                  </a:solidFill>
                  <a:latin typeface="Poppins Black" panose="00000A00000000000000" pitchFamily="2" charset="0"/>
                  <a:cs typeface="Poppins Black" panose="00000A00000000000000" pitchFamily="2" charset="0"/>
                </a:rPr>
                <a:t>04</a:t>
              </a:r>
              <a:endParaRPr lang="en-US" dirty="0"/>
            </a:p>
          </p:txBody>
        </p:sp>
      </p:grpSp>
      <p:pic>
        <p:nvPicPr>
          <p:cNvPr id="12" name="Picture 11" descr="A white and red logo with a black background&#10;&#10;AI-generated content may be incorrect.">
            <a:extLst>
              <a:ext uri="{FF2B5EF4-FFF2-40B4-BE49-F238E27FC236}">
                <a16:creationId xmlns:a16="http://schemas.microsoft.com/office/drawing/2014/main" id="{452C30FD-7B5F-3ECE-9E74-BEE2DF49AD3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052225" y="244828"/>
            <a:ext cx="1070439" cy="734268"/>
          </a:xfrm>
          <a:prstGeom prst="rect">
            <a:avLst/>
          </a:prstGeom>
        </p:spPr>
      </p:pic>
    </p:spTree>
    <p:extLst>
      <p:ext uri="{BB962C8B-B14F-4D97-AF65-F5344CB8AC3E}">
        <p14:creationId xmlns:p14="http://schemas.microsoft.com/office/powerpoint/2010/main" val="699530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98000">
              <a:srgbClr val="0A2C69"/>
            </a:gs>
            <a:gs pos="0">
              <a:srgbClr val="3795AF"/>
            </a:gs>
          </a:gsLst>
          <a:path path="circle">
            <a:fillToRect t="100000" r="100000"/>
          </a:path>
        </a:gradFill>
        <a:effectLst/>
      </p:bgPr>
    </p:bg>
    <p:spTree>
      <p:nvGrpSpPr>
        <p:cNvPr id="1" name=""/>
        <p:cNvGrpSpPr/>
        <p:nvPr/>
      </p:nvGrpSpPr>
      <p:grpSpPr>
        <a:xfrm>
          <a:off x="0" y="0"/>
          <a:ext cx="0" cy="0"/>
          <a:chOff x="0" y="0"/>
          <a:chExt cx="0" cy="0"/>
        </a:xfrm>
      </p:grpSpPr>
      <p:grpSp>
        <p:nvGrpSpPr>
          <p:cNvPr id="196" name="Group 195">
            <a:extLst>
              <a:ext uri="{FF2B5EF4-FFF2-40B4-BE49-F238E27FC236}">
                <a16:creationId xmlns:a16="http://schemas.microsoft.com/office/drawing/2014/main" id="{02F5372B-BB85-471C-9149-41EFA0C09B60}"/>
              </a:ext>
            </a:extLst>
          </p:cNvPr>
          <p:cNvGrpSpPr/>
          <p:nvPr/>
        </p:nvGrpSpPr>
        <p:grpSpPr>
          <a:xfrm flipH="1">
            <a:off x="-2366476" y="3421623"/>
            <a:ext cx="7371987" cy="4117698"/>
            <a:chOff x="-3808" y="23009"/>
            <a:chExt cx="12196519" cy="6812489"/>
          </a:xfrm>
        </p:grpSpPr>
        <p:sp>
          <p:nvSpPr>
            <p:cNvPr id="197" name="Freeform: Shape 196">
              <a:extLst>
                <a:ext uri="{FF2B5EF4-FFF2-40B4-BE49-F238E27FC236}">
                  <a16:creationId xmlns:a16="http://schemas.microsoft.com/office/drawing/2014/main" id="{446B1D79-650E-4658-8DA0-7749DAD1F12D}"/>
                </a:ext>
              </a:extLst>
            </p:cNvPr>
            <p:cNvSpPr/>
            <p:nvPr/>
          </p:nvSpPr>
          <p:spPr>
            <a:xfrm>
              <a:off x="583957" y="4773877"/>
              <a:ext cx="2061621" cy="2061621"/>
            </a:xfrm>
            <a:custGeom>
              <a:avLst/>
              <a:gdLst>
                <a:gd name="connsiteX0" fmla="*/ 2059031 w 2061620"/>
                <a:gd name="connsiteY0" fmla="*/ 690085 h 2061621"/>
                <a:gd name="connsiteX1" fmla="*/ 1372755 w 2061620"/>
                <a:gd name="connsiteY1" fmla="*/ 690085 h 2061621"/>
                <a:gd name="connsiteX2" fmla="*/ 1372755 w 2061620"/>
                <a:gd name="connsiteY2" fmla="*/ 3808 h 2061621"/>
                <a:gd name="connsiteX3" fmla="*/ 690034 w 2061620"/>
                <a:gd name="connsiteY3" fmla="*/ 3808 h 2061621"/>
                <a:gd name="connsiteX4" fmla="*/ 690034 w 2061620"/>
                <a:gd name="connsiteY4" fmla="*/ 690085 h 2061621"/>
                <a:gd name="connsiteX5" fmla="*/ 3808 w 2061620"/>
                <a:gd name="connsiteY5" fmla="*/ 690085 h 2061621"/>
                <a:gd name="connsiteX6" fmla="*/ 3808 w 2061620"/>
                <a:gd name="connsiteY6" fmla="*/ 1372755 h 2061621"/>
                <a:gd name="connsiteX7" fmla="*/ 690034 w 2061620"/>
                <a:gd name="connsiteY7" fmla="*/ 1372755 h 2061621"/>
                <a:gd name="connsiteX8" fmla="*/ 690034 w 2061620"/>
                <a:gd name="connsiteY8" fmla="*/ 2059031 h 2061621"/>
                <a:gd name="connsiteX9" fmla="*/ 1372755 w 2061620"/>
                <a:gd name="connsiteY9" fmla="*/ 2059031 h 2061621"/>
                <a:gd name="connsiteX10" fmla="*/ 1372755 w 2061620"/>
                <a:gd name="connsiteY10" fmla="*/ 1372755 h 2061621"/>
                <a:gd name="connsiteX11" fmla="*/ 2059031 w 2061620"/>
                <a:gd name="connsiteY11" fmla="*/ 1372755 h 2061621"/>
                <a:gd name="connsiteX12" fmla="*/ 2059031 w 2061620"/>
                <a:gd name="connsiteY12" fmla="*/ 690085 h 206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61620" h="2061621">
                  <a:moveTo>
                    <a:pt x="2059031" y="690085"/>
                  </a:moveTo>
                  <a:lnTo>
                    <a:pt x="1372755" y="690085"/>
                  </a:lnTo>
                  <a:lnTo>
                    <a:pt x="1372755" y="3808"/>
                  </a:lnTo>
                  <a:lnTo>
                    <a:pt x="690034" y="3808"/>
                  </a:lnTo>
                  <a:lnTo>
                    <a:pt x="690034" y="690085"/>
                  </a:lnTo>
                  <a:lnTo>
                    <a:pt x="3808" y="690085"/>
                  </a:lnTo>
                  <a:lnTo>
                    <a:pt x="3808" y="1372755"/>
                  </a:lnTo>
                  <a:lnTo>
                    <a:pt x="690034" y="1372755"/>
                  </a:lnTo>
                  <a:lnTo>
                    <a:pt x="690034" y="2059031"/>
                  </a:lnTo>
                  <a:lnTo>
                    <a:pt x="1372755" y="2059031"/>
                  </a:lnTo>
                  <a:lnTo>
                    <a:pt x="1372755" y="1372755"/>
                  </a:lnTo>
                  <a:lnTo>
                    <a:pt x="2059031" y="1372755"/>
                  </a:lnTo>
                  <a:lnTo>
                    <a:pt x="2059031" y="690085"/>
                  </a:lnTo>
                  <a:close/>
                </a:path>
              </a:pathLst>
            </a:custGeom>
            <a:solidFill>
              <a:schemeClr val="bg1">
                <a:alpha val="6000"/>
              </a:schemeClr>
            </a:solid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B5597BA6-D533-4A5D-85B4-DF9F3CBB9C31}"/>
                </a:ext>
              </a:extLst>
            </p:cNvPr>
            <p:cNvSpPr/>
            <p:nvPr/>
          </p:nvSpPr>
          <p:spPr>
            <a:xfrm>
              <a:off x="6255344" y="4709845"/>
              <a:ext cx="497633" cy="497633"/>
            </a:xfrm>
            <a:custGeom>
              <a:avLst/>
              <a:gdLst>
                <a:gd name="connsiteX0" fmla="*/ 494992 w 497632"/>
                <a:gd name="connsiteY0" fmla="*/ 167774 h 497632"/>
                <a:gd name="connsiteX1" fmla="*/ 330977 w 497632"/>
                <a:gd name="connsiteY1" fmla="*/ 167774 h 497632"/>
                <a:gd name="connsiteX2" fmla="*/ 330977 w 497632"/>
                <a:gd name="connsiteY2" fmla="*/ 3808 h 497632"/>
                <a:gd name="connsiteX3" fmla="*/ 167824 w 497632"/>
                <a:gd name="connsiteY3" fmla="*/ 3808 h 497632"/>
                <a:gd name="connsiteX4" fmla="*/ 167824 w 497632"/>
                <a:gd name="connsiteY4" fmla="*/ 167774 h 497632"/>
                <a:gd name="connsiteX5" fmla="*/ 3808 w 497632"/>
                <a:gd name="connsiteY5" fmla="*/ 167774 h 497632"/>
                <a:gd name="connsiteX6" fmla="*/ 3808 w 497632"/>
                <a:gd name="connsiteY6" fmla="*/ 330976 h 497632"/>
                <a:gd name="connsiteX7" fmla="*/ 167824 w 497632"/>
                <a:gd name="connsiteY7" fmla="*/ 330976 h 497632"/>
                <a:gd name="connsiteX8" fmla="*/ 167824 w 497632"/>
                <a:gd name="connsiteY8" fmla="*/ 494992 h 497632"/>
                <a:gd name="connsiteX9" fmla="*/ 330977 w 497632"/>
                <a:gd name="connsiteY9" fmla="*/ 494992 h 497632"/>
                <a:gd name="connsiteX10" fmla="*/ 330977 w 497632"/>
                <a:gd name="connsiteY10" fmla="*/ 330976 h 497632"/>
                <a:gd name="connsiteX11" fmla="*/ 494992 w 497632"/>
                <a:gd name="connsiteY11" fmla="*/ 330976 h 497632"/>
                <a:gd name="connsiteX12" fmla="*/ 494992 w 497632"/>
                <a:gd name="connsiteY12" fmla="*/ 167774 h 49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632" h="497632">
                  <a:moveTo>
                    <a:pt x="494992" y="167774"/>
                  </a:moveTo>
                  <a:lnTo>
                    <a:pt x="330977" y="167774"/>
                  </a:lnTo>
                  <a:lnTo>
                    <a:pt x="330977" y="3808"/>
                  </a:lnTo>
                  <a:lnTo>
                    <a:pt x="167824" y="3808"/>
                  </a:lnTo>
                  <a:lnTo>
                    <a:pt x="167824" y="167774"/>
                  </a:lnTo>
                  <a:lnTo>
                    <a:pt x="3808" y="167774"/>
                  </a:lnTo>
                  <a:lnTo>
                    <a:pt x="3808" y="330976"/>
                  </a:lnTo>
                  <a:lnTo>
                    <a:pt x="167824" y="330976"/>
                  </a:lnTo>
                  <a:lnTo>
                    <a:pt x="167824" y="494992"/>
                  </a:lnTo>
                  <a:lnTo>
                    <a:pt x="330977" y="494992"/>
                  </a:lnTo>
                  <a:lnTo>
                    <a:pt x="330977" y="330976"/>
                  </a:lnTo>
                  <a:lnTo>
                    <a:pt x="494992" y="330976"/>
                  </a:lnTo>
                  <a:lnTo>
                    <a:pt x="494992" y="167774"/>
                  </a:lnTo>
                  <a:close/>
                </a:path>
              </a:pathLst>
            </a:custGeom>
            <a:solidFill>
              <a:schemeClr val="bg1">
                <a:alpha val="6000"/>
              </a:schemeClr>
            </a:solid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255D1BD2-1C2B-46DC-BEF5-7A3ED5812679}"/>
                </a:ext>
              </a:extLst>
            </p:cNvPr>
            <p:cNvSpPr/>
            <p:nvPr/>
          </p:nvSpPr>
          <p:spPr>
            <a:xfrm>
              <a:off x="10683665" y="23009"/>
              <a:ext cx="396075" cy="396075"/>
            </a:xfrm>
            <a:custGeom>
              <a:avLst/>
              <a:gdLst>
                <a:gd name="connsiteX0" fmla="*/ 394551 w 396074"/>
                <a:gd name="connsiteY0" fmla="*/ 134259 h 396074"/>
                <a:gd name="connsiteX1" fmla="*/ 264101 w 396074"/>
                <a:gd name="connsiteY1" fmla="*/ 134259 h 396074"/>
                <a:gd name="connsiteX2" fmla="*/ 264101 w 396074"/>
                <a:gd name="connsiteY2" fmla="*/ 3808 h 396074"/>
                <a:gd name="connsiteX3" fmla="*/ 134310 w 396074"/>
                <a:gd name="connsiteY3" fmla="*/ 3808 h 396074"/>
                <a:gd name="connsiteX4" fmla="*/ 134310 w 396074"/>
                <a:gd name="connsiteY4" fmla="*/ 134259 h 396074"/>
                <a:gd name="connsiteX5" fmla="*/ 3808 w 396074"/>
                <a:gd name="connsiteY5" fmla="*/ 134259 h 396074"/>
                <a:gd name="connsiteX6" fmla="*/ 3808 w 396074"/>
                <a:gd name="connsiteY6" fmla="*/ 264050 h 396074"/>
                <a:gd name="connsiteX7" fmla="*/ 134310 w 396074"/>
                <a:gd name="connsiteY7" fmla="*/ 264050 h 396074"/>
                <a:gd name="connsiteX8" fmla="*/ 134310 w 396074"/>
                <a:gd name="connsiteY8" fmla="*/ 394501 h 396074"/>
                <a:gd name="connsiteX9" fmla="*/ 264101 w 396074"/>
                <a:gd name="connsiteY9" fmla="*/ 394501 h 396074"/>
                <a:gd name="connsiteX10" fmla="*/ 264101 w 396074"/>
                <a:gd name="connsiteY10" fmla="*/ 264050 h 396074"/>
                <a:gd name="connsiteX11" fmla="*/ 394551 w 396074"/>
                <a:gd name="connsiteY11" fmla="*/ 264050 h 396074"/>
                <a:gd name="connsiteX12" fmla="*/ 394551 w 396074"/>
                <a:gd name="connsiteY12" fmla="*/ 134259 h 39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6074" h="396074">
                  <a:moveTo>
                    <a:pt x="394551" y="134259"/>
                  </a:moveTo>
                  <a:lnTo>
                    <a:pt x="264101" y="134259"/>
                  </a:lnTo>
                  <a:lnTo>
                    <a:pt x="264101" y="3808"/>
                  </a:lnTo>
                  <a:lnTo>
                    <a:pt x="134310" y="3808"/>
                  </a:lnTo>
                  <a:lnTo>
                    <a:pt x="134310" y="134259"/>
                  </a:lnTo>
                  <a:lnTo>
                    <a:pt x="3808" y="134259"/>
                  </a:lnTo>
                  <a:lnTo>
                    <a:pt x="3808" y="264050"/>
                  </a:lnTo>
                  <a:lnTo>
                    <a:pt x="134310" y="264050"/>
                  </a:lnTo>
                  <a:lnTo>
                    <a:pt x="134310" y="394501"/>
                  </a:lnTo>
                  <a:lnTo>
                    <a:pt x="264101" y="394501"/>
                  </a:lnTo>
                  <a:lnTo>
                    <a:pt x="264101" y="264050"/>
                  </a:lnTo>
                  <a:lnTo>
                    <a:pt x="394551" y="264050"/>
                  </a:lnTo>
                  <a:lnTo>
                    <a:pt x="394551" y="134259"/>
                  </a:lnTo>
                  <a:close/>
                </a:path>
              </a:pathLst>
            </a:custGeom>
            <a:solidFill>
              <a:schemeClr val="bg1">
                <a:alpha val="6000"/>
              </a:schemeClr>
            </a:solid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3BF868CE-F547-4091-ACE3-5F11932372BA}"/>
                </a:ext>
              </a:extLst>
            </p:cNvPr>
            <p:cNvSpPr/>
            <p:nvPr/>
          </p:nvSpPr>
          <p:spPr>
            <a:xfrm>
              <a:off x="-3808" y="5743449"/>
              <a:ext cx="274206" cy="274206"/>
            </a:xfrm>
            <a:custGeom>
              <a:avLst/>
              <a:gdLst>
                <a:gd name="connsiteX0" fmla="*/ 274663 w 274205"/>
                <a:gd name="connsiteY0" fmla="*/ 94245 h 274205"/>
                <a:gd name="connsiteX1" fmla="*/ 184226 w 274205"/>
                <a:gd name="connsiteY1" fmla="*/ 94245 h 274205"/>
                <a:gd name="connsiteX2" fmla="*/ 184226 w 274205"/>
                <a:gd name="connsiteY2" fmla="*/ 3808 h 274205"/>
                <a:gd name="connsiteX3" fmla="*/ 94246 w 274205"/>
                <a:gd name="connsiteY3" fmla="*/ 3808 h 274205"/>
                <a:gd name="connsiteX4" fmla="*/ 94246 w 274205"/>
                <a:gd name="connsiteY4" fmla="*/ 94245 h 274205"/>
                <a:gd name="connsiteX5" fmla="*/ 3808 w 274205"/>
                <a:gd name="connsiteY5" fmla="*/ 94245 h 274205"/>
                <a:gd name="connsiteX6" fmla="*/ 3808 w 274205"/>
                <a:gd name="connsiteY6" fmla="*/ 184225 h 274205"/>
                <a:gd name="connsiteX7" fmla="*/ 94246 w 274205"/>
                <a:gd name="connsiteY7" fmla="*/ 184225 h 274205"/>
                <a:gd name="connsiteX8" fmla="*/ 94246 w 274205"/>
                <a:gd name="connsiteY8" fmla="*/ 274663 h 274205"/>
                <a:gd name="connsiteX9" fmla="*/ 184226 w 274205"/>
                <a:gd name="connsiteY9" fmla="*/ 274663 h 274205"/>
                <a:gd name="connsiteX10" fmla="*/ 184226 w 274205"/>
                <a:gd name="connsiteY10" fmla="*/ 184225 h 274205"/>
                <a:gd name="connsiteX11" fmla="*/ 274663 w 274205"/>
                <a:gd name="connsiteY11" fmla="*/ 184225 h 274205"/>
                <a:gd name="connsiteX12" fmla="*/ 274663 w 274205"/>
                <a:gd name="connsiteY12" fmla="*/ 94245 h 27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4205" h="274205">
                  <a:moveTo>
                    <a:pt x="274663" y="94245"/>
                  </a:moveTo>
                  <a:lnTo>
                    <a:pt x="184226" y="94245"/>
                  </a:lnTo>
                  <a:lnTo>
                    <a:pt x="184226" y="3808"/>
                  </a:lnTo>
                  <a:lnTo>
                    <a:pt x="94246" y="3808"/>
                  </a:lnTo>
                  <a:lnTo>
                    <a:pt x="94246" y="94245"/>
                  </a:lnTo>
                  <a:lnTo>
                    <a:pt x="3808" y="94245"/>
                  </a:lnTo>
                  <a:lnTo>
                    <a:pt x="3808" y="184225"/>
                  </a:lnTo>
                  <a:lnTo>
                    <a:pt x="94246" y="184225"/>
                  </a:lnTo>
                  <a:lnTo>
                    <a:pt x="94246" y="274663"/>
                  </a:lnTo>
                  <a:lnTo>
                    <a:pt x="184226" y="274663"/>
                  </a:lnTo>
                  <a:lnTo>
                    <a:pt x="184226" y="184225"/>
                  </a:lnTo>
                  <a:lnTo>
                    <a:pt x="274663" y="184225"/>
                  </a:lnTo>
                  <a:lnTo>
                    <a:pt x="274663" y="94245"/>
                  </a:lnTo>
                  <a:close/>
                </a:path>
              </a:pathLst>
            </a:custGeom>
            <a:solidFill>
              <a:schemeClr val="bg1">
                <a:alpha val="6000"/>
              </a:schemeClr>
            </a:solid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E249648A-30E7-4E2C-ADD3-D9301DFE70D7}"/>
                </a:ext>
              </a:extLst>
            </p:cNvPr>
            <p:cNvSpPr/>
            <p:nvPr/>
          </p:nvSpPr>
          <p:spPr>
            <a:xfrm>
              <a:off x="4466507" y="2507973"/>
              <a:ext cx="1254237" cy="1254237"/>
            </a:xfrm>
            <a:custGeom>
              <a:avLst/>
              <a:gdLst>
                <a:gd name="connsiteX0" fmla="*/ 1252968 w 1254237"/>
                <a:gd name="connsiteY0" fmla="*/ 420906 h 1254237"/>
                <a:gd name="connsiteX1" fmla="*/ 835870 w 1254237"/>
                <a:gd name="connsiteY1" fmla="*/ 420906 h 1254237"/>
                <a:gd name="connsiteX2" fmla="*/ 835870 w 1254237"/>
                <a:gd name="connsiteY2" fmla="*/ 3808 h 1254237"/>
                <a:gd name="connsiteX3" fmla="*/ 420906 w 1254237"/>
                <a:gd name="connsiteY3" fmla="*/ 3808 h 1254237"/>
                <a:gd name="connsiteX4" fmla="*/ 420906 w 1254237"/>
                <a:gd name="connsiteY4" fmla="*/ 420906 h 1254237"/>
                <a:gd name="connsiteX5" fmla="*/ 3808 w 1254237"/>
                <a:gd name="connsiteY5" fmla="*/ 420906 h 1254237"/>
                <a:gd name="connsiteX6" fmla="*/ 3808 w 1254237"/>
                <a:gd name="connsiteY6" fmla="*/ 835870 h 1254237"/>
                <a:gd name="connsiteX7" fmla="*/ 420906 w 1254237"/>
                <a:gd name="connsiteY7" fmla="*/ 835870 h 1254237"/>
                <a:gd name="connsiteX8" fmla="*/ 420906 w 1254237"/>
                <a:gd name="connsiteY8" fmla="*/ 1252968 h 1254237"/>
                <a:gd name="connsiteX9" fmla="*/ 835870 w 1254237"/>
                <a:gd name="connsiteY9" fmla="*/ 1252968 h 1254237"/>
                <a:gd name="connsiteX10" fmla="*/ 835870 w 1254237"/>
                <a:gd name="connsiteY10" fmla="*/ 835870 h 1254237"/>
                <a:gd name="connsiteX11" fmla="*/ 1252968 w 1254237"/>
                <a:gd name="connsiteY11" fmla="*/ 835870 h 1254237"/>
                <a:gd name="connsiteX12" fmla="*/ 1252968 w 1254237"/>
                <a:gd name="connsiteY12" fmla="*/ 420906 h 125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37" h="1254237">
                  <a:moveTo>
                    <a:pt x="1252968" y="420906"/>
                  </a:moveTo>
                  <a:lnTo>
                    <a:pt x="835870" y="420906"/>
                  </a:lnTo>
                  <a:lnTo>
                    <a:pt x="835870" y="3808"/>
                  </a:lnTo>
                  <a:lnTo>
                    <a:pt x="420906" y="3808"/>
                  </a:lnTo>
                  <a:lnTo>
                    <a:pt x="420906" y="420906"/>
                  </a:lnTo>
                  <a:lnTo>
                    <a:pt x="3808" y="420906"/>
                  </a:lnTo>
                  <a:lnTo>
                    <a:pt x="3808" y="835870"/>
                  </a:lnTo>
                  <a:lnTo>
                    <a:pt x="420906" y="835870"/>
                  </a:lnTo>
                  <a:lnTo>
                    <a:pt x="420906" y="1252968"/>
                  </a:lnTo>
                  <a:lnTo>
                    <a:pt x="835870" y="1252968"/>
                  </a:lnTo>
                  <a:lnTo>
                    <a:pt x="835870" y="835870"/>
                  </a:lnTo>
                  <a:lnTo>
                    <a:pt x="1252968" y="835870"/>
                  </a:lnTo>
                  <a:lnTo>
                    <a:pt x="1252968" y="420906"/>
                  </a:lnTo>
                  <a:close/>
                </a:path>
              </a:pathLst>
            </a:custGeom>
            <a:solidFill>
              <a:schemeClr val="bg1">
                <a:alpha val="6000"/>
              </a:schemeClr>
            </a:solid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6AA8342-07F9-46C3-9045-EAA2D0951C4A}"/>
                </a:ext>
              </a:extLst>
            </p:cNvPr>
            <p:cNvSpPr/>
            <p:nvPr/>
          </p:nvSpPr>
          <p:spPr>
            <a:xfrm>
              <a:off x="7675171" y="2252708"/>
              <a:ext cx="1061278" cy="1061278"/>
            </a:xfrm>
            <a:custGeom>
              <a:avLst/>
              <a:gdLst>
                <a:gd name="connsiteX0" fmla="*/ 1061684 w 1061277"/>
                <a:gd name="connsiteY0" fmla="*/ 357026 h 1061277"/>
                <a:gd name="connsiteX1" fmla="*/ 708467 w 1061277"/>
                <a:gd name="connsiteY1" fmla="*/ 357026 h 1061277"/>
                <a:gd name="connsiteX2" fmla="*/ 708467 w 1061277"/>
                <a:gd name="connsiteY2" fmla="*/ 3808 h 1061277"/>
                <a:gd name="connsiteX3" fmla="*/ 357026 w 1061277"/>
                <a:gd name="connsiteY3" fmla="*/ 3808 h 1061277"/>
                <a:gd name="connsiteX4" fmla="*/ 357026 w 1061277"/>
                <a:gd name="connsiteY4" fmla="*/ 357026 h 1061277"/>
                <a:gd name="connsiteX5" fmla="*/ 3808 w 1061277"/>
                <a:gd name="connsiteY5" fmla="*/ 357026 h 1061277"/>
                <a:gd name="connsiteX6" fmla="*/ 3808 w 1061277"/>
                <a:gd name="connsiteY6" fmla="*/ 708466 h 1061277"/>
                <a:gd name="connsiteX7" fmla="*/ 357026 w 1061277"/>
                <a:gd name="connsiteY7" fmla="*/ 708466 h 1061277"/>
                <a:gd name="connsiteX8" fmla="*/ 357026 w 1061277"/>
                <a:gd name="connsiteY8" fmla="*/ 1061684 h 1061277"/>
                <a:gd name="connsiteX9" fmla="*/ 708467 w 1061277"/>
                <a:gd name="connsiteY9" fmla="*/ 1061684 h 1061277"/>
                <a:gd name="connsiteX10" fmla="*/ 708467 w 1061277"/>
                <a:gd name="connsiteY10" fmla="*/ 708466 h 1061277"/>
                <a:gd name="connsiteX11" fmla="*/ 1061684 w 1061277"/>
                <a:gd name="connsiteY11" fmla="*/ 708466 h 1061277"/>
                <a:gd name="connsiteX12" fmla="*/ 1061684 w 1061277"/>
                <a:gd name="connsiteY12" fmla="*/ 357026 h 106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1277" h="1061277">
                  <a:moveTo>
                    <a:pt x="1061684" y="357026"/>
                  </a:moveTo>
                  <a:lnTo>
                    <a:pt x="708467" y="357026"/>
                  </a:lnTo>
                  <a:lnTo>
                    <a:pt x="708467" y="3808"/>
                  </a:lnTo>
                  <a:lnTo>
                    <a:pt x="357026" y="3808"/>
                  </a:lnTo>
                  <a:lnTo>
                    <a:pt x="357026" y="357026"/>
                  </a:lnTo>
                  <a:lnTo>
                    <a:pt x="3808" y="357026"/>
                  </a:lnTo>
                  <a:lnTo>
                    <a:pt x="3808" y="708466"/>
                  </a:lnTo>
                  <a:lnTo>
                    <a:pt x="357026" y="708466"/>
                  </a:lnTo>
                  <a:lnTo>
                    <a:pt x="357026" y="1061684"/>
                  </a:lnTo>
                  <a:lnTo>
                    <a:pt x="708467" y="1061684"/>
                  </a:lnTo>
                  <a:lnTo>
                    <a:pt x="708467" y="708466"/>
                  </a:lnTo>
                  <a:lnTo>
                    <a:pt x="1061684" y="708466"/>
                  </a:lnTo>
                  <a:lnTo>
                    <a:pt x="1061684" y="357026"/>
                  </a:lnTo>
                  <a:close/>
                </a:path>
              </a:pathLst>
            </a:custGeom>
            <a:solidFill>
              <a:schemeClr val="bg1">
                <a:alpha val="6000"/>
              </a:schemeClr>
            </a:solid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B2CF2297-FF21-49A8-822F-F318696CD68D}"/>
                </a:ext>
              </a:extLst>
            </p:cNvPr>
            <p:cNvSpPr/>
            <p:nvPr/>
          </p:nvSpPr>
          <p:spPr>
            <a:xfrm>
              <a:off x="8745081" y="2898005"/>
              <a:ext cx="1970219" cy="1970219"/>
            </a:xfrm>
            <a:custGeom>
              <a:avLst/>
              <a:gdLst>
                <a:gd name="connsiteX0" fmla="*/ 1968138 w 1970219"/>
                <a:gd name="connsiteY0" fmla="*/ 659668 h 1970219"/>
                <a:gd name="connsiteX1" fmla="*/ 1312227 w 1970219"/>
                <a:gd name="connsiteY1" fmla="*/ 659668 h 1970219"/>
                <a:gd name="connsiteX2" fmla="*/ 1312227 w 1970219"/>
                <a:gd name="connsiteY2" fmla="*/ 3808 h 1970219"/>
                <a:gd name="connsiteX3" fmla="*/ 659719 w 1970219"/>
                <a:gd name="connsiteY3" fmla="*/ 3808 h 1970219"/>
                <a:gd name="connsiteX4" fmla="*/ 659719 w 1970219"/>
                <a:gd name="connsiteY4" fmla="*/ 659668 h 1970219"/>
                <a:gd name="connsiteX5" fmla="*/ 3808 w 1970219"/>
                <a:gd name="connsiteY5" fmla="*/ 659668 h 1970219"/>
                <a:gd name="connsiteX6" fmla="*/ 3808 w 1970219"/>
                <a:gd name="connsiteY6" fmla="*/ 1312176 h 1970219"/>
                <a:gd name="connsiteX7" fmla="*/ 659719 w 1970219"/>
                <a:gd name="connsiteY7" fmla="*/ 1312176 h 1970219"/>
                <a:gd name="connsiteX8" fmla="*/ 659719 w 1970219"/>
                <a:gd name="connsiteY8" fmla="*/ 1968087 h 1970219"/>
                <a:gd name="connsiteX9" fmla="*/ 1312227 w 1970219"/>
                <a:gd name="connsiteY9" fmla="*/ 1968087 h 1970219"/>
                <a:gd name="connsiteX10" fmla="*/ 1312227 w 1970219"/>
                <a:gd name="connsiteY10" fmla="*/ 1312176 h 1970219"/>
                <a:gd name="connsiteX11" fmla="*/ 1968138 w 1970219"/>
                <a:gd name="connsiteY11" fmla="*/ 1312176 h 1970219"/>
                <a:gd name="connsiteX12" fmla="*/ 1968138 w 1970219"/>
                <a:gd name="connsiteY12" fmla="*/ 659668 h 197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0219" h="1970219">
                  <a:moveTo>
                    <a:pt x="1968138" y="659668"/>
                  </a:moveTo>
                  <a:lnTo>
                    <a:pt x="1312227" y="659668"/>
                  </a:lnTo>
                  <a:lnTo>
                    <a:pt x="1312227" y="3808"/>
                  </a:lnTo>
                  <a:lnTo>
                    <a:pt x="659719" y="3808"/>
                  </a:lnTo>
                  <a:lnTo>
                    <a:pt x="659719" y="659668"/>
                  </a:lnTo>
                  <a:lnTo>
                    <a:pt x="3808" y="659668"/>
                  </a:lnTo>
                  <a:lnTo>
                    <a:pt x="3808" y="1312176"/>
                  </a:lnTo>
                  <a:lnTo>
                    <a:pt x="659719" y="1312176"/>
                  </a:lnTo>
                  <a:lnTo>
                    <a:pt x="659719" y="1968087"/>
                  </a:lnTo>
                  <a:lnTo>
                    <a:pt x="1312227" y="1968087"/>
                  </a:lnTo>
                  <a:lnTo>
                    <a:pt x="1312227" y="1312176"/>
                  </a:lnTo>
                  <a:lnTo>
                    <a:pt x="1968138" y="1312176"/>
                  </a:lnTo>
                  <a:lnTo>
                    <a:pt x="1968138" y="659668"/>
                  </a:lnTo>
                  <a:close/>
                </a:path>
              </a:pathLst>
            </a:custGeom>
            <a:solidFill>
              <a:schemeClr val="bg1">
                <a:alpha val="6000"/>
              </a:schemeClr>
            </a:solid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61397704-1BE0-4F7E-8BF8-D0CAE0EA0906}"/>
                </a:ext>
              </a:extLst>
            </p:cNvPr>
            <p:cNvSpPr/>
            <p:nvPr/>
          </p:nvSpPr>
          <p:spPr>
            <a:xfrm>
              <a:off x="8260296" y="1163248"/>
              <a:ext cx="365608" cy="365608"/>
            </a:xfrm>
            <a:custGeom>
              <a:avLst/>
              <a:gdLst>
                <a:gd name="connsiteX0" fmla="*/ 362155 w 365607"/>
                <a:gd name="connsiteY0" fmla="*/ 123494 h 365607"/>
                <a:gd name="connsiteX1" fmla="*/ 242520 w 365607"/>
                <a:gd name="connsiteY1" fmla="*/ 123494 h 365607"/>
                <a:gd name="connsiteX2" fmla="*/ 242520 w 365607"/>
                <a:gd name="connsiteY2" fmla="*/ 3808 h 365607"/>
                <a:gd name="connsiteX3" fmla="*/ 123444 w 365607"/>
                <a:gd name="connsiteY3" fmla="*/ 3808 h 365607"/>
                <a:gd name="connsiteX4" fmla="*/ 123444 w 365607"/>
                <a:gd name="connsiteY4" fmla="*/ 123494 h 365607"/>
                <a:gd name="connsiteX5" fmla="*/ 3808 w 365607"/>
                <a:gd name="connsiteY5" fmla="*/ 123494 h 365607"/>
                <a:gd name="connsiteX6" fmla="*/ 3808 w 365607"/>
                <a:gd name="connsiteY6" fmla="*/ 242520 h 365607"/>
                <a:gd name="connsiteX7" fmla="*/ 123444 w 365607"/>
                <a:gd name="connsiteY7" fmla="*/ 242520 h 365607"/>
                <a:gd name="connsiteX8" fmla="*/ 123444 w 365607"/>
                <a:gd name="connsiteY8" fmla="*/ 362206 h 365607"/>
                <a:gd name="connsiteX9" fmla="*/ 242520 w 365607"/>
                <a:gd name="connsiteY9" fmla="*/ 362206 h 365607"/>
                <a:gd name="connsiteX10" fmla="*/ 242520 w 365607"/>
                <a:gd name="connsiteY10" fmla="*/ 242520 h 365607"/>
                <a:gd name="connsiteX11" fmla="*/ 362155 w 365607"/>
                <a:gd name="connsiteY11" fmla="*/ 242520 h 365607"/>
                <a:gd name="connsiteX12" fmla="*/ 362155 w 365607"/>
                <a:gd name="connsiteY12" fmla="*/ 123494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2155" y="123494"/>
                  </a:moveTo>
                  <a:lnTo>
                    <a:pt x="242520" y="123494"/>
                  </a:lnTo>
                  <a:lnTo>
                    <a:pt x="242520" y="3808"/>
                  </a:lnTo>
                  <a:lnTo>
                    <a:pt x="123444" y="3808"/>
                  </a:lnTo>
                  <a:lnTo>
                    <a:pt x="123444" y="123494"/>
                  </a:lnTo>
                  <a:lnTo>
                    <a:pt x="3808" y="123494"/>
                  </a:lnTo>
                  <a:lnTo>
                    <a:pt x="3808" y="242520"/>
                  </a:lnTo>
                  <a:lnTo>
                    <a:pt x="123444" y="242520"/>
                  </a:lnTo>
                  <a:lnTo>
                    <a:pt x="123444" y="362206"/>
                  </a:lnTo>
                  <a:lnTo>
                    <a:pt x="242520" y="362206"/>
                  </a:lnTo>
                  <a:lnTo>
                    <a:pt x="242520" y="242520"/>
                  </a:lnTo>
                  <a:lnTo>
                    <a:pt x="362155" y="242520"/>
                  </a:lnTo>
                  <a:lnTo>
                    <a:pt x="362155" y="123494"/>
                  </a:lnTo>
                  <a:close/>
                </a:path>
              </a:pathLst>
            </a:custGeom>
            <a:solidFill>
              <a:schemeClr val="bg1">
                <a:alpha val="6000"/>
              </a:schemeClr>
            </a:solid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978EDF1B-E236-4128-86AF-4F5B3C7C482C}"/>
                </a:ext>
              </a:extLst>
            </p:cNvPr>
            <p:cNvSpPr/>
            <p:nvPr/>
          </p:nvSpPr>
          <p:spPr>
            <a:xfrm>
              <a:off x="5518137" y="3771960"/>
              <a:ext cx="787072" cy="787072"/>
            </a:xfrm>
            <a:custGeom>
              <a:avLst/>
              <a:gdLst>
                <a:gd name="connsiteX0" fmla="*/ 787936 w 787072"/>
                <a:gd name="connsiteY0" fmla="*/ 265675 h 787072"/>
                <a:gd name="connsiteX1" fmla="*/ 526120 w 787072"/>
                <a:gd name="connsiteY1" fmla="*/ 265675 h 787072"/>
                <a:gd name="connsiteX2" fmla="*/ 526120 w 787072"/>
                <a:gd name="connsiteY2" fmla="*/ 3808 h 787072"/>
                <a:gd name="connsiteX3" fmla="*/ 265624 w 787072"/>
                <a:gd name="connsiteY3" fmla="*/ 3808 h 787072"/>
                <a:gd name="connsiteX4" fmla="*/ 265624 w 787072"/>
                <a:gd name="connsiteY4" fmla="*/ 265675 h 787072"/>
                <a:gd name="connsiteX5" fmla="*/ 3808 w 787072"/>
                <a:gd name="connsiteY5" fmla="*/ 265675 h 787072"/>
                <a:gd name="connsiteX6" fmla="*/ 3808 w 787072"/>
                <a:gd name="connsiteY6" fmla="*/ 526120 h 787072"/>
                <a:gd name="connsiteX7" fmla="*/ 265624 w 787072"/>
                <a:gd name="connsiteY7" fmla="*/ 526120 h 787072"/>
                <a:gd name="connsiteX8" fmla="*/ 265624 w 787072"/>
                <a:gd name="connsiteY8" fmla="*/ 787986 h 787072"/>
                <a:gd name="connsiteX9" fmla="*/ 526120 w 787072"/>
                <a:gd name="connsiteY9" fmla="*/ 787986 h 787072"/>
                <a:gd name="connsiteX10" fmla="*/ 526120 w 787072"/>
                <a:gd name="connsiteY10" fmla="*/ 526120 h 787072"/>
                <a:gd name="connsiteX11" fmla="*/ 787936 w 787072"/>
                <a:gd name="connsiteY11" fmla="*/ 526120 h 787072"/>
                <a:gd name="connsiteX12" fmla="*/ 787936 w 787072"/>
                <a:gd name="connsiteY12" fmla="*/ 265675 h 78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7072" h="787072">
                  <a:moveTo>
                    <a:pt x="787936" y="265675"/>
                  </a:moveTo>
                  <a:lnTo>
                    <a:pt x="526120" y="265675"/>
                  </a:lnTo>
                  <a:lnTo>
                    <a:pt x="526120" y="3808"/>
                  </a:lnTo>
                  <a:lnTo>
                    <a:pt x="265624" y="3808"/>
                  </a:lnTo>
                  <a:lnTo>
                    <a:pt x="265624" y="265675"/>
                  </a:lnTo>
                  <a:lnTo>
                    <a:pt x="3808" y="265675"/>
                  </a:lnTo>
                  <a:lnTo>
                    <a:pt x="3808" y="526120"/>
                  </a:lnTo>
                  <a:lnTo>
                    <a:pt x="265624" y="526120"/>
                  </a:lnTo>
                  <a:lnTo>
                    <a:pt x="265624" y="787986"/>
                  </a:lnTo>
                  <a:lnTo>
                    <a:pt x="526120" y="787986"/>
                  </a:lnTo>
                  <a:lnTo>
                    <a:pt x="526120" y="526120"/>
                  </a:lnTo>
                  <a:lnTo>
                    <a:pt x="787936" y="526120"/>
                  </a:lnTo>
                  <a:lnTo>
                    <a:pt x="787936" y="265675"/>
                  </a:lnTo>
                  <a:close/>
                </a:path>
              </a:pathLst>
            </a:custGeom>
            <a:solidFill>
              <a:schemeClr val="bg1">
                <a:alpha val="6000"/>
              </a:schemeClr>
            </a:solid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2B95B115-1A82-4FBC-8BFD-BAD38031350E}"/>
                </a:ext>
              </a:extLst>
            </p:cNvPr>
            <p:cNvSpPr/>
            <p:nvPr/>
          </p:nvSpPr>
          <p:spPr>
            <a:xfrm>
              <a:off x="583957" y="4827804"/>
              <a:ext cx="269128" cy="269128"/>
            </a:xfrm>
            <a:custGeom>
              <a:avLst/>
              <a:gdLst>
                <a:gd name="connsiteX0" fmla="*/ 269991 w 269127"/>
                <a:gd name="connsiteY0" fmla="*/ 92722 h 269127"/>
                <a:gd name="connsiteX1" fmla="*/ 181077 w 269127"/>
                <a:gd name="connsiteY1" fmla="*/ 92722 h 269127"/>
                <a:gd name="connsiteX2" fmla="*/ 181077 w 269127"/>
                <a:gd name="connsiteY2" fmla="*/ 3808 h 269127"/>
                <a:gd name="connsiteX3" fmla="*/ 92671 w 269127"/>
                <a:gd name="connsiteY3" fmla="*/ 3808 h 269127"/>
                <a:gd name="connsiteX4" fmla="*/ 92671 w 269127"/>
                <a:gd name="connsiteY4" fmla="*/ 92722 h 269127"/>
                <a:gd name="connsiteX5" fmla="*/ 3808 w 269127"/>
                <a:gd name="connsiteY5" fmla="*/ 92722 h 269127"/>
                <a:gd name="connsiteX6" fmla="*/ 3808 w 269127"/>
                <a:gd name="connsiteY6" fmla="*/ 181128 h 269127"/>
                <a:gd name="connsiteX7" fmla="*/ 92671 w 269127"/>
                <a:gd name="connsiteY7" fmla="*/ 181128 h 269127"/>
                <a:gd name="connsiteX8" fmla="*/ 92671 w 269127"/>
                <a:gd name="connsiteY8" fmla="*/ 269991 h 269127"/>
                <a:gd name="connsiteX9" fmla="*/ 181077 w 269127"/>
                <a:gd name="connsiteY9" fmla="*/ 269991 h 269127"/>
                <a:gd name="connsiteX10" fmla="*/ 181077 w 269127"/>
                <a:gd name="connsiteY10" fmla="*/ 181128 h 269127"/>
                <a:gd name="connsiteX11" fmla="*/ 269991 w 269127"/>
                <a:gd name="connsiteY11" fmla="*/ 181128 h 269127"/>
                <a:gd name="connsiteX12" fmla="*/ 269991 w 269127"/>
                <a:gd name="connsiteY12" fmla="*/ 92722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9991" y="92722"/>
                  </a:moveTo>
                  <a:lnTo>
                    <a:pt x="181077" y="92722"/>
                  </a:lnTo>
                  <a:lnTo>
                    <a:pt x="181077" y="3808"/>
                  </a:lnTo>
                  <a:lnTo>
                    <a:pt x="92671" y="3808"/>
                  </a:lnTo>
                  <a:lnTo>
                    <a:pt x="92671" y="92722"/>
                  </a:lnTo>
                  <a:lnTo>
                    <a:pt x="3808" y="92722"/>
                  </a:lnTo>
                  <a:lnTo>
                    <a:pt x="3808" y="181128"/>
                  </a:lnTo>
                  <a:lnTo>
                    <a:pt x="92671" y="181128"/>
                  </a:lnTo>
                  <a:lnTo>
                    <a:pt x="92671" y="269991"/>
                  </a:lnTo>
                  <a:lnTo>
                    <a:pt x="181077" y="269991"/>
                  </a:lnTo>
                  <a:lnTo>
                    <a:pt x="181077" y="181128"/>
                  </a:lnTo>
                  <a:lnTo>
                    <a:pt x="269991" y="181128"/>
                  </a:lnTo>
                  <a:lnTo>
                    <a:pt x="269991" y="92722"/>
                  </a:lnTo>
                  <a:close/>
                </a:path>
              </a:pathLst>
            </a:custGeom>
            <a:solidFill>
              <a:schemeClr val="bg1">
                <a:alpha val="6000"/>
              </a:schemeClr>
            </a:solid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AE8514DB-4719-4F29-9281-7DB2DC2A2039}"/>
                </a:ext>
              </a:extLst>
            </p:cNvPr>
            <p:cNvSpPr/>
            <p:nvPr/>
          </p:nvSpPr>
          <p:spPr>
            <a:xfrm>
              <a:off x="2246507" y="4399536"/>
              <a:ext cx="319907" cy="319907"/>
            </a:xfrm>
            <a:custGeom>
              <a:avLst/>
              <a:gdLst>
                <a:gd name="connsiteX0" fmla="*/ 317825 w 319906"/>
                <a:gd name="connsiteY0" fmla="*/ 108667 h 319906"/>
                <a:gd name="connsiteX1" fmla="*/ 212966 w 319906"/>
                <a:gd name="connsiteY1" fmla="*/ 108667 h 319906"/>
                <a:gd name="connsiteX2" fmla="*/ 212966 w 319906"/>
                <a:gd name="connsiteY2" fmla="*/ 3808 h 319906"/>
                <a:gd name="connsiteX3" fmla="*/ 108667 w 319906"/>
                <a:gd name="connsiteY3" fmla="*/ 3808 h 319906"/>
                <a:gd name="connsiteX4" fmla="*/ 108667 w 319906"/>
                <a:gd name="connsiteY4" fmla="*/ 108667 h 319906"/>
                <a:gd name="connsiteX5" fmla="*/ 3808 w 319906"/>
                <a:gd name="connsiteY5" fmla="*/ 108667 h 319906"/>
                <a:gd name="connsiteX6" fmla="*/ 3808 w 319906"/>
                <a:gd name="connsiteY6" fmla="*/ 213017 h 319906"/>
                <a:gd name="connsiteX7" fmla="*/ 108667 w 319906"/>
                <a:gd name="connsiteY7" fmla="*/ 213017 h 319906"/>
                <a:gd name="connsiteX8" fmla="*/ 108667 w 319906"/>
                <a:gd name="connsiteY8" fmla="*/ 317875 h 319906"/>
                <a:gd name="connsiteX9" fmla="*/ 212966 w 319906"/>
                <a:gd name="connsiteY9" fmla="*/ 317875 h 319906"/>
                <a:gd name="connsiteX10" fmla="*/ 212966 w 319906"/>
                <a:gd name="connsiteY10" fmla="*/ 213017 h 319906"/>
                <a:gd name="connsiteX11" fmla="*/ 317825 w 319906"/>
                <a:gd name="connsiteY11" fmla="*/ 213017 h 319906"/>
                <a:gd name="connsiteX12" fmla="*/ 317825 w 319906"/>
                <a:gd name="connsiteY12" fmla="*/ 108667 h 31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906" h="319906">
                  <a:moveTo>
                    <a:pt x="317825" y="108667"/>
                  </a:moveTo>
                  <a:lnTo>
                    <a:pt x="212966" y="108667"/>
                  </a:lnTo>
                  <a:lnTo>
                    <a:pt x="212966" y="3808"/>
                  </a:lnTo>
                  <a:lnTo>
                    <a:pt x="108667" y="3808"/>
                  </a:lnTo>
                  <a:lnTo>
                    <a:pt x="108667" y="108667"/>
                  </a:lnTo>
                  <a:lnTo>
                    <a:pt x="3808" y="108667"/>
                  </a:lnTo>
                  <a:lnTo>
                    <a:pt x="3808" y="213017"/>
                  </a:lnTo>
                  <a:lnTo>
                    <a:pt x="108667" y="213017"/>
                  </a:lnTo>
                  <a:lnTo>
                    <a:pt x="108667" y="317875"/>
                  </a:lnTo>
                  <a:lnTo>
                    <a:pt x="212966" y="317875"/>
                  </a:lnTo>
                  <a:lnTo>
                    <a:pt x="212966" y="213017"/>
                  </a:lnTo>
                  <a:lnTo>
                    <a:pt x="317825" y="213017"/>
                  </a:lnTo>
                  <a:lnTo>
                    <a:pt x="317825" y="108667"/>
                  </a:lnTo>
                  <a:close/>
                </a:path>
              </a:pathLst>
            </a:custGeom>
            <a:solidFill>
              <a:schemeClr val="bg1">
                <a:alpha val="6000"/>
              </a:schemeClr>
            </a:solid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0514ADFC-9C93-40C4-BB67-2DFBDC3E6950}"/>
                </a:ext>
              </a:extLst>
            </p:cNvPr>
            <p:cNvSpPr/>
            <p:nvPr/>
          </p:nvSpPr>
          <p:spPr>
            <a:xfrm>
              <a:off x="2689654" y="3599362"/>
              <a:ext cx="355452" cy="355452"/>
            </a:xfrm>
            <a:custGeom>
              <a:avLst/>
              <a:gdLst>
                <a:gd name="connsiteX0" fmla="*/ 354030 w 355451"/>
                <a:gd name="connsiteY0" fmla="*/ 120752 h 355451"/>
                <a:gd name="connsiteX1" fmla="*/ 237086 w 355451"/>
                <a:gd name="connsiteY1" fmla="*/ 120752 h 355451"/>
                <a:gd name="connsiteX2" fmla="*/ 237086 w 355451"/>
                <a:gd name="connsiteY2" fmla="*/ 3808 h 355451"/>
                <a:gd name="connsiteX3" fmla="*/ 120752 w 355451"/>
                <a:gd name="connsiteY3" fmla="*/ 3808 h 355451"/>
                <a:gd name="connsiteX4" fmla="*/ 120752 w 355451"/>
                <a:gd name="connsiteY4" fmla="*/ 120752 h 355451"/>
                <a:gd name="connsiteX5" fmla="*/ 3808 w 355451"/>
                <a:gd name="connsiteY5" fmla="*/ 120752 h 355451"/>
                <a:gd name="connsiteX6" fmla="*/ 3808 w 355451"/>
                <a:gd name="connsiteY6" fmla="*/ 237086 h 355451"/>
                <a:gd name="connsiteX7" fmla="*/ 120752 w 355451"/>
                <a:gd name="connsiteY7" fmla="*/ 237086 h 355451"/>
                <a:gd name="connsiteX8" fmla="*/ 120752 w 355451"/>
                <a:gd name="connsiteY8" fmla="*/ 354030 h 355451"/>
                <a:gd name="connsiteX9" fmla="*/ 237086 w 355451"/>
                <a:gd name="connsiteY9" fmla="*/ 354030 h 355451"/>
                <a:gd name="connsiteX10" fmla="*/ 237086 w 355451"/>
                <a:gd name="connsiteY10" fmla="*/ 237086 h 355451"/>
                <a:gd name="connsiteX11" fmla="*/ 354030 w 355451"/>
                <a:gd name="connsiteY11" fmla="*/ 237086 h 355451"/>
                <a:gd name="connsiteX12" fmla="*/ 354030 w 355451"/>
                <a:gd name="connsiteY12" fmla="*/ 120752 h 35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5451" h="355451">
                  <a:moveTo>
                    <a:pt x="354030" y="120752"/>
                  </a:moveTo>
                  <a:lnTo>
                    <a:pt x="237086" y="120752"/>
                  </a:lnTo>
                  <a:lnTo>
                    <a:pt x="237086" y="3808"/>
                  </a:lnTo>
                  <a:lnTo>
                    <a:pt x="120752" y="3808"/>
                  </a:lnTo>
                  <a:lnTo>
                    <a:pt x="120752" y="120752"/>
                  </a:lnTo>
                  <a:lnTo>
                    <a:pt x="3808" y="120752"/>
                  </a:lnTo>
                  <a:lnTo>
                    <a:pt x="3808" y="237086"/>
                  </a:lnTo>
                  <a:lnTo>
                    <a:pt x="120752" y="237086"/>
                  </a:lnTo>
                  <a:lnTo>
                    <a:pt x="120752" y="354030"/>
                  </a:lnTo>
                  <a:lnTo>
                    <a:pt x="237086" y="354030"/>
                  </a:lnTo>
                  <a:lnTo>
                    <a:pt x="237086" y="237086"/>
                  </a:lnTo>
                  <a:lnTo>
                    <a:pt x="354030" y="237086"/>
                  </a:lnTo>
                  <a:lnTo>
                    <a:pt x="354030" y="120752"/>
                  </a:lnTo>
                  <a:close/>
                </a:path>
              </a:pathLst>
            </a:custGeom>
            <a:solidFill>
              <a:schemeClr val="bg1">
                <a:alpha val="6000"/>
              </a:schemeClr>
            </a:solid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220DEFAB-D7F6-47EB-8FE3-C05E1819BBF3}"/>
                </a:ext>
              </a:extLst>
            </p:cNvPr>
            <p:cNvSpPr/>
            <p:nvPr/>
          </p:nvSpPr>
          <p:spPr>
            <a:xfrm>
              <a:off x="6299217" y="4789771"/>
              <a:ext cx="1772182" cy="1772182"/>
            </a:xfrm>
            <a:custGeom>
              <a:avLst/>
              <a:gdLst>
                <a:gd name="connsiteX0" fmla="*/ 1769135 w 1772181"/>
                <a:gd name="connsiteY0" fmla="*/ 593250 h 1772181"/>
                <a:gd name="connsiteX1" fmla="*/ 1179694 w 1772181"/>
                <a:gd name="connsiteY1" fmla="*/ 593250 h 1772181"/>
                <a:gd name="connsiteX2" fmla="*/ 1179694 w 1772181"/>
                <a:gd name="connsiteY2" fmla="*/ 3808 h 1772181"/>
                <a:gd name="connsiteX3" fmla="*/ 593300 w 1772181"/>
                <a:gd name="connsiteY3" fmla="*/ 3808 h 1772181"/>
                <a:gd name="connsiteX4" fmla="*/ 593300 w 1772181"/>
                <a:gd name="connsiteY4" fmla="*/ 593250 h 1772181"/>
                <a:gd name="connsiteX5" fmla="*/ 3808 w 1772181"/>
                <a:gd name="connsiteY5" fmla="*/ 593250 h 1772181"/>
                <a:gd name="connsiteX6" fmla="*/ 3808 w 1772181"/>
                <a:gd name="connsiteY6" fmla="*/ 1179644 h 1772181"/>
                <a:gd name="connsiteX7" fmla="*/ 593300 w 1772181"/>
                <a:gd name="connsiteY7" fmla="*/ 1179644 h 1772181"/>
                <a:gd name="connsiteX8" fmla="*/ 593300 w 1772181"/>
                <a:gd name="connsiteY8" fmla="*/ 1769135 h 1772181"/>
                <a:gd name="connsiteX9" fmla="*/ 1179694 w 1772181"/>
                <a:gd name="connsiteY9" fmla="*/ 1769135 h 1772181"/>
                <a:gd name="connsiteX10" fmla="*/ 1179694 w 1772181"/>
                <a:gd name="connsiteY10" fmla="*/ 1179644 h 1772181"/>
                <a:gd name="connsiteX11" fmla="*/ 1769135 w 1772181"/>
                <a:gd name="connsiteY11" fmla="*/ 1179644 h 1772181"/>
                <a:gd name="connsiteX12" fmla="*/ 1769135 w 1772181"/>
                <a:gd name="connsiteY12" fmla="*/ 593250 h 1772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181" h="1772181">
                  <a:moveTo>
                    <a:pt x="1769135" y="593250"/>
                  </a:moveTo>
                  <a:lnTo>
                    <a:pt x="1179694" y="593250"/>
                  </a:lnTo>
                  <a:lnTo>
                    <a:pt x="1179694" y="3808"/>
                  </a:lnTo>
                  <a:lnTo>
                    <a:pt x="593300" y="3808"/>
                  </a:lnTo>
                  <a:lnTo>
                    <a:pt x="593300" y="593250"/>
                  </a:lnTo>
                  <a:lnTo>
                    <a:pt x="3808" y="593250"/>
                  </a:lnTo>
                  <a:lnTo>
                    <a:pt x="3808" y="1179644"/>
                  </a:lnTo>
                  <a:lnTo>
                    <a:pt x="593300" y="1179644"/>
                  </a:lnTo>
                  <a:lnTo>
                    <a:pt x="593300" y="1769135"/>
                  </a:lnTo>
                  <a:lnTo>
                    <a:pt x="1179694" y="1769135"/>
                  </a:lnTo>
                  <a:lnTo>
                    <a:pt x="1179694" y="1179644"/>
                  </a:lnTo>
                  <a:lnTo>
                    <a:pt x="1769135" y="1179644"/>
                  </a:lnTo>
                  <a:lnTo>
                    <a:pt x="1769135" y="593250"/>
                  </a:lnTo>
                  <a:close/>
                </a:path>
              </a:pathLst>
            </a:custGeom>
            <a:solidFill>
              <a:schemeClr val="bg1">
                <a:alpha val="6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F8185B1B-C05F-43F7-A981-2FEA9A45C2EE}"/>
                </a:ext>
              </a:extLst>
            </p:cNvPr>
            <p:cNvSpPr/>
            <p:nvPr/>
          </p:nvSpPr>
          <p:spPr>
            <a:xfrm>
              <a:off x="3919263" y="2864440"/>
              <a:ext cx="385919" cy="385919"/>
            </a:xfrm>
            <a:custGeom>
              <a:avLst/>
              <a:gdLst>
                <a:gd name="connsiteX0" fmla="*/ 382212 w 385919"/>
                <a:gd name="connsiteY0" fmla="*/ 130146 h 385919"/>
                <a:gd name="connsiteX1" fmla="*/ 255874 w 385919"/>
                <a:gd name="connsiteY1" fmla="*/ 130146 h 385919"/>
                <a:gd name="connsiteX2" fmla="*/ 255874 w 385919"/>
                <a:gd name="connsiteY2" fmla="*/ 3808 h 385919"/>
                <a:gd name="connsiteX3" fmla="*/ 130146 w 385919"/>
                <a:gd name="connsiteY3" fmla="*/ 3808 h 385919"/>
                <a:gd name="connsiteX4" fmla="*/ 130146 w 385919"/>
                <a:gd name="connsiteY4" fmla="*/ 130146 h 385919"/>
                <a:gd name="connsiteX5" fmla="*/ 3808 w 385919"/>
                <a:gd name="connsiteY5" fmla="*/ 130146 h 385919"/>
                <a:gd name="connsiteX6" fmla="*/ 3808 w 385919"/>
                <a:gd name="connsiteY6" fmla="*/ 255824 h 385919"/>
                <a:gd name="connsiteX7" fmla="*/ 130146 w 385919"/>
                <a:gd name="connsiteY7" fmla="*/ 255824 h 385919"/>
                <a:gd name="connsiteX8" fmla="*/ 130146 w 385919"/>
                <a:gd name="connsiteY8" fmla="*/ 382162 h 385919"/>
                <a:gd name="connsiteX9" fmla="*/ 255874 w 385919"/>
                <a:gd name="connsiteY9" fmla="*/ 382162 h 385919"/>
                <a:gd name="connsiteX10" fmla="*/ 255874 w 385919"/>
                <a:gd name="connsiteY10" fmla="*/ 255824 h 385919"/>
                <a:gd name="connsiteX11" fmla="*/ 382212 w 385919"/>
                <a:gd name="connsiteY11" fmla="*/ 255824 h 385919"/>
                <a:gd name="connsiteX12" fmla="*/ 382212 w 385919"/>
                <a:gd name="connsiteY12" fmla="*/ 130146 h 38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5919" h="385919">
                  <a:moveTo>
                    <a:pt x="382212" y="130146"/>
                  </a:moveTo>
                  <a:lnTo>
                    <a:pt x="255874" y="130146"/>
                  </a:lnTo>
                  <a:lnTo>
                    <a:pt x="255874" y="3808"/>
                  </a:lnTo>
                  <a:lnTo>
                    <a:pt x="130146" y="3808"/>
                  </a:lnTo>
                  <a:lnTo>
                    <a:pt x="130146" y="130146"/>
                  </a:lnTo>
                  <a:lnTo>
                    <a:pt x="3808" y="130146"/>
                  </a:lnTo>
                  <a:lnTo>
                    <a:pt x="3808" y="255824"/>
                  </a:lnTo>
                  <a:lnTo>
                    <a:pt x="130146" y="255824"/>
                  </a:lnTo>
                  <a:lnTo>
                    <a:pt x="130146" y="382162"/>
                  </a:lnTo>
                  <a:lnTo>
                    <a:pt x="255874" y="382162"/>
                  </a:lnTo>
                  <a:lnTo>
                    <a:pt x="255874" y="255824"/>
                  </a:lnTo>
                  <a:lnTo>
                    <a:pt x="382212" y="255824"/>
                  </a:lnTo>
                  <a:lnTo>
                    <a:pt x="382212" y="130146"/>
                  </a:lnTo>
                  <a:close/>
                </a:path>
              </a:pathLst>
            </a:custGeom>
            <a:solidFill>
              <a:schemeClr val="bg1">
                <a:alpha val="6000"/>
              </a:schemeClr>
            </a:solid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6DE41BD7-E501-4F9C-871F-96079831D58B}"/>
                </a:ext>
              </a:extLst>
            </p:cNvPr>
            <p:cNvSpPr/>
            <p:nvPr/>
          </p:nvSpPr>
          <p:spPr>
            <a:xfrm>
              <a:off x="3073085" y="3387513"/>
              <a:ext cx="2279970" cy="2279970"/>
            </a:xfrm>
            <a:custGeom>
              <a:avLst/>
              <a:gdLst>
                <a:gd name="connsiteX0" fmla="*/ 2276212 w 2279970"/>
                <a:gd name="connsiteY0" fmla="*/ 762546 h 2279970"/>
                <a:gd name="connsiteX1" fmla="*/ 1517424 w 2279970"/>
                <a:gd name="connsiteY1" fmla="*/ 762546 h 2279970"/>
                <a:gd name="connsiteX2" fmla="*/ 1517424 w 2279970"/>
                <a:gd name="connsiteY2" fmla="*/ 3808 h 2279970"/>
                <a:gd name="connsiteX3" fmla="*/ 762597 w 2279970"/>
                <a:gd name="connsiteY3" fmla="*/ 3808 h 2279970"/>
                <a:gd name="connsiteX4" fmla="*/ 762597 w 2279970"/>
                <a:gd name="connsiteY4" fmla="*/ 762546 h 2279970"/>
                <a:gd name="connsiteX5" fmla="*/ 3808 w 2279970"/>
                <a:gd name="connsiteY5" fmla="*/ 762546 h 2279970"/>
                <a:gd name="connsiteX6" fmla="*/ 3808 w 2279970"/>
                <a:gd name="connsiteY6" fmla="*/ 1517424 h 2279970"/>
                <a:gd name="connsiteX7" fmla="*/ 762597 w 2279970"/>
                <a:gd name="connsiteY7" fmla="*/ 1517424 h 2279970"/>
                <a:gd name="connsiteX8" fmla="*/ 762597 w 2279970"/>
                <a:gd name="connsiteY8" fmla="*/ 2276212 h 2279970"/>
                <a:gd name="connsiteX9" fmla="*/ 1517424 w 2279970"/>
                <a:gd name="connsiteY9" fmla="*/ 2276212 h 2279970"/>
                <a:gd name="connsiteX10" fmla="*/ 1517424 w 2279970"/>
                <a:gd name="connsiteY10" fmla="*/ 1517424 h 2279970"/>
                <a:gd name="connsiteX11" fmla="*/ 2276212 w 2279970"/>
                <a:gd name="connsiteY11" fmla="*/ 1517424 h 2279970"/>
                <a:gd name="connsiteX12" fmla="*/ 2276212 w 2279970"/>
                <a:gd name="connsiteY12" fmla="*/ 762546 h 2279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9970" h="2279970">
                  <a:moveTo>
                    <a:pt x="2276212" y="762546"/>
                  </a:moveTo>
                  <a:lnTo>
                    <a:pt x="1517424" y="762546"/>
                  </a:lnTo>
                  <a:lnTo>
                    <a:pt x="1517424" y="3808"/>
                  </a:lnTo>
                  <a:lnTo>
                    <a:pt x="762597" y="3808"/>
                  </a:lnTo>
                  <a:lnTo>
                    <a:pt x="762597" y="762546"/>
                  </a:lnTo>
                  <a:lnTo>
                    <a:pt x="3808" y="762546"/>
                  </a:lnTo>
                  <a:lnTo>
                    <a:pt x="3808" y="1517424"/>
                  </a:lnTo>
                  <a:lnTo>
                    <a:pt x="762597" y="1517424"/>
                  </a:lnTo>
                  <a:lnTo>
                    <a:pt x="762597" y="2276212"/>
                  </a:lnTo>
                  <a:lnTo>
                    <a:pt x="1517424" y="2276212"/>
                  </a:lnTo>
                  <a:lnTo>
                    <a:pt x="1517424" y="1517424"/>
                  </a:lnTo>
                  <a:lnTo>
                    <a:pt x="2276212" y="1517424"/>
                  </a:lnTo>
                  <a:lnTo>
                    <a:pt x="2276212" y="762546"/>
                  </a:lnTo>
                  <a:close/>
                </a:path>
              </a:pathLst>
            </a:custGeom>
            <a:solidFill>
              <a:schemeClr val="bg1">
                <a:alpha val="6000"/>
              </a:schemeClr>
            </a:solid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A08684E-4884-4477-ACAA-C6D73A836C82}"/>
                </a:ext>
              </a:extLst>
            </p:cNvPr>
            <p:cNvSpPr/>
            <p:nvPr/>
          </p:nvSpPr>
          <p:spPr>
            <a:xfrm>
              <a:off x="7716404" y="3757132"/>
              <a:ext cx="980032" cy="980032"/>
            </a:xfrm>
            <a:custGeom>
              <a:avLst/>
              <a:gdLst>
                <a:gd name="connsiteX0" fmla="*/ 979219 w 980031"/>
                <a:gd name="connsiteY0" fmla="*/ 329504 h 980031"/>
                <a:gd name="connsiteX1" fmla="*/ 653524 w 980031"/>
                <a:gd name="connsiteY1" fmla="*/ 329504 h 980031"/>
                <a:gd name="connsiteX2" fmla="*/ 653524 w 980031"/>
                <a:gd name="connsiteY2" fmla="*/ 3808 h 980031"/>
                <a:gd name="connsiteX3" fmla="*/ 329504 w 980031"/>
                <a:gd name="connsiteY3" fmla="*/ 3808 h 980031"/>
                <a:gd name="connsiteX4" fmla="*/ 329504 w 980031"/>
                <a:gd name="connsiteY4" fmla="*/ 329504 h 980031"/>
                <a:gd name="connsiteX5" fmla="*/ 3808 w 980031"/>
                <a:gd name="connsiteY5" fmla="*/ 329504 h 980031"/>
                <a:gd name="connsiteX6" fmla="*/ 3808 w 980031"/>
                <a:gd name="connsiteY6" fmla="*/ 653524 h 980031"/>
                <a:gd name="connsiteX7" fmla="*/ 329504 w 980031"/>
                <a:gd name="connsiteY7" fmla="*/ 653524 h 980031"/>
                <a:gd name="connsiteX8" fmla="*/ 329504 w 980031"/>
                <a:gd name="connsiteY8" fmla="*/ 979219 h 980031"/>
                <a:gd name="connsiteX9" fmla="*/ 653524 w 980031"/>
                <a:gd name="connsiteY9" fmla="*/ 979219 h 980031"/>
                <a:gd name="connsiteX10" fmla="*/ 653524 w 980031"/>
                <a:gd name="connsiteY10" fmla="*/ 653524 h 980031"/>
                <a:gd name="connsiteX11" fmla="*/ 979219 w 980031"/>
                <a:gd name="connsiteY11" fmla="*/ 653524 h 980031"/>
                <a:gd name="connsiteX12" fmla="*/ 979219 w 980031"/>
                <a:gd name="connsiteY12" fmla="*/ 329504 h 98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0031" h="980031">
                  <a:moveTo>
                    <a:pt x="979219" y="329504"/>
                  </a:moveTo>
                  <a:lnTo>
                    <a:pt x="653524" y="329504"/>
                  </a:lnTo>
                  <a:lnTo>
                    <a:pt x="653524" y="3808"/>
                  </a:lnTo>
                  <a:lnTo>
                    <a:pt x="329504" y="3808"/>
                  </a:lnTo>
                  <a:lnTo>
                    <a:pt x="329504" y="329504"/>
                  </a:lnTo>
                  <a:lnTo>
                    <a:pt x="3808" y="329504"/>
                  </a:lnTo>
                  <a:lnTo>
                    <a:pt x="3808" y="653524"/>
                  </a:lnTo>
                  <a:lnTo>
                    <a:pt x="329504" y="653524"/>
                  </a:lnTo>
                  <a:lnTo>
                    <a:pt x="329504" y="979219"/>
                  </a:lnTo>
                  <a:lnTo>
                    <a:pt x="653524" y="979219"/>
                  </a:lnTo>
                  <a:lnTo>
                    <a:pt x="653524" y="653524"/>
                  </a:lnTo>
                  <a:lnTo>
                    <a:pt x="979219" y="653524"/>
                  </a:lnTo>
                  <a:lnTo>
                    <a:pt x="979219" y="329504"/>
                  </a:lnTo>
                  <a:close/>
                </a:path>
              </a:pathLst>
            </a:custGeom>
            <a:solidFill>
              <a:schemeClr val="bg1">
                <a:alpha val="6000"/>
              </a:schemeClr>
            </a:solid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9D27505C-70F7-47AD-BB96-617E0CF53038}"/>
                </a:ext>
              </a:extLst>
            </p:cNvPr>
            <p:cNvSpPr/>
            <p:nvPr/>
          </p:nvSpPr>
          <p:spPr>
            <a:xfrm>
              <a:off x="5570388" y="2252708"/>
              <a:ext cx="294517" cy="294517"/>
            </a:xfrm>
            <a:custGeom>
              <a:avLst/>
              <a:gdLst>
                <a:gd name="connsiteX0" fmla="*/ 294416 w 294517"/>
                <a:gd name="connsiteY0" fmla="*/ 100796 h 294517"/>
                <a:gd name="connsiteX1" fmla="*/ 197377 w 294517"/>
                <a:gd name="connsiteY1" fmla="*/ 100796 h 294517"/>
                <a:gd name="connsiteX2" fmla="*/ 197377 w 294517"/>
                <a:gd name="connsiteY2" fmla="*/ 3808 h 294517"/>
                <a:gd name="connsiteX3" fmla="*/ 100847 w 294517"/>
                <a:gd name="connsiteY3" fmla="*/ 3808 h 294517"/>
                <a:gd name="connsiteX4" fmla="*/ 100847 w 294517"/>
                <a:gd name="connsiteY4" fmla="*/ 100796 h 294517"/>
                <a:gd name="connsiteX5" fmla="*/ 3808 w 294517"/>
                <a:gd name="connsiteY5" fmla="*/ 100796 h 294517"/>
                <a:gd name="connsiteX6" fmla="*/ 3808 w 294517"/>
                <a:gd name="connsiteY6" fmla="*/ 197377 h 294517"/>
                <a:gd name="connsiteX7" fmla="*/ 100847 w 294517"/>
                <a:gd name="connsiteY7" fmla="*/ 197377 h 294517"/>
                <a:gd name="connsiteX8" fmla="*/ 100847 w 294517"/>
                <a:gd name="connsiteY8" fmla="*/ 294365 h 294517"/>
                <a:gd name="connsiteX9" fmla="*/ 197377 w 294517"/>
                <a:gd name="connsiteY9" fmla="*/ 294365 h 294517"/>
                <a:gd name="connsiteX10" fmla="*/ 197377 w 294517"/>
                <a:gd name="connsiteY10" fmla="*/ 197377 h 294517"/>
                <a:gd name="connsiteX11" fmla="*/ 294416 w 294517"/>
                <a:gd name="connsiteY11" fmla="*/ 197377 h 294517"/>
                <a:gd name="connsiteX12" fmla="*/ 294416 w 294517"/>
                <a:gd name="connsiteY12" fmla="*/ 100796 h 29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4517" h="294517">
                  <a:moveTo>
                    <a:pt x="294416" y="100796"/>
                  </a:moveTo>
                  <a:lnTo>
                    <a:pt x="197377" y="100796"/>
                  </a:lnTo>
                  <a:lnTo>
                    <a:pt x="197377" y="3808"/>
                  </a:lnTo>
                  <a:lnTo>
                    <a:pt x="100847" y="3808"/>
                  </a:lnTo>
                  <a:lnTo>
                    <a:pt x="100847" y="100796"/>
                  </a:lnTo>
                  <a:lnTo>
                    <a:pt x="3808" y="100796"/>
                  </a:lnTo>
                  <a:lnTo>
                    <a:pt x="3808" y="197377"/>
                  </a:lnTo>
                  <a:lnTo>
                    <a:pt x="100847" y="197377"/>
                  </a:lnTo>
                  <a:lnTo>
                    <a:pt x="100847" y="294365"/>
                  </a:lnTo>
                  <a:lnTo>
                    <a:pt x="197377" y="294365"/>
                  </a:lnTo>
                  <a:lnTo>
                    <a:pt x="197377" y="197377"/>
                  </a:lnTo>
                  <a:lnTo>
                    <a:pt x="294416" y="197377"/>
                  </a:lnTo>
                  <a:lnTo>
                    <a:pt x="294416" y="100796"/>
                  </a:lnTo>
                  <a:close/>
                </a:path>
              </a:pathLst>
            </a:custGeom>
            <a:solidFill>
              <a:schemeClr val="bg1">
                <a:alpha val="6000"/>
              </a:schemeClr>
            </a:solid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244A15E8-A8C4-47C8-85B1-C16FE97C9170}"/>
                </a:ext>
              </a:extLst>
            </p:cNvPr>
            <p:cNvSpPr/>
            <p:nvPr/>
          </p:nvSpPr>
          <p:spPr>
            <a:xfrm>
              <a:off x="9549215" y="309147"/>
              <a:ext cx="365608" cy="365608"/>
            </a:xfrm>
            <a:custGeom>
              <a:avLst/>
              <a:gdLst>
                <a:gd name="connsiteX0" fmla="*/ 364643 w 365607"/>
                <a:gd name="connsiteY0" fmla="*/ 124307 h 365607"/>
                <a:gd name="connsiteX1" fmla="*/ 244144 w 365607"/>
                <a:gd name="connsiteY1" fmla="*/ 124307 h 365607"/>
                <a:gd name="connsiteX2" fmla="*/ 244144 w 365607"/>
                <a:gd name="connsiteY2" fmla="*/ 3808 h 365607"/>
                <a:gd name="connsiteX3" fmla="*/ 124256 w 365607"/>
                <a:gd name="connsiteY3" fmla="*/ 3808 h 365607"/>
                <a:gd name="connsiteX4" fmla="*/ 124256 w 365607"/>
                <a:gd name="connsiteY4" fmla="*/ 124307 h 365607"/>
                <a:gd name="connsiteX5" fmla="*/ 3808 w 365607"/>
                <a:gd name="connsiteY5" fmla="*/ 124307 h 365607"/>
                <a:gd name="connsiteX6" fmla="*/ 3808 w 365607"/>
                <a:gd name="connsiteY6" fmla="*/ 244145 h 365607"/>
                <a:gd name="connsiteX7" fmla="*/ 124256 w 365607"/>
                <a:gd name="connsiteY7" fmla="*/ 244145 h 365607"/>
                <a:gd name="connsiteX8" fmla="*/ 124256 w 365607"/>
                <a:gd name="connsiteY8" fmla="*/ 364643 h 365607"/>
                <a:gd name="connsiteX9" fmla="*/ 244144 w 365607"/>
                <a:gd name="connsiteY9" fmla="*/ 364643 h 365607"/>
                <a:gd name="connsiteX10" fmla="*/ 244144 w 365607"/>
                <a:gd name="connsiteY10" fmla="*/ 244145 h 365607"/>
                <a:gd name="connsiteX11" fmla="*/ 364643 w 365607"/>
                <a:gd name="connsiteY11" fmla="*/ 244145 h 365607"/>
                <a:gd name="connsiteX12" fmla="*/ 364643 w 365607"/>
                <a:gd name="connsiteY12" fmla="*/ 124307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4643" y="124307"/>
                  </a:moveTo>
                  <a:lnTo>
                    <a:pt x="244144" y="124307"/>
                  </a:lnTo>
                  <a:lnTo>
                    <a:pt x="244144" y="3808"/>
                  </a:lnTo>
                  <a:lnTo>
                    <a:pt x="124256" y="3808"/>
                  </a:lnTo>
                  <a:lnTo>
                    <a:pt x="124256" y="124307"/>
                  </a:lnTo>
                  <a:lnTo>
                    <a:pt x="3808" y="124307"/>
                  </a:lnTo>
                  <a:lnTo>
                    <a:pt x="3808" y="244145"/>
                  </a:lnTo>
                  <a:lnTo>
                    <a:pt x="124256" y="244145"/>
                  </a:lnTo>
                  <a:lnTo>
                    <a:pt x="124256" y="364643"/>
                  </a:lnTo>
                  <a:lnTo>
                    <a:pt x="244144" y="364643"/>
                  </a:lnTo>
                  <a:lnTo>
                    <a:pt x="244144" y="244145"/>
                  </a:lnTo>
                  <a:lnTo>
                    <a:pt x="364643" y="244145"/>
                  </a:lnTo>
                  <a:lnTo>
                    <a:pt x="364643" y="124307"/>
                  </a:lnTo>
                  <a:close/>
                </a:path>
              </a:pathLst>
            </a:custGeom>
            <a:solidFill>
              <a:schemeClr val="bg1">
                <a:alpha val="6000"/>
              </a:schemeClr>
            </a:solid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854141A8-1455-494D-B62B-F17F8F119C4D}"/>
                </a:ext>
              </a:extLst>
            </p:cNvPr>
            <p:cNvSpPr/>
            <p:nvPr/>
          </p:nvSpPr>
          <p:spPr>
            <a:xfrm>
              <a:off x="1543474" y="4138888"/>
              <a:ext cx="335140" cy="335140"/>
            </a:xfrm>
            <a:custGeom>
              <a:avLst/>
              <a:gdLst>
                <a:gd name="connsiteX0" fmla="*/ 332551 w 335140"/>
                <a:gd name="connsiteY0" fmla="*/ 113592 h 335140"/>
                <a:gd name="connsiteX1" fmla="*/ 222767 w 335140"/>
                <a:gd name="connsiteY1" fmla="*/ 113592 h 335140"/>
                <a:gd name="connsiteX2" fmla="*/ 222767 w 335140"/>
                <a:gd name="connsiteY2" fmla="*/ 3808 h 335140"/>
                <a:gd name="connsiteX3" fmla="*/ 113592 w 335140"/>
                <a:gd name="connsiteY3" fmla="*/ 3808 h 335140"/>
                <a:gd name="connsiteX4" fmla="*/ 113592 w 335140"/>
                <a:gd name="connsiteY4" fmla="*/ 113592 h 335140"/>
                <a:gd name="connsiteX5" fmla="*/ 3808 w 335140"/>
                <a:gd name="connsiteY5" fmla="*/ 113592 h 335140"/>
                <a:gd name="connsiteX6" fmla="*/ 3808 w 335140"/>
                <a:gd name="connsiteY6" fmla="*/ 222767 h 335140"/>
                <a:gd name="connsiteX7" fmla="*/ 113592 w 335140"/>
                <a:gd name="connsiteY7" fmla="*/ 222767 h 335140"/>
                <a:gd name="connsiteX8" fmla="*/ 113592 w 335140"/>
                <a:gd name="connsiteY8" fmla="*/ 332551 h 335140"/>
                <a:gd name="connsiteX9" fmla="*/ 222767 w 335140"/>
                <a:gd name="connsiteY9" fmla="*/ 332551 h 335140"/>
                <a:gd name="connsiteX10" fmla="*/ 222767 w 335140"/>
                <a:gd name="connsiteY10" fmla="*/ 222767 h 335140"/>
                <a:gd name="connsiteX11" fmla="*/ 332551 w 335140"/>
                <a:gd name="connsiteY11" fmla="*/ 222767 h 335140"/>
                <a:gd name="connsiteX12" fmla="*/ 332551 w 335140"/>
                <a:gd name="connsiteY12" fmla="*/ 113592 h 33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5140" h="335140">
                  <a:moveTo>
                    <a:pt x="332551" y="113592"/>
                  </a:moveTo>
                  <a:lnTo>
                    <a:pt x="222767" y="113592"/>
                  </a:lnTo>
                  <a:lnTo>
                    <a:pt x="222767" y="3808"/>
                  </a:lnTo>
                  <a:lnTo>
                    <a:pt x="113592" y="3808"/>
                  </a:lnTo>
                  <a:lnTo>
                    <a:pt x="113592" y="113592"/>
                  </a:lnTo>
                  <a:lnTo>
                    <a:pt x="3808" y="113592"/>
                  </a:lnTo>
                  <a:lnTo>
                    <a:pt x="3808" y="222767"/>
                  </a:lnTo>
                  <a:lnTo>
                    <a:pt x="113592" y="222767"/>
                  </a:lnTo>
                  <a:lnTo>
                    <a:pt x="113592" y="332551"/>
                  </a:lnTo>
                  <a:lnTo>
                    <a:pt x="222767" y="332551"/>
                  </a:lnTo>
                  <a:lnTo>
                    <a:pt x="222767" y="222767"/>
                  </a:lnTo>
                  <a:lnTo>
                    <a:pt x="332551" y="222767"/>
                  </a:lnTo>
                  <a:lnTo>
                    <a:pt x="332551" y="113592"/>
                  </a:lnTo>
                  <a:close/>
                </a:path>
              </a:pathLst>
            </a:custGeom>
            <a:solidFill>
              <a:schemeClr val="bg1">
                <a:alpha val="6000"/>
              </a:schemeClr>
            </a:solid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8F064C36-C1A2-4EFD-9C35-1186BA4B7127}"/>
                </a:ext>
              </a:extLst>
            </p:cNvPr>
            <p:cNvSpPr/>
            <p:nvPr/>
          </p:nvSpPr>
          <p:spPr>
            <a:xfrm>
              <a:off x="6480142" y="1356867"/>
              <a:ext cx="1371029" cy="1371029"/>
            </a:xfrm>
            <a:custGeom>
              <a:avLst/>
              <a:gdLst>
                <a:gd name="connsiteX0" fmla="*/ 1372044 w 1371028"/>
                <a:gd name="connsiteY0" fmla="*/ 460666 h 1371028"/>
                <a:gd name="connsiteX1" fmla="*/ 915187 w 1371028"/>
                <a:gd name="connsiteY1" fmla="*/ 460666 h 1371028"/>
                <a:gd name="connsiteX2" fmla="*/ 915187 w 1371028"/>
                <a:gd name="connsiteY2" fmla="*/ 3808 h 1371028"/>
                <a:gd name="connsiteX3" fmla="*/ 460666 w 1371028"/>
                <a:gd name="connsiteY3" fmla="*/ 3808 h 1371028"/>
                <a:gd name="connsiteX4" fmla="*/ 460666 w 1371028"/>
                <a:gd name="connsiteY4" fmla="*/ 460666 h 1371028"/>
                <a:gd name="connsiteX5" fmla="*/ 3808 w 1371028"/>
                <a:gd name="connsiteY5" fmla="*/ 460666 h 1371028"/>
                <a:gd name="connsiteX6" fmla="*/ 3808 w 1371028"/>
                <a:gd name="connsiteY6" fmla="*/ 915187 h 1371028"/>
                <a:gd name="connsiteX7" fmla="*/ 460666 w 1371028"/>
                <a:gd name="connsiteY7" fmla="*/ 915187 h 1371028"/>
                <a:gd name="connsiteX8" fmla="*/ 460666 w 1371028"/>
                <a:gd name="connsiteY8" fmla="*/ 1372095 h 1371028"/>
                <a:gd name="connsiteX9" fmla="*/ 915187 w 1371028"/>
                <a:gd name="connsiteY9" fmla="*/ 1372095 h 1371028"/>
                <a:gd name="connsiteX10" fmla="*/ 915187 w 1371028"/>
                <a:gd name="connsiteY10" fmla="*/ 915187 h 1371028"/>
                <a:gd name="connsiteX11" fmla="*/ 1372044 w 1371028"/>
                <a:gd name="connsiteY11" fmla="*/ 915187 h 1371028"/>
                <a:gd name="connsiteX12" fmla="*/ 1372044 w 1371028"/>
                <a:gd name="connsiteY12" fmla="*/ 460666 h 137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1028" h="1371028">
                  <a:moveTo>
                    <a:pt x="1372044" y="460666"/>
                  </a:moveTo>
                  <a:lnTo>
                    <a:pt x="915187" y="460666"/>
                  </a:lnTo>
                  <a:lnTo>
                    <a:pt x="915187" y="3808"/>
                  </a:lnTo>
                  <a:lnTo>
                    <a:pt x="460666" y="3808"/>
                  </a:lnTo>
                  <a:lnTo>
                    <a:pt x="460666" y="460666"/>
                  </a:lnTo>
                  <a:lnTo>
                    <a:pt x="3808" y="460666"/>
                  </a:lnTo>
                  <a:lnTo>
                    <a:pt x="3808" y="915187"/>
                  </a:lnTo>
                  <a:lnTo>
                    <a:pt x="460666" y="915187"/>
                  </a:lnTo>
                  <a:lnTo>
                    <a:pt x="460666" y="1372095"/>
                  </a:lnTo>
                  <a:lnTo>
                    <a:pt x="915187" y="1372095"/>
                  </a:lnTo>
                  <a:lnTo>
                    <a:pt x="915187" y="915187"/>
                  </a:lnTo>
                  <a:lnTo>
                    <a:pt x="1372044" y="915187"/>
                  </a:lnTo>
                  <a:lnTo>
                    <a:pt x="1372044" y="460666"/>
                  </a:lnTo>
                  <a:close/>
                </a:path>
              </a:pathLst>
            </a:custGeom>
            <a:solidFill>
              <a:schemeClr val="bg1">
                <a:alpha val="6000"/>
              </a:schemeClr>
            </a:solid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73771F0-DCDA-4614-ABBD-90651B27D6FB}"/>
                </a:ext>
              </a:extLst>
            </p:cNvPr>
            <p:cNvSpPr/>
            <p:nvPr/>
          </p:nvSpPr>
          <p:spPr>
            <a:xfrm>
              <a:off x="10295512" y="2625170"/>
              <a:ext cx="1239004" cy="1239004"/>
            </a:xfrm>
            <a:custGeom>
              <a:avLst/>
              <a:gdLst>
                <a:gd name="connsiteX0" fmla="*/ 1235500 w 1239003"/>
                <a:gd name="connsiteY0" fmla="*/ 415066 h 1239003"/>
                <a:gd name="connsiteX1" fmla="*/ 824243 w 1239003"/>
                <a:gd name="connsiteY1" fmla="*/ 415066 h 1239003"/>
                <a:gd name="connsiteX2" fmla="*/ 824243 w 1239003"/>
                <a:gd name="connsiteY2" fmla="*/ 3808 h 1239003"/>
                <a:gd name="connsiteX3" fmla="*/ 415066 w 1239003"/>
                <a:gd name="connsiteY3" fmla="*/ 3808 h 1239003"/>
                <a:gd name="connsiteX4" fmla="*/ 415066 w 1239003"/>
                <a:gd name="connsiteY4" fmla="*/ 415066 h 1239003"/>
                <a:gd name="connsiteX5" fmla="*/ 3808 w 1239003"/>
                <a:gd name="connsiteY5" fmla="*/ 415066 h 1239003"/>
                <a:gd name="connsiteX6" fmla="*/ 3808 w 1239003"/>
                <a:gd name="connsiteY6" fmla="*/ 824191 h 1239003"/>
                <a:gd name="connsiteX7" fmla="*/ 415066 w 1239003"/>
                <a:gd name="connsiteY7" fmla="*/ 824191 h 1239003"/>
                <a:gd name="connsiteX8" fmla="*/ 415066 w 1239003"/>
                <a:gd name="connsiteY8" fmla="*/ 1235500 h 1239003"/>
                <a:gd name="connsiteX9" fmla="*/ 824243 w 1239003"/>
                <a:gd name="connsiteY9" fmla="*/ 1235500 h 1239003"/>
                <a:gd name="connsiteX10" fmla="*/ 824243 w 1239003"/>
                <a:gd name="connsiteY10" fmla="*/ 824191 h 1239003"/>
                <a:gd name="connsiteX11" fmla="*/ 1235500 w 1239003"/>
                <a:gd name="connsiteY11" fmla="*/ 824191 h 1239003"/>
                <a:gd name="connsiteX12" fmla="*/ 1235500 w 1239003"/>
                <a:gd name="connsiteY12" fmla="*/ 415066 h 1239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9003" h="1239003">
                  <a:moveTo>
                    <a:pt x="1235500" y="415066"/>
                  </a:moveTo>
                  <a:lnTo>
                    <a:pt x="824243" y="415066"/>
                  </a:lnTo>
                  <a:lnTo>
                    <a:pt x="824243" y="3808"/>
                  </a:lnTo>
                  <a:lnTo>
                    <a:pt x="415066" y="3808"/>
                  </a:lnTo>
                  <a:lnTo>
                    <a:pt x="415066" y="415066"/>
                  </a:lnTo>
                  <a:lnTo>
                    <a:pt x="3808" y="415066"/>
                  </a:lnTo>
                  <a:lnTo>
                    <a:pt x="3808" y="824191"/>
                  </a:lnTo>
                  <a:lnTo>
                    <a:pt x="415066" y="824191"/>
                  </a:lnTo>
                  <a:lnTo>
                    <a:pt x="415066" y="1235500"/>
                  </a:lnTo>
                  <a:lnTo>
                    <a:pt x="824243" y="1235500"/>
                  </a:lnTo>
                  <a:lnTo>
                    <a:pt x="824243" y="824191"/>
                  </a:lnTo>
                  <a:lnTo>
                    <a:pt x="1235500" y="824191"/>
                  </a:lnTo>
                  <a:lnTo>
                    <a:pt x="1235500" y="415066"/>
                  </a:lnTo>
                  <a:close/>
                </a:path>
              </a:pathLst>
            </a:custGeom>
            <a:solidFill>
              <a:schemeClr val="bg1">
                <a:alpha val="6000"/>
              </a:schemeClr>
            </a:solidFill>
            <a:ln w="9525" cap="flat">
              <a:noFill/>
              <a:prstDash val="solid"/>
              <a:miter/>
            </a:ln>
          </p:spPr>
          <p:txBody>
            <a:bodyPr rtlCol="0" anchor="ctr"/>
            <a:lstStyle/>
            <a:p>
              <a:endParaRPr lang="en-US" dirty="0"/>
            </a:p>
          </p:txBody>
        </p:sp>
        <p:sp>
          <p:nvSpPr>
            <p:cNvPr id="218" name="Freeform: Shape 217">
              <a:extLst>
                <a:ext uri="{FF2B5EF4-FFF2-40B4-BE49-F238E27FC236}">
                  <a16:creationId xmlns:a16="http://schemas.microsoft.com/office/drawing/2014/main" id="{66DC9E7D-2C28-4EDE-815B-D77B137C1A80}"/>
                </a:ext>
              </a:extLst>
            </p:cNvPr>
            <p:cNvSpPr/>
            <p:nvPr/>
          </p:nvSpPr>
          <p:spPr>
            <a:xfrm>
              <a:off x="10288504" y="1161267"/>
              <a:ext cx="1904207" cy="1904207"/>
            </a:xfrm>
            <a:custGeom>
              <a:avLst/>
              <a:gdLst>
                <a:gd name="connsiteX0" fmla="*/ 1904918 w 1904206"/>
                <a:gd name="connsiteY0" fmla="*/ 638595 h 1904206"/>
                <a:gd name="connsiteX1" fmla="*/ 1270131 w 1904206"/>
                <a:gd name="connsiteY1" fmla="*/ 638595 h 1904206"/>
                <a:gd name="connsiteX2" fmla="*/ 1270131 w 1904206"/>
                <a:gd name="connsiteY2" fmla="*/ 3808 h 1904206"/>
                <a:gd name="connsiteX3" fmla="*/ 638645 w 1904206"/>
                <a:gd name="connsiteY3" fmla="*/ 3808 h 1904206"/>
                <a:gd name="connsiteX4" fmla="*/ 638645 w 1904206"/>
                <a:gd name="connsiteY4" fmla="*/ 638595 h 1904206"/>
                <a:gd name="connsiteX5" fmla="*/ 3808 w 1904206"/>
                <a:gd name="connsiteY5" fmla="*/ 638595 h 1904206"/>
                <a:gd name="connsiteX6" fmla="*/ 3808 w 1904206"/>
                <a:gd name="connsiteY6" fmla="*/ 1270131 h 1904206"/>
                <a:gd name="connsiteX7" fmla="*/ 638645 w 1904206"/>
                <a:gd name="connsiteY7" fmla="*/ 1270131 h 1904206"/>
                <a:gd name="connsiteX8" fmla="*/ 638645 w 1904206"/>
                <a:gd name="connsiteY8" fmla="*/ 1904918 h 1904206"/>
                <a:gd name="connsiteX9" fmla="*/ 1270131 w 1904206"/>
                <a:gd name="connsiteY9" fmla="*/ 1904918 h 1904206"/>
                <a:gd name="connsiteX10" fmla="*/ 1270131 w 1904206"/>
                <a:gd name="connsiteY10" fmla="*/ 1270131 h 1904206"/>
                <a:gd name="connsiteX11" fmla="*/ 1904918 w 1904206"/>
                <a:gd name="connsiteY11" fmla="*/ 1270131 h 1904206"/>
                <a:gd name="connsiteX12" fmla="*/ 1904918 w 1904206"/>
                <a:gd name="connsiteY12" fmla="*/ 638595 h 190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4206" h="1904206">
                  <a:moveTo>
                    <a:pt x="1904918" y="638595"/>
                  </a:moveTo>
                  <a:lnTo>
                    <a:pt x="1270131" y="638595"/>
                  </a:lnTo>
                  <a:lnTo>
                    <a:pt x="1270131" y="3808"/>
                  </a:lnTo>
                  <a:lnTo>
                    <a:pt x="638645" y="3808"/>
                  </a:lnTo>
                  <a:lnTo>
                    <a:pt x="638645" y="638595"/>
                  </a:lnTo>
                  <a:lnTo>
                    <a:pt x="3808" y="638595"/>
                  </a:lnTo>
                  <a:lnTo>
                    <a:pt x="3808" y="1270131"/>
                  </a:lnTo>
                  <a:lnTo>
                    <a:pt x="638645" y="1270131"/>
                  </a:lnTo>
                  <a:lnTo>
                    <a:pt x="638645" y="1904918"/>
                  </a:lnTo>
                  <a:lnTo>
                    <a:pt x="1270131" y="1904918"/>
                  </a:lnTo>
                  <a:lnTo>
                    <a:pt x="1270131" y="1270131"/>
                  </a:lnTo>
                  <a:lnTo>
                    <a:pt x="1904918" y="1270131"/>
                  </a:lnTo>
                  <a:lnTo>
                    <a:pt x="1904918" y="638595"/>
                  </a:lnTo>
                  <a:close/>
                </a:path>
              </a:pathLst>
            </a:custGeom>
            <a:solidFill>
              <a:schemeClr val="bg1">
                <a:alpha val="6000"/>
              </a:schemeClr>
            </a:solid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A4FBE5CD-4075-4011-B256-E598EE278B04}"/>
                </a:ext>
              </a:extLst>
            </p:cNvPr>
            <p:cNvSpPr/>
            <p:nvPr/>
          </p:nvSpPr>
          <p:spPr>
            <a:xfrm>
              <a:off x="8272330" y="4605241"/>
              <a:ext cx="715982" cy="715982"/>
            </a:xfrm>
            <a:custGeom>
              <a:avLst/>
              <a:gdLst>
                <a:gd name="connsiteX0" fmla="*/ 715170 w 715981"/>
                <a:gd name="connsiteY0" fmla="*/ 241352 h 715981"/>
                <a:gd name="connsiteX1" fmla="*/ 477626 w 715981"/>
                <a:gd name="connsiteY1" fmla="*/ 241352 h 715981"/>
                <a:gd name="connsiteX2" fmla="*/ 477626 w 715981"/>
                <a:gd name="connsiteY2" fmla="*/ 3808 h 715981"/>
                <a:gd name="connsiteX3" fmla="*/ 241352 w 715981"/>
                <a:gd name="connsiteY3" fmla="*/ 3808 h 715981"/>
                <a:gd name="connsiteX4" fmla="*/ 241352 w 715981"/>
                <a:gd name="connsiteY4" fmla="*/ 241352 h 715981"/>
                <a:gd name="connsiteX5" fmla="*/ 3808 w 715981"/>
                <a:gd name="connsiteY5" fmla="*/ 241352 h 715981"/>
                <a:gd name="connsiteX6" fmla="*/ 3808 w 715981"/>
                <a:gd name="connsiteY6" fmla="*/ 477626 h 715981"/>
                <a:gd name="connsiteX7" fmla="*/ 241352 w 715981"/>
                <a:gd name="connsiteY7" fmla="*/ 477626 h 715981"/>
                <a:gd name="connsiteX8" fmla="*/ 241352 w 715981"/>
                <a:gd name="connsiteY8" fmla="*/ 715169 h 715981"/>
                <a:gd name="connsiteX9" fmla="*/ 477626 w 715981"/>
                <a:gd name="connsiteY9" fmla="*/ 715169 h 715981"/>
                <a:gd name="connsiteX10" fmla="*/ 477626 w 715981"/>
                <a:gd name="connsiteY10" fmla="*/ 477626 h 715981"/>
                <a:gd name="connsiteX11" fmla="*/ 715170 w 715981"/>
                <a:gd name="connsiteY11" fmla="*/ 477626 h 715981"/>
                <a:gd name="connsiteX12" fmla="*/ 715170 w 715981"/>
                <a:gd name="connsiteY12" fmla="*/ 241352 h 71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5981" h="715981">
                  <a:moveTo>
                    <a:pt x="715170" y="241352"/>
                  </a:moveTo>
                  <a:lnTo>
                    <a:pt x="477626" y="241352"/>
                  </a:lnTo>
                  <a:lnTo>
                    <a:pt x="477626" y="3808"/>
                  </a:lnTo>
                  <a:lnTo>
                    <a:pt x="241352" y="3808"/>
                  </a:lnTo>
                  <a:lnTo>
                    <a:pt x="241352" y="241352"/>
                  </a:lnTo>
                  <a:lnTo>
                    <a:pt x="3808" y="241352"/>
                  </a:lnTo>
                  <a:lnTo>
                    <a:pt x="3808" y="477626"/>
                  </a:lnTo>
                  <a:lnTo>
                    <a:pt x="241352" y="477626"/>
                  </a:lnTo>
                  <a:lnTo>
                    <a:pt x="241352" y="715169"/>
                  </a:lnTo>
                  <a:lnTo>
                    <a:pt x="477626" y="715169"/>
                  </a:lnTo>
                  <a:lnTo>
                    <a:pt x="477626" y="477626"/>
                  </a:lnTo>
                  <a:lnTo>
                    <a:pt x="715170" y="477626"/>
                  </a:lnTo>
                  <a:lnTo>
                    <a:pt x="715170" y="241352"/>
                  </a:lnTo>
                  <a:close/>
                </a:path>
              </a:pathLst>
            </a:custGeom>
            <a:solidFill>
              <a:schemeClr val="bg1">
                <a:alpha val="6000"/>
              </a:schemeClr>
            </a:solid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EDC19690-8323-472A-A502-C597AEE7703C}"/>
                </a:ext>
              </a:extLst>
            </p:cNvPr>
            <p:cNvSpPr/>
            <p:nvPr/>
          </p:nvSpPr>
          <p:spPr>
            <a:xfrm>
              <a:off x="11602052" y="3532030"/>
              <a:ext cx="269128" cy="269128"/>
            </a:xfrm>
            <a:custGeom>
              <a:avLst/>
              <a:gdLst>
                <a:gd name="connsiteX0" fmla="*/ 268011 w 269127"/>
                <a:gd name="connsiteY0" fmla="*/ 92011 h 269127"/>
                <a:gd name="connsiteX1" fmla="*/ 179807 w 269127"/>
                <a:gd name="connsiteY1" fmla="*/ 92011 h 269127"/>
                <a:gd name="connsiteX2" fmla="*/ 179807 w 269127"/>
                <a:gd name="connsiteY2" fmla="*/ 3808 h 269127"/>
                <a:gd name="connsiteX3" fmla="*/ 92011 w 269127"/>
                <a:gd name="connsiteY3" fmla="*/ 3808 h 269127"/>
                <a:gd name="connsiteX4" fmla="*/ 92011 w 269127"/>
                <a:gd name="connsiteY4" fmla="*/ 92011 h 269127"/>
                <a:gd name="connsiteX5" fmla="*/ 3808 w 269127"/>
                <a:gd name="connsiteY5" fmla="*/ 92011 h 269127"/>
                <a:gd name="connsiteX6" fmla="*/ 3808 w 269127"/>
                <a:gd name="connsiteY6" fmla="*/ 179808 h 269127"/>
                <a:gd name="connsiteX7" fmla="*/ 92011 w 269127"/>
                <a:gd name="connsiteY7" fmla="*/ 179808 h 269127"/>
                <a:gd name="connsiteX8" fmla="*/ 92011 w 269127"/>
                <a:gd name="connsiteY8" fmla="*/ 268011 h 269127"/>
                <a:gd name="connsiteX9" fmla="*/ 179807 w 269127"/>
                <a:gd name="connsiteY9" fmla="*/ 268011 h 269127"/>
                <a:gd name="connsiteX10" fmla="*/ 179807 w 269127"/>
                <a:gd name="connsiteY10" fmla="*/ 179808 h 269127"/>
                <a:gd name="connsiteX11" fmla="*/ 268011 w 269127"/>
                <a:gd name="connsiteY11" fmla="*/ 179808 h 269127"/>
                <a:gd name="connsiteX12" fmla="*/ 268011 w 269127"/>
                <a:gd name="connsiteY12" fmla="*/ 92011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8011" y="92011"/>
                  </a:moveTo>
                  <a:lnTo>
                    <a:pt x="179807" y="92011"/>
                  </a:lnTo>
                  <a:lnTo>
                    <a:pt x="179807" y="3808"/>
                  </a:lnTo>
                  <a:lnTo>
                    <a:pt x="92011" y="3808"/>
                  </a:lnTo>
                  <a:lnTo>
                    <a:pt x="92011" y="92011"/>
                  </a:lnTo>
                  <a:lnTo>
                    <a:pt x="3808" y="92011"/>
                  </a:lnTo>
                  <a:lnTo>
                    <a:pt x="3808" y="179808"/>
                  </a:lnTo>
                  <a:lnTo>
                    <a:pt x="92011" y="179808"/>
                  </a:lnTo>
                  <a:lnTo>
                    <a:pt x="92011" y="268011"/>
                  </a:lnTo>
                  <a:lnTo>
                    <a:pt x="179807" y="268011"/>
                  </a:lnTo>
                  <a:lnTo>
                    <a:pt x="179807" y="179808"/>
                  </a:lnTo>
                  <a:lnTo>
                    <a:pt x="268011" y="179808"/>
                  </a:lnTo>
                  <a:lnTo>
                    <a:pt x="268011" y="92011"/>
                  </a:lnTo>
                  <a:close/>
                </a:path>
              </a:pathLst>
            </a:custGeom>
            <a:solidFill>
              <a:schemeClr val="bg1">
                <a:alpha val="6000"/>
              </a:schemeClr>
            </a:solid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A0FD10DB-BDEB-4230-B642-9DEB07CEF524}"/>
                </a:ext>
              </a:extLst>
            </p:cNvPr>
            <p:cNvSpPr/>
            <p:nvPr/>
          </p:nvSpPr>
          <p:spPr>
            <a:xfrm>
              <a:off x="8608689" y="1161267"/>
              <a:ext cx="1630001" cy="1630001"/>
            </a:xfrm>
            <a:custGeom>
              <a:avLst/>
              <a:gdLst>
                <a:gd name="connsiteX0" fmla="*/ 1630864 w 1630000"/>
                <a:gd name="connsiteY0" fmla="*/ 547091 h 1630000"/>
                <a:gd name="connsiteX1" fmla="*/ 1087582 w 1630000"/>
                <a:gd name="connsiteY1" fmla="*/ 547091 h 1630000"/>
                <a:gd name="connsiteX2" fmla="*/ 1087582 w 1630000"/>
                <a:gd name="connsiteY2" fmla="*/ 3808 h 1630000"/>
                <a:gd name="connsiteX3" fmla="*/ 547091 w 1630000"/>
                <a:gd name="connsiteY3" fmla="*/ 3808 h 1630000"/>
                <a:gd name="connsiteX4" fmla="*/ 547091 w 1630000"/>
                <a:gd name="connsiteY4" fmla="*/ 547091 h 1630000"/>
                <a:gd name="connsiteX5" fmla="*/ 3808 w 1630000"/>
                <a:gd name="connsiteY5" fmla="*/ 547091 h 1630000"/>
                <a:gd name="connsiteX6" fmla="*/ 3808 w 1630000"/>
                <a:gd name="connsiteY6" fmla="*/ 1087581 h 1630000"/>
                <a:gd name="connsiteX7" fmla="*/ 547091 w 1630000"/>
                <a:gd name="connsiteY7" fmla="*/ 1087581 h 1630000"/>
                <a:gd name="connsiteX8" fmla="*/ 547091 w 1630000"/>
                <a:gd name="connsiteY8" fmla="*/ 1630864 h 1630000"/>
                <a:gd name="connsiteX9" fmla="*/ 1087582 w 1630000"/>
                <a:gd name="connsiteY9" fmla="*/ 1630864 h 1630000"/>
                <a:gd name="connsiteX10" fmla="*/ 1087582 w 1630000"/>
                <a:gd name="connsiteY10" fmla="*/ 1087581 h 1630000"/>
                <a:gd name="connsiteX11" fmla="*/ 1630864 w 1630000"/>
                <a:gd name="connsiteY11" fmla="*/ 1087581 h 1630000"/>
                <a:gd name="connsiteX12" fmla="*/ 1630864 w 1630000"/>
                <a:gd name="connsiteY12" fmla="*/ 547091 h 163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000" h="1630000">
                  <a:moveTo>
                    <a:pt x="1630864" y="547091"/>
                  </a:moveTo>
                  <a:lnTo>
                    <a:pt x="1087582" y="547091"/>
                  </a:lnTo>
                  <a:lnTo>
                    <a:pt x="1087582" y="3808"/>
                  </a:lnTo>
                  <a:lnTo>
                    <a:pt x="547091" y="3808"/>
                  </a:lnTo>
                  <a:lnTo>
                    <a:pt x="547091" y="547091"/>
                  </a:lnTo>
                  <a:lnTo>
                    <a:pt x="3808" y="547091"/>
                  </a:lnTo>
                  <a:lnTo>
                    <a:pt x="3808" y="1087581"/>
                  </a:lnTo>
                  <a:lnTo>
                    <a:pt x="547091" y="1087581"/>
                  </a:lnTo>
                  <a:lnTo>
                    <a:pt x="547091" y="1630864"/>
                  </a:lnTo>
                  <a:lnTo>
                    <a:pt x="1087582" y="1630864"/>
                  </a:lnTo>
                  <a:lnTo>
                    <a:pt x="1087582" y="1087581"/>
                  </a:lnTo>
                  <a:lnTo>
                    <a:pt x="1630864" y="1087581"/>
                  </a:lnTo>
                  <a:lnTo>
                    <a:pt x="1630864" y="547091"/>
                  </a:lnTo>
                  <a:close/>
                </a:path>
              </a:pathLst>
            </a:custGeom>
            <a:solidFill>
              <a:schemeClr val="bg1">
                <a:alpha val="6000"/>
              </a:schemeClr>
            </a:solidFill>
            <a:ln w="9525" cap="flat">
              <a:noFill/>
              <a:prstDash val="solid"/>
              <a:miter/>
            </a:ln>
          </p:spPr>
          <p:txBody>
            <a:bodyPr rtlCol="0" anchor="ctr"/>
            <a:lstStyle/>
            <a:p>
              <a:endParaRPr lang="en-US" dirty="0"/>
            </a:p>
          </p:txBody>
        </p:sp>
        <p:grpSp>
          <p:nvGrpSpPr>
            <p:cNvPr id="222" name="Group 221">
              <a:extLst>
                <a:ext uri="{FF2B5EF4-FFF2-40B4-BE49-F238E27FC236}">
                  <a16:creationId xmlns:a16="http://schemas.microsoft.com/office/drawing/2014/main" id="{58430323-3F23-4A26-AD18-F3806089EE74}"/>
                </a:ext>
              </a:extLst>
            </p:cNvPr>
            <p:cNvGrpSpPr/>
            <p:nvPr/>
          </p:nvGrpSpPr>
          <p:grpSpPr>
            <a:xfrm>
              <a:off x="2403515" y="1010099"/>
              <a:ext cx="8232063" cy="5494271"/>
              <a:chOff x="2403515" y="1010099"/>
              <a:chExt cx="8232063" cy="5494271"/>
            </a:xfrm>
          </p:grpSpPr>
          <p:sp>
            <p:nvSpPr>
              <p:cNvPr id="223" name="Freeform: Shape 222">
                <a:extLst>
                  <a:ext uri="{FF2B5EF4-FFF2-40B4-BE49-F238E27FC236}">
                    <a16:creationId xmlns:a16="http://schemas.microsoft.com/office/drawing/2014/main" id="{276AE255-0570-4329-AF5D-069C38BA24FC}"/>
                  </a:ext>
                </a:extLst>
              </p:cNvPr>
              <p:cNvSpPr/>
              <p:nvPr/>
            </p:nvSpPr>
            <p:spPr>
              <a:xfrm>
                <a:off x="4789816" y="5168886"/>
                <a:ext cx="1335484" cy="1335484"/>
              </a:xfrm>
              <a:custGeom>
                <a:avLst/>
                <a:gdLst>
                  <a:gd name="connsiteX0" fmla="*/ 1336651 w 1335483"/>
                  <a:gd name="connsiteY0" fmla="*/ 448885 h 1335483"/>
                  <a:gd name="connsiteX1" fmla="*/ 891626 w 1335483"/>
                  <a:gd name="connsiteY1" fmla="*/ 448885 h 1335483"/>
                  <a:gd name="connsiteX2" fmla="*/ 891626 w 1335483"/>
                  <a:gd name="connsiteY2" fmla="*/ 3808 h 1335483"/>
                  <a:gd name="connsiteX3" fmla="*/ 448834 w 1335483"/>
                  <a:gd name="connsiteY3" fmla="*/ 3808 h 1335483"/>
                  <a:gd name="connsiteX4" fmla="*/ 448834 w 1335483"/>
                  <a:gd name="connsiteY4" fmla="*/ 448885 h 1335483"/>
                  <a:gd name="connsiteX5" fmla="*/ 3808 w 1335483"/>
                  <a:gd name="connsiteY5" fmla="*/ 448885 h 1335483"/>
                  <a:gd name="connsiteX6" fmla="*/ 3808 w 1335483"/>
                  <a:gd name="connsiteY6" fmla="*/ 891626 h 1335483"/>
                  <a:gd name="connsiteX7" fmla="*/ 448834 w 1335483"/>
                  <a:gd name="connsiteY7" fmla="*/ 891626 h 1335483"/>
                  <a:gd name="connsiteX8" fmla="*/ 448834 w 1335483"/>
                  <a:gd name="connsiteY8" fmla="*/ 1336702 h 1335483"/>
                  <a:gd name="connsiteX9" fmla="*/ 891626 w 1335483"/>
                  <a:gd name="connsiteY9" fmla="*/ 1336702 h 1335483"/>
                  <a:gd name="connsiteX10" fmla="*/ 891626 w 1335483"/>
                  <a:gd name="connsiteY10" fmla="*/ 891626 h 1335483"/>
                  <a:gd name="connsiteX11" fmla="*/ 1336651 w 1335483"/>
                  <a:gd name="connsiteY11" fmla="*/ 891626 h 1335483"/>
                  <a:gd name="connsiteX12" fmla="*/ 1336651 w 1335483"/>
                  <a:gd name="connsiteY12" fmla="*/ 448885 h 1335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5483" h="1335483">
                    <a:moveTo>
                      <a:pt x="1336651" y="448885"/>
                    </a:moveTo>
                    <a:lnTo>
                      <a:pt x="891626" y="448885"/>
                    </a:lnTo>
                    <a:lnTo>
                      <a:pt x="891626" y="3808"/>
                    </a:lnTo>
                    <a:lnTo>
                      <a:pt x="448834" y="3808"/>
                    </a:lnTo>
                    <a:lnTo>
                      <a:pt x="448834" y="448885"/>
                    </a:lnTo>
                    <a:lnTo>
                      <a:pt x="3808" y="448885"/>
                    </a:lnTo>
                    <a:lnTo>
                      <a:pt x="3808" y="891626"/>
                    </a:lnTo>
                    <a:lnTo>
                      <a:pt x="448834" y="891626"/>
                    </a:lnTo>
                    <a:lnTo>
                      <a:pt x="448834" y="1336702"/>
                    </a:lnTo>
                    <a:lnTo>
                      <a:pt x="891626" y="1336702"/>
                    </a:lnTo>
                    <a:lnTo>
                      <a:pt x="891626" y="891626"/>
                    </a:lnTo>
                    <a:lnTo>
                      <a:pt x="1336651" y="891626"/>
                    </a:lnTo>
                    <a:lnTo>
                      <a:pt x="1336651" y="448885"/>
                    </a:lnTo>
                    <a:close/>
                  </a:path>
                </a:pathLst>
              </a:custGeom>
              <a:solidFill>
                <a:schemeClr val="bg1">
                  <a:alpha val="27000"/>
                </a:schemeClr>
              </a:solid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31769E2A-13C1-4DB7-AED7-401BE5C6F85A}"/>
                  </a:ext>
                </a:extLst>
              </p:cNvPr>
              <p:cNvSpPr/>
              <p:nvPr/>
            </p:nvSpPr>
            <p:spPr>
              <a:xfrm>
                <a:off x="10183646" y="1010099"/>
                <a:ext cx="451932" cy="451932"/>
              </a:xfrm>
              <a:custGeom>
                <a:avLst/>
                <a:gdLst>
                  <a:gd name="connsiteX0" fmla="*/ 451272 w 451931"/>
                  <a:gd name="connsiteY0" fmla="*/ 153200 h 451931"/>
                  <a:gd name="connsiteX1" fmla="*/ 301829 w 451931"/>
                  <a:gd name="connsiteY1" fmla="*/ 153200 h 451931"/>
                  <a:gd name="connsiteX2" fmla="*/ 301829 w 451931"/>
                  <a:gd name="connsiteY2" fmla="*/ 3808 h 451931"/>
                  <a:gd name="connsiteX3" fmla="*/ 153200 w 451931"/>
                  <a:gd name="connsiteY3" fmla="*/ 3808 h 451931"/>
                  <a:gd name="connsiteX4" fmla="*/ 153200 w 451931"/>
                  <a:gd name="connsiteY4" fmla="*/ 153200 h 451931"/>
                  <a:gd name="connsiteX5" fmla="*/ 3808 w 451931"/>
                  <a:gd name="connsiteY5" fmla="*/ 153200 h 451931"/>
                  <a:gd name="connsiteX6" fmla="*/ 3808 w 451931"/>
                  <a:gd name="connsiteY6" fmla="*/ 301829 h 451931"/>
                  <a:gd name="connsiteX7" fmla="*/ 153200 w 451931"/>
                  <a:gd name="connsiteY7" fmla="*/ 301829 h 451931"/>
                  <a:gd name="connsiteX8" fmla="*/ 153200 w 451931"/>
                  <a:gd name="connsiteY8" fmla="*/ 451272 h 451931"/>
                  <a:gd name="connsiteX9" fmla="*/ 301829 w 451931"/>
                  <a:gd name="connsiteY9" fmla="*/ 451272 h 451931"/>
                  <a:gd name="connsiteX10" fmla="*/ 301829 w 451931"/>
                  <a:gd name="connsiteY10" fmla="*/ 301829 h 451931"/>
                  <a:gd name="connsiteX11" fmla="*/ 451272 w 451931"/>
                  <a:gd name="connsiteY11" fmla="*/ 301829 h 451931"/>
                  <a:gd name="connsiteX12" fmla="*/ 451272 w 451931"/>
                  <a:gd name="connsiteY12" fmla="*/ 153200 h 45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1931" h="451931">
                    <a:moveTo>
                      <a:pt x="451272" y="153200"/>
                    </a:moveTo>
                    <a:lnTo>
                      <a:pt x="301829" y="153200"/>
                    </a:lnTo>
                    <a:lnTo>
                      <a:pt x="301829" y="3808"/>
                    </a:lnTo>
                    <a:lnTo>
                      <a:pt x="153200" y="3808"/>
                    </a:lnTo>
                    <a:lnTo>
                      <a:pt x="153200" y="153200"/>
                    </a:lnTo>
                    <a:lnTo>
                      <a:pt x="3808" y="153200"/>
                    </a:lnTo>
                    <a:lnTo>
                      <a:pt x="3808" y="301829"/>
                    </a:lnTo>
                    <a:lnTo>
                      <a:pt x="153200" y="301829"/>
                    </a:lnTo>
                    <a:lnTo>
                      <a:pt x="153200" y="451272"/>
                    </a:lnTo>
                    <a:lnTo>
                      <a:pt x="301829" y="451272"/>
                    </a:lnTo>
                    <a:lnTo>
                      <a:pt x="301829" y="301829"/>
                    </a:lnTo>
                    <a:lnTo>
                      <a:pt x="451272" y="301829"/>
                    </a:lnTo>
                    <a:lnTo>
                      <a:pt x="451272" y="153200"/>
                    </a:lnTo>
                    <a:close/>
                  </a:path>
                </a:pathLst>
              </a:custGeom>
              <a:solidFill>
                <a:schemeClr val="bg1">
                  <a:alpha val="19000"/>
                </a:schemeClr>
              </a:solid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FC1E0116-4827-454F-A7A8-51FD9F70418E}"/>
                  </a:ext>
                </a:extLst>
              </p:cNvPr>
              <p:cNvSpPr/>
              <p:nvPr/>
            </p:nvSpPr>
            <p:spPr>
              <a:xfrm>
                <a:off x="2403515" y="4607576"/>
                <a:ext cx="1142524" cy="1142524"/>
              </a:xfrm>
              <a:custGeom>
                <a:avLst/>
                <a:gdLst>
                  <a:gd name="connsiteX0" fmla="*/ 1139681 w 1142523"/>
                  <a:gd name="connsiteY0" fmla="*/ 383076 h 1142523"/>
                  <a:gd name="connsiteX1" fmla="*/ 760413 w 1142523"/>
                  <a:gd name="connsiteY1" fmla="*/ 383076 h 1142523"/>
                  <a:gd name="connsiteX2" fmla="*/ 760413 w 1142523"/>
                  <a:gd name="connsiteY2" fmla="*/ 3808 h 1142523"/>
                  <a:gd name="connsiteX3" fmla="*/ 383076 w 1142523"/>
                  <a:gd name="connsiteY3" fmla="*/ 3808 h 1142523"/>
                  <a:gd name="connsiteX4" fmla="*/ 383076 w 1142523"/>
                  <a:gd name="connsiteY4" fmla="*/ 383076 h 1142523"/>
                  <a:gd name="connsiteX5" fmla="*/ 3808 w 1142523"/>
                  <a:gd name="connsiteY5" fmla="*/ 383076 h 1142523"/>
                  <a:gd name="connsiteX6" fmla="*/ 3808 w 1142523"/>
                  <a:gd name="connsiteY6" fmla="*/ 760413 h 1142523"/>
                  <a:gd name="connsiteX7" fmla="*/ 383076 w 1142523"/>
                  <a:gd name="connsiteY7" fmla="*/ 760413 h 1142523"/>
                  <a:gd name="connsiteX8" fmla="*/ 383076 w 1142523"/>
                  <a:gd name="connsiteY8" fmla="*/ 1139681 h 1142523"/>
                  <a:gd name="connsiteX9" fmla="*/ 760413 w 1142523"/>
                  <a:gd name="connsiteY9" fmla="*/ 1139681 h 1142523"/>
                  <a:gd name="connsiteX10" fmla="*/ 760413 w 1142523"/>
                  <a:gd name="connsiteY10" fmla="*/ 760413 h 1142523"/>
                  <a:gd name="connsiteX11" fmla="*/ 1139681 w 1142523"/>
                  <a:gd name="connsiteY11" fmla="*/ 760413 h 1142523"/>
                  <a:gd name="connsiteX12" fmla="*/ 1139681 w 1142523"/>
                  <a:gd name="connsiteY12" fmla="*/ 383076 h 1142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2523" h="1142523">
                    <a:moveTo>
                      <a:pt x="1139681" y="383076"/>
                    </a:moveTo>
                    <a:lnTo>
                      <a:pt x="760413" y="383076"/>
                    </a:lnTo>
                    <a:lnTo>
                      <a:pt x="760413" y="3808"/>
                    </a:lnTo>
                    <a:lnTo>
                      <a:pt x="383076" y="3808"/>
                    </a:lnTo>
                    <a:lnTo>
                      <a:pt x="383076" y="383076"/>
                    </a:lnTo>
                    <a:lnTo>
                      <a:pt x="3808" y="383076"/>
                    </a:lnTo>
                    <a:lnTo>
                      <a:pt x="3808" y="760413"/>
                    </a:lnTo>
                    <a:lnTo>
                      <a:pt x="383076" y="760413"/>
                    </a:lnTo>
                    <a:lnTo>
                      <a:pt x="383076" y="1139681"/>
                    </a:lnTo>
                    <a:lnTo>
                      <a:pt x="760413" y="1139681"/>
                    </a:lnTo>
                    <a:lnTo>
                      <a:pt x="760413" y="760413"/>
                    </a:lnTo>
                    <a:lnTo>
                      <a:pt x="1139681" y="760413"/>
                    </a:lnTo>
                    <a:lnTo>
                      <a:pt x="1139681" y="383076"/>
                    </a:lnTo>
                    <a:close/>
                  </a:path>
                </a:pathLst>
              </a:custGeom>
              <a:solidFill>
                <a:schemeClr val="bg1">
                  <a:alpha val="17000"/>
                </a:schemeClr>
              </a:solid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0801157A-EF83-453F-84C0-F0646F046F2F}"/>
                  </a:ext>
                </a:extLst>
              </p:cNvPr>
              <p:cNvSpPr/>
              <p:nvPr/>
            </p:nvSpPr>
            <p:spPr>
              <a:xfrm>
                <a:off x="5833524" y="2327454"/>
                <a:ext cx="2158101" cy="2158101"/>
              </a:xfrm>
              <a:custGeom>
                <a:avLst/>
                <a:gdLst>
                  <a:gd name="connsiteX0" fmla="*/ 2158964 w 2158100"/>
                  <a:gd name="connsiteY0" fmla="*/ 723446 h 2158100"/>
                  <a:gd name="connsiteX1" fmla="*/ 1439326 w 2158100"/>
                  <a:gd name="connsiteY1" fmla="*/ 723446 h 2158100"/>
                  <a:gd name="connsiteX2" fmla="*/ 1439326 w 2158100"/>
                  <a:gd name="connsiteY2" fmla="*/ 3808 h 2158100"/>
                  <a:gd name="connsiteX3" fmla="*/ 723446 w 2158100"/>
                  <a:gd name="connsiteY3" fmla="*/ 3808 h 2158100"/>
                  <a:gd name="connsiteX4" fmla="*/ 723446 w 2158100"/>
                  <a:gd name="connsiteY4" fmla="*/ 723446 h 2158100"/>
                  <a:gd name="connsiteX5" fmla="*/ 3808 w 2158100"/>
                  <a:gd name="connsiteY5" fmla="*/ 723446 h 2158100"/>
                  <a:gd name="connsiteX6" fmla="*/ 3808 w 2158100"/>
                  <a:gd name="connsiteY6" fmla="*/ 1439326 h 2158100"/>
                  <a:gd name="connsiteX7" fmla="*/ 723446 w 2158100"/>
                  <a:gd name="connsiteY7" fmla="*/ 1439326 h 2158100"/>
                  <a:gd name="connsiteX8" fmla="*/ 723446 w 2158100"/>
                  <a:gd name="connsiteY8" fmla="*/ 2159015 h 2158100"/>
                  <a:gd name="connsiteX9" fmla="*/ 1439326 w 2158100"/>
                  <a:gd name="connsiteY9" fmla="*/ 2159015 h 2158100"/>
                  <a:gd name="connsiteX10" fmla="*/ 1439326 w 2158100"/>
                  <a:gd name="connsiteY10" fmla="*/ 1439326 h 2158100"/>
                  <a:gd name="connsiteX11" fmla="*/ 2158964 w 2158100"/>
                  <a:gd name="connsiteY11" fmla="*/ 1439326 h 2158100"/>
                  <a:gd name="connsiteX12" fmla="*/ 2158964 w 2158100"/>
                  <a:gd name="connsiteY12" fmla="*/ 723446 h 215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8100" h="2158100">
                    <a:moveTo>
                      <a:pt x="2158964" y="723446"/>
                    </a:moveTo>
                    <a:lnTo>
                      <a:pt x="1439326" y="723446"/>
                    </a:lnTo>
                    <a:lnTo>
                      <a:pt x="1439326" y="3808"/>
                    </a:lnTo>
                    <a:lnTo>
                      <a:pt x="723446" y="3808"/>
                    </a:lnTo>
                    <a:lnTo>
                      <a:pt x="723446" y="723446"/>
                    </a:lnTo>
                    <a:lnTo>
                      <a:pt x="3808" y="723446"/>
                    </a:lnTo>
                    <a:lnTo>
                      <a:pt x="3808" y="1439326"/>
                    </a:lnTo>
                    <a:lnTo>
                      <a:pt x="723446" y="1439326"/>
                    </a:lnTo>
                    <a:lnTo>
                      <a:pt x="723446" y="2159015"/>
                    </a:lnTo>
                    <a:lnTo>
                      <a:pt x="1439326" y="2159015"/>
                    </a:lnTo>
                    <a:lnTo>
                      <a:pt x="1439326" y="1439326"/>
                    </a:lnTo>
                    <a:lnTo>
                      <a:pt x="2158964" y="1439326"/>
                    </a:lnTo>
                    <a:lnTo>
                      <a:pt x="2158964" y="723446"/>
                    </a:lnTo>
                    <a:close/>
                  </a:path>
                </a:pathLst>
              </a:custGeom>
              <a:solidFill>
                <a:schemeClr val="bg1">
                  <a:alpha val="30000"/>
                </a:schemeClr>
              </a:solidFill>
              <a:ln w="9525" cap="flat">
                <a:noFill/>
                <a:prstDash val="solid"/>
                <a:miter/>
              </a:ln>
            </p:spPr>
            <p:txBody>
              <a:bodyPr rtlCol="0" anchor="ctr"/>
              <a:lstStyle/>
              <a:p>
                <a:endParaRPr lang="en-US"/>
              </a:p>
            </p:txBody>
          </p:sp>
        </p:grpSp>
      </p:grpSp>
      <p:sp>
        <p:nvSpPr>
          <p:cNvPr id="2" name="Rectangle 1">
            <a:extLst>
              <a:ext uri="{FF2B5EF4-FFF2-40B4-BE49-F238E27FC236}">
                <a16:creationId xmlns:a16="http://schemas.microsoft.com/office/drawing/2014/main" id="{D1F5D632-C815-404A-AEE4-83209A0656DB}"/>
              </a:ext>
            </a:extLst>
          </p:cNvPr>
          <p:cNvSpPr/>
          <p:nvPr/>
        </p:nvSpPr>
        <p:spPr>
          <a:xfrm>
            <a:off x="1" y="221323"/>
            <a:ext cx="12192000" cy="641472"/>
          </a:xfrm>
          <a:prstGeom prst="rect">
            <a:avLst/>
          </a:prstGeom>
          <a:solidFill>
            <a:schemeClr val="bg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0B723D77-3A82-4F5A-ADCE-FC084D18A00C}"/>
              </a:ext>
            </a:extLst>
          </p:cNvPr>
          <p:cNvGrpSpPr/>
          <p:nvPr/>
        </p:nvGrpSpPr>
        <p:grpSpPr>
          <a:xfrm>
            <a:off x="11046546" y="269723"/>
            <a:ext cx="942696" cy="503396"/>
            <a:chOff x="10971702" y="243966"/>
            <a:chExt cx="990783" cy="523835"/>
          </a:xfrm>
        </p:grpSpPr>
        <p:sp>
          <p:nvSpPr>
            <p:cNvPr id="120" name="Freeform: Shape 119">
              <a:extLst>
                <a:ext uri="{FF2B5EF4-FFF2-40B4-BE49-F238E27FC236}">
                  <a16:creationId xmlns:a16="http://schemas.microsoft.com/office/drawing/2014/main" id="{5A1EB76F-80D1-47F3-AED0-A4C15DC4FB4B}"/>
                </a:ext>
              </a:extLst>
            </p:cNvPr>
            <p:cNvSpPr/>
            <p:nvPr/>
          </p:nvSpPr>
          <p:spPr>
            <a:xfrm>
              <a:off x="10971702" y="243966"/>
              <a:ext cx="379328" cy="523835"/>
            </a:xfrm>
            <a:custGeom>
              <a:avLst/>
              <a:gdLst>
                <a:gd name="connsiteX0" fmla="*/ 177742 w 200025"/>
                <a:gd name="connsiteY0" fmla="*/ 93536 h 276225"/>
                <a:gd name="connsiteX1" fmla="*/ 165265 w 200025"/>
                <a:gd name="connsiteY1" fmla="*/ 93536 h 276225"/>
                <a:gd name="connsiteX2" fmla="*/ 179171 w 200025"/>
                <a:gd name="connsiteY2" fmla="*/ 52674 h 276225"/>
                <a:gd name="connsiteX3" fmla="*/ 196602 w 200025"/>
                <a:gd name="connsiteY3" fmla="*/ 30290 h 276225"/>
                <a:gd name="connsiteX4" fmla="*/ 173457 w 200025"/>
                <a:gd name="connsiteY4" fmla="*/ 7144 h 276225"/>
                <a:gd name="connsiteX5" fmla="*/ 173266 w 200025"/>
                <a:gd name="connsiteY5" fmla="*/ 7145 h 276225"/>
                <a:gd name="connsiteX6" fmla="*/ 150120 w 200025"/>
                <a:gd name="connsiteY6" fmla="*/ 30290 h 276225"/>
                <a:gd name="connsiteX7" fmla="*/ 154216 w 200025"/>
                <a:gd name="connsiteY7" fmla="*/ 42768 h 276225"/>
                <a:gd name="connsiteX8" fmla="*/ 136975 w 200025"/>
                <a:gd name="connsiteY8" fmla="*/ 93536 h 276225"/>
                <a:gd name="connsiteX9" fmla="*/ 19913 w 200025"/>
                <a:gd name="connsiteY9" fmla="*/ 93536 h 276225"/>
                <a:gd name="connsiteX10" fmla="*/ 7150 w 200025"/>
                <a:gd name="connsiteY10" fmla="*/ 106395 h 276225"/>
                <a:gd name="connsiteX11" fmla="*/ 7150 w 200025"/>
                <a:gd name="connsiteY11" fmla="*/ 107824 h 276225"/>
                <a:gd name="connsiteX12" fmla="*/ 19913 w 200025"/>
                <a:gd name="connsiteY12" fmla="*/ 120587 h 276225"/>
                <a:gd name="connsiteX13" fmla="*/ 25723 w 200025"/>
                <a:gd name="connsiteY13" fmla="*/ 120587 h 276225"/>
                <a:gd name="connsiteX14" fmla="*/ 25723 w 200025"/>
                <a:gd name="connsiteY14" fmla="*/ 121254 h 276225"/>
                <a:gd name="connsiteX15" fmla="*/ 41154 w 200025"/>
                <a:gd name="connsiteY15" fmla="*/ 184595 h 276225"/>
                <a:gd name="connsiteX16" fmla="*/ 25723 w 200025"/>
                <a:gd name="connsiteY16" fmla="*/ 247841 h 276225"/>
                <a:gd name="connsiteX17" fmla="*/ 25723 w 200025"/>
                <a:gd name="connsiteY17" fmla="*/ 248508 h 276225"/>
                <a:gd name="connsiteX18" fmla="*/ 19913 w 200025"/>
                <a:gd name="connsiteY18" fmla="*/ 248508 h 276225"/>
                <a:gd name="connsiteX19" fmla="*/ 7150 w 200025"/>
                <a:gd name="connsiteY19" fmla="*/ 261272 h 276225"/>
                <a:gd name="connsiteX20" fmla="*/ 7150 w 200025"/>
                <a:gd name="connsiteY20" fmla="*/ 262796 h 276225"/>
                <a:gd name="connsiteX21" fmla="*/ 19526 w 200025"/>
                <a:gd name="connsiteY21" fmla="*/ 275934 h 276225"/>
                <a:gd name="connsiteX22" fmla="*/ 19913 w 200025"/>
                <a:gd name="connsiteY22" fmla="*/ 275940 h 276225"/>
                <a:gd name="connsiteX23" fmla="*/ 177742 w 200025"/>
                <a:gd name="connsiteY23" fmla="*/ 275940 h 276225"/>
                <a:gd name="connsiteX24" fmla="*/ 190506 w 200025"/>
                <a:gd name="connsiteY24" fmla="*/ 263177 h 276225"/>
                <a:gd name="connsiteX25" fmla="*/ 190506 w 200025"/>
                <a:gd name="connsiteY25" fmla="*/ 261653 h 276225"/>
                <a:gd name="connsiteX26" fmla="*/ 177742 w 200025"/>
                <a:gd name="connsiteY26" fmla="*/ 248889 h 276225"/>
                <a:gd name="connsiteX27" fmla="*/ 172027 w 200025"/>
                <a:gd name="connsiteY27" fmla="*/ 248889 h 276225"/>
                <a:gd name="connsiteX28" fmla="*/ 172027 w 200025"/>
                <a:gd name="connsiteY28" fmla="*/ 248222 h 276225"/>
                <a:gd name="connsiteX29" fmla="*/ 156597 w 200025"/>
                <a:gd name="connsiteY29" fmla="*/ 184976 h 276225"/>
                <a:gd name="connsiteX30" fmla="*/ 172027 w 200025"/>
                <a:gd name="connsiteY30" fmla="*/ 121635 h 276225"/>
                <a:gd name="connsiteX31" fmla="*/ 172027 w 200025"/>
                <a:gd name="connsiteY31" fmla="*/ 120968 h 276225"/>
                <a:gd name="connsiteX32" fmla="*/ 177742 w 200025"/>
                <a:gd name="connsiteY32" fmla="*/ 120968 h 276225"/>
                <a:gd name="connsiteX33" fmla="*/ 190506 w 200025"/>
                <a:gd name="connsiteY33" fmla="*/ 108205 h 276225"/>
                <a:gd name="connsiteX34" fmla="*/ 190506 w 200025"/>
                <a:gd name="connsiteY34" fmla="*/ 106776 h 276225"/>
                <a:gd name="connsiteX35" fmla="*/ 178034 w 200025"/>
                <a:gd name="connsiteY35" fmla="*/ 93542 h 276225"/>
                <a:gd name="connsiteX36" fmla="*/ 177742 w 200025"/>
                <a:gd name="connsiteY36" fmla="*/ 93536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0025" h="276225">
                  <a:moveTo>
                    <a:pt x="177742" y="93536"/>
                  </a:moveTo>
                  <a:lnTo>
                    <a:pt x="165265" y="93536"/>
                  </a:lnTo>
                  <a:lnTo>
                    <a:pt x="179171" y="52674"/>
                  </a:lnTo>
                  <a:cubicBezTo>
                    <a:pt x="189429" y="50095"/>
                    <a:pt x="196615" y="40867"/>
                    <a:pt x="196602" y="30290"/>
                  </a:cubicBezTo>
                  <a:cubicBezTo>
                    <a:pt x="196602" y="17507"/>
                    <a:pt x="186240" y="7144"/>
                    <a:pt x="173457" y="7144"/>
                  </a:cubicBezTo>
                  <a:cubicBezTo>
                    <a:pt x="173393" y="7144"/>
                    <a:pt x="173329" y="7144"/>
                    <a:pt x="173266" y="7145"/>
                  </a:cubicBezTo>
                  <a:cubicBezTo>
                    <a:pt x="160483" y="7145"/>
                    <a:pt x="150120" y="17507"/>
                    <a:pt x="150120" y="30290"/>
                  </a:cubicBezTo>
                  <a:cubicBezTo>
                    <a:pt x="150262" y="34756"/>
                    <a:pt x="151684" y="39087"/>
                    <a:pt x="154216" y="42768"/>
                  </a:cubicBezTo>
                  <a:lnTo>
                    <a:pt x="136975" y="93536"/>
                  </a:lnTo>
                  <a:lnTo>
                    <a:pt x="19913" y="93536"/>
                  </a:lnTo>
                  <a:cubicBezTo>
                    <a:pt x="12849" y="93589"/>
                    <a:pt x="7149" y="99330"/>
                    <a:pt x="7150" y="106395"/>
                  </a:cubicBezTo>
                  <a:lnTo>
                    <a:pt x="7150" y="107824"/>
                  </a:lnTo>
                  <a:cubicBezTo>
                    <a:pt x="7150" y="114873"/>
                    <a:pt x="12864" y="120587"/>
                    <a:pt x="19913" y="120587"/>
                  </a:cubicBezTo>
                  <a:lnTo>
                    <a:pt x="25723" y="120587"/>
                  </a:lnTo>
                  <a:lnTo>
                    <a:pt x="25723" y="121254"/>
                  </a:lnTo>
                  <a:cubicBezTo>
                    <a:pt x="36402" y="140622"/>
                    <a:pt x="41728" y="162486"/>
                    <a:pt x="41154" y="184595"/>
                  </a:cubicBezTo>
                  <a:cubicBezTo>
                    <a:pt x="41744" y="206676"/>
                    <a:pt x="36416" y="228513"/>
                    <a:pt x="25723" y="247841"/>
                  </a:cubicBezTo>
                  <a:lnTo>
                    <a:pt x="25723" y="248508"/>
                  </a:lnTo>
                  <a:lnTo>
                    <a:pt x="19913" y="248508"/>
                  </a:lnTo>
                  <a:cubicBezTo>
                    <a:pt x="12886" y="248560"/>
                    <a:pt x="7201" y="254244"/>
                    <a:pt x="7150" y="261272"/>
                  </a:cubicBezTo>
                  <a:lnTo>
                    <a:pt x="7150" y="262796"/>
                  </a:lnTo>
                  <a:cubicBezTo>
                    <a:pt x="6939" y="269841"/>
                    <a:pt x="12480" y="275724"/>
                    <a:pt x="19526" y="275934"/>
                  </a:cubicBezTo>
                  <a:cubicBezTo>
                    <a:pt x="19655" y="275938"/>
                    <a:pt x="19784" y="275940"/>
                    <a:pt x="19913" y="275940"/>
                  </a:cubicBezTo>
                  <a:lnTo>
                    <a:pt x="177742" y="275940"/>
                  </a:lnTo>
                  <a:cubicBezTo>
                    <a:pt x="184791" y="275940"/>
                    <a:pt x="190506" y="270226"/>
                    <a:pt x="190506" y="263177"/>
                  </a:cubicBezTo>
                  <a:lnTo>
                    <a:pt x="190506" y="261653"/>
                  </a:lnTo>
                  <a:cubicBezTo>
                    <a:pt x="190454" y="254625"/>
                    <a:pt x="184770" y="248941"/>
                    <a:pt x="177742" y="248889"/>
                  </a:cubicBezTo>
                  <a:lnTo>
                    <a:pt x="172027" y="248889"/>
                  </a:lnTo>
                  <a:lnTo>
                    <a:pt x="172027" y="248222"/>
                  </a:lnTo>
                  <a:cubicBezTo>
                    <a:pt x="161335" y="228894"/>
                    <a:pt x="156007" y="207057"/>
                    <a:pt x="156597" y="184976"/>
                  </a:cubicBezTo>
                  <a:cubicBezTo>
                    <a:pt x="156022" y="162867"/>
                    <a:pt x="161349" y="141003"/>
                    <a:pt x="172027" y="121635"/>
                  </a:cubicBezTo>
                  <a:lnTo>
                    <a:pt x="172027" y="120968"/>
                  </a:lnTo>
                  <a:lnTo>
                    <a:pt x="177742" y="120968"/>
                  </a:lnTo>
                  <a:cubicBezTo>
                    <a:pt x="184791" y="120968"/>
                    <a:pt x="190506" y="115254"/>
                    <a:pt x="190506" y="108205"/>
                  </a:cubicBezTo>
                  <a:lnTo>
                    <a:pt x="190506" y="106776"/>
                  </a:lnTo>
                  <a:cubicBezTo>
                    <a:pt x="190716" y="99677"/>
                    <a:pt x="185133" y="93752"/>
                    <a:pt x="178034" y="93542"/>
                  </a:cubicBezTo>
                  <a:cubicBezTo>
                    <a:pt x="177937" y="93539"/>
                    <a:pt x="177840" y="93537"/>
                    <a:pt x="177742" y="93536"/>
                  </a:cubicBezTo>
                  <a:close/>
                </a:path>
              </a:pathLst>
            </a:custGeom>
            <a:solidFill>
              <a:srgbClr val="FFFFFF"/>
            </a:solid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07062DF7-4D09-4289-B519-26824946FB45}"/>
                </a:ext>
              </a:extLst>
            </p:cNvPr>
            <p:cNvSpPr/>
            <p:nvPr/>
          </p:nvSpPr>
          <p:spPr>
            <a:xfrm>
              <a:off x="11051914" y="594576"/>
              <a:ext cx="90316" cy="108380"/>
            </a:xfrm>
            <a:custGeom>
              <a:avLst/>
              <a:gdLst>
                <a:gd name="connsiteX0" fmla="*/ 42767 w 47625"/>
                <a:gd name="connsiteY0" fmla="*/ 43434 h 57150"/>
                <a:gd name="connsiteX1" fmla="*/ 16669 w 47625"/>
                <a:gd name="connsiteY1" fmla="*/ 14859 h 57150"/>
                <a:gd name="connsiteX2" fmla="*/ 42958 w 47625"/>
                <a:gd name="connsiteY2" fmla="*/ 14859 h 57150"/>
                <a:gd name="connsiteX3" fmla="*/ 42958 w 47625"/>
                <a:gd name="connsiteY3" fmla="*/ 7144 h 57150"/>
                <a:gd name="connsiteX4" fmla="*/ 7144 w 47625"/>
                <a:gd name="connsiteY4" fmla="*/ 7144 h 57150"/>
                <a:gd name="connsiteX5" fmla="*/ 43244 w 47625"/>
                <a:gd name="connsiteY5" fmla="*/ 52578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25" h="57150">
                  <a:moveTo>
                    <a:pt x="42767" y="43434"/>
                  </a:moveTo>
                  <a:cubicBezTo>
                    <a:pt x="29871" y="38821"/>
                    <a:pt x="20097" y="28119"/>
                    <a:pt x="16669" y="14859"/>
                  </a:cubicBezTo>
                  <a:lnTo>
                    <a:pt x="42958" y="14859"/>
                  </a:lnTo>
                  <a:lnTo>
                    <a:pt x="42958" y="7144"/>
                  </a:lnTo>
                  <a:lnTo>
                    <a:pt x="7144" y="7144"/>
                  </a:lnTo>
                  <a:cubicBezTo>
                    <a:pt x="8232" y="28447"/>
                    <a:pt x="22738" y="46703"/>
                    <a:pt x="43244" y="52578"/>
                  </a:cubicBezTo>
                  <a:close/>
                </a:path>
              </a:pathLst>
            </a:custGeom>
            <a:solidFill>
              <a:srgbClr val="0055A5"/>
            </a:solid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AA81E50F-AAD3-45B7-A10A-65F49E9FD6C2}"/>
                </a:ext>
              </a:extLst>
            </p:cNvPr>
            <p:cNvSpPr/>
            <p:nvPr/>
          </p:nvSpPr>
          <p:spPr>
            <a:xfrm>
              <a:off x="11124168" y="593313"/>
              <a:ext cx="36127" cy="108380"/>
            </a:xfrm>
            <a:custGeom>
              <a:avLst/>
              <a:gdLst>
                <a:gd name="connsiteX0" fmla="*/ 7144 w 19050"/>
                <a:gd name="connsiteY0" fmla="*/ 7620 h 57150"/>
                <a:gd name="connsiteX1" fmla="*/ 7144 w 19050"/>
                <a:gd name="connsiteY1" fmla="*/ 53626 h 57150"/>
                <a:gd name="connsiteX2" fmla="*/ 15335 w 19050"/>
                <a:gd name="connsiteY2" fmla="*/ 54769 h 57150"/>
                <a:gd name="connsiteX3" fmla="*/ 15335 w 19050"/>
                <a:gd name="connsiteY3" fmla="*/ 7144 h 57150"/>
              </a:gdLst>
              <a:ahLst/>
              <a:cxnLst>
                <a:cxn ang="0">
                  <a:pos x="connsiteX0" y="connsiteY0"/>
                </a:cxn>
                <a:cxn ang="0">
                  <a:pos x="connsiteX1" y="connsiteY1"/>
                </a:cxn>
                <a:cxn ang="0">
                  <a:pos x="connsiteX2" y="connsiteY2"/>
                </a:cxn>
                <a:cxn ang="0">
                  <a:pos x="connsiteX3" y="connsiteY3"/>
                </a:cxn>
              </a:cxnLst>
              <a:rect l="l" t="t" r="r" b="b"/>
              <a:pathLst>
                <a:path w="19050" h="57150">
                  <a:moveTo>
                    <a:pt x="7144" y="7620"/>
                  </a:moveTo>
                  <a:lnTo>
                    <a:pt x="7144" y="53626"/>
                  </a:lnTo>
                  <a:cubicBezTo>
                    <a:pt x="9827" y="54293"/>
                    <a:pt x="12572" y="54676"/>
                    <a:pt x="15335" y="54769"/>
                  </a:cubicBezTo>
                  <a:lnTo>
                    <a:pt x="15335" y="7144"/>
                  </a:lnTo>
                  <a:close/>
                </a:path>
              </a:pathLst>
            </a:custGeom>
            <a:solidFill>
              <a:srgbClr val="ED174F"/>
            </a:solid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25BD4E3B-95A6-47D9-8CC0-A2564798CEE3}"/>
                </a:ext>
              </a:extLst>
            </p:cNvPr>
            <p:cNvSpPr/>
            <p:nvPr/>
          </p:nvSpPr>
          <p:spPr>
            <a:xfrm>
              <a:off x="11152166" y="495228"/>
              <a:ext cx="108380" cy="198696"/>
            </a:xfrm>
            <a:custGeom>
              <a:avLst/>
              <a:gdLst>
                <a:gd name="connsiteX0" fmla="*/ 14954 w 57150"/>
                <a:gd name="connsiteY0" fmla="*/ 8192 h 104775"/>
                <a:gd name="connsiteX1" fmla="*/ 14954 w 57150"/>
                <a:gd name="connsiteY1" fmla="*/ 8192 h 104775"/>
                <a:gd name="connsiteX2" fmla="*/ 7144 w 57150"/>
                <a:gd name="connsiteY2" fmla="*/ 7144 h 104775"/>
                <a:gd name="connsiteX3" fmla="*/ 7144 w 57150"/>
                <a:gd name="connsiteY3" fmla="*/ 8192 h 104775"/>
                <a:gd name="connsiteX4" fmla="*/ 7144 w 57150"/>
                <a:gd name="connsiteY4" fmla="*/ 8192 h 104775"/>
                <a:gd name="connsiteX5" fmla="*/ 7144 w 57150"/>
                <a:gd name="connsiteY5" fmla="*/ 103442 h 104775"/>
                <a:gd name="connsiteX6" fmla="*/ 7144 w 57150"/>
                <a:gd name="connsiteY6" fmla="*/ 103442 h 104775"/>
                <a:gd name="connsiteX7" fmla="*/ 7144 w 57150"/>
                <a:gd name="connsiteY7" fmla="*/ 106775 h 104775"/>
                <a:gd name="connsiteX8" fmla="*/ 53912 w 57150"/>
                <a:gd name="connsiteY8" fmla="*/ 56960 h 104775"/>
                <a:gd name="connsiteX9" fmla="*/ 14954 w 57150"/>
                <a:gd name="connsiteY9" fmla="*/ 8192 h 104775"/>
                <a:gd name="connsiteX10" fmla="*/ 14954 w 57150"/>
                <a:gd name="connsiteY10" fmla="*/ 96584 h 104775"/>
                <a:gd name="connsiteX11" fmla="*/ 14954 w 57150"/>
                <a:gd name="connsiteY11" fmla="*/ 17050 h 104775"/>
                <a:gd name="connsiteX12" fmla="*/ 45053 w 57150"/>
                <a:gd name="connsiteY12" fmla="*/ 56769 h 104775"/>
                <a:gd name="connsiteX13" fmla="*/ 14954 w 57150"/>
                <a:gd name="connsiteY13" fmla="*/ 96584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150" h="104775">
                  <a:moveTo>
                    <a:pt x="14954" y="8192"/>
                  </a:moveTo>
                  <a:lnTo>
                    <a:pt x="14954" y="8192"/>
                  </a:lnTo>
                  <a:cubicBezTo>
                    <a:pt x="12389" y="7603"/>
                    <a:pt x="9774" y="7252"/>
                    <a:pt x="7144" y="7144"/>
                  </a:cubicBezTo>
                  <a:lnTo>
                    <a:pt x="7144" y="8192"/>
                  </a:lnTo>
                  <a:lnTo>
                    <a:pt x="7144" y="8192"/>
                  </a:lnTo>
                  <a:lnTo>
                    <a:pt x="7144" y="103442"/>
                  </a:lnTo>
                  <a:lnTo>
                    <a:pt x="7144" y="103442"/>
                  </a:lnTo>
                  <a:lnTo>
                    <a:pt x="7144" y="106775"/>
                  </a:lnTo>
                  <a:cubicBezTo>
                    <a:pt x="33438" y="105116"/>
                    <a:pt x="53914" y="83306"/>
                    <a:pt x="53912" y="56960"/>
                  </a:cubicBezTo>
                  <a:cubicBezTo>
                    <a:pt x="53946" y="33587"/>
                    <a:pt x="37757" y="13321"/>
                    <a:pt x="14954" y="8192"/>
                  </a:cubicBezTo>
                  <a:close/>
                  <a:moveTo>
                    <a:pt x="14954" y="96584"/>
                  </a:moveTo>
                  <a:lnTo>
                    <a:pt x="14954" y="17050"/>
                  </a:lnTo>
                  <a:cubicBezTo>
                    <a:pt x="32737" y="22074"/>
                    <a:pt x="45026" y="38290"/>
                    <a:pt x="45053" y="56769"/>
                  </a:cubicBezTo>
                  <a:cubicBezTo>
                    <a:pt x="45036" y="75273"/>
                    <a:pt x="32752" y="91522"/>
                    <a:pt x="14954" y="96584"/>
                  </a:cubicBezTo>
                  <a:close/>
                </a:path>
              </a:pathLst>
            </a:custGeom>
            <a:solidFill>
              <a:srgbClr val="ED174F"/>
            </a:solid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E530307-34A9-48FA-A5F7-17F35DA8E410}"/>
                </a:ext>
              </a:extLst>
            </p:cNvPr>
            <p:cNvSpPr/>
            <p:nvPr/>
          </p:nvSpPr>
          <p:spPr>
            <a:xfrm>
              <a:off x="11051914" y="495589"/>
              <a:ext cx="108380" cy="108380"/>
            </a:xfrm>
            <a:custGeom>
              <a:avLst/>
              <a:gdLst>
                <a:gd name="connsiteX0" fmla="*/ 53816 w 57150"/>
                <a:gd name="connsiteY0" fmla="*/ 53531 h 57150"/>
                <a:gd name="connsiteX1" fmla="*/ 53816 w 57150"/>
                <a:gd name="connsiteY1" fmla="*/ 45244 h 57150"/>
                <a:gd name="connsiteX2" fmla="*/ 53816 w 57150"/>
                <a:gd name="connsiteY2" fmla="*/ 45244 h 57150"/>
                <a:gd name="connsiteX3" fmla="*/ 53816 w 57150"/>
                <a:gd name="connsiteY3" fmla="*/ 7144 h 57150"/>
                <a:gd name="connsiteX4" fmla="*/ 7144 w 57150"/>
                <a:gd name="connsiteY4" fmla="*/ 53531 h 57150"/>
                <a:gd name="connsiteX5" fmla="*/ 53816 w 57150"/>
                <a:gd name="connsiteY5" fmla="*/ 53531 h 57150"/>
                <a:gd name="connsiteX6" fmla="*/ 45244 w 57150"/>
                <a:gd name="connsiteY6" fmla="*/ 16669 h 57150"/>
                <a:gd name="connsiteX7" fmla="*/ 45244 w 57150"/>
                <a:gd name="connsiteY7" fmla="*/ 45244 h 57150"/>
                <a:gd name="connsiteX8" fmla="*/ 16669 w 57150"/>
                <a:gd name="connsiteY8" fmla="*/ 45244 h 57150"/>
                <a:gd name="connsiteX9" fmla="*/ 45244 w 57150"/>
                <a:gd name="connsiteY9" fmla="*/ 166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50" h="57150">
                  <a:moveTo>
                    <a:pt x="53816" y="53531"/>
                  </a:moveTo>
                  <a:lnTo>
                    <a:pt x="53816" y="45244"/>
                  </a:lnTo>
                  <a:lnTo>
                    <a:pt x="53816" y="45244"/>
                  </a:lnTo>
                  <a:lnTo>
                    <a:pt x="53816" y="7144"/>
                  </a:lnTo>
                  <a:cubicBezTo>
                    <a:pt x="28825" y="8709"/>
                    <a:pt x="8863" y="28550"/>
                    <a:pt x="7144" y="53531"/>
                  </a:cubicBezTo>
                  <a:lnTo>
                    <a:pt x="53816" y="53531"/>
                  </a:lnTo>
                  <a:close/>
                  <a:moveTo>
                    <a:pt x="45244" y="16669"/>
                  </a:moveTo>
                  <a:lnTo>
                    <a:pt x="45244" y="45244"/>
                  </a:lnTo>
                  <a:lnTo>
                    <a:pt x="16669" y="45244"/>
                  </a:lnTo>
                  <a:cubicBezTo>
                    <a:pt x="20605" y="31414"/>
                    <a:pt x="31414" y="20605"/>
                    <a:pt x="45244" y="16669"/>
                  </a:cubicBezTo>
                  <a:close/>
                </a:path>
              </a:pathLst>
            </a:custGeom>
            <a:solidFill>
              <a:srgbClr val="ED174F"/>
            </a:solid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501022F3-7047-4695-9B19-DFD52928A5AF}"/>
                </a:ext>
              </a:extLst>
            </p:cNvPr>
            <p:cNvSpPr/>
            <p:nvPr/>
          </p:nvSpPr>
          <p:spPr>
            <a:xfrm>
              <a:off x="11357545" y="416827"/>
              <a:ext cx="108380" cy="234823"/>
            </a:xfrm>
            <a:custGeom>
              <a:avLst/>
              <a:gdLst>
                <a:gd name="connsiteX0" fmla="*/ 7144 w 57150"/>
                <a:gd name="connsiteY0" fmla="*/ 120209 h 123825"/>
                <a:gd name="connsiteX1" fmla="*/ 7144 w 57150"/>
                <a:gd name="connsiteY1" fmla="*/ 7147 h 123825"/>
                <a:gd name="connsiteX2" fmla="*/ 14573 w 57150"/>
                <a:gd name="connsiteY2" fmla="*/ 7147 h 123825"/>
                <a:gd name="connsiteX3" fmla="*/ 46006 w 57150"/>
                <a:gd name="connsiteY3" fmla="*/ 20387 h 123825"/>
                <a:gd name="connsiteX4" fmla="*/ 59055 w 57150"/>
                <a:gd name="connsiteY4" fmla="*/ 52772 h 123825"/>
                <a:gd name="connsiteX5" fmla="*/ 53435 w 57150"/>
                <a:gd name="connsiteY5" fmla="*/ 74584 h 123825"/>
                <a:gd name="connsiteX6" fmla="*/ 38481 w 57150"/>
                <a:gd name="connsiteY6" fmla="*/ 91158 h 123825"/>
                <a:gd name="connsiteX7" fmla="*/ 15145 w 57150"/>
                <a:gd name="connsiteY7" fmla="*/ 98873 h 123825"/>
                <a:gd name="connsiteX8" fmla="*/ 15145 w 57150"/>
                <a:gd name="connsiteY8" fmla="*/ 120209 h 123825"/>
                <a:gd name="connsiteX9" fmla="*/ 15431 w 57150"/>
                <a:gd name="connsiteY9" fmla="*/ 15434 h 123825"/>
                <a:gd name="connsiteX10" fmla="*/ 15431 w 57150"/>
                <a:gd name="connsiteY10" fmla="*/ 90777 h 123825"/>
                <a:gd name="connsiteX11" fmla="*/ 40958 w 57150"/>
                <a:gd name="connsiteY11" fmla="*/ 78870 h 123825"/>
                <a:gd name="connsiteX12" fmla="*/ 51054 w 57150"/>
                <a:gd name="connsiteY12" fmla="*/ 52962 h 123825"/>
                <a:gd name="connsiteX13" fmla="*/ 36481 w 57150"/>
                <a:gd name="connsiteY13" fmla="*/ 22863 h 123825"/>
                <a:gd name="connsiteX14" fmla="*/ 15431 w 57150"/>
                <a:gd name="connsiteY14" fmla="*/ 15053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50" h="123825">
                  <a:moveTo>
                    <a:pt x="7144" y="120209"/>
                  </a:moveTo>
                  <a:lnTo>
                    <a:pt x="7144" y="7147"/>
                  </a:lnTo>
                  <a:lnTo>
                    <a:pt x="14573" y="7147"/>
                  </a:lnTo>
                  <a:cubicBezTo>
                    <a:pt x="26436" y="6999"/>
                    <a:pt x="37824" y="11796"/>
                    <a:pt x="46006" y="20387"/>
                  </a:cubicBezTo>
                  <a:cubicBezTo>
                    <a:pt x="54587" y="28952"/>
                    <a:pt x="59301" y="40649"/>
                    <a:pt x="59055" y="52772"/>
                  </a:cubicBezTo>
                  <a:cubicBezTo>
                    <a:pt x="59093" y="60405"/>
                    <a:pt x="57157" y="67919"/>
                    <a:pt x="53435" y="74584"/>
                  </a:cubicBezTo>
                  <a:cubicBezTo>
                    <a:pt x="49951" y="81297"/>
                    <a:pt x="44802" y="87004"/>
                    <a:pt x="38481" y="91158"/>
                  </a:cubicBezTo>
                  <a:cubicBezTo>
                    <a:pt x="31410" y="95514"/>
                    <a:pt x="23419" y="98156"/>
                    <a:pt x="15145" y="98873"/>
                  </a:cubicBezTo>
                  <a:lnTo>
                    <a:pt x="15145" y="120209"/>
                  </a:lnTo>
                  <a:close/>
                  <a:moveTo>
                    <a:pt x="15431" y="15434"/>
                  </a:moveTo>
                  <a:lnTo>
                    <a:pt x="15431" y="90777"/>
                  </a:lnTo>
                  <a:cubicBezTo>
                    <a:pt x="25148" y="90214"/>
                    <a:pt x="34282" y="85954"/>
                    <a:pt x="40958" y="78870"/>
                  </a:cubicBezTo>
                  <a:cubicBezTo>
                    <a:pt x="47638" y="71923"/>
                    <a:pt x="51272" y="62598"/>
                    <a:pt x="51054" y="52962"/>
                  </a:cubicBezTo>
                  <a:cubicBezTo>
                    <a:pt x="51517" y="41127"/>
                    <a:pt x="46052" y="29840"/>
                    <a:pt x="36481" y="22863"/>
                  </a:cubicBezTo>
                  <a:cubicBezTo>
                    <a:pt x="30324" y="18359"/>
                    <a:pt x="23036" y="15655"/>
                    <a:pt x="15431" y="15053"/>
                  </a:cubicBezTo>
                  <a:close/>
                </a:path>
              </a:pathLst>
            </a:custGeom>
            <a:solidFill>
              <a:srgbClr val="FFFFFF"/>
            </a:solid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40D87325-00F3-4FDF-A0CE-B3A5DBEC3AA8}"/>
                </a:ext>
              </a:extLst>
            </p:cNvPr>
            <p:cNvSpPr/>
            <p:nvPr/>
          </p:nvSpPr>
          <p:spPr>
            <a:xfrm>
              <a:off x="11356240" y="413040"/>
              <a:ext cx="126443" cy="234823"/>
            </a:xfrm>
            <a:custGeom>
              <a:avLst/>
              <a:gdLst>
                <a:gd name="connsiteX0" fmla="*/ 7832 w 66675"/>
                <a:gd name="connsiteY0" fmla="*/ 122206 h 123825"/>
                <a:gd name="connsiteX1" fmla="*/ 7355 w 66675"/>
                <a:gd name="connsiteY1" fmla="*/ 93631 h 123825"/>
                <a:gd name="connsiteX2" fmla="*/ 7355 w 66675"/>
                <a:gd name="connsiteY2" fmla="*/ 65056 h 123825"/>
                <a:gd name="connsiteX3" fmla="*/ 7355 w 66675"/>
                <a:gd name="connsiteY3" fmla="*/ 36481 h 123825"/>
                <a:gd name="connsiteX4" fmla="*/ 7355 w 66675"/>
                <a:gd name="connsiteY4" fmla="*/ 7144 h 123825"/>
                <a:gd name="connsiteX5" fmla="*/ 8498 w 66675"/>
                <a:gd name="connsiteY5" fmla="*/ 7144 h 123825"/>
                <a:gd name="connsiteX6" fmla="*/ 18023 w 66675"/>
                <a:gd name="connsiteY6" fmla="*/ 7144 h 123825"/>
                <a:gd name="connsiteX7" fmla="*/ 27548 w 66675"/>
                <a:gd name="connsiteY7" fmla="*/ 8382 h 123825"/>
                <a:gd name="connsiteX8" fmla="*/ 44503 w 66675"/>
                <a:gd name="connsiteY8" fmla="*/ 16859 h 123825"/>
                <a:gd name="connsiteX9" fmla="*/ 51361 w 66675"/>
                <a:gd name="connsiteY9" fmla="*/ 23527 h 123825"/>
                <a:gd name="connsiteX10" fmla="*/ 56695 w 66675"/>
                <a:gd name="connsiteY10" fmla="*/ 31337 h 123825"/>
                <a:gd name="connsiteX11" fmla="*/ 61934 w 66675"/>
                <a:gd name="connsiteY11" fmla="*/ 49530 h 123825"/>
                <a:gd name="connsiteX12" fmla="*/ 61934 w 66675"/>
                <a:gd name="connsiteY12" fmla="*/ 59055 h 123825"/>
                <a:gd name="connsiteX13" fmla="*/ 59838 w 66675"/>
                <a:gd name="connsiteY13" fmla="*/ 68580 h 123825"/>
                <a:gd name="connsiteX14" fmla="*/ 55933 w 66675"/>
                <a:gd name="connsiteY14" fmla="*/ 77248 h 123825"/>
                <a:gd name="connsiteX15" fmla="*/ 50504 w 66675"/>
                <a:gd name="connsiteY15" fmla="*/ 84963 h 123825"/>
                <a:gd name="connsiteX16" fmla="*/ 43550 w 66675"/>
                <a:gd name="connsiteY16" fmla="*/ 91440 h 123825"/>
                <a:gd name="connsiteX17" fmla="*/ 39550 w 66675"/>
                <a:gd name="connsiteY17" fmla="*/ 94012 h 123825"/>
                <a:gd name="connsiteX18" fmla="*/ 35359 w 66675"/>
                <a:gd name="connsiteY18" fmla="*/ 96203 h 123825"/>
                <a:gd name="connsiteX19" fmla="*/ 26501 w 66675"/>
                <a:gd name="connsiteY19" fmla="*/ 99251 h 123825"/>
                <a:gd name="connsiteX20" fmla="*/ 16976 w 66675"/>
                <a:gd name="connsiteY20" fmla="*/ 100775 h 123825"/>
                <a:gd name="connsiteX21" fmla="*/ 16976 w 66675"/>
                <a:gd name="connsiteY21" fmla="*/ 100775 h 123825"/>
                <a:gd name="connsiteX22" fmla="*/ 16976 w 66675"/>
                <a:gd name="connsiteY22" fmla="*/ 122111 h 123825"/>
                <a:gd name="connsiteX23" fmla="*/ 16976 w 66675"/>
                <a:gd name="connsiteY23" fmla="*/ 122111 h 123825"/>
                <a:gd name="connsiteX24" fmla="*/ 16976 w 66675"/>
                <a:gd name="connsiteY24" fmla="*/ 122111 h 123825"/>
                <a:gd name="connsiteX25" fmla="*/ 7832 w 66675"/>
                <a:gd name="connsiteY25" fmla="*/ 122206 h 123825"/>
                <a:gd name="connsiteX26" fmla="*/ 16118 w 66675"/>
                <a:gd name="connsiteY26" fmla="*/ 122206 h 123825"/>
                <a:gd name="connsiteX27" fmla="*/ 16118 w 66675"/>
                <a:gd name="connsiteY27" fmla="*/ 122206 h 123825"/>
                <a:gd name="connsiteX28" fmla="*/ 16118 w 66675"/>
                <a:gd name="connsiteY28" fmla="*/ 100870 h 123825"/>
                <a:gd name="connsiteX29" fmla="*/ 16118 w 66675"/>
                <a:gd name="connsiteY29" fmla="*/ 100394 h 123825"/>
                <a:gd name="connsiteX30" fmla="*/ 16118 w 66675"/>
                <a:gd name="connsiteY30" fmla="*/ 100394 h 123825"/>
                <a:gd name="connsiteX31" fmla="*/ 33835 w 66675"/>
                <a:gd name="connsiteY31" fmla="*/ 95441 h 123825"/>
                <a:gd name="connsiteX32" fmla="*/ 37835 w 66675"/>
                <a:gd name="connsiteY32" fmla="*/ 93345 h 123825"/>
                <a:gd name="connsiteX33" fmla="*/ 41550 w 66675"/>
                <a:gd name="connsiteY33" fmla="*/ 90678 h 123825"/>
                <a:gd name="connsiteX34" fmla="*/ 48122 w 66675"/>
                <a:gd name="connsiteY34" fmla="*/ 84392 h 123825"/>
                <a:gd name="connsiteX35" fmla="*/ 56885 w 66675"/>
                <a:gd name="connsiteY35" fmla="*/ 68485 h 123825"/>
                <a:gd name="connsiteX36" fmla="*/ 58790 w 66675"/>
                <a:gd name="connsiteY36" fmla="*/ 59627 h 123825"/>
                <a:gd name="connsiteX37" fmla="*/ 58790 w 66675"/>
                <a:gd name="connsiteY37" fmla="*/ 50578 h 123825"/>
                <a:gd name="connsiteX38" fmla="*/ 53647 w 66675"/>
                <a:gd name="connsiteY38" fmla="*/ 33338 h 123825"/>
                <a:gd name="connsiteX39" fmla="*/ 42026 w 66675"/>
                <a:gd name="connsiteY39" fmla="*/ 19621 h 123825"/>
                <a:gd name="connsiteX40" fmla="*/ 26024 w 66675"/>
                <a:gd name="connsiteY40" fmla="*/ 11525 h 123825"/>
                <a:gd name="connsiteX41" fmla="*/ 17071 w 66675"/>
                <a:gd name="connsiteY41" fmla="*/ 10287 h 123825"/>
                <a:gd name="connsiteX42" fmla="*/ 7546 w 66675"/>
                <a:gd name="connsiteY42" fmla="*/ 10287 h 123825"/>
                <a:gd name="connsiteX43" fmla="*/ 8689 w 66675"/>
                <a:gd name="connsiteY43" fmla="*/ 9144 h 123825"/>
                <a:gd name="connsiteX44" fmla="*/ 8689 w 66675"/>
                <a:gd name="connsiteY44" fmla="*/ 37719 h 123825"/>
                <a:gd name="connsiteX45" fmla="*/ 8689 w 66675"/>
                <a:gd name="connsiteY45" fmla="*/ 66294 h 123825"/>
                <a:gd name="connsiteX46" fmla="*/ 8689 w 66675"/>
                <a:gd name="connsiteY46" fmla="*/ 94869 h 123825"/>
                <a:gd name="connsiteX47" fmla="*/ 7832 w 66675"/>
                <a:gd name="connsiteY47" fmla="*/ 122206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675" h="123825">
                  <a:moveTo>
                    <a:pt x="7832" y="122206"/>
                  </a:moveTo>
                  <a:cubicBezTo>
                    <a:pt x="7832" y="112681"/>
                    <a:pt x="7832" y="103156"/>
                    <a:pt x="7355" y="93631"/>
                  </a:cubicBezTo>
                  <a:cubicBezTo>
                    <a:pt x="6879" y="84106"/>
                    <a:pt x="7355" y="74581"/>
                    <a:pt x="7355" y="65056"/>
                  </a:cubicBezTo>
                  <a:lnTo>
                    <a:pt x="7355" y="36481"/>
                  </a:lnTo>
                  <a:lnTo>
                    <a:pt x="7355" y="7144"/>
                  </a:lnTo>
                  <a:lnTo>
                    <a:pt x="8498" y="7144"/>
                  </a:lnTo>
                  <a:cubicBezTo>
                    <a:pt x="11546" y="7144"/>
                    <a:pt x="14690" y="7144"/>
                    <a:pt x="18023" y="7144"/>
                  </a:cubicBezTo>
                  <a:cubicBezTo>
                    <a:pt x="21233" y="7221"/>
                    <a:pt x="24426" y="7636"/>
                    <a:pt x="27548" y="8382"/>
                  </a:cubicBezTo>
                  <a:cubicBezTo>
                    <a:pt x="33788" y="9836"/>
                    <a:pt x="39596" y="12741"/>
                    <a:pt x="44503" y="16859"/>
                  </a:cubicBezTo>
                  <a:cubicBezTo>
                    <a:pt x="46995" y="18859"/>
                    <a:pt x="49292" y="21092"/>
                    <a:pt x="51361" y="23527"/>
                  </a:cubicBezTo>
                  <a:cubicBezTo>
                    <a:pt x="53386" y="25953"/>
                    <a:pt x="55172" y="28568"/>
                    <a:pt x="56695" y="31337"/>
                  </a:cubicBezTo>
                  <a:cubicBezTo>
                    <a:pt x="59697" y="36967"/>
                    <a:pt x="61481" y="43166"/>
                    <a:pt x="61934" y="49530"/>
                  </a:cubicBezTo>
                  <a:cubicBezTo>
                    <a:pt x="62267" y="52696"/>
                    <a:pt x="62267" y="55889"/>
                    <a:pt x="61934" y="59055"/>
                  </a:cubicBezTo>
                  <a:cubicBezTo>
                    <a:pt x="61596" y="62299"/>
                    <a:pt x="60893" y="65494"/>
                    <a:pt x="59838" y="68580"/>
                  </a:cubicBezTo>
                  <a:cubicBezTo>
                    <a:pt x="58871" y="71609"/>
                    <a:pt x="57561" y="74517"/>
                    <a:pt x="55933" y="77248"/>
                  </a:cubicBezTo>
                  <a:cubicBezTo>
                    <a:pt x="54376" y="79989"/>
                    <a:pt x="52558" y="82572"/>
                    <a:pt x="50504" y="84963"/>
                  </a:cubicBezTo>
                  <a:cubicBezTo>
                    <a:pt x="48398" y="87339"/>
                    <a:pt x="46070" y="89508"/>
                    <a:pt x="43550" y="91440"/>
                  </a:cubicBezTo>
                  <a:lnTo>
                    <a:pt x="39550" y="94012"/>
                  </a:lnTo>
                  <a:cubicBezTo>
                    <a:pt x="38204" y="94836"/>
                    <a:pt x="36804" y="95567"/>
                    <a:pt x="35359" y="96203"/>
                  </a:cubicBezTo>
                  <a:cubicBezTo>
                    <a:pt x="32511" y="97501"/>
                    <a:pt x="29545" y="98522"/>
                    <a:pt x="26501" y="99251"/>
                  </a:cubicBezTo>
                  <a:cubicBezTo>
                    <a:pt x="23370" y="100004"/>
                    <a:pt x="20185" y="100513"/>
                    <a:pt x="16976" y="100775"/>
                  </a:cubicBezTo>
                  <a:lnTo>
                    <a:pt x="16976" y="100775"/>
                  </a:lnTo>
                  <a:lnTo>
                    <a:pt x="16976" y="122111"/>
                  </a:lnTo>
                  <a:lnTo>
                    <a:pt x="16976" y="122111"/>
                  </a:lnTo>
                  <a:lnTo>
                    <a:pt x="16976" y="122111"/>
                  </a:lnTo>
                  <a:close/>
                  <a:moveTo>
                    <a:pt x="7832" y="122206"/>
                  </a:moveTo>
                  <a:lnTo>
                    <a:pt x="16118" y="122206"/>
                  </a:lnTo>
                  <a:lnTo>
                    <a:pt x="16118" y="122206"/>
                  </a:lnTo>
                  <a:lnTo>
                    <a:pt x="16118" y="100870"/>
                  </a:lnTo>
                  <a:lnTo>
                    <a:pt x="16118" y="100394"/>
                  </a:lnTo>
                  <a:lnTo>
                    <a:pt x="16118" y="100394"/>
                  </a:lnTo>
                  <a:cubicBezTo>
                    <a:pt x="22246" y="99678"/>
                    <a:pt x="28224" y="98007"/>
                    <a:pt x="33835" y="95441"/>
                  </a:cubicBezTo>
                  <a:cubicBezTo>
                    <a:pt x="35168" y="94774"/>
                    <a:pt x="36597" y="94107"/>
                    <a:pt x="37835" y="93345"/>
                  </a:cubicBezTo>
                  <a:cubicBezTo>
                    <a:pt x="39127" y="92533"/>
                    <a:pt x="40368" y="91643"/>
                    <a:pt x="41550" y="90678"/>
                  </a:cubicBezTo>
                  <a:cubicBezTo>
                    <a:pt x="43988" y="88857"/>
                    <a:pt x="46195" y="86746"/>
                    <a:pt x="48122" y="84392"/>
                  </a:cubicBezTo>
                  <a:cubicBezTo>
                    <a:pt x="52025" y="79692"/>
                    <a:pt x="54999" y="74294"/>
                    <a:pt x="56885" y="68485"/>
                  </a:cubicBezTo>
                  <a:cubicBezTo>
                    <a:pt x="57856" y="65614"/>
                    <a:pt x="58495" y="62642"/>
                    <a:pt x="58790" y="59627"/>
                  </a:cubicBezTo>
                  <a:cubicBezTo>
                    <a:pt x="59030" y="56615"/>
                    <a:pt x="59030" y="53589"/>
                    <a:pt x="58790" y="50578"/>
                  </a:cubicBezTo>
                  <a:cubicBezTo>
                    <a:pt x="58338" y="44528"/>
                    <a:pt x="56584" y="38646"/>
                    <a:pt x="53647" y="33338"/>
                  </a:cubicBezTo>
                  <a:cubicBezTo>
                    <a:pt x="50679" y="28069"/>
                    <a:pt x="46735" y="23414"/>
                    <a:pt x="42026" y="19621"/>
                  </a:cubicBezTo>
                  <a:cubicBezTo>
                    <a:pt x="37365" y="15760"/>
                    <a:pt x="31897" y="12994"/>
                    <a:pt x="26024" y="11525"/>
                  </a:cubicBezTo>
                  <a:cubicBezTo>
                    <a:pt x="23078" y="10873"/>
                    <a:pt x="20084" y="10459"/>
                    <a:pt x="17071" y="10287"/>
                  </a:cubicBezTo>
                  <a:lnTo>
                    <a:pt x="7546" y="10287"/>
                  </a:lnTo>
                  <a:lnTo>
                    <a:pt x="8689" y="9144"/>
                  </a:lnTo>
                  <a:lnTo>
                    <a:pt x="8689" y="37719"/>
                  </a:lnTo>
                  <a:lnTo>
                    <a:pt x="8689" y="66294"/>
                  </a:lnTo>
                  <a:cubicBezTo>
                    <a:pt x="8689" y="75819"/>
                    <a:pt x="8689" y="85344"/>
                    <a:pt x="8689" y="94869"/>
                  </a:cubicBezTo>
                  <a:cubicBezTo>
                    <a:pt x="8689" y="104394"/>
                    <a:pt x="8022" y="112776"/>
                    <a:pt x="7832" y="122206"/>
                  </a:cubicBezTo>
                  <a:close/>
                </a:path>
              </a:pathLst>
            </a:custGeom>
            <a:solidFill>
              <a:srgbClr val="FFFFFF"/>
            </a:solid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FF9832E4-CBD3-4A9D-8F32-D7CB4F0C2910}"/>
                </a:ext>
              </a:extLst>
            </p:cNvPr>
            <p:cNvSpPr/>
            <p:nvPr/>
          </p:nvSpPr>
          <p:spPr>
            <a:xfrm>
              <a:off x="11371092" y="431826"/>
              <a:ext cx="90316" cy="162570"/>
            </a:xfrm>
            <a:custGeom>
              <a:avLst/>
              <a:gdLst>
                <a:gd name="connsiteX0" fmla="*/ 8287 w 47625"/>
                <a:gd name="connsiteY0" fmla="*/ 7144 h 85725"/>
                <a:gd name="connsiteX1" fmla="*/ 8763 w 47625"/>
                <a:gd name="connsiteY1" fmla="*/ 26194 h 85725"/>
                <a:gd name="connsiteX2" fmla="*/ 8763 w 47625"/>
                <a:gd name="connsiteY2" fmla="*/ 45244 h 85725"/>
                <a:gd name="connsiteX3" fmla="*/ 8763 w 47625"/>
                <a:gd name="connsiteY3" fmla="*/ 64294 h 85725"/>
                <a:gd name="connsiteX4" fmla="*/ 8763 w 47625"/>
                <a:gd name="connsiteY4" fmla="*/ 83344 h 85725"/>
                <a:gd name="connsiteX5" fmla="*/ 8192 w 47625"/>
                <a:gd name="connsiteY5" fmla="*/ 81629 h 85725"/>
                <a:gd name="connsiteX6" fmla="*/ 21622 w 47625"/>
                <a:gd name="connsiteY6" fmla="*/ 78200 h 85725"/>
                <a:gd name="connsiteX7" fmla="*/ 32766 w 47625"/>
                <a:gd name="connsiteY7" fmla="*/ 70199 h 85725"/>
                <a:gd name="connsiteX8" fmla="*/ 37147 w 47625"/>
                <a:gd name="connsiteY8" fmla="*/ 64770 h 85725"/>
                <a:gd name="connsiteX9" fmla="*/ 40291 w 47625"/>
                <a:gd name="connsiteY9" fmla="*/ 58674 h 85725"/>
                <a:gd name="connsiteX10" fmla="*/ 42863 w 47625"/>
                <a:gd name="connsiteY10" fmla="*/ 45149 h 85725"/>
                <a:gd name="connsiteX11" fmla="*/ 42386 w 47625"/>
                <a:gd name="connsiteY11" fmla="*/ 38195 h 85725"/>
                <a:gd name="connsiteX12" fmla="*/ 40672 w 47625"/>
                <a:gd name="connsiteY12" fmla="*/ 31433 h 85725"/>
                <a:gd name="connsiteX13" fmla="*/ 37528 w 47625"/>
                <a:gd name="connsiteY13" fmla="*/ 25146 h 85725"/>
                <a:gd name="connsiteX14" fmla="*/ 33242 w 47625"/>
                <a:gd name="connsiteY14" fmla="*/ 19717 h 85725"/>
                <a:gd name="connsiteX15" fmla="*/ 27908 w 47625"/>
                <a:gd name="connsiteY15" fmla="*/ 15050 h 85725"/>
                <a:gd name="connsiteX16" fmla="*/ 21907 w 47625"/>
                <a:gd name="connsiteY16" fmla="*/ 11430 h 85725"/>
                <a:gd name="connsiteX17" fmla="*/ 8287 w 47625"/>
                <a:gd name="connsiteY17" fmla="*/ 7144 h 85725"/>
                <a:gd name="connsiteX18" fmla="*/ 8287 w 47625"/>
                <a:gd name="connsiteY18" fmla="*/ 7144 h 85725"/>
                <a:gd name="connsiteX19" fmla="*/ 22193 w 47625"/>
                <a:gd name="connsiteY19" fmla="*/ 10382 h 85725"/>
                <a:gd name="connsiteX20" fmla="*/ 28575 w 47625"/>
                <a:gd name="connsiteY20" fmla="*/ 13811 h 85725"/>
                <a:gd name="connsiteX21" fmla="*/ 34195 w 47625"/>
                <a:gd name="connsiteY21" fmla="*/ 18479 h 85725"/>
                <a:gd name="connsiteX22" fmla="*/ 38862 w 47625"/>
                <a:gd name="connsiteY22" fmla="*/ 24479 h 85725"/>
                <a:gd name="connsiteX23" fmla="*/ 42291 w 47625"/>
                <a:gd name="connsiteY23" fmla="*/ 30956 h 85725"/>
                <a:gd name="connsiteX24" fmla="*/ 44291 w 47625"/>
                <a:gd name="connsiteY24" fmla="*/ 38005 h 85725"/>
                <a:gd name="connsiteX25" fmla="*/ 44958 w 47625"/>
                <a:gd name="connsiteY25" fmla="*/ 45339 h 85725"/>
                <a:gd name="connsiteX26" fmla="*/ 42386 w 47625"/>
                <a:gd name="connsiteY26" fmla="*/ 59722 h 85725"/>
                <a:gd name="connsiteX27" fmla="*/ 39053 w 47625"/>
                <a:gd name="connsiteY27" fmla="*/ 66294 h 85725"/>
                <a:gd name="connsiteX28" fmla="*/ 34576 w 47625"/>
                <a:gd name="connsiteY28" fmla="*/ 72104 h 85725"/>
                <a:gd name="connsiteX29" fmla="*/ 28956 w 47625"/>
                <a:gd name="connsiteY29" fmla="*/ 76962 h 85725"/>
                <a:gd name="connsiteX30" fmla="*/ 22574 w 47625"/>
                <a:gd name="connsiteY30" fmla="*/ 80582 h 85725"/>
                <a:gd name="connsiteX31" fmla="*/ 8382 w 47625"/>
                <a:gd name="connsiteY31" fmla="*/ 84106 h 85725"/>
                <a:gd name="connsiteX32" fmla="*/ 7144 w 47625"/>
                <a:gd name="connsiteY32" fmla="*/ 84106 h 85725"/>
                <a:gd name="connsiteX33" fmla="*/ 7144 w 47625"/>
                <a:gd name="connsiteY33" fmla="*/ 64008 h 85725"/>
                <a:gd name="connsiteX34" fmla="*/ 7144 w 47625"/>
                <a:gd name="connsiteY34" fmla="*/ 44958 h 85725"/>
                <a:gd name="connsiteX35" fmla="*/ 7144 w 47625"/>
                <a:gd name="connsiteY35" fmla="*/ 25908 h 85725"/>
                <a:gd name="connsiteX36" fmla="*/ 8287 w 47625"/>
                <a:gd name="connsiteY36"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7625" h="85725">
                  <a:moveTo>
                    <a:pt x="8287" y="7144"/>
                  </a:moveTo>
                  <a:cubicBezTo>
                    <a:pt x="8287" y="13430"/>
                    <a:pt x="8287" y="19717"/>
                    <a:pt x="8763" y="26194"/>
                  </a:cubicBezTo>
                  <a:cubicBezTo>
                    <a:pt x="9239" y="32671"/>
                    <a:pt x="8763" y="38767"/>
                    <a:pt x="8763" y="45244"/>
                  </a:cubicBezTo>
                  <a:cubicBezTo>
                    <a:pt x="8763" y="51721"/>
                    <a:pt x="8763" y="57721"/>
                    <a:pt x="8763" y="64294"/>
                  </a:cubicBezTo>
                  <a:lnTo>
                    <a:pt x="8763" y="83344"/>
                  </a:lnTo>
                  <a:lnTo>
                    <a:pt x="8192" y="81629"/>
                  </a:lnTo>
                  <a:cubicBezTo>
                    <a:pt x="12832" y="81267"/>
                    <a:pt x="17375" y="80107"/>
                    <a:pt x="21622" y="78200"/>
                  </a:cubicBezTo>
                  <a:cubicBezTo>
                    <a:pt x="25819" y="76278"/>
                    <a:pt x="29603" y="73561"/>
                    <a:pt x="32766" y="70199"/>
                  </a:cubicBezTo>
                  <a:cubicBezTo>
                    <a:pt x="34380" y="68519"/>
                    <a:pt x="35846" y="66702"/>
                    <a:pt x="37147" y="64770"/>
                  </a:cubicBezTo>
                  <a:cubicBezTo>
                    <a:pt x="38401" y="62851"/>
                    <a:pt x="39455" y="60808"/>
                    <a:pt x="40291" y="58674"/>
                  </a:cubicBezTo>
                  <a:cubicBezTo>
                    <a:pt x="41948" y="54355"/>
                    <a:pt x="42819" y="49774"/>
                    <a:pt x="42863" y="45149"/>
                  </a:cubicBezTo>
                  <a:cubicBezTo>
                    <a:pt x="42849" y="42823"/>
                    <a:pt x="42690" y="40501"/>
                    <a:pt x="42386" y="38195"/>
                  </a:cubicBezTo>
                  <a:cubicBezTo>
                    <a:pt x="42018" y="35894"/>
                    <a:pt x="41444" y="33631"/>
                    <a:pt x="40672" y="31433"/>
                  </a:cubicBezTo>
                  <a:cubicBezTo>
                    <a:pt x="39856" y="29229"/>
                    <a:pt x="38802" y="27121"/>
                    <a:pt x="37528" y="25146"/>
                  </a:cubicBezTo>
                  <a:cubicBezTo>
                    <a:pt x="36267" y="23210"/>
                    <a:pt x="34833" y="21393"/>
                    <a:pt x="33242" y="19717"/>
                  </a:cubicBezTo>
                  <a:cubicBezTo>
                    <a:pt x="31600" y="18012"/>
                    <a:pt x="29816" y="16451"/>
                    <a:pt x="27908" y="15050"/>
                  </a:cubicBezTo>
                  <a:cubicBezTo>
                    <a:pt x="26058" y="13610"/>
                    <a:pt x="24044" y="12395"/>
                    <a:pt x="21907" y="11430"/>
                  </a:cubicBezTo>
                  <a:cubicBezTo>
                    <a:pt x="17608" y="9325"/>
                    <a:pt x="13017" y="7880"/>
                    <a:pt x="8287" y="7144"/>
                  </a:cubicBezTo>
                  <a:close/>
                  <a:moveTo>
                    <a:pt x="8287" y="7144"/>
                  </a:moveTo>
                  <a:cubicBezTo>
                    <a:pt x="13069" y="7450"/>
                    <a:pt x="17768" y="8545"/>
                    <a:pt x="22193" y="10382"/>
                  </a:cubicBezTo>
                  <a:cubicBezTo>
                    <a:pt x="24427" y="11315"/>
                    <a:pt x="26564" y="12464"/>
                    <a:pt x="28575" y="13811"/>
                  </a:cubicBezTo>
                  <a:cubicBezTo>
                    <a:pt x="30574" y="15210"/>
                    <a:pt x="32453" y="16771"/>
                    <a:pt x="34195" y="18479"/>
                  </a:cubicBezTo>
                  <a:cubicBezTo>
                    <a:pt x="35954" y="20312"/>
                    <a:pt x="37518" y="22323"/>
                    <a:pt x="38862" y="24479"/>
                  </a:cubicBezTo>
                  <a:cubicBezTo>
                    <a:pt x="40246" y="26502"/>
                    <a:pt x="41397" y="28674"/>
                    <a:pt x="42291" y="30956"/>
                  </a:cubicBezTo>
                  <a:cubicBezTo>
                    <a:pt x="43233" y="33219"/>
                    <a:pt x="43904" y="35585"/>
                    <a:pt x="44291" y="38005"/>
                  </a:cubicBezTo>
                  <a:cubicBezTo>
                    <a:pt x="44753" y="40422"/>
                    <a:pt x="44977" y="42878"/>
                    <a:pt x="44958" y="45339"/>
                  </a:cubicBezTo>
                  <a:cubicBezTo>
                    <a:pt x="45011" y="50252"/>
                    <a:pt x="44139" y="55131"/>
                    <a:pt x="42386" y="59722"/>
                  </a:cubicBezTo>
                  <a:cubicBezTo>
                    <a:pt x="41506" y="62022"/>
                    <a:pt x="40389" y="64225"/>
                    <a:pt x="39053" y="66294"/>
                  </a:cubicBezTo>
                  <a:cubicBezTo>
                    <a:pt x="37698" y="68333"/>
                    <a:pt x="36202" y="70274"/>
                    <a:pt x="34576" y="72104"/>
                  </a:cubicBezTo>
                  <a:cubicBezTo>
                    <a:pt x="32837" y="73873"/>
                    <a:pt x="30958" y="75498"/>
                    <a:pt x="28956" y="76962"/>
                  </a:cubicBezTo>
                  <a:cubicBezTo>
                    <a:pt x="26985" y="78426"/>
                    <a:pt x="24842" y="79641"/>
                    <a:pt x="22574" y="80582"/>
                  </a:cubicBezTo>
                  <a:cubicBezTo>
                    <a:pt x="18093" y="82598"/>
                    <a:pt x="13286" y="83792"/>
                    <a:pt x="8382" y="84106"/>
                  </a:cubicBezTo>
                  <a:lnTo>
                    <a:pt x="7144" y="84106"/>
                  </a:lnTo>
                  <a:lnTo>
                    <a:pt x="7144" y="64008"/>
                  </a:lnTo>
                  <a:cubicBezTo>
                    <a:pt x="7144" y="57721"/>
                    <a:pt x="7144" y="51435"/>
                    <a:pt x="7144" y="44958"/>
                  </a:cubicBezTo>
                  <a:cubicBezTo>
                    <a:pt x="7144" y="38481"/>
                    <a:pt x="7144" y="32385"/>
                    <a:pt x="7144" y="25908"/>
                  </a:cubicBezTo>
                  <a:cubicBezTo>
                    <a:pt x="7144" y="19431"/>
                    <a:pt x="8096" y="13430"/>
                    <a:pt x="8287" y="7144"/>
                  </a:cubicBezTo>
                  <a:close/>
                </a:path>
              </a:pathLst>
            </a:custGeom>
            <a:solidFill>
              <a:srgbClr val="FFFFFF"/>
            </a:soli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0734B978-4A65-42A5-95FF-84B4DBCBCA46}"/>
                </a:ext>
              </a:extLst>
            </p:cNvPr>
            <p:cNvSpPr/>
            <p:nvPr/>
          </p:nvSpPr>
          <p:spPr>
            <a:xfrm>
              <a:off x="11517044" y="416822"/>
              <a:ext cx="144506" cy="234823"/>
            </a:xfrm>
            <a:custGeom>
              <a:avLst/>
              <a:gdLst>
                <a:gd name="connsiteX0" fmla="*/ 7144 w 76200"/>
                <a:gd name="connsiteY0" fmla="*/ 120212 h 123825"/>
                <a:gd name="connsiteX1" fmla="*/ 7144 w 76200"/>
                <a:gd name="connsiteY1" fmla="*/ 7150 h 123825"/>
                <a:gd name="connsiteX2" fmla="*/ 14764 w 76200"/>
                <a:gd name="connsiteY2" fmla="*/ 7150 h 123825"/>
                <a:gd name="connsiteX3" fmla="*/ 46863 w 76200"/>
                <a:gd name="connsiteY3" fmla="*/ 16675 h 123825"/>
                <a:gd name="connsiteX4" fmla="*/ 71628 w 76200"/>
                <a:gd name="connsiteY4" fmla="*/ 63157 h 123825"/>
                <a:gd name="connsiteX5" fmla="*/ 54673 w 76200"/>
                <a:gd name="connsiteY5" fmla="*/ 103638 h 123825"/>
                <a:gd name="connsiteX6" fmla="*/ 14097 w 76200"/>
                <a:gd name="connsiteY6" fmla="*/ 120307 h 123825"/>
                <a:gd name="connsiteX7" fmla="*/ 15430 w 76200"/>
                <a:gd name="connsiteY7" fmla="*/ 14865 h 123825"/>
                <a:gd name="connsiteX8" fmla="*/ 15430 w 76200"/>
                <a:gd name="connsiteY8" fmla="*/ 111735 h 123825"/>
                <a:gd name="connsiteX9" fmla="*/ 44005 w 76200"/>
                <a:gd name="connsiteY9" fmla="*/ 102210 h 123825"/>
                <a:gd name="connsiteX10" fmla="*/ 63055 w 76200"/>
                <a:gd name="connsiteY10" fmla="*/ 62967 h 123825"/>
                <a:gd name="connsiteX11" fmla="*/ 44005 w 76200"/>
                <a:gd name="connsiteY11" fmla="*/ 24867 h 123825"/>
                <a:gd name="connsiteX12" fmla="*/ 30480 w 76200"/>
                <a:gd name="connsiteY12" fmla="*/ 17151 h 123825"/>
                <a:gd name="connsiteX13" fmla="*/ 15430 w 76200"/>
                <a:gd name="connsiteY13" fmla="*/ 1486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200" h="123825">
                  <a:moveTo>
                    <a:pt x="7144" y="120212"/>
                  </a:moveTo>
                  <a:lnTo>
                    <a:pt x="7144" y="7150"/>
                  </a:lnTo>
                  <a:lnTo>
                    <a:pt x="14764" y="7150"/>
                  </a:lnTo>
                  <a:cubicBezTo>
                    <a:pt x="26184" y="6978"/>
                    <a:pt x="37385" y="10301"/>
                    <a:pt x="46863" y="16675"/>
                  </a:cubicBezTo>
                  <a:cubicBezTo>
                    <a:pt x="62682" y="26769"/>
                    <a:pt x="72074" y="44397"/>
                    <a:pt x="71628" y="63157"/>
                  </a:cubicBezTo>
                  <a:cubicBezTo>
                    <a:pt x="71878" y="78427"/>
                    <a:pt x="65731" y="93105"/>
                    <a:pt x="54673" y="103638"/>
                  </a:cubicBezTo>
                  <a:cubicBezTo>
                    <a:pt x="44009" y="114528"/>
                    <a:pt x="29337" y="120555"/>
                    <a:pt x="14097" y="120307"/>
                  </a:cubicBezTo>
                  <a:close/>
                  <a:moveTo>
                    <a:pt x="15430" y="14865"/>
                  </a:moveTo>
                  <a:lnTo>
                    <a:pt x="15430" y="111735"/>
                  </a:lnTo>
                  <a:cubicBezTo>
                    <a:pt x="25735" y="111735"/>
                    <a:pt x="35762" y="108392"/>
                    <a:pt x="44005" y="102210"/>
                  </a:cubicBezTo>
                  <a:cubicBezTo>
                    <a:pt x="56325" y="92977"/>
                    <a:pt x="63422" y="78358"/>
                    <a:pt x="63055" y="62967"/>
                  </a:cubicBezTo>
                  <a:cubicBezTo>
                    <a:pt x="63489" y="47877"/>
                    <a:pt x="56337" y="33573"/>
                    <a:pt x="44005" y="24867"/>
                  </a:cubicBezTo>
                  <a:cubicBezTo>
                    <a:pt x="39913" y="21626"/>
                    <a:pt x="35353" y="19025"/>
                    <a:pt x="30480" y="17151"/>
                  </a:cubicBezTo>
                  <a:cubicBezTo>
                    <a:pt x="25628" y="15548"/>
                    <a:pt x="20540" y="14776"/>
                    <a:pt x="15430" y="14865"/>
                  </a:cubicBezTo>
                  <a:close/>
                </a:path>
              </a:pathLst>
            </a:custGeom>
            <a:solidFill>
              <a:srgbClr val="FFFFFF"/>
            </a:solid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CA637DE0-ADE8-4927-B168-5935E6CCCC14}"/>
                </a:ext>
              </a:extLst>
            </p:cNvPr>
            <p:cNvSpPr/>
            <p:nvPr/>
          </p:nvSpPr>
          <p:spPr>
            <a:xfrm>
              <a:off x="11516864" y="413583"/>
              <a:ext cx="144506" cy="234823"/>
            </a:xfrm>
            <a:custGeom>
              <a:avLst/>
              <a:gdLst>
                <a:gd name="connsiteX0" fmla="*/ 7239 w 76200"/>
                <a:gd name="connsiteY0" fmla="*/ 121920 h 123825"/>
                <a:gd name="connsiteX1" fmla="*/ 7239 w 76200"/>
                <a:gd name="connsiteY1" fmla="*/ 93345 h 123825"/>
                <a:gd name="connsiteX2" fmla="*/ 7239 w 76200"/>
                <a:gd name="connsiteY2" fmla="*/ 79248 h 123825"/>
                <a:gd name="connsiteX3" fmla="*/ 7239 w 76200"/>
                <a:gd name="connsiteY3" fmla="*/ 65056 h 123825"/>
                <a:gd name="connsiteX4" fmla="*/ 7239 w 76200"/>
                <a:gd name="connsiteY4" fmla="*/ 36481 h 123825"/>
                <a:gd name="connsiteX5" fmla="*/ 7239 w 76200"/>
                <a:gd name="connsiteY5" fmla="*/ 7144 h 123825"/>
                <a:gd name="connsiteX6" fmla="*/ 8382 w 76200"/>
                <a:gd name="connsiteY6" fmla="*/ 7144 h 123825"/>
                <a:gd name="connsiteX7" fmla="*/ 20574 w 76200"/>
                <a:gd name="connsiteY7" fmla="*/ 7144 h 123825"/>
                <a:gd name="connsiteX8" fmla="*/ 32766 w 76200"/>
                <a:gd name="connsiteY8" fmla="*/ 9144 h 123825"/>
                <a:gd name="connsiteX9" fmla="*/ 44196 w 76200"/>
                <a:gd name="connsiteY9" fmla="*/ 13811 h 123825"/>
                <a:gd name="connsiteX10" fmla="*/ 49435 w 76200"/>
                <a:gd name="connsiteY10" fmla="*/ 17145 h 123825"/>
                <a:gd name="connsiteX11" fmla="*/ 51911 w 76200"/>
                <a:gd name="connsiteY11" fmla="*/ 18859 h 123825"/>
                <a:gd name="connsiteX12" fmla="*/ 54292 w 76200"/>
                <a:gd name="connsiteY12" fmla="*/ 20860 h 123825"/>
                <a:gd name="connsiteX13" fmla="*/ 69151 w 76200"/>
                <a:gd name="connsiteY13" fmla="*/ 40386 h 123825"/>
                <a:gd name="connsiteX14" fmla="*/ 71723 w 76200"/>
                <a:gd name="connsiteY14" fmla="*/ 53150 h 123825"/>
                <a:gd name="connsiteX15" fmla="*/ 72771 w 76200"/>
                <a:gd name="connsiteY15" fmla="*/ 65342 h 123825"/>
                <a:gd name="connsiteX16" fmla="*/ 72771 w 76200"/>
                <a:gd name="connsiteY16" fmla="*/ 68390 h 123825"/>
                <a:gd name="connsiteX17" fmla="*/ 72771 w 76200"/>
                <a:gd name="connsiteY17" fmla="*/ 71533 h 123825"/>
                <a:gd name="connsiteX18" fmla="*/ 71818 w 76200"/>
                <a:gd name="connsiteY18" fmla="*/ 77629 h 123825"/>
                <a:gd name="connsiteX19" fmla="*/ 67913 w 76200"/>
                <a:gd name="connsiteY19" fmla="*/ 89249 h 123825"/>
                <a:gd name="connsiteX20" fmla="*/ 61436 w 76200"/>
                <a:gd name="connsiteY20" fmla="*/ 99632 h 123825"/>
                <a:gd name="connsiteX21" fmla="*/ 52959 w 76200"/>
                <a:gd name="connsiteY21" fmla="*/ 108490 h 123825"/>
                <a:gd name="connsiteX22" fmla="*/ 43434 w 76200"/>
                <a:gd name="connsiteY22" fmla="*/ 115538 h 123825"/>
                <a:gd name="connsiteX23" fmla="*/ 32194 w 76200"/>
                <a:gd name="connsiteY23" fmla="*/ 120206 h 123825"/>
                <a:gd name="connsiteX24" fmla="*/ 20193 w 76200"/>
                <a:gd name="connsiteY24" fmla="*/ 122206 h 123825"/>
                <a:gd name="connsiteX25" fmla="*/ 7239 w 76200"/>
                <a:gd name="connsiteY25" fmla="*/ 121920 h 123825"/>
                <a:gd name="connsiteX26" fmla="*/ 7239 w 76200"/>
                <a:gd name="connsiteY26" fmla="*/ 121920 h 123825"/>
                <a:gd name="connsiteX27" fmla="*/ 19336 w 76200"/>
                <a:gd name="connsiteY27" fmla="*/ 121920 h 123825"/>
                <a:gd name="connsiteX28" fmla="*/ 31147 w 76200"/>
                <a:gd name="connsiteY28" fmla="*/ 119539 h 123825"/>
                <a:gd name="connsiteX29" fmla="*/ 51626 w 76200"/>
                <a:gd name="connsiteY29" fmla="*/ 107537 h 123825"/>
                <a:gd name="connsiteX30" fmla="*/ 59722 w 76200"/>
                <a:gd name="connsiteY30" fmla="*/ 98774 h 123825"/>
                <a:gd name="connsiteX31" fmla="*/ 65818 w 76200"/>
                <a:gd name="connsiteY31" fmla="*/ 88583 h 123825"/>
                <a:gd name="connsiteX32" fmla="*/ 69437 w 76200"/>
                <a:gd name="connsiteY32" fmla="*/ 77248 h 123825"/>
                <a:gd name="connsiteX33" fmla="*/ 70294 w 76200"/>
                <a:gd name="connsiteY33" fmla="*/ 71342 h 123825"/>
                <a:gd name="connsiteX34" fmla="*/ 70295 w 76200"/>
                <a:gd name="connsiteY34" fmla="*/ 68485 h 123825"/>
                <a:gd name="connsiteX35" fmla="*/ 70295 w 76200"/>
                <a:gd name="connsiteY35" fmla="*/ 65437 h 123825"/>
                <a:gd name="connsiteX36" fmla="*/ 69532 w 76200"/>
                <a:gd name="connsiteY36" fmla="*/ 53150 h 123825"/>
                <a:gd name="connsiteX37" fmla="*/ 65913 w 76200"/>
                <a:gd name="connsiteY37" fmla="*/ 41910 h 123825"/>
                <a:gd name="connsiteX38" fmla="*/ 51625 w 76200"/>
                <a:gd name="connsiteY38" fmla="*/ 23336 h 123825"/>
                <a:gd name="connsiteX39" fmla="*/ 49244 w 76200"/>
                <a:gd name="connsiteY39" fmla="*/ 21431 h 123825"/>
                <a:gd name="connsiteX40" fmla="*/ 46863 w 76200"/>
                <a:gd name="connsiteY40" fmla="*/ 19717 h 123825"/>
                <a:gd name="connsiteX41" fmla="*/ 41815 w 76200"/>
                <a:gd name="connsiteY41" fmla="*/ 16573 h 123825"/>
                <a:gd name="connsiteX42" fmla="*/ 30956 w 76200"/>
                <a:gd name="connsiteY42" fmla="*/ 12097 h 123825"/>
                <a:gd name="connsiteX43" fmla="*/ 19145 w 76200"/>
                <a:gd name="connsiteY43" fmla="*/ 10097 h 123825"/>
                <a:gd name="connsiteX44" fmla="*/ 7144 w 76200"/>
                <a:gd name="connsiteY44" fmla="*/ 10096 h 123825"/>
                <a:gd name="connsiteX45" fmla="*/ 8287 w 76200"/>
                <a:gd name="connsiteY45" fmla="*/ 9049 h 123825"/>
                <a:gd name="connsiteX46" fmla="*/ 8287 w 76200"/>
                <a:gd name="connsiteY46" fmla="*/ 37624 h 123825"/>
                <a:gd name="connsiteX47" fmla="*/ 8287 w 76200"/>
                <a:gd name="connsiteY47" fmla="*/ 66199 h 123825"/>
                <a:gd name="connsiteX48" fmla="*/ 8287 w 76200"/>
                <a:gd name="connsiteY48" fmla="*/ 80391 h 123825"/>
                <a:gd name="connsiteX49" fmla="*/ 8287 w 76200"/>
                <a:gd name="connsiteY49" fmla="*/ 94488 h 123825"/>
                <a:gd name="connsiteX50" fmla="*/ 7239 w 76200"/>
                <a:gd name="connsiteY50" fmla="*/ 12192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6200" h="123825">
                  <a:moveTo>
                    <a:pt x="7239" y="121920"/>
                  </a:moveTo>
                  <a:cubicBezTo>
                    <a:pt x="7239" y="112395"/>
                    <a:pt x="7239" y="102870"/>
                    <a:pt x="7239" y="93345"/>
                  </a:cubicBezTo>
                  <a:lnTo>
                    <a:pt x="7239" y="79248"/>
                  </a:lnTo>
                  <a:lnTo>
                    <a:pt x="7239" y="65056"/>
                  </a:lnTo>
                  <a:lnTo>
                    <a:pt x="7239" y="36481"/>
                  </a:lnTo>
                  <a:lnTo>
                    <a:pt x="7239" y="7144"/>
                  </a:lnTo>
                  <a:lnTo>
                    <a:pt x="8382" y="7144"/>
                  </a:lnTo>
                  <a:cubicBezTo>
                    <a:pt x="12382" y="7144"/>
                    <a:pt x="16383" y="7144"/>
                    <a:pt x="20574" y="7144"/>
                  </a:cubicBezTo>
                  <a:cubicBezTo>
                    <a:pt x="24691" y="7432"/>
                    <a:pt x="28773" y="8101"/>
                    <a:pt x="32766" y="9144"/>
                  </a:cubicBezTo>
                  <a:cubicBezTo>
                    <a:pt x="36735" y="10277"/>
                    <a:pt x="40568" y="11843"/>
                    <a:pt x="44196" y="13811"/>
                  </a:cubicBezTo>
                  <a:cubicBezTo>
                    <a:pt x="46019" y="14798"/>
                    <a:pt x="47769" y="15912"/>
                    <a:pt x="49435" y="17145"/>
                  </a:cubicBezTo>
                  <a:lnTo>
                    <a:pt x="51911" y="18859"/>
                  </a:lnTo>
                  <a:lnTo>
                    <a:pt x="54292" y="20860"/>
                  </a:lnTo>
                  <a:cubicBezTo>
                    <a:pt x="60666" y="26154"/>
                    <a:pt x="65748" y="32832"/>
                    <a:pt x="69151" y="40386"/>
                  </a:cubicBezTo>
                  <a:cubicBezTo>
                    <a:pt x="70560" y="44511"/>
                    <a:pt x="71425" y="48801"/>
                    <a:pt x="71723" y="53150"/>
                  </a:cubicBezTo>
                  <a:cubicBezTo>
                    <a:pt x="72454" y="57172"/>
                    <a:pt x="72805" y="61254"/>
                    <a:pt x="72771" y="65342"/>
                  </a:cubicBezTo>
                  <a:cubicBezTo>
                    <a:pt x="72771" y="66389"/>
                    <a:pt x="72771" y="67342"/>
                    <a:pt x="72771" y="68390"/>
                  </a:cubicBezTo>
                  <a:cubicBezTo>
                    <a:pt x="72771" y="69437"/>
                    <a:pt x="72771" y="70485"/>
                    <a:pt x="72771" y="71533"/>
                  </a:cubicBezTo>
                  <a:cubicBezTo>
                    <a:pt x="72586" y="73583"/>
                    <a:pt x="72267" y="75619"/>
                    <a:pt x="71818" y="77629"/>
                  </a:cubicBezTo>
                  <a:cubicBezTo>
                    <a:pt x="70949" y="81634"/>
                    <a:pt x="69639" y="85531"/>
                    <a:pt x="67913" y="89249"/>
                  </a:cubicBezTo>
                  <a:cubicBezTo>
                    <a:pt x="66164" y="92949"/>
                    <a:pt x="63991" y="96434"/>
                    <a:pt x="61436" y="99632"/>
                  </a:cubicBezTo>
                  <a:cubicBezTo>
                    <a:pt x="58936" y="102880"/>
                    <a:pt x="56094" y="105850"/>
                    <a:pt x="52959" y="108490"/>
                  </a:cubicBezTo>
                  <a:cubicBezTo>
                    <a:pt x="50083" y="111218"/>
                    <a:pt x="46884" y="113585"/>
                    <a:pt x="43434" y="115538"/>
                  </a:cubicBezTo>
                  <a:cubicBezTo>
                    <a:pt x="39880" y="117522"/>
                    <a:pt x="36108" y="119088"/>
                    <a:pt x="32194" y="120206"/>
                  </a:cubicBezTo>
                  <a:cubicBezTo>
                    <a:pt x="28288" y="121348"/>
                    <a:pt x="24259" y="122020"/>
                    <a:pt x="20193" y="122206"/>
                  </a:cubicBezTo>
                  <a:cubicBezTo>
                    <a:pt x="15335" y="122206"/>
                    <a:pt x="11239" y="122015"/>
                    <a:pt x="7239" y="121920"/>
                  </a:cubicBezTo>
                  <a:close/>
                  <a:moveTo>
                    <a:pt x="7239" y="121920"/>
                  </a:moveTo>
                  <a:cubicBezTo>
                    <a:pt x="11239" y="121920"/>
                    <a:pt x="15335" y="121920"/>
                    <a:pt x="19336" y="121920"/>
                  </a:cubicBezTo>
                  <a:cubicBezTo>
                    <a:pt x="23346" y="121550"/>
                    <a:pt x="27306" y="120751"/>
                    <a:pt x="31147" y="119539"/>
                  </a:cubicBezTo>
                  <a:cubicBezTo>
                    <a:pt x="38757" y="117058"/>
                    <a:pt x="45742" y="112965"/>
                    <a:pt x="51626" y="107537"/>
                  </a:cubicBezTo>
                  <a:cubicBezTo>
                    <a:pt x="54639" y="104923"/>
                    <a:pt x="57354" y="101984"/>
                    <a:pt x="59722" y="98774"/>
                  </a:cubicBezTo>
                  <a:cubicBezTo>
                    <a:pt x="62167" y="95642"/>
                    <a:pt x="64215" y="92219"/>
                    <a:pt x="65818" y="88583"/>
                  </a:cubicBezTo>
                  <a:cubicBezTo>
                    <a:pt x="67451" y="84954"/>
                    <a:pt x="68665" y="81151"/>
                    <a:pt x="69437" y="77248"/>
                  </a:cubicBezTo>
                  <a:cubicBezTo>
                    <a:pt x="69823" y="75295"/>
                    <a:pt x="70109" y="73324"/>
                    <a:pt x="70294" y="71342"/>
                  </a:cubicBezTo>
                  <a:cubicBezTo>
                    <a:pt x="70295" y="70390"/>
                    <a:pt x="70295" y="69437"/>
                    <a:pt x="70295" y="68485"/>
                  </a:cubicBezTo>
                  <a:cubicBezTo>
                    <a:pt x="70295" y="67532"/>
                    <a:pt x="70295" y="66389"/>
                    <a:pt x="70295" y="65437"/>
                  </a:cubicBezTo>
                  <a:cubicBezTo>
                    <a:pt x="70398" y="61327"/>
                    <a:pt x="70143" y="57215"/>
                    <a:pt x="69532" y="53150"/>
                  </a:cubicBezTo>
                  <a:cubicBezTo>
                    <a:pt x="68774" y="49273"/>
                    <a:pt x="67559" y="45500"/>
                    <a:pt x="65913" y="41910"/>
                  </a:cubicBezTo>
                  <a:cubicBezTo>
                    <a:pt x="62608" y="34723"/>
                    <a:pt x="57725" y="28374"/>
                    <a:pt x="51625" y="23336"/>
                  </a:cubicBezTo>
                  <a:lnTo>
                    <a:pt x="49244" y="21431"/>
                  </a:lnTo>
                  <a:lnTo>
                    <a:pt x="46863" y="19717"/>
                  </a:lnTo>
                  <a:cubicBezTo>
                    <a:pt x="45238" y="18580"/>
                    <a:pt x="43552" y="17530"/>
                    <a:pt x="41815" y="16573"/>
                  </a:cubicBezTo>
                  <a:cubicBezTo>
                    <a:pt x="38387" y="14653"/>
                    <a:pt x="34741" y="13150"/>
                    <a:pt x="30956" y="12097"/>
                  </a:cubicBezTo>
                  <a:cubicBezTo>
                    <a:pt x="27106" y="10994"/>
                    <a:pt x="23144" y="10323"/>
                    <a:pt x="19145" y="10097"/>
                  </a:cubicBezTo>
                  <a:cubicBezTo>
                    <a:pt x="15240" y="10096"/>
                    <a:pt x="11144" y="10096"/>
                    <a:pt x="7144" y="10096"/>
                  </a:cubicBezTo>
                  <a:lnTo>
                    <a:pt x="8287" y="9049"/>
                  </a:lnTo>
                  <a:lnTo>
                    <a:pt x="8287" y="37624"/>
                  </a:lnTo>
                  <a:lnTo>
                    <a:pt x="8287" y="66199"/>
                  </a:lnTo>
                  <a:lnTo>
                    <a:pt x="8287" y="80391"/>
                  </a:lnTo>
                  <a:lnTo>
                    <a:pt x="8287" y="94488"/>
                  </a:lnTo>
                  <a:cubicBezTo>
                    <a:pt x="7525" y="103061"/>
                    <a:pt x="7429" y="112490"/>
                    <a:pt x="7239" y="121920"/>
                  </a:cubicBezTo>
                  <a:close/>
                </a:path>
              </a:pathLst>
            </a:custGeom>
            <a:solidFill>
              <a:srgbClr val="FFFFFF"/>
            </a:solid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94FBD9A-8993-4D36-9D8D-60844A268D7D}"/>
                </a:ext>
              </a:extLst>
            </p:cNvPr>
            <p:cNvSpPr/>
            <p:nvPr/>
          </p:nvSpPr>
          <p:spPr>
            <a:xfrm>
              <a:off x="11530592" y="431363"/>
              <a:ext cx="108380" cy="198696"/>
            </a:xfrm>
            <a:custGeom>
              <a:avLst/>
              <a:gdLst>
                <a:gd name="connsiteX0" fmla="*/ 8287 w 57150"/>
                <a:gd name="connsiteY0" fmla="*/ 7197 h 104775"/>
                <a:gd name="connsiteX1" fmla="*/ 8763 w 57150"/>
                <a:gd name="connsiteY1" fmla="*/ 31486 h 104775"/>
                <a:gd name="connsiteX2" fmla="*/ 8763 w 57150"/>
                <a:gd name="connsiteY2" fmla="*/ 55680 h 104775"/>
                <a:gd name="connsiteX3" fmla="*/ 8763 w 57150"/>
                <a:gd name="connsiteY3" fmla="*/ 79873 h 104775"/>
                <a:gd name="connsiteX4" fmla="*/ 8763 w 57150"/>
                <a:gd name="connsiteY4" fmla="*/ 104067 h 104775"/>
                <a:gd name="connsiteX5" fmla="*/ 7620 w 57150"/>
                <a:gd name="connsiteY5" fmla="*/ 102924 h 104775"/>
                <a:gd name="connsiteX6" fmla="*/ 17145 w 57150"/>
                <a:gd name="connsiteY6" fmla="*/ 101876 h 104775"/>
                <a:gd name="connsiteX7" fmla="*/ 25908 w 57150"/>
                <a:gd name="connsiteY7" fmla="*/ 99114 h 104775"/>
                <a:gd name="connsiteX8" fmla="*/ 34004 w 57150"/>
                <a:gd name="connsiteY8" fmla="*/ 94637 h 104775"/>
                <a:gd name="connsiteX9" fmla="*/ 35814 w 57150"/>
                <a:gd name="connsiteY9" fmla="*/ 93303 h 104775"/>
                <a:gd name="connsiteX10" fmla="*/ 37624 w 57150"/>
                <a:gd name="connsiteY10" fmla="*/ 91779 h 104775"/>
                <a:gd name="connsiteX11" fmla="*/ 41053 w 57150"/>
                <a:gd name="connsiteY11" fmla="*/ 88731 h 104775"/>
                <a:gd name="connsiteX12" fmla="*/ 46958 w 57150"/>
                <a:gd name="connsiteY12" fmla="*/ 81683 h 104775"/>
                <a:gd name="connsiteX13" fmla="*/ 51340 w 57150"/>
                <a:gd name="connsiteY13" fmla="*/ 73587 h 104775"/>
                <a:gd name="connsiteX14" fmla="*/ 53912 w 57150"/>
                <a:gd name="connsiteY14" fmla="*/ 64728 h 104775"/>
                <a:gd name="connsiteX15" fmla="*/ 54769 w 57150"/>
                <a:gd name="connsiteY15" fmla="*/ 55203 h 104775"/>
                <a:gd name="connsiteX16" fmla="*/ 54102 w 57150"/>
                <a:gd name="connsiteY16" fmla="*/ 45678 h 104775"/>
                <a:gd name="connsiteX17" fmla="*/ 51626 w 57150"/>
                <a:gd name="connsiteY17" fmla="*/ 36725 h 104775"/>
                <a:gd name="connsiteX18" fmla="*/ 47339 w 57150"/>
                <a:gd name="connsiteY18" fmla="*/ 28533 h 104775"/>
                <a:gd name="connsiteX19" fmla="*/ 41339 w 57150"/>
                <a:gd name="connsiteY19" fmla="*/ 21390 h 104775"/>
                <a:gd name="connsiteX20" fmla="*/ 34195 w 57150"/>
                <a:gd name="connsiteY20" fmla="*/ 15389 h 104775"/>
                <a:gd name="connsiteX21" fmla="*/ 26289 w 57150"/>
                <a:gd name="connsiteY21" fmla="*/ 10531 h 104775"/>
                <a:gd name="connsiteX22" fmla="*/ 17431 w 57150"/>
                <a:gd name="connsiteY22" fmla="*/ 7483 h 104775"/>
                <a:gd name="connsiteX23" fmla="*/ 8287 w 57150"/>
                <a:gd name="connsiteY23" fmla="*/ 7197 h 104775"/>
                <a:gd name="connsiteX24" fmla="*/ 8287 w 57150"/>
                <a:gd name="connsiteY24" fmla="*/ 7197 h 104775"/>
                <a:gd name="connsiteX25" fmla="*/ 17812 w 57150"/>
                <a:gd name="connsiteY25" fmla="*/ 7769 h 104775"/>
                <a:gd name="connsiteX26" fmla="*/ 27337 w 57150"/>
                <a:gd name="connsiteY26" fmla="*/ 10436 h 104775"/>
                <a:gd name="connsiteX27" fmla="*/ 35623 w 57150"/>
                <a:gd name="connsiteY27" fmla="*/ 15198 h 104775"/>
                <a:gd name="connsiteX28" fmla="*/ 43053 w 57150"/>
                <a:gd name="connsiteY28" fmla="*/ 21104 h 104775"/>
                <a:gd name="connsiteX29" fmla="*/ 49435 w 57150"/>
                <a:gd name="connsiteY29" fmla="*/ 28343 h 104775"/>
                <a:gd name="connsiteX30" fmla="*/ 54102 w 57150"/>
                <a:gd name="connsiteY30" fmla="*/ 36725 h 104775"/>
                <a:gd name="connsiteX31" fmla="*/ 56864 w 57150"/>
                <a:gd name="connsiteY31" fmla="*/ 46250 h 104775"/>
                <a:gd name="connsiteX32" fmla="*/ 57721 w 57150"/>
                <a:gd name="connsiteY32" fmla="*/ 55775 h 104775"/>
                <a:gd name="connsiteX33" fmla="*/ 56864 w 57150"/>
                <a:gd name="connsiteY33" fmla="*/ 65300 h 104775"/>
                <a:gd name="connsiteX34" fmla="*/ 54197 w 57150"/>
                <a:gd name="connsiteY34" fmla="*/ 74825 h 104775"/>
                <a:gd name="connsiteX35" fmla="*/ 49720 w 57150"/>
                <a:gd name="connsiteY35" fmla="*/ 83397 h 104775"/>
                <a:gd name="connsiteX36" fmla="*/ 43529 w 57150"/>
                <a:gd name="connsiteY36" fmla="*/ 90827 h 104775"/>
                <a:gd name="connsiteX37" fmla="*/ 39910 w 57150"/>
                <a:gd name="connsiteY37" fmla="*/ 94065 h 104775"/>
                <a:gd name="connsiteX38" fmla="*/ 38100 w 57150"/>
                <a:gd name="connsiteY38" fmla="*/ 95589 h 104775"/>
                <a:gd name="connsiteX39" fmla="*/ 36100 w 57150"/>
                <a:gd name="connsiteY39" fmla="*/ 97018 h 104775"/>
                <a:gd name="connsiteX40" fmla="*/ 27623 w 57150"/>
                <a:gd name="connsiteY40" fmla="*/ 101685 h 104775"/>
                <a:gd name="connsiteX41" fmla="*/ 18098 w 57150"/>
                <a:gd name="connsiteY41" fmla="*/ 104543 h 104775"/>
                <a:gd name="connsiteX42" fmla="*/ 8573 w 57150"/>
                <a:gd name="connsiteY42" fmla="*/ 105591 h 104775"/>
                <a:gd name="connsiteX43" fmla="*/ 7144 w 57150"/>
                <a:gd name="connsiteY43" fmla="*/ 105591 h 104775"/>
                <a:gd name="connsiteX44" fmla="*/ 7144 w 57150"/>
                <a:gd name="connsiteY44" fmla="*/ 80159 h 104775"/>
                <a:gd name="connsiteX45" fmla="*/ 7144 w 57150"/>
                <a:gd name="connsiteY45" fmla="*/ 55965 h 104775"/>
                <a:gd name="connsiteX46" fmla="*/ 7144 w 57150"/>
                <a:gd name="connsiteY46" fmla="*/ 31772 h 104775"/>
                <a:gd name="connsiteX47" fmla="*/ 8287 w 57150"/>
                <a:gd name="connsiteY47" fmla="*/ 7197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7150" h="104775">
                  <a:moveTo>
                    <a:pt x="8287" y="7197"/>
                  </a:moveTo>
                  <a:cubicBezTo>
                    <a:pt x="8287" y="15294"/>
                    <a:pt x="8287" y="23390"/>
                    <a:pt x="8763" y="31486"/>
                  </a:cubicBezTo>
                  <a:cubicBezTo>
                    <a:pt x="9239" y="39582"/>
                    <a:pt x="8763" y="47583"/>
                    <a:pt x="8763" y="55680"/>
                  </a:cubicBezTo>
                  <a:lnTo>
                    <a:pt x="8763" y="79873"/>
                  </a:lnTo>
                  <a:lnTo>
                    <a:pt x="8763" y="104067"/>
                  </a:lnTo>
                  <a:lnTo>
                    <a:pt x="7620" y="102924"/>
                  </a:lnTo>
                  <a:cubicBezTo>
                    <a:pt x="10818" y="102836"/>
                    <a:pt x="14004" y="102485"/>
                    <a:pt x="17145" y="101876"/>
                  </a:cubicBezTo>
                  <a:cubicBezTo>
                    <a:pt x="20142" y="101214"/>
                    <a:pt x="23074" y="100290"/>
                    <a:pt x="25908" y="99114"/>
                  </a:cubicBezTo>
                  <a:cubicBezTo>
                    <a:pt x="28735" y="97867"/>
                    <a:pt x="31445" y="96369"/>
                    <a:pt x="34004" y="94637"/>
                  </a:cubicBezTo>
                  <a:lnTo>
                    <a:pt x="35814" y="93303"/>
                  </a:lnTo>
                  <a:lnTo>
                    <a:pt x="37624" y="91779"/>
                  </a:lnTo>
                  <a:cubicBezTo>
                    <a:pt x="38767" y="90827"/>
                    <a:pt x="40005" y="89779"/>
                    <a:pt x="41053" y="88731"/>
                  </a:cubicBezTo>
                  <a:cubicBezTo>
                    <a:pt x="43250" y="86583"/>
                    <a:pt x="45228" y="84222"/>
                    <a:pt x="46958" y="81683"/>
                  </a:cubicBezTo>
                  <a:cubicBezTo>
                    <a:pt x="48695" y="79143"/>
                    <a:pt x="50164" y="76430"/>
                    <a:pt x="51340" y="73587"/>
                  </a:cubicBezTo>
                  <a:cubicBezTo>
                    <a:pt x="52482" y="70724"/>
                    <a:pt x="53343" y="67757"/>
                    <a:pt x="53912" y="64728"/>
                  </a:cubicBezTo>
                  <a:cubicBezTo>
                    <a:pt x="54502" y="61588"/>
                    <a:pt x="54789" y="58398"/>
                    <a:pt x="54769" y="55203"/>
                  </a:cubicBezTo>
                  <a:cubicBezTo>
                    <a:pt x="54804" y="52015"/>
                    <a:pt x="54581" y="48830"/>
                    <a:pt x="54102" y="45678"/>
                  </a:cubicBezTo>
                  <a:cubicBezTo>
                    <a:pt x="53613" y="42611"/>
                    <a:pt x="52782" y="39608"/>
                    <a:pt x="51626" y="36725"/>
                  </a:cubicBezTo>
                  <a:cubicBezTo>
                    <a:pt x="50484" y="33853"/>
                    <a:pt x="49047" y="31108"/>
                    <a:pt x="47339" y="28533"/>
                  </a:cubicBezTo>
                  <a:cubicBezTo>
                    <a:pt x="45606" y="25940"/>
                    <a:pt x="43594" y="23544"/>
                    <a:pt x="41339" y="21390"/>
                  </a:cubicBezTo>
                  <a:cubicBezTo>
                    <a:pt x="39085" y="19242"/>
                    <a:pt x="36699" y="17237"/>
                    <a:pt x="34195" y="15389"/>
                  </a:cubicBezTo>
                  <a:cubicBezTo>
                    <a:pt x="31710" y="13536"/>
                    <a:pt x="29064" y="11911"/>
                    <a:pt x="26289" y="10531"/>
                  </a:cubicBezTo>
                  <a:cubicBezTo>
                    <a:pt x="23492" y="9108"/>
                    <a:pt x="20511" y="8082"/>
                    <a:pt x="17431" y="7483"/>
                  </a:cubicBezTo>
                  <a:cubicBezTo>
                    <a:pt x="14394" y="7167"/>
                    <a:pt x="11338" y="7072"/>
                    <a:pt x="8287" y="7197"/>
                  </a:cubicBezTo>
                  <a:close/>
                  <a:moveTo>
                    <a:pt x="8287" y="7197"/>
                  </a:moveTo>
                  <a:cubicBezTo>
                    <a:pt x="11472" y="7142"/>
                    <a:pt x="14656" y="7334"/>
                    <a:pt x="17812" y="7769"/>
                  </a:cubicBezTo>
                  <a:cubicBezTo>
                    <a:pt x="21101" y="8183"/>
                    <a:pt x="24311" y="9082"/>
                    <a:pt x="27337" y="10436"/>
                  </a:cubicBezTo>
                  <a:cubicBezTo>
                    <a:pt x="30232" y="11780"/>
                    <a:pt x="33005" y="13373"/>
                    <a:pt x="35623" y="15198"/>
                  </a:cubicBezTo>
                  <a:cubicBezTo>
                    <a:pt x="38266" y="16948"/>
                    <a:pt x="40752" y="18924"/>
                    <a:pt x="43053" y="21104"/>
                  </a:cubicBezTo>
                  <a:cubicBezTo>
                    <a:pt x="45427" y="23288"/>
                    <a:pt x="47565" y="25714"/>
                    <a:pt x="49435" y="28343"/>
                  </a:cubicBezTo>
                  <a:cubicBezTo>
                    <a:pt x="51285" y="30962"/>
                    <a:pt x="52850" y="33772"/>
                    <a:pt x="54102" y="36725"/>
                  </a:cubicBezTo>
                  <a:cubicBezTo>
                    <a:pt x="55372" y="39788"/>
                    <a:pt x="56298" y="42982"/>
                    <a:pt x="56864" y="46250"/>
                  </a:cubicBezTo>
                  <a:cubicBezTo>
                    <a:pt x="57385" y="49399"/>
                    <a:pt x="57672" y="52583"/>
                    <a:pt x="57721" y="55775"/>
                  </a:cubicBezTo>
                  <a:cubicBezTo>
                    <a:pt x="57720" y="58969"/>
                    <a:pt x="57433" y="62157"/>
                    <a:pt x="56864" y="65300"/>
                  </a:cubicBezTo>
                  <a:cubicBezTo>
                    <a:pt x="56325" y="68562"/>
                    <a:pt x="55430" y="71756"/>
                    <a:pt x="54197" y="74825"/>
                  </a:cubicBezTo>
                  <a:cubicBezTo>
                    <a:pt x="52934" y="77796"/>
                    <a:pt x="51437" y="80662"/>
                    <a:pt x="49720" y="83397"/>
                  </a:cubicBezTo>
                  <a:cubicBezTo>
                    <a:pt x="47896" y="86063"/>
                    <a:pt x="45823" y="88551"/>
                    <a:pt x="43529" y="90827"/>
                  </a:cubicBezTo>
                  <a:cubicBezTo>
                    <a:pt x="42386" y="91970"/>
                    <a:pt x="41148" y="93018"/>
                    <a:pt x="39910" y="94065"/>
                  </a:cubicBezTo>
                  <a:lnTo>
                    <a:pt x="38100" y="95589"/>
                  </a:lnTo>
                  <a:lnTo>
                    <a:pt x="36100" y="97018"/>
                  </a:lnTo>
                  <a:cubicBezTo>
                    <a:pt x="33447" y="98869"/>
                    <a:pt x="30605" y="100434"/>
                    <a:pt x="27623" y="101685"/>
                  </a:cubicBezTo>
                  <a:cubicBezTo>
                    <a:pt x="24546" y="102940"/>
                    <a:pt x="21357" y="103897"/>
                    <a:pt x="18098" y="104543"/>
                  </a:cubicBezTo>
                  <a:cubicBezTo>
                    <a:pt x="14960" y="105174"/>
                    <a:pt x="11772" y="105524"/>
                    <a:pt x="8573" y="105591"/>
                  </a:cubicBezTo>
                  <a:lnTo>
                    <a:pt x="7144" y="105591"/>
                  </a:lnTo>
                  <a:lnTo>
                    <a:pt x="7144" y="80159"/>
                  </a:lnTo>
                  <a:lnTo>
                    <a:pt x="7144" y="55965"/>
                  </a:lnTo>
                  <a:cubicBezTo>
                    <a:pt x="7144" y="47869"/>
                    <a:pt x="7144" y="39773"/>
                    <a:pt x="7144" y="31772"/>
                  </a:cubicBezTo>
                  <a:cubicBezTo>
                    <a:pt x="7144" y="23771"/>
                    <a:pt x="8096" y="15198"/>
                    <a:pt x="8287" y="7197"/>
                  </a:cubicBezTo>
                  <a:close/>
                </a:path>
              </a:pathLst>
            </a:custGeom>
            <a:solidFill>
              <a:srgbClr val="FFFFFF"/>
            </a:solid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894AD02E-586A-4A48-9451-9B950D88171E}"/>
                </a:ext>
              </a:extLst>
            </p:cNvPr>
            <p:cNvSpPr/>
            <p:nvPr/>
          </p:nvSpPr>
          <p:spPr>
            <a:xfrm>
              <a:off x="11702192" y="416827"/>
              <a:ext cx="108380" cy="234823"/>
            </a:xfrm>
            <a:custGeom>
              <a:avLst/>
              <a:gdLst>
                <a:gd name="connsiteX0" fmla="*/ 57436 w 57150"/>
                <a:gd name="connsiteY0" fmla="*/ 120209 h 123825"/>
                <a:gd name="connsiteX1" fmla="*/ 44387 w 57150"/>
                <a:gd name="connsiteY1" fmla="*/ 120209 h 123825"/>
                <a:gd name="connsiteX2" fmla="*/ 15145 w 57150"/>
                <a:gd name="connsiteY2" fmla="*/ 95825 h 123825"/>
                <a:gd name="connsiteX3" fmla="*/ 15145 w 57150"/>
                <a:gd name="connsiteY3" fmla="*/ 120209 h 123825"/>
                <a:gd name="connsiteX4" fmla="*/ 7144 w 57150"/>
                <a:gd name="connsiteY4" fmla="*/ 120209 h 123825"/>
                <a:gd name="connsiteX5" fmla="*/ 7144 w 57150"/>
                <a:gd name="connsiteY5" fmla="*/ 7147 h 123825"/>
                <a:gd name="connsiteX6" fmla="*/ 13240 w 57150"/>
                <a:gd name="connsiteY6" fmla="*/ 7147 h 123825"/>
                <a:gd name="connsiteX7" fmla="*/ 45244 w 57150"/>
                <a:gd name="connsiteY7" fmla="*/ 20197 h 123825"/>
                <a:gd name="connsiteX8" fmla="*/ 58579 w 57150"/>
                <a:gd name="connsiteY8" fmla="*/ 51915 h 123825"/>
                <a:gd name="connsiteX9" fmla="*/ 44482 w 57150"/>
                <a:gd name="connsiteY9" fmla="*/ 84776 h 123825"/>
                <a:gd name="connsiteX10" fmla="*/ 27146 w 57150"/>
                <a:gd name="connsiteY10" fmla="*/ 95158 h 123825"/>
                <a:gd name="connsiteX11" fmla="*/ 15145 w 57150"/>
                <a:gd name="connsiteY11" fmla="*/ 14863 h 123825"/>
                <a:gd name="connsiteX12" fmla="*/ 15145 w 57150"/>
                <a:gd name="connsiteY12" fmla="*/ 89539 h 123825"/>
                <a:gd name="connsiteX13" fmla="*/ 36195 w 57150"/>
                <a:gd name="connsiteY13" fmla="*/ 81633 h 123825"/>
                <a:gd name="connsiteX14" fmla="*/ 50482 w 57150"/>
                <a:gd name="connsiteY14" fmla="*/ 53058 h 123825"/>
                <a:gd name="connsiteX15" fmla="*/ 35719 w 57150"/>
                <a:gd name="connsiteY15" fmla="*/ 22864 h 123825"/>
                <a:gd name="connsiteX16" fmla="*/ 15145 w 57150"/>
                <a:gd name="connsiteY16" fmla="*/ 14863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7150" h="123825">
                  <a:moveTo>
                    <a:pt x="57436" y="120209"/>
                  </a:moveTo>
                  <a:lnTo>
                    <a:pt x="44387" y="120209"/>
                  </a:lnTo>
                  <a:lnTo>
                    <a:pt x="15145" y="95825"/>
                  </a:lnTo>
                  <a:lnTo>
                    <a:pt x="15145" y="120209"/>
                  </a:lnTo>
                  <a:lnTo>
                    <a:pt x="7144" y="120209"/>
                  </a:lnTo>
                  <a:lnTo>
                    <a:pt x="7144" y="7147"/>
                  </a:lnTo>
                  <a:lnTo>
                    <a:pt x="13240" y="7147"/>
                  </a:lnTo>
                  <a:cubicBezTo>
                    <a:pt x="25233" y="6994"/>
                    <a:pt x="36777" y="11702"/>
                    <a:pt x="45244" y="20197"/>
                  </a:cubicBezTo>
                  <a:cubicBezTo>
                    <a:pt x="53933" y="28436"/>
                    <a:pt x="58770" y="39941"/>
                    <a:pt x="58579" y="51915"/>
                  </a:cubicBezTo>
                  <a:cubicBezTo>
                    <a:pt x="58730" y="64368"/>
                    <a:pt x="53610" y="76304"/>
                    <a:pt x="44482" y="84776"/>
                  </a:cubicBezTo>
                  <a:cubicBezTo>
                    <a:pt x="39468" y="89378"/>
                    <a:pt x="33570" y="92911"/>
                    <a:pt x="27146" y="95158"/>
                  </a:cubicBezTo>
                  <a:close/>
                  <a:moveTo>
                    <a:pt x="15145" y="14863"/>
                  </a:moveTo>
                  <a:lnTo>
                    <a:pt x="15145" y="89539"/>
                  </a:lnTo>
                  <a:cubicBezTo>
                    <a:pt x="22771" y="88960"/>
                    <a:pt x="30073" y="86217"/>
                    <a:pt x="36195" y="81633"/>
                  </a:cubicBezTo>
                  <a:cubicBezTo>
                    <a:pt x="45286" y="74969"/>
                    <a:pt x="50606" y="64329"/>
                    <a:pt x="50482" y="53058"/>
                  </a:cubicBezTo>
                  <a:cubicBezTo>
                    <a:pt x="50735" y="41198"/>
                    <a:pt x="45234" y="29948"/>
                    <a:pt x="35719" y="22864"/>
                  </a:cubicBezTo>
                  <a:cubicBezTo>
                    <a:pt x="29744" y="18324"/>
                    <a:pt x="22616" y="15552"/>
                    <a:pt x="15145" y="14863"/>
                  </a:cubicBezTo>
                  <a:close/>
                </a:path>
              </a:pathLst>
            </a:custGeom>
            <a:solidFill>
              <a:srgbClr val="FFFFFF"/>
            </a:solid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059E67C1-B155-4D57-A708-6D1F3A72B656}"/>
                </a:ext>
              </a:extLst>
            </p:cNvPr>
            <p:cNvSpPr/>
            <p:nvPr/>
          </p:nvSpPr>
          <p:spPr>
            <a:xfrm>
              <a:off x="11700024" y="414305"/>
              <a:ext cx="126443" cy="234823"/>
            </a:xfrm>
            <a:custGeom>
              <a:avLst/>
              <a:gdLst>
                <a:gd name="connsiteX0" fmla="*/ 58579 w 66675"/>
                <a:gd name="connsiteY0" fmla="*/ 121539 h 123825"/>
                <a:gd name="connsiteX1" fmla="*/ 45530 w 66675"/>
                <a:gd name="connsiteY1" fmla="*/ 121539 h 123825"/>
                <a:gd name="connsiteX2" fmla="*/ 45530 w 66675"/>
                <a:gd name="connsiteY2" fmla="*/ 121539 h 123825"/>
                <a:gd name="connsiteX3" fmla="*/ 15907 w 66675"/>
                <a:gd name="connsiteY3" fmla="*/ 97631 h 123825"/>
                <a:gd name="connsiteX4" fmla="*/ 16955 w 66675"/>
                <a:gd name="connsiteY4" fmla="*/ 97155 h 123825"/>
                <a:gd name="connsiteX5" fmla="*/ 16955 w 66675"/>
                <a:gd name="connsiteY5" fmla="*/ 121539 h 123825"/>
                <a:gd name="connsiteX6" fmla="*/ 16955 w 66675"/>
                <a:gd name="connsiteY6" fmla="*/ 122396 h 123825"/>
                <a:gd name="connsiteX7" fmla="*/ 7144 w 66675"/>
                <a:gd name="connsiteY7" fmla="*/ 122396 h 123825"/>
                <a:gd name="connsiteX8" fmla="*/ 7144 w 66675"/>
                <a:gd name="connsiteY8" fmla="*/ 121444 h 123825"/>
                <a:gd name="connsiteX9" fmla="*/ 7144 w 66675"/>
                <a:gd name="connsiteY9" fmla="*/ 92869 h 123825"/>
                <a:gd name="connsiteX10" fmla="*/ 7144 w 66675"/>
                <a:gd name="connsiteY10" fmla="*/ 7144 h 123825"/>
                <a:gd name="connsiteX11" fmla="*/ 16669 w 66675"/>
                <a:gd name="connsiteY11" fmla="*/ 7144 h 123825"/>
                <a:gd name="connsiteX12" fmla="*/ 25146 w 66675"/>
                <a:gd name="connsiteY12" fmla="*/ 8192 h 123825"/>
                <a:gd name="connsiteX13" fmla="*/ 40958 w 66675"/>
                <a:gd name="connsiteY13" fmla="*/ 15049 h 123825"/>
                <a:gd name="connsiteX14" fmla="*/ 47530 w 66675"/>
                <a:gd name="connsiteY14" fmla="*/ 20479 h 123825"/>
                <a:gd name="connsiteX15" fmla="*/ 53150 w 66675"/>
                <a:gd name="connsiteY15" fmla="*/ 27051 h 123825"/>
                <a:gd name="connsiteX16" fmla="*/ 59817 w 66675"/>
                <a:gd name="connsiteY16" fmla="*/ 43244 h 123825"/>
                <a:gd name="connsiteX17" fmla="*/ 60865 w 66675"/>
                <a:gd name="connsiteY17" fmla="*/ 51816 h 123825"/>
                <a:gd name="connsiteX18" fmla="*/ 60865 w 66675"/>
                <a:gd name="connsiteY18" fmla="*/ 58198 h 123825"/>
                <a:gd name="connsiteX19" fmla="*/ 60865 w 66675"/>
                <a:gd name="connsiteY19" fmla="*/ 60389 h 123825"/>
                <a:gd name="connsiteX20" fmla="*/ 55245 w 66675"/>
                <a:gd name="connsiteY20" fmla="*/ 76486 h 123825"/>
                <a:gd name="connsiteX21" fmla="*/ 50197 w 66675"/>
                <a:gd name="connsiteY21" fmla="*/ 83344 h 123825"/>
                <a:gd name="connsiteX22" fmla="*/ 44101 w 66675"/>
                <a:gd name="connsiteY22" fmla="*/ 89345 h 123825"/>
                <a:gd name="connsiteX23" fmla="*/ 29147 w 66675"/>
                <a:gd name="connsiteY23" fmla="*/ 97346 h 123825"/>
                <a:gd name="connsiteX24" fmla="*/ 29147 w 66675"/>
                <a:gd name="connsiteY24" fmla="*/ 96393 h 123825"/>
                <a:gd name="connsiteX25" fmla="*/ 58579 w 66675"/>
                <a:gd name="connsiteY25" fmla="*/ 121539 h 123825"/>
                <a:gd name="connsiteX26" fmla="*/ 28194 w 66675"/>
                <a:gd name="connsiteY26" fmla="*/ 96869 h 123825"/>
                <a:gd name="connsiteX27" fmla="*/ 27337 w 66675"/>
                <a:gd name="connsiteY27" fmla="*/ 96298 h 123825"/>
                <a:gd name="connsiteX28" fmla="*/ 28099 w 66675"/>
                <a:gd name="connsiteY28" fmla="*/ 96298 h 123825"/>
                <a:gd name="connsiteX29" fmla="*/ 42577 w 66675"/>
                <a:gd name="connsiteY29" fmla="*/ 88202 h 123825"/>
                <a:gd name="connsiteX30" fmla="*/ 48387 w 66675"/>
                <a:gd name="connsiteY30" fmla="*/ 82296 h 123825"/>
                <a:gd name="connsiteX31" fmla="*/ 53150 w 66675"/>
                <a:gd name="connsiteY31" fmla="*/ 75533 h 123825"/>
                <a:gd name="connsiteX32" fmla="*/ 58293 w 66675"/>
                <a:gd name="connsiteY32" fmla="*/ 60008 h 123825"/>
                <a:gd name="connsiteX33" fmla="*/ 58293 w 66675"/>
                <a:gd name="connsiteY33" fmla="*/ 57912 h 123825"/>
                <a:gd name="connsiteX34" fmla="*/ 58293 w 66675"/>
                <a:gd name="connsiteY34" fmla="*/ 53816 h 123825"/>
                <a:gd name="connsiteX35" fmla="*/ 58293 w 66675"/>
                <a:gd name="connsiteY35" fmla="*/ 51816 h 123825"/>
                <a:gd name="connsiteX36" fmla="*/ 57817 w 66675"/>
                <a:gd name="connsiteY36" fmla="*/ 43244 h 123825"/>
                <a:gd name="connsiteX37" fmla="*/ 51149 w 66675"/>
                <a:gd name="connsiteY37" fmla="*/ 28385 h 123825"/>
                <a:gd name="connsiteX38" fmla="*/ 45815 w 66675"/>
                <a:gd name="connsiteY38" fmla="*/ 22193 h 123825"/>
                <a:gd name="connsiteX39" fmla="*/ 39434 w 66675"/>
                <a:gd name="connsiteY39" fmla="*/ 16955 h 123825"/>
                <a:gd name="connsiteX40" fmla="*/ 24479 w 66675"/>
                <a:gd name="connsiteY40" fmla="*/ 10573 h 123825"/>
                <a:gd name="connsiteX41" fmla="*/ 16383 w 66675"/>
                <a:gd name="connsiteY41" fmla="*/ 9620 h 123825"/>
                <a:gd name="connsiteX42" fmla="*/ 8287 w 66675"/>
                <a:gd name="connsiteY42" fmla="*/ 9620 h 123825"/>
                <a:gd name="connsiteX43" fmla="*/ 9525 w 66675"/>
                <a:gd name="connsiteY43" fmla="*/ 8477 h 123825"/>
                <a:gd name="connsiteX44" fmla="*/ 9525 w 66675"/>
                <a:gd name="connsiteY44" fmla="*/ 93250 h 123825"/>
                <a:gd name="connsiteX45" fmla="*/ 9525 w 66675"/>
                <a:gd name="connsiteY45" fmla="*/ 121825 h 123825"/>
                <a:gd name="connsiteX46" fmla="*/ 8287 w 66675"/>
                <a:gd name="connsiteY46" fmla="*/ 120682 h 123825"/>
                <a:gd name="connsiteX47" fmla="*/ 16574 w 66675"/>
                <a:gd name="connsiteY47" fmla="*/ 120682 h 123825"/>
                <a:gd name="connsiteX48" fmla="*/ 15812 w 66675"/>
                <a:gd name="connsiteY48" fmla="*/ 121444 h 123825"/>
                <a:gd name="connsiteX49" fmla="*/ 15812 w 66675"/>
                <a:gd name="connsiteY49" fmla="*/ 95631 h 123825"/>
                <a:gd name="connsiteX50" fmla="*/ 16859 w 66675"/>
                <a:gd name="connsiteY50" fmla="*/ 96584 h 123825"/>
                <a:gd name="connsiteX51" fmla="*/ 45434 w 66675"/>
                <a:gd name="connsiteY51" fmla="*/ 121349 h 123825"/>
                <a:gd name="connsiteX52" fmla="*/ 45434 w 66675"/>
                <a:gd name="connsiteY52" fmla="*/ 121349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6675" h="123825">
                  <a:moveTo>
                    <a:pt x="58579" y="121539"/>
                  </a:moveTo>
                  <a:lnTo>
                    <a:pt x="45530" y="121539"/>
                  </a:lnTo>
                  <a:lnTo>
                    <a:pt x="45530" y="121539"/>
                  </a:lnTo>
                  <a:lnTo>
                    <a:pt x="15907" y="97631"/>
                  </a:lnTo>
                  <a:lnTo>
                    <a:pt x="16955" y="97155"/>
                  </a:lnTo>
                  <a:lnTo>
                    <a:pt x="16955" y="121539"/>
                  </a:lnTo>
                  <a:lnTo>
                    <a:pt x="16955" y="122396"/>
                  </a:lnTo>
                  <a:lnTo>
                    <a:pt x="7144" y="122396"/>
                  </a:lnTo>
                  <a:lnTo>
                    <a:pt x="7144" y="121444"/>
                  </a:lnTo>
                  <a:lnTo>
                    <a:pt x="7144" y="92869"/>
                  </a:lnTo>
                  <a:lnTo>
                    <a:pt x="7144" y="7144"/>
                  </a:lnTo>
                  <a:lnTo>
                    <a:pt x="16669" y="7144"/>
                  </a:lnTo>
                  <a:cubicBezTo>
                    <a:pt x="19519" y="7252"/>
                    <a:pt x="22355" y="7602"/>
                    <a:pt x="25146" y="8192"/>
                  </a:cubicBezTo>
                  <a:cubicBezTo>
                    <a:pt x="30815" y="9418"/>
                    <a:pt x="36188" y="11748"/>
                    <a:pt x="40958" y="15049"/>
                  </a:cubicBezTo>
                  <a:cubicBezTo>
                    <a:pt x="43314" y="16648"/>
                    <a:pt x="45515" y="18466"/>
                    <a:pt x="47530" y="20479"/>
                  </a:cubicBezTo>
                  <a:cubicBezTo>
                    <a:pt x="49577" y="22515"/>
                    <a:pt x="51456" y="24713"/>
                    <a:pt x="53150" y="27051"/>
                  </a:cubicBezTo>
                  <a:cubicBezTo>
                    <a:pt x="56511" y="31906"/>
                    <a:pt x="58785" y="37429"/>
                    <a:pt x="59817" y="43244"/>
                  </a:cubicBezTo>
                  <a:cubicBezTo>
                    <a:pt x="60447" y="46060"/>
                    <a:pt x="60798" y="48931"/>
                    <a:pt x="60865" y="51816"/>
                  </a:cubicBezTo>
                  <a:lnTo>
                    <a:pt x="60865" y="58198"/>
                  </a:lnTo>
                  <a:lnTo>
                    <a:pt x="60865" y="60389"/>
                  </a:lnTo>
                  <a:cubicBezTo>
                    <a:pt x="60002" y="66055"/>
                    <a:pt x="58097" y="71513"/>
                    <a:pt x="55245" y="76486"/>
                  </a:cubicBezTo>
                  <a:cubicBezTo>
                    <a:pt x="53789" y="78930"/>
                    <a:pt x="52098" y="81227"/>
                    <a:pt x="50197" y="83344"/>
                  </a:cubicBezTo>
                  <a:cubicBezTo>
                    <a:pt x="48383" y="85554"/>
                    <a:pt x="46339" y="87566"/>
                    <a:pt x="44101" y="89345"/>
                  </a:cubicBezTo>
                  <a:cubicBezTo>
                    <a:pt x="39558" y="92767"/>
                    <a:pt x="34514" y="95466"/>
                    <a:pt x="29147" y="97346"/>
                  </a:cubicBezTo>
                  <a:lnTo>
                    <a:pt x="29147" y="96393"/>
                  </a:lnTo>
                  <a:close/>
                  <a:moveTo>
                    <a:pt x="58579" y="121539"/>
                  </a:moveTo>
                  <a:lnTo>
                    <a:pt x="28194" y="96869"/>
                  </a:lnTo>
                  <a:lnTo>
                    <a:pt x="27337" y="96298"/>
                  </a:lnTo>
                  <a:lnTo>
                    <a:pt x="28099" y="96298"/>
                  </a:lnTo>
                  <a:cubicBezTo>
                    <a:pt x="33296" y="94325"/>
                    <a:pt x="38175" y="91597"/>
                    <a:pt x="42577" y="88202"/>
                  </a:cubicBezTo>
                  <a:cubicBezTo>
                    <a:pt x="44701" y="86427"/>
                    <a:pt x="46647" y="84449"/>
                    <a:pt x="48387" y="82296"/>
                  </a:cubicBezTo>
                  <a:cubicBezTo>
                    <a:pt x="50197" y="80207"/>
                    <a:pt x="51793" y="77941"/>
                    <a:pt x="53150" y="75533"/>
                  </a:cubicBezTo>
                  <a:cubicBezTo>
                    <a:pt x="55890" y="70756"/>
                    <a:pt x="57640" y="65476"/>
                    <a:pt x="58293" y="60008"/>
                  </a:cubicBezTo>
                  <a:lnTo>
                    <a:pt x="58293" y="57912"/>
                  </a:lnTo>
                  <a:lnTo>
                    <a:pt x="58293" y="53816"/>
                  </a:lnTo>
                  <a:cubicBezTo>
                    <a:pt x="58341" y="53150"/>
                    <a:pt x="58341" y="52482"/>
                    <a:pt x="58293" y="51816"/>
                  </a:cubicBezTo>
                  <a:cubicBezTo>
                    <a:pt x="58396" y="48950"/>
                    <a:pt x="58236" y="46081"/>
                    <a:pt x="57817" y="43244"/>
                  </a:cubicBezTo>
                  <a:cubicBezTo>
                    <a:pt x="56569" y="37908"/>
                    <a:pt x="54305" y="32864"/>
                    <a:pt x="51149" y="28385"/>
                  </a:cubicBezTo>
                  <a:cubicBezTo>
                    <a:pt x="49555" y="26170"/>
                    <a:pt x="47770" y="24098"/>
                    <a:pt x="45815" y="22193"/>
                  </a:cubicBezTo>
                  <a:cubicBezTo>
                    <a:pt x="43818" y="20294"/>
                    <a:pt x="41686" y="18543"/>
                    <a:pt x="39434" y="16955"/>
                  </a:cubicBezTo>
                  <a:cubicBezTo>
                    <a:pt x="34905" y="13886"/>
                    <a:pt x="29828" y="11720"/>
                    <a:pt x="24479" y="10573"/>
                  </a:cubicBezTo>
                  <a:cubicBezTo>
                    <a:pt x="21813" y="10021"/>
                    <a:pt x="19104" y="9702"/>
                    <a:pt x="16383" y="9620"/>
                  </a:cubicBezTo>
                  <a:lnTo>
                    <a:pt x="8287" y="9620"/>
                  </a:lnTo>
                  <a:lnTo>
                    <a:pt x="9525" y="8477"/>
                  </a:lnTo>
                  <a:lnTo>
                    <a:pt x="9525" y="93250"/>
                  </a:lnTo>
                  <a:lnTo>
                    <a:pt x="9525" y="121825"/>
                  </a:lnTo>
                  <a:lnTo>
                    <a:pt x="8287" y="120682"/>
                  </a:lnTo>
                  <a:lnTo>
                    <a:pt x="16574" y="120682"/>
                  </a:lnTo>
                  <a:lnTo>
                    <a:pt x="15812" y="121444"/>
                  </a:lnTo>
                  <a:lnTo>
                    <a:pt x="15812" y="95631"/>
                  </a:lnTo>
                  <a:lnTo>
                    <a:pt x="16859" y="96584"/>
                  </a:lnTo>
                  <a:lnTo>
                    <a:pt x="45434" y="121349"/>
                  </a:lnTo>
                  <a:lnTo>
                    <a:pt x="45434" y="121349"/>
                  </a:lnTo>
                  <a:close/>
                </a:path>
              </a:pathLst>
            </a:custGeom>
            <a:solidFill>
              <a:srgbClr val="FFFFFF"/>
            </a:solid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1C7B8A83-1DA7-4920-B9F9-AEA61B29D1D9}"/>
                </a:ext>
              </a:extLst>
            </p:cNvPr>
            <p:cNvSpPr/>
            <p:nvPr/>
          </p:nvSpPr>
          <p:spPr>
            <a:xfrm>
              <a:off x="11714837" y="431466"/>
              <a:ext cx="90316" cy="162570"/>
            </a:xfrm>
            <a:custGeom>
              <a:avLst/>
              <a:gdLst>
                <a:gd name="connsiteX0" fmla="*/ 8477 w 47625"/>
                <a:gd name="connsiteY0" fmla="*/ 7144 h 85725"/>
                <a:gd name="connsiteX1" fmla="*/ 8477 w 47625"/>
                <a:gd name="connsiteY1" fmla="*/ 25718 h 85725"/>
                <a:gd name="connsiteX2" fmla="*/ 8477 w 47625"/>
                <a:gd name="connsiteY2" fmla="*/ 44291 h 85725"/>
                <a:gd name="connsiteX3" fmla="*/ 8477 w 47625"/>
                <a:gd name="connsiteY3" fmla="*/ 63341 h 85725"/>
                <a:gd name="connsiteX4" fmla="*/ 8477 w 47625"/>
                <a:gd name="connsiteY4" fmla="*/ 81820 h 85725"/>
                <a:gd name="connsiteX5" fmla="*/ 7239 w 47625"/>
                <a:gd name="connsiteY5" fmla="*/ 80677 h 85725"/>
                <a:gd name="connsiteX6" fmla="*/ 20479 w 47625"/>
                <a:gd name="connsiteY6" fmla="*/ 77248 h 85725"/>
                <a:gd name="connsiteX7" fmla="*/ 26384 w 47625"/>
                <a:gd name="connsiteY7" fmla="*/ 73819 h 85725"/>
                <a:gd name="connsiteX8" fmla="*/ 29051 w 47625"/>
                <a:gd name="connsiteY8" fmla="*/ 72295 h 85725"/>
                <a:gd name="connsiteX9" fmla="*/ 30385 w 47625"/>
                <a:gd name="connsiteY9" fmla="*/ 71152 h 85725"/>
                <a:gd name="connsiteX10" fmla="*/ 32957 w 47625"/>
                <a:gd name="connsiteY10" fmla="*/ 68866 h 85725"/>
                <a:gd name="connsiteX11" fmla="*/ 40481 w 47625"/>
                <a:gd name="connsiteY11" fmla="*/ 57531 h 85725"/>
                <a:gd name="connsiteX12" fmla="*/ 42863 w 47625"/>
                <a:gd name="connsiteY12" fmla="*/ 44196 h 85725"/>
                <a:gd name="connsiteX13" fmla="*/ 42863 w 47625"/>
                <a:gd name="connsiteY13" fmla="*/ 40767 h 85725"/>
                <a:gd name="connsiteX14" fmla="*/ 42863 w 47625"/>
                <a:gd name="connsiteY14" fmla="*/ 37338 h 85725"/>
                <a:gd name="connsiteX15" fmla="*/ 41148 w 47625"/>
                <a:gd name="connsiteY15" fmla="*/ 30670 h 85725"/>
                <a:gd name="connsiteX16" fmla="*/ 38005 w 47625"/>
                <a:gd name="connsiteY16" fmla="*/ 24575 h 85725"/>
                <a:gd name="connsiteX17" fmla="*/ 33814 w 47625"/>
                <a:gd name="connsiteY17" fmla="*/ 19050 h 85725"/>
                <a:gd name="connsiteX18" fmla="*/ 28670 w 47625"/>
                <a:gd name="connsiteY18" fmla="*/ 14383 h 85725"/>
                <a:gd name="connsiteX19" fmla="*/ 22765 w 47625"/>
                <a:gd name="connsiteY19" fmla="*/ 10858 h 85725"/>
                <a:gd name="connsiteX20" fmla="*/ 8477 w 47625"/>
                <a:gd name="connsiteY20" fmla="*/ 7144 h 85725"/>
                <a:gd name="connsiteX21" fmla="*/ 8477 w 47625"/>
                <a:gd name="connsiteY21" fmla="*/ 7144 h 85725"/>
                <a:gd name="connsiteX22" fmla="*/ 22288 w 47625"/>
                <a:gd name="connsiteY22" fmla="*/ 10287 h 85725"/>
                <a:gd name="connsiteX23" fmla="*/ 28575 w 47625"/>
                <a:gd name="connsiteY23" fmla="*/ 13716 h 85725"/>
                <a:gd name="connsiteX24" fmla="*/ 34004 w 47625"/>
                <a:gd name="connsiteY24" fmla="*/ 18288 h 85725"/>
                <a:gd name="connsiteX25" fmla="*/ 38576 w 47625"/>
                <a:gd name="connsiteY25" fmla="*/ 23908 h 85725"/>
                <a:gd name="connsiteX26" fmla="*/ 42005 w 47625"/>
                <a:gd name="connsiteY26" fmla="*/ 30194 h 85725"/>
                <a:gd name="connsiteX27" fmla="*/ 44101 w 47625"/>
                <a:gd name="connsiteY27" fmla="*/ 37147 h 85725"/>
                <a:gd name="connsiteX28" fmla="*/ 44672 w 47625"/>
                <a:gd name="connsiteY28" fmla="*/ 40767 h 85725"/>
                <a:gd name="connsiteX29" fmla="*/ 44672 w 47625"/>
                <a:gd name="connsiteY29" fmla="*/ 44387 h 85725"/>
                <a:gd name="connsiteX30" fmla="*/ 44101 w 47625"/>
                <a:gd name="connsiteY30" fmla="*/ 51626 h 85725"/>
                <a:gd name="connsiteX31" fmla="*/ 42196 w 47625"/>
                <a:gd name="connsiteY31" fmla="*/ 58579 h 85725"/>
                <a:gd name="connsiteX32" fmla="*/ 38862 w 47625"/>
                <a:gd name="connsiteY32" fmla="*/ 65056 h 85725"/>
                <a:gd name="connsiteX33" fmla="*/ 34290 w 47625"/>
                <a:gd name="connsiteY33" fmla="*/ 70676 h 85725"/>
                <a:gd name="connsiteX34" fmla="*/ 31623 w 47625"/>
                <a:gd name="connsiteY34" fmla="*/ 73247 h 85725"/>
                <a:gd name="connsiteX35" fmla="*/ 30290 w 47625"/>
                <a:gd name="connsiteY35" fmla="*/ 74390 h 85725"/>
                <a:gd name="connsiteX36" fmla="*/ 28766 w 47625"/>
                <a:gd name="connsiteY36" fmla="*/ 75438 h 85725"/>
                <a:gd name="connsiteX37" fmla="*/ 22384 w 47625"/>
                <a:gd name="connsiteY37" fmla="*/ 79058 h 85725"/>
                <a:gd name="connsiteX38" fmla="*/ 8477 w 47625"/>
                <a:gd name="connsiteY38" fmla="*/ 82582 h 85725"/>
                <a:gd name="connsiteX39" fmla="*/ 7144 w 47625"/>
                <a:gd name="connsiteY39" fmla="*/ 82582 h 85725"/>
                <a:gd name="connsiteX40" fmla="*/ 7144 w 47625"/>
                <a:gd name="connsiteY40" fmla="*/ 62770 h 85725"/>
                <a:gd name="connsiteX41" fmla="*/ 7144 w 47625"/>
                <a:gd name="connsiteY41" fmla="*/ 43720 h 85725"/>
                <a:gd name="connsiteX42" fmla="*/ 7144 w 47625"/>
                <a:gd name="connsiteY42" fmla="*/ 25146 h 85725"/>
                <a:gd name="connsiteX43" fmla="*/ 8477 w 47625"/>
                <a:gd name="connsiteY43"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7625" h="85725">
                  <a:moveTo>
                    <a:pt x="8477" y="7144"/>
                  </a:moveTo>
                  <a:cubicBezTo>
                    <a:pt x="8477" y="13335"/>
                    <a:pt x="8477" y="19526"/>
                    <a:pt x="8477" y="25718"/>
                  </a:cubicBezTo>
                  <a:cubicBezTo>
                    <a:pt x="8477" y="31909"/>
                    <a:pt x="8477" y="38100"/>
                    <a:pt x="8477" y="44291"/>
                  </a:cubicBezTo>
                  <a:cubicBezTo>
                    <a:pt x="8477" y="50482"/>
                    <a:pt x="8477" y="56674"/>
                    <a:pt x="8477" y="63341"/>
                  </a:cubicBezTo>
                  <a:lnTo>
                    <a:pt x="8477" y="81820"/>
                  </a:lnTo>
                  <a:lnTo>
                    <a:pt x="7239" y="80677"/>
                  </a:lnTo>
                  <a:cubicBezTo>
                    <a:pt x="11801" y="80211"/>
                    <a:pt x="16265" y="79055"/>
                    <a:pt x="20479" y="77248"/>
                  </a:cubicBezTo>
                  <a:cubicBezTo>
                    <a:pt x="22550" y="76291"/>
                    <a:pt x="24527" y="75143"/>
                    <a:pt x="26384" y="73819"/>
                  </a:cubicBezTo>
                  <a:lnTo>
                    <a:pt x="29051" y="72295"/>
                  </a:lnTo>
                  <a:lnTo>
                    <a:pt x="30385" y="71152"/>
                  </a:lnTo>
                  <a:lnTo>
                    <a:pt x="32957" y="68866"/>
                  </a:lnTo>
                  <a:cubicBezTo>
                    <a:pt x="36209" y="65638"/>
                    <a:pt x="38769" y="61781"/>
                    <a:pt x="40481" y="57531"/>
                  </a:cubicBezTo>
                  <a:cubicBezTo>
                    <a:pt x="42132" y="53282"/>
                    <a:pt x="42941" y="48753"/>
                    <a:pt x="42863" y="44196"/>
                  </a:cubicBezTo>
                  <a:lnTo>
                    <a:pt x="42863" y="40767"/>
                  </a:lnTo>
                  <a:cubicBezTo>
                    <a:pt x="42955" y="39626"/>
                    <a:pt x="42955" y="38479"/>
                    <a:pt x="42863" y="37338"/>
                  </a:cubicBezTo>
                  <a:cubicBezTo>
                    <a:pt x="42482" y="35071"/>
                    <a:pt x="41909" y="32840"/>
                    <a:pt x="41148" y="30670"/>
                  </a:cubicBezTo>
                  <a:cubicBezTo>
                    <a:pt x="40292" y="28545"/>
                    <a:pt x="39240" y="26504"/>
                    <a:pt x="38005" y="24575"/>
                  </a:cubicBezTo>
                  <a:cubicBezTo>
                    <a:pt x="36801" y="22594"/>
                    <a:pt x="35397" y="20743"/>
                    <a:pt x="33814" y="19050"/>
                  </a:cubicBezTo>
                  <a:cubicBezTo>
                    <a:pt x="32191" y="17396"/>
                    <a:pt x="30474" y="15838"/>
                    <a:pt x="28670" y="14383"/>
                  </a:cubicBezTo>
                  <a:cubicBezTo>
                    <a:pt x="26828" y="13008"/>
                    <a:pt x="24849" y="11827"/>
                    <a:pt x="22765" y="10858"/>
                  </a:cubicBezTo>
                  <a:cubicBezTo>
                    <a:pt x="18206" y="8937"/>
                    <a:pt x="13394" y="7686"/>
                    <a:pt x="8477" y="7144"/>
                  </a:cubicBezTo>
                  <a:close/>
                  <a:moveTo>
                    <a:pt x="8477" y="7144"/>
                  </a:moveTo>
                  <a:cubicBezTo>
                    <a:pt x="13215" y="7475"/>
                    <a:pt x="17874" y="8535"/>
                    <a:pt x="22288" y="10287"/>
                  </a:cubicBezTo>
                  <a:cubicBezTo>
                    <a:pt x="24482" y="11241"/>
                    <a:pt x="26586" y="12388"/>
                    <a:pt x="28575" y="13716"/>
                  </a:cubicBezTo>
                  <a:cubicBezTo>
                    <a:pt x="30530" y="15059"/>
                    <a:pt x="32348" y="16590"/>
                    <a:pt x="34004" y="18288"/>
                  </a:cubicBezTo>
                  <a:cubicBezTo>
                    <a:pt x="35709" y="20007"/>
                    <a:pt x="37240" y="21889"/>
                    <a:pt x="38576" y="23908"/>
                  </a:cubicBezTo>
                  <a:cubicBezTo>
                    <a:pt x="39904" y="25897"/>
                    <a:pt x="41052" y="28001"/>
                    <a:pt x="42005" y="30194"/>
                  </a:cubicBezTo>
                  <a:cubicBezTo>
                    <a:pt x="42933" y="32437"/>
                    <a:pt x="43635" y="34766"/>
                    <a:pt x="44101" y="37147"/>
                  </a:cubicBezTo>
                  <a:cubicBezTo>
                    <a:pt x="44101" y="38386"/>
                    <a:pt x="44101" y="39529"/>
                    <a:pt x="44672" y="40767"/>
                  </a:cubicBezTo>
                  <a:lnTo>
                    <a:pt x="44672" y="44387"/>
                  </a:lnTo>
                  <a:cubicBezTo>
                    <a:pt x="44666" y="46811"/>
                    <a:pt x="44475" y="49231"/>
                    <a:pt x="44101" y="51626"/>
                  </a:cubicBezTo>
                  <a:cubicBezTo>
                    <a:pt x="43701" y="54001"/>
                    <a:pt x="43063" y="56331"/>
                    <a:pt x="42196" y="58579"/>
                  </a:cubicBezTo>
                  <a:cubicBezTo>
                    <a:pt x="41335" y="60858"/>
                    <a:pt x="40216" y="63031"/>
                    <a:pt x="38862" y="65056"/>
                  </a:cubicBezTo>
                  <a:cubicBezTo>
                    <a:pt x="37520" y="67070"/>
                    <a:pt x="35989" y="68952"/>
                    <a:pt x="34290" y="70676"/>
                  </a:cubicBezTo>
                  <a:cubicBezTo>
                    <a:pt x="33433" y="71628"/>
                    <a:pt x="32480" y="72390"/>
                    <a:pt x="31623" y="73247"/>
                  </a:cubicBezTo>
                  <a:lnTo>
                    <a:pt x="30290" y="74390"/>
                  </a:lnTo>
                  <a:lnTo>
                    <a:pt x="28766" y="75438"/>
                  </a:lnTo>
                  <a:cubicBezTo>
                    <a:pt x="26782" y="76882"/>
                    <a:pt x="24641" y="78097"/>
                    <a:pt x="22384" y="79058"/>
                  </a:cubicBezTo>
                  <a:cubicBezTo>
                    <a:pt x="17972" y="80985"/>
                    <a:pt x="13274" y="82176"/>
                    <a:pt x="8477" y="82582"/>
                  </a:cubicBezTo>
                  <a:lnTo>
                    <a:pt x="7144" y="82582"/>
                  </a:lnTo>
                  <a:lnTo>
                    <a:pt x="7144" y="62770"/>
                  </a:lnTo>
                  <a:lnTo>
                    <a:pt x="7144" y="43720"/>
                  </a:lnTo>
                  <a:cubicBezTo>
                    <a:pt x="7144" y="37529"/>
                    <a:pt x="7144" y="31337"/>
                    <a:pt x="7144" y="25146"/>
                  </a:cubicBezTo>
                  <a:cubicBezTo>
                    <a:pt x="7144" y="18955"/>
                    <a:pt x="8287" y="13335"/>
                    <a:pt x="8477" y="7144"/>
                  </a:cubicBezTo>
                  <a:close/>
                </a:path>
              </a:pathLst>
            </a:custGeom>
            <a:solidFill>
              <a:srgbClr val="FFFFFF"/>
            </a:solid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178FDDF-9A56-414E-A2CD-3827F5112BD9}"/>
                </a:ext>
              </a:extLst>
            </p:cNvPr>
            <p:cNvSpPr/>
            <p:nvPr/>
          </p:nvSpPr>
          <p:spPr>
            <a:xfrm>
              <a:off x="11853383" y="416835"/>
              <a:ext cx="108380" cy="234823"/>
            </a:xfrm>
            <a:custGeom>
              <a:avLst/>
              <a:gdLst>
                <a:gd name="connsiteX0" fmla="*/ 58198 w 57150"/>
                <a:gd name="connsiteY0" fmla="*/ 120206 h 123825"/>
                <a:gd name="connsiteX1" fmla="*/ 49340 w 57150"/>
                <a:gd name="connsiteY1" fmla="*/ 120206 h 123825"/>
                <a:gd name="connsiteX2" fmla="*/ 33433 w 57150"/>
                <a:gd name="connsiteY2" fmla="*/ 59341 h 123825"/>
                <a:gd name="connsiteX3" fmla="*/ 16669 w 57150"/>
                <a:gd name="connsiteY3" fmla="*/ 120206 h 123825"/>
                <a:gd name="connsiteX4" fmla="*/ 7144 w 57150"/>
                <a:gd name="connsiteY4" fmla="*/ 120206 h 123825"/>
                <a:gd name="connsiteX5" fmla="*/ 28003 w 57150"/>
                <a:gd name="connsiteY5" fmla="*/ 49816 h 123825"/>
                <a:gd name="connsiteX6" fmla="*/ 15145 w 57150"/>
                <a:gd name="connsiteY6" fmla="*/ 7144 h 123825"/>
                <a:gd name="connsiteX7" fmla="*/ 24003 w 57150"/>
                <a:gd name="connsiteY7" fmla="*/ 7144 h 123825"/>
                <a:gd name="connsiteX8" fmla="*/ 32575 w 57150"/>
                <a:gd name="connsiteY8" fmla="*/ 38671 h 123825"/>
                <a:gd name="connsiteX9" fmla="*/ 40576 w 57150"/>
                <a:gd name="connsiteY9" fmla="*/ 7144 h 123825"/>
                <a:gd name="connsiteX10" fmla="*/ 49435 w 57150"/>
                <a:gd name="connsiteY10" fmla="*/ 7144 h 123825"/>
                <a:gd name="connsiteX11" fmla="*/ 37814 w 57150"/>
                <a:gd name="connsiteY11" fmla="*/ 4762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150" h="123825">
                  <a:moveTo>
                    <a:pt x="58198" y="120206"/>
                  </a:moveTo>
                  <a:lnTo>
                    <a:pt x="49340" y="120206"/>
                  </a:lnTo>
                  <a:lnTo>
                    <a:pt x="33433" y="59341"/>
                  </a:lnTo>
                  <a:lnTo>
                    <a:pt x="16669" y="120206"/>
                  </a:lnTo>
                  <a:lnTo>
                    <a:pt x="7144" y="120206"/>
                  </a:lnTo>
                  <a:lnTo>
                    <a:pt x="28003" y="49816"/>
                  </a:lnTo>
                  <a:lnTo>
                    <a:pt x="15145" y="7144"/>
                  </a:lnTo>
                  <a:lnTo>
                    <a:pt x="24003" y="7144"/>
                  </a:lnTo>
                  <a:lnTo>
                    <a:pt x="32575" y="38671"/>
                  </a:lnTo>
                  <a:lnTo>
                    <a:pt x="40576" y="7144"/>
                  </a:lnTo>
                  <a:lnTo>
                    <a:pt x="49435" y="7144"/>
                  </a:lnTo>
                  <a:lnTo>
                    <a:pt x="37814" y="47625"/>
                  </a:lnTo>
                  <a:close/>
                </a:path>
              </a:pathLst>
            </a:custGeom>
            <a:solidFill>
              <a:srgbClr val="FFFFFF"/>
            </a:solid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ACF31FFB-6507-4E29-98BA-071C81FB725B}"/>
                </a:ext>
              </a:extLst>
            </p:cNvPr>
            <p:cNvSpPr/>
            <p:nvPr/>
          </p:nvSpPr>
          <p:spPr>
            <a:xfrm>
              <a:off x="11851576" y="413583"/>
              <a:ext cx="108380" cy="234823"/>
            </a:xfrm>
            <a:custGeom>
              <a:avLst/>
              <a:gdLst>
                <a:gd name="connsiteX0" fmla="*/ 59150 w 57150"/>
                <a:gd name="connsiteY0" fmla="*/ 121920 h 123825"/>
                <a:gd name="connsiteX1" fmla="*/ 50197 w 57150"/>
                <a:gd name="connsiteY1" fmla="*/ 121920 h 123825"/>
                <a:gd name="connsiteX2" fmla="*/ 41910 w 57150"/>
                <a:gd name="connsiteY2" fmla="*/ 91250 h 123825"/>
                <a:gd name="connsiteX3" fmla="*/ 33719 w 57150"/>
                <a:gd name="connsiteY3" fmla="*/ 60865 h 123825"/>
                <a:gd name="connsiteX4" fmla="*/ 35052 w 57150"/>
                <a:gd name="connsiteY4" fmla="*/ 60865 h 123825"/>
                <a:gd name="connsiteX5" fmla="*/ 18574 w 57150"/>
                <a:gd name="connsiteY5" fmla="*/ 121825 h 123825"/>
                <a:gd name="connsiteX6" fmla="*/ 18574 w 57150"/>
                <a:gd name="connsiteY6" fmla="*/ 122587 h 123825"/>
                <a:gd name="connsiteX7" fmla="*/ 7144 w 57150"/>
                <a:gd name="connsiteY7" fmla="*/ 122587 h 123825"/>
                <a:gd name="connsiteX8" fmla="*/ 7144 w 57150"/>
                <a:gd name="connsiteY8" fmla="*/ 121158 h 123825"/>
                <a:gd name="connsiteX9" fmla="*/ 27908 w 57150"/>
                <a:gd name="connsiteY9" fmla="*/ 50768 h 123825"/>
                <a:gd name="connsiteX10" fmla="*/ 27908 w 57150"/>
                <a:gd name="connsiteY10" fmla="*/ 51435 h 123825"/>
                <a:gd name="connsiteX11" fmla="*/ 21431 w 57150"/>
                <a:gd name="connsiteY11" fmla="*/ 30099 h 123825"/>
                <a:gd name="connsiteX12" fmla="*/ 15050 w 57150"/>
                <a:gd name="connsiteY12" fmla="*/ 8668 h 123825"/>
                <a:gd name="connsiteX13" fmla="*/ 15050 w 57150"/>
                <a:gd name="connsiteY13" fmla="*/ 7144 h 123825"/>
                <a:gd name="connsiteX14" fmla="*/ 26384 w 57150"/>
                <a:gd name="connsiteY14" fmla="*/ 7144 h 123825"/>
                <a:gd name="connsiteX15" fmla="*/ 26384 w 57150"/>
                <a:gd name="connsiteY15" fmla="*/ 8001 h 123825"/>
                <a:gd name="connsiteX16" fmla="*/ 35052 w 57150"/>
                <a:gd name="connsiteY16" fmla="*/ 39624 h 123825"/>
                <a:gd name="connsiteX17" fmla="*/ 33147 w 57150"/>
                <a:gd name="connsiteY17" fmla="*/ 39624 h 123825"/>
                <a:gd name="connsiteX18" fmla="*/ 41243 w 57150"/>
                <a:gd name="connsiteY18" fmla="*/ 8096 h 123825"/>
                <a:gd name="connsiteX19" fmla="*/ 41243 w 57150"/>
                <a:gd name="connsiteY19" fmla="*/ 7334 h 123825"/>
                <a:gd name="connsiteX20" fmla="*/ 52197 w 57150"/>
                <a:gd name="connsiteY20" fmla="*/ 7334 h 123825"/>
                <a:gd name="connsiteX21" fmla="*/ 52197 w 57150"/>
                <a:gd name="connsiteY21" fmla="*/ 8572 h 123825"/>
                <a:gd name="connsiteX22" fmla="*/ 39910 w 57150"/>
                <a:gd name="connsiteY22" fmla="*/ 49054 h 123825"/>
                <a:gd name="connsiteX23" fmla="*/ 39910 w 57150"/>
                <a:gd name="connsiteY23" fmla="*/ 49054 h 123825"/>
                <a:gd name="connsiteX24" fmla="*/ 49435 w 57150"/>
                <a:gd name="connsiteY24" fmla="*/ 85439 h 123825"/>
                <a:gd name="connsiteX25" fmla="*/ 59150 w 57150"/>
                <a:gd name="connsiteY25" fmla="*/ 121920 h 123825"/>
                <a:gd name="connsiteX26" fmla="*/ 48578 w 57150"/>
                <a:gd name="connsiteY26" fmla="*/ 85725 h 123825"/>
                <a:gd name="connsiteX27" fmla="*/ 38100 w 57150"/>
                <a:gd name="connsiteY27" fmla="*/ 49530 h 123825"/>
                <a:gd name="connsiteX28" fmla="*/ 38100 w 57150"/>
                <a:gd name="connsiteY28" fmla="*/ 49530 h 123825"/>
                <a:gd name="connsiteX29" fmla="*/ 49911 w 57150"/>
                <a:gd name="connsiteY29" fmla="*/ 8954 h 123825"/>
                <a:gd name="connsiteX30" fmla="*/ 50864 w 57150"/>
                <a:gd name="connsiteY30" fmla="*/ 10192 h 123825"/>
                <a:gd name="connsiteX31" fmla="*/ 42005 w 57150"/>
                <a:gd name="connsiteY31" fmla="*/ 10192 h 123825"/>
                <a:gd name="connsiteX32" fmla="*/ 42958 w 57150"/>
                <a:gd name="connsiteY32" fmla="*/ 9430 h 123825"/>
                <a:gd name="connsiteX33" fmla="*/ 35147 w 57150"/>
                <a:gd name="connsiteY33" fmla="*/ 41053 h 123825"/>
                <a:gd name="connsiteX34" fmla="*/ 34100 w 57150"/>
                <a:gd name="connsiteY34" fmla="*/ 45053 h 123825"/>
                <a:gd name="connsiteX35" fmla="*/ 33147 w 57150"/>
                <a:gd name="connsiteY35" fmla="*/ 40672 h 123825"/>
                <a:gd name="connsiteX36" fmla="*/ 24479 w 57150"/>
                <a:gd name="connsiteY36" fmla="*/ 9144 h 123825"/>
                <a:gd name="connsiteX37" fmla="*/ 25622 w 57150"/>
                <a:gd name="connsiteY37" fmla="*/ 10001 h 123825"/>
                <a:gd name="connsiteX38" fmla="*/ 16764 w 57150"/>
                <a:gd name="connsiteY38" fmla="*/ 10001 h 123825"/>
                <a:gd name="connsiteX39" fmla="*/ 17907 w 57150"/>
                <a:gd name="connsiteY39" fmla="*/ 8477 h 123825"/>
                <a:gd name="connsiteX40" fmla="*/ 24384 w 57150"/>
                <a:gd name="connsiteY40" fmla="*/ 29813 h 123825"/>
                <a:gd name="connsiteX41" fmla="*/ 30766 w 57150"/>
                <a:gd name="connsiteY41" fmla="*/ 51244 h 123825"/>
                <a:gd name="connsiteX42" fmla="*/ 30766 w 57150"/>
                <a:gd name="connsiteY42" fmla="*/ 51244 h 123825"/>
                <a:gd name="connsiteX43" fmla="*/ 30766 w 57150"/>
                <a:gd name="connsiteY43" fmla="*/ 51244 h 123825"/>
                <a:gd name="connsiteX44" fmla="*/ 9716 w 57150"/>
                <a:gd name="connsiteY44" fmla="*/ 121539 h 123825"/>
                <a:gd name="connsiteX45" fmla="*/ 8668 w 57150"/>
                <a:gd name="connsiteY45" fmla="*/ 120206 h 123825"/>
                <a:gd name="connsiteX46" fmla="*/ 18193 w 57150"/>
                <a:gd name="connsiteY46" fmla="*/ 120206 h 123825"/>
                <a:gd name="connsiteX47" fmla="*/ 17145 w 57150"/>
                <a:gd name="connsiteY47" fmla="*/ 120968 h 123825"/>
                <a:gd name="connsiteX48" fmla="*/ 34290 w 57150"/>
                <a:gd name="connsiteY48" fmla="*/ 60198 h 123825"/>
                <a:gd name="connsiteX49" fmla="*/ 34957 w 57150"/>
                <a:gd name="connsiteY49" fmla="*/ 57721 h 123825"/>
                <a:gd name="connsiteX50" fmla="*/ 35624 w 57150"/>
                <a:gd name="connsiteY50" fmla="*/ 60198 h 123825"/>
                <a:gd name="connsiteX51" fmla="*/ 42672 w 57150"/>
                <a:gd name="connsiteY51" fmla="*/ 91250 h 123825"/>
                <a:gd name="connsiteX52" fmla="*/ 50292 w 57150"/>
                <a:gd name="connsiteY52" fmla="*/ 121825 h 123825"/>
                <a:gd name="connsiteX53" fmla="*/ 59055 w 57150"/>
                <a:gd name="connsiteY53" fmla="*/ 121825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7150" h="123825">
                  <a:moveTo>
                    <a:pt x="59150" y="121920"/>
                  </a:moveTo>
                  <a:lnTo>
                    <a:pt x="50197" y="121920"/>
                  </a:lnTo>
                  <a:lnTo>
                    <a:pt x="41910" y="91250"/>
                  </a:lnTo>
                  <a:lnTo>
                    <a:pt x="33719" y="60865"/>
                  </a:lnTo>
                  <a:lnTo>
                    <a:pt x="35052" y="60865"/>
                  </a:lnTo>
                  <a:lnTo>
                    <a:pt x="18574" y="121825"/>
                  </a:lnTo>
                  <a:lnTo>
                    <a:pt x="18574" y="122587"/>
                  </a:lnTo>
                  <a:lnTo>
                    <a:pt x="7144" y="122587"/>
                  </a:lnTo>
                  <a:lnTo>
                    <a:pt x="7144" y="121158"/>
                  </a:lnTo>
                  <a:lnTo>
                    <a:pt x="27908" y="50768"/>
                  </a:lnTo>
                  <a:lnTo>
                    <a:pt x="27908" y="51435"/>
                  </a:lnTo>
                  <a:lnTo>
                    <a:pt x="21431" y="30099"/>
                  </a:lnTo>
                  <a:lnTo>
                    <a:pt x="15050" y="8668"/>
                  </a:lnTo>
                  <a:lnTo>
                    <a:pt x="15050" y="7144"/>
                  </a:lnTo>
                  <a:lnTo>
                    <a:pt x="26384" y="7144"/>
                  </a:lnTo>
                  <a:lnTo>
                    <a:pt x="26384" y="8001"/>
                  </a:lnTo>
                  <a:lnTo>
                    <a:pt x="35052" y="39624"/>
                  </a:lnTo>
                  <a:lnTo>
                    <a:pt x="33147" y="39624"/>
                  </a:lnTo>
                  <a:lnTo>
                    <a:pt x="41243" y="8096"/>
                  </a:lnTo>
                  <a:lnTo>
                    <a:pt x="41243" y="7334"/>
                  </a:lnTo>
                  <a:lnTo>
                    <a:pt x="52197" y="7334"/>
                  </a:lnTo>
                  <a:lnTo>
                    <a:pt x="52197" y="8572"/>
                  </a:lnTo>
                  <a:lnTo>
                    <a:pt x="39910" y="49054"/>
                  </a:lnTo>
                  <a:lnTo>
                    <a:pt x="39910" y="49054"/>
                  </a:lnTo>
                  <a:lnTo>
                    <a:pt x="49435" y="85439"/>
                  </a:lnTo>
                  <a:close/>
                  <a:moveTo>
                    <a:pt x="59150" y="121920"/>
                  </a:moveTo>
                  <a:lnTo>
                    <a:pt x="48578" y="85725"/>
                  </a:lnTo>
                  <a:lnTo>
                    <a:pt x="38100" y="49530"/>
                  </a:lnTo>
                  <a:lnTo>
                    <a:pt x="38100" y="49530"/>
                  </a:lnTo>
                  <a:lnTo>
                    <a:pt x="49911" y="8954"/>
                  </a:lnTo>
                  <a:lnTo>
                    <a:pt x="50864" y="10192"/>
                  </a:lnTo>
                  <a:lnTo>
                    <a:pt x="42005" y="10192"/>
                  </a:lnTo>
                  <a:lnTo>
                    <a:pt x="42958" y="9430"/>
                  </a:lnTo>
                  <a:lnTo>
                    <a:pt x="35147" y="41053"/>
                  </a:lnTo>
                  <a:lnTo>
                    <a:pt x="34100" y="45053"/>
                  </a:lnTo>
                  <a:lnTo>
                    <a:pt x="33147" y="40672"/>
                  </a:lnTo>
                  <a:lnTo>
                    <a:pt x="24479" y="9144"/>
                  </a:lnTo>
                  <a:lnTo>
                    <a:pt x="25622" y="10001"/>
                  </a:lnTo>
                  <a:lnTo>
                    <a:pt x="16764" y="10001"/>
                  </a:lnTo>
                  <a:lnTo>
                    <a:pt x="17907" y="8477"/>
                  </a:lnTo>
                  <a:lnTo>
                    <a:pt x="24384" y="29813"/>
                  </a:lnTo>
                  <a:lnTo>
                    <a:pt x="30766" y="51244"/>
                  </a:lnTo>
                  <a:lnTo>
                    <a:pt x="30766" y="51244"/>
                  </a:lnTo>
                  <a:lnTo>
                    <a:pt x="30766" y="51244"/>
                  </a:lnTo>
                  <a:lnTo>
                    <a:pt x="9716" y="121539"/>
                  </a:lnTo>
                  <a:lnTo>
                    <a:pt x="8668" y="120206"/>
                  </a:lnTo>
                  <a:lnTo>
                    <a:pt x="18193" y="120206"/>
                  </a:lnTo>
                  <a:lnTo>
                    <a:pt x="17145" y="120968"/>
                  </a:lnTo>
                  <a:lnTo>
                    <a:pt x="34290" y="60198"/>
                  </a:lnTo>
                  <a:lnTo>
                    <a:pt x="34957" y="57721"/>
                  </a:lnTo>
                  <a:lnTo>
                    <a:pt x="35624" y="60198"/>
                  </a:lnTo>
                  <a:lnTo>
                    <a:pt x="42672" y="91250"/>
                  </a:lnTo>
                  <a:lnTo>
                    <a:pt x="50292" y="121825"/>
                  </a:lnTo>
                  <a:lnTo>
                    <a:pt x="59055" y="121825"/>
                  </a:lnTo>
                  <a:close/>
                </a:path>
              </a:pathLst>
            </a:custGeom>
            <a:solidFill>
              <a:srgbClr val="FFFFFF"/>
            </a:solidFill>
            <a:ln w="9525" cap="flat">
              <a:noFill/>
              <a:prstDash val="solid"/>
              <a:miter/>
            </a:ln>
          </p:spPr>
          <p:txBody>
            <a:bodyPr rtlCol="0" anchor="ctr"/>
            <a:lstStyle/>
            <a:p>
              <a:endParaRPr lang="en-US"/>
            </a:p>
          </p:txBody>
        </p:sp>
        <p:grpSp>
          <p:nvGrpSpPr>
            <p:cNvPr id="151" name="Group 150">
              <a:extLst>
                <a:ext uri="{FF2B5EF4-FFF2-40B4-BE49-F238E27FC236}">
                  <a16:creationId xmlns:a16="http://schemas.microsoft.com/office/drawing/2014/main" id="{14BB88F4-62FF-4DEA-B1CB-2868B8ACD466}"/>
                </a:ext>
              </a:extLst>
            </p:cNvPr>
            <p:cNvGrpSpPr/>
            <p:nvPr/>
          </p:nvGrpSpPr>
          <p:grpSpPr>
            <a:xfrm>
              <a:off x="11358990" y="670489"/>
              <a:ext cx="603495" cy="91337"/>
              <a:chOff x="6704534" y="4252264"/>
              <a:chExt cx="1397944" cy="211573"/>
            </a:xfrm>
            <a:solidFill>
              <a:schemeClr val="bg1"/>
            </a:solidFill>
          </p:grpSpPr>
          <p:sp>
            <p:nvSpPr>
              <p:cNvPr id="136" name="Freeform: Shape 135">
                <a:extLst>
                  <a:ext uri="{FF2B5EF4-FFF2-40B4-BE49-F238E27FC236}">
                    <a16:creationId xmlns:a16="http://schemas.microsoft.com/office/drawing/2014/main" id="{0A112D70-9F46-48B8-9568-614582DD384B}"/>
                  </a:ext>
                </a:extLst>
              </p:cNvPr>
              <p:cNvSpPr/>
              <p:nvPr/>
            </p:nvSpPr>
            <p:spPr>
              <a:xfrm>
                <a:off x="6704534" y="4252576"/>
                <a:ext cx="125526" cy="167368"/>
              </a:xfrm>
              <a:custGeom>
                <a:avLst/>
                <a:gdLst>
                  <a:gd name="connsiteX0" fmla="*/ 17526 w 28575"/>
                  <a:gd name="connsiteY0" fmla="*/ 7144 h 38100"/>
                  <a:gd name="connsiteX1" fmla="*/ 28956 w 28575"/>
                  <a:gd name="connsiteY1" fmla="*/ 15812 h 38100"/>
                  <a:gd name="connsiteX2" fmla="*/ 19525 w 28575"/>
                  <a:gd name="connsiteY2" fmla="*/ 25430 h 38100"/>
                  <a:gd name="connsiteX3" fmla="*/ 18098 w 28575"/>
                  <a:gd name="connsiteY3" fmla="*/ 25337 h 38100"/>
                  <a:gd name="connsiteX4" fmla="*/ 10192 w 28575"/>
                  <a:gd name="connsiteY4" fmla="*/ 25337 h 38100"/>
                  <a:gd name="connsiteX5" fmla="*/ 10192 w 28575"/>
                  <a:gd name="connsiteY5" fmla="*/ 40291 h 38100"/>
                  <a:gd name="connsiteX6" fmla="*/ 7144 w 28575"/>
                  <a:gd name="connsiteY6" fmla="*/ 40291 h 38100"/>
                  <a:gd name="connsiteX7" fmla="*/ 7144 w 28575"/>
                  <a:gd name="connsiteY7" fmla="*/ 7144 h 38100"/>
                  <a:gd name="connsiteX8" fmla="*/ 10192 w 28575"/>
                  <a:gd name="connsiteY8" fmla="*/ 10097 h 38100"/>
                  <a:gd name="connsiteX9" fmla="*/ 10192 w 28575"/>
                  <a:gd name="connsiteY9" fmla="*/ 22384 h 38100"/>
                  <a:gd name="connsiteX10" fmla="*/ 17717 w 28575"/>
                  <a:gd name="connsiteY10" fmla="*/ 22384 h 38100"/>
                  <a:gd name="connsiteX11" fmla="*/ 25193 w 28575"/>
                  <a:gd name="connsiteY11" fmla="*/ 16638 h 38100"/>
                  <a:gd name="connsiteX12" fmla="*/ 25241 w 28575"/>
                  <a:gd name="connsiteY12" fmla="*/ 16097 h 38100"/>
                  <a:gd name="connsiteX13" fmla="*/ 17431 w 28575"/>
                  <a:gd name="connsiteY13" fmla="*/ 1009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38100">
                    <a:moveTo>
                      <a:pt x="17526" y="7144"/>
                    </a:moveTo>
                    <a:cubicBezTo>
                      <a:pt x="22289" y="7144"/>
                      <a:pt x="28956" y="8477"/>
                      <a:pt x="28956" y="15812"/>
                    </a:cubicBezTo>
                    <a:cubicBezTo>
                      <a:pt x="29008" y="21072"/>
                      <a:pt x="24786" y="25378"/>
                      <a:pt x="19525" y="25430"/>
                    </a:cubicBezTo>
                    <a:cubicBezTo>
                      <a:pt x="19048" y="25435"/>
                      <a:pt x="18570" y="25403"/>
                      <a:pt x="18098" y="25337"/>
                    </a:cubicBezTo>
                    <a:lnTo>
                      <a:pt x="10192" y="25337"/>
                    </a:lnTo>
                    <a:lnTo>
                      <a:pt x="10192" y="40291"/>
                    </a:lnTo>
                    <a:lnTo>
                      <a:pt x="7144" y="40291"/>
                    </a:lnTo>
                    <a:lnTo>
                      <a:pt x="7144" y="7144"/>
                    </a:lnTo>
                    <a:close/>
                    <a:moveTo>
                      <a:pt x="10192" y="10097"/>
                    </a:moveTo>
                    <a:lnTo>
                      <a:pt x="10192" y="22384"/>
                    </a:lnTo>
                    <a:lnTo>
                      <a:pt x="17717" y="22384"/>
                    </a:lnTo>
                    <a:cubicBezTo>
                      <a:pt x="21368" y="22862"/>
                      <a:pt x="24715" y="20289"/>
                      <a:pt x="25193" y="16638"/>
                    </a:cubicBezTo>
                    <a:cubicBezTo>
                      <a:pt x="25216" y="16458"/>
                      <a:pt x="25232" y="16278"/>
                      <a:pt x="25241" y="16097"/>
                    </a:cubicBezTo>
                    <a:cubicBezTo>
                      <a:pt x="25241" y="10954"/>
                      <a:pt x="20288" y="10097"/>
                      <a:pt x="17431" y="10097"/>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531FBDB-A4DD-4AF4-B452-003ECCA61C01}"/>
                  </a:ext>
                </a:extLst>
              </p:cNvPr>
              <p:cNvSpPr/>
              <p:nvPr/>
            </p:nvSpPr>
            <p:spPr>
              <a:xfrm>
                <a:off x="6799099" y="4297278"/>
                <a:ext cx="125526" cy="125526"/>
              </a:xfrm>
              <a:custGeom>
                <a:avLst/>
                <a:gdLst>
                  <a:gd name="connsiteX0" fmla="*/ 25241 w 28575"/>
                  <a:gd name="connsiteY0" fmla="*/ 26210 h 28575"/>
                  <a:gd name="connsiteX1" fmla="*/ 26765 w 28575"/>
                  <a:gd name="connsiteY1" fmla="*/ 27924 h 28575"/>
                  <a:gd name="connsiteX2" fmla="*/ 28194 w 28575"/>
                  <a:gd name="connsiteY2" fmla="*/ 27924 h 28575"/>
                  <a:gd name="connsiteX3" fmla="*/ 28194 w 28575"/>
                  <a:gd name="connsiteY3" fmla="*/ 30305 h 28575"/>
                  <a:gd name="connsiteX4" fmla="*/ 25527 w 28575"/>
                  <a:gd name="connsiteY4" fmla="*/ 30305 h 28575"/>
                  <a:gd name="connsiteX5" fmla="*/ 22193 w 28575"/>
                  <a:gd name="connsiteY5" fmla="*/ 26114 h 28575"/>
                  <a:gd name="connsiteX6" fmla="*/ 22193 w 28575"/>
                  <a:gd name="connsiteY6" fmla="*/ 26114 h 28575"/>
                  <a:gd name="connsiteX7" fmla="*/ 14954 w 28575"/>
                  <a:gd name="connsiteY7" fmla="*/ 30591 h 28575"/>
                  <a:gd name="connsiteX8" fmla="*/ 7153 w 28575"/>
                  <a:gd name="connsiteY8" fmla="*/ 23961 h 28575"/>
                  <a:gd name="connsiteX9" fmla="*/ 7144 w 28575"/>
                  <a:gd name="connsiteY9" fmla="*/ 23828 h 28575"/>
                  <a:gd name="connsiteX10" fmla="*/ 20288 w 28575"/>
                  <a:gd name="connsiteY10" fmla="*/ 16208 h 28575"/>
                  <a:gd name="connsiteX11" fmla="*/ 22288 w 28575"/>
                  <a:gd name="connsiteY11" fmla="*/ 16208 h 28575"/>
                  <a:gd name="connsiteX12" fmla="*/ 16978 w 28575"/>
                  <a:gd name="connsiteY12" fmla="*/ 9938 h 28575"/>
                  <a:gd name="connsiteX13" fmla="*/ 16288 w 28575"/>
                  <a:gd name="connsiteY13" fmla="*/ 9922 h 28575"/>
                  <a:gd name="connsiteX14" fmla="*/ 9049 w 28575"/>
                  <a:gd name="connsiteY14" fmla="*/ 13065 h 28575"/>
                  <a:gd name="connsiteX15" fmla="*/ 9049 w 28575"/>
                  <a:gd name="connsiteY15" fmla="*/ 9636 h 28575"/>
                  <a:gd name="connsiteX16" fmla="*/ 16859 w 28575"/>
                  <a:gd name="connsiteY16" fmla="*/ 7160 h 28575"/>
                  <a:gd name="connsiteX17" fmla="*/ 25343 w 28575"/>
                  <a:gd name="connsiteY17" fmla="*/ 14647 h 28575"/>
                  <a:gd name="connsiteX18" fmla="*/ 25336 w 28575"/>
                  <a:gd name="connsiteY18" fmla="*/ 15732 h 28575"/>
                  <a:gd name="connsiteX19" fmla="*/ 22193 w 28575"/>
                  <a:gd name="connsiteY19" fmla="*/ 18590 h 28575"/>
                  <a:gd name="connsiteX20" fmla="*/ 20764 w 28575"/>
                  <a:gd name="connsiteY20" fmla="*/ 18590 h 28575"/>
                  <a:gd name="connsiteX21" fmla="*/ 10382 w 28575"/>
                  <a:gd name="connsiteY21" fmla="*/ 23828 h 28575"/>
                  <a:gd name="connsiteX22" fmla="*/ 15007 w 28575"/>
                  <a:gd name="connsiteY22" fmla="*/ 27747 h 28575"/>
                  <a:gd name="connsiteX23" fmla="*/ 15145 w 28575"/>
                  <a:gd name="connsiteY23" fmla="*/ 27734 h 28575"/>
                  <a:gd name="connsiteX24" fmla="*/ 22193 w 28575"/>
                  <a:gd name="connsiteY24" fmla="*/ 19733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575" h="28575">
                    <a:moveTo>
                      <a:pt x="25241" y="26210"/>
                    </a:moveTo>
                    <a:cubicBezTo>
                      <a:pt x="25241" y="26972"/>
                      <a:pt x="25241" y="27924"/>
                      <a:pt x="26765" y="27924"/>
                    </a:cubicBezTo>
                    <a:cubicBezTo>
                      <a:pt x="27236" y="28022"/>
                      <a:pt x="27723" y="28022"/>
                      <a:pt x="28194" y="27924"/>
                    </a:cubicBezTo>
                    <a:lnTo>
                      <a:pt x="28194" y="30305"/>
                    </a:lnTo>
                    <a:cubicBezTo>
                      <a:pt x="27310" y="30443"/>
                      <a:pt x="26411" y="30443"/>
                      <a:pt x="25527" y="30305"/>
                    </a:cubicBezTo>
                    <a:cubicBezTo>
                      <a:pt x="22479" y="30305"/>
                      <a:pt x="22193" y="28781"/>
                      <a:pt x="22193" y="26114"/>
                    </a:cubicBezTo>
                    <a:lnTo>
                      <a:pt x="22193" y="26114"/>
                    </a:lnTo>
                    <a:cubicBezTo>
                      <a:pt x="20858" y="28889"/>
                      <a:pt x="18033" y="30636"/>
                      <a:pt x="14954" y="30591"/>
                    </a:cubicBezTo>
                    <a:cubicBezTo>
                      <a:pt x="10969" y="30914"/>
                      <a:pt x="7477" y="27946"/>
                      <a:pt x="7153" y="23961"/>
                    </a:cubicBezTo>
                    <a:cubicBezTo>
                      <a:pt x="7150" y="23917"/>
                      <a:pt x="7147" y="23873"/>
                      <a:pt x="7144" y="23828"/>
                    </a:cubicBezTo>
                    <a:cubicBezTo>
                      <a:pt x="7144" y="18304"/>
                      <a:pt x="13049" y="17066"/>
                      <a:pt x="20288" y="16208"/>
                    </a:cubicBezTo>
                    <a:lnTo>
                      <a:pt x="22288" y="16208"/>
                    </a:lnTo>
                    <a:cubicBezTo>
                      <a:pt x="22554" y="13010"/>
                      <a:pt x="20176" y="10203"/>
                      <a:pt x="16978" y="9938"/>
                    </a:cubicBezTo>
                    <a:cubicBezTo>
                      <a:pt x="16749" y="9919"/>
                      <a:pt x="16518" y="9913"/>
                      <a:pt x="16288" y="9922"/>
                    </a:cubicBezTo>
                    <a:cubicBezTo>
                      <a:pt x="13598" y="10159"/>
                      <a:pt x="11058" y="11262"/>
                      <a:pt x="9049" y="13065"/>
                    </a:cubicBezTo>
                    <a:lnTo>
                      <a:pt x="9049" y="9636"/>
                    </a:lnTo>
                    <a:cubicBezTo>
                      <a:pt x="11362" y="8081"/>
                      <a:pt x="14072" y="7221"/>
                      <a:pt x="16859" y="7160"/>
                    </a:cubicBezTo>
                    <a:cubicBezTo>
                      <a:pt x="21269" y="6885"/>
                      <a:pt x="25068" y="10237"/>
                      <a:pt x="25343" y="14647"/>
                    </a:cubicBezTo>
                    <a:cubicBezTo>
                      <a:pt x="25365" y="15009"/>
                      <a:pt x="25363" y="15371"/>
                      <a:pt x="25336" y="15732"/>
                    </a:cubicBezTo>
                    <a:close/>
                    <a:moveTo>
                      <a:pt x="22193" y="18590"/>
                    </a:moveTo>
                    <a:lnTo>
                      <a:pt x="20764" y="18590"/>
                    </a:lnTo>
                    <a:cubicBezTo>
                      <a:pt x="14764" y="19256"/>
                      <a:pt x="10382" y="20209"/>
                      <a:pt x="10382" y="23828"/>
                    </a:cubicBezTo>
                    <a:cubicBezTo>
                      <a:pt x="10577" y="26187"/>
                      <a:pt x="12648" y="27942"/>
                      <a:pt x="15007" y="27747"/>
                    </a:cubicBezTo>
                    <a:cubicBezTo>
                      <a:pt x="15053" y="27743"/>
                      <a:pt x="15099" y="27739"/>
                      <a:pt x="15145" y="27734"/>
                    </a:cubicBezTo>
                    <a:cubicBezTo>
                      <a:pt x="19280" y="27428"/>
                      <a:pt x="22412" y="23873"/>
                      <a:pt x="22193" y="19733"/>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18A472D5-0730-424F-8CE6-5BF6905E3ACE}"/>
                  </a:ext>
                </a:extLst>
              </p:cNvPr>
              <p:cNvSpPr/>
              <p:nvPr/>
            </p:nvSpPr>
            <p:spPr>
              <a:xfrm>
                <a:off x="6894077" y="4269730"/>
                <a:ext cx="83684" cy="167368"/>
              </a:xfrm>
              <a:custGeom>
                <a:avLst/>
                <a:gdLst>
                  <a:gd name="connsiteX0" fmla="*/ 14097 w 19050"/>
                  <a:gd name="connsiteY0" fmla="*/ 7144 h 38100"/>
                  <a:gd name="connsiteX1" fmla="*/ 14097 w 19050"/>
                  <a:gd name="connsiteY1" fmla="*/ 13716 h 38100"/>
                  <a:gd name="connsiteX2" fmla="*/ 20003 w 19050"/>
                  <a:gd name="connsiteY2" fmla="*/ 13716 h 38100"/>
                  <a:gd name="connsiteX3" fmla="*/ 20003 w 19050"/>
                  <a:gd name="connsiteY3" fmla="*/ 16478 h 38100"/>
                  <a:gd name="connsiteX4" fmla="*/ 14097 w 19050"/>
                  <a:gd name="connsiteY4" fmla="*/ 16478 h 38100"/>
                  <a:gd name="connsiteX5" fmla="*/ 14097 w 19050"/>
                  <a:gd name="connsiteY5" fmla="*/ 30861 h 38100"/>
                  <a:gd name="connsiteX6" fmla="*/ 16955 w 19050"/>
                  <a:gd name="connsiteY6" fmla="*/ 34195 h 38100"/>
                  <a:gd name="connsiteX7" fmla="*/ 20003 w 19050"/>
                  <a:gd name="connsiteY7" fmla="*/ 33433 h 38100"/>
                  <a:gd name="connsiteX8" fmla="*/ 20003 w 19050"/>
                  <a:gd name="connsiteY8" fmla="*/ 36195 h 38100"/>
                  <a:gd name="connsiteX9" fmla="*/ 16478 w 19050"/>
                  <a:gd name="connsiteY9" fmla="*/ 36766 h 38100"/>
                  <a:gd name="connsiteX10" fmla="*/ 10954 w 19050"/>
                  <a:gd name="connsiteY10" fmla="*/ 31813 h 38100"/>
                  <a:gd name="connsiteX11" fmla="*/ 10954 w 19050"/>
                  <a:gd name="connsiteY11" fmla="*/ 16478 h 38100"/>
                  <a:gd name="connsiteX12" fmla="*/ 7144 w 19050"/>
                  <a:gd name="connsiteY12" fmla="*/ 16478 h 38100"/>
                  <a:gd name="connsiteX13" fmla="*/ 7144 w 19050"/>
                  <a:gd name="connsiteY13" fmla="*/ 13716 h 38100"/>
                  <a:gd name="connsiteX14" fmla="*/ 10954 w 19050"/>
                  <a:gd name="connsiteY14" fmla="*/ 13716 h 38100"/>
                  <a:gd name="connsiteX15" fmla="*/ 10954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03" y="13716"/>
                    </a:lnTo>
                    <a:lnTo>
                      <a:pt x="20003" y="16478"/>
                    </a:lnTo>
                    <a:lnTo>
                      <a:pt x="14097" y="16478"/>
                    </a:lnTo>
                    <a:lnTo>
                      <a:pt x="14097" y="30861"/>
                    </a:lnTo>
                    <a:cubicBezTo>
                      <a:pt x="14097" y="33052"/>
                      <a:pt x="14764" y="34195"/>
                      <a:pt x="16955" y="34195"/>
                    </a:cubicBezTo>
                    <a:cubicBezTo>
                      <a:pt x="18015" y="34173"/>
                      <a:pt x="19057" y="33913"/>
                      <a:pt x="20003" y="33433"/>
                    </a:cubicBezTo>
                    <a:lnTo>
                      <a:pt x="20003" y="36195"/>
                    </a:lnTo>
                    <a:cubicBezTo>
                      <a:pt x="18858" y="36541"/>
                      <a:pt x="17673" y="36734"/>
                      <a:pt x="16478" y="36766"/>
                    </a:cubicBezTo>
                    <a:cubicBezTo>
                      <a:pt x="13335" y="36766"/>
                      <a:pt x="10954" y="35338"/>
                      <a:pt x="10954" y="31813"/>
                    </a:cubicBezTo>
                    <a:lnTo>
                      <a:pt x="10954" y="16478"/>
                    </a:lnTo>
                    <a:lnTo>
                      <a:pt x="7144" y="16478"/>
                    </a:lnTo>
                    <a:lnTo>
                      <a:pt x="7144" y="13716"/>
                    </a:lnTo>
                    <a:lnTo>
                      <a:pt x="10954" y="13716"/>
                    </a:lnTo>
                    <a:lnTo>
                      <a:pt x="10954" y="7144"/>
                    </a:ln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AA347975-1620-475C-A714-B00941ED1E9F}"/>
                  </a:ext>
                </a:extLst>
              </p:cNvPr>
              <p:cNvSpPr/>
              <p:nvPr/>
            </p:nvSpPr>
            <p:spPr>
              <a:xfrm>
                <a:off x="6964793" y="4255084"/>
                <a:ext cx="41842" cy="167368"/>
              </a:xfrm>
              <a:custGeom>
                <a:avLst/>
                <a:gdLst>
                  <a:gd name="connsiteX0" fmla="*/ 10668 w 9525"/>
                  <a:gd name="connsiteY0" fmla="*/ 9906 h 38100"/>
                  <a:gd name="connsiteX1" fmla="*/ 8858 w 9525"/>
                  <a:gd name="connsiteY1" fmla="*/ 12668 h 38100"/>
                  <a:gd name="connsiteX2" fmla="*/ 7144 w 9525"/>
                  <a:gd name="connsiteY2" fmla="*/ 10001 h 38100"/>
                  <a:gd name="connsiteX3" fmla="*/ 8858 w 9525"/>
                  <a:gd name="connsiteY3" fmla="*/ 7144 h 38100"/>
                  <a:gd name="connsiteX4" fmla="*/ 10668 w 9525"/>
                  <a:gd name="connsiteY4" fmla="*/ 9906 h 38100"/>
                  <a:gd name="connsiteX5" fmla="*/ 10668 w 9525"/>
                  <a:gd name="connsiteY5" fmla="*/ 17145 h 38100"/>
                  <a:gd name="connsiteX6" fmla="*/ 10668 w 9525"/>
                  <a:gd name="connsiteY6" fmla="*/ 39719 h 38100"/>
                  <a:gd name="connsiteX7" fmla="*/ 7620 w 9525"/>
                  <a:gd name="connsiteY7" fmla="*/ 39719 h 38100"/>
                  <a:gd name="connsiteX8" fmla="*/ 7620 w 9525"/>
                  <a:gd name="connsiteY8" fmla="*/ 1714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38100">
                    <a:moveTo>
                      <a:pt x="10668" y="9906"/>
                    </a:moveTo>
                    <a:cubicBezTo>
                      <a:pt x="10668" y="11049"/>
                      <a:pt x="10192" y="12668"/>
                      <a:pt x="8858" y="12668"/>
                    </a:cubicBezTo>
                    <a:cubicBezTo>
                      <a:pt x="7525" y="12668"/>
                      <a:pt x="7144" y="10954"/>
                      <a:pt x="7144" y="10001"/>
                    </a:cubicBezTo>
                    <a:cubicBezTo>
                      <a:pt x="7144" y="9049"/>
                      <a:pt x="7144" y="7144"/>
                      <a:pt x="8858" y="7144"/>
                    </a:cubicBezTo>
                    <a:cubicBezTo>
                      <a:pt x="10573" y="7144"/>
                      <a:pt x="10668" y="8572"/>
                      <a:pt x="10668" y="9906"/>
                    </a:cubicBezTo>
                    <a:close/>
                    <a:moveTo>
                      <a:pt x="10668" y="17145"/>
                    </a:moveTo>
                    <a:lnTo>
                      <a:pt x="10668" y="39719"/>
                    </a:lnTo>
                    <a:lnTo>
                      <a:pt x="7620" y="39719"/>
                    </a:lnTo>
                    <a:lnTo>
                      <a:pt x="7620" y="17145"/>
                    </a:ln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9E692673-3BB6-4876-9D65-598C62C68195}"/>
                  </a:ext>
                </a:extLst>
              </p:cNvPr>
              <p:cNvSpPr/>
              <p:nvPr/>
            </p:nvSpPr>
            <p:spPr>
              <a:xfrm>
                <a:off x="6997340" y="4296509"/>
                <a:ext cx="125526" cy="125526"/>
              </a:xfrm>
              <a:custGeom>
                <a:avLst/>
                <a:gdLst>
                  <a:gd name="connsiteX0" fmla="*/ 10117 w 28575"/>
                  <a:gd name="connsiteY0" fmla="*/ 18098 h 28575"/>
                  <a:gd name="connsiteX1" fmla="*/ 18308 w 28575"/>
                  <a:gd name="connsiteY1" fmla="*/ 28099 h 28575"/>
                  <a:gd name="connsiteX2" fmla="*/ 26976 w 28575"/>
                  <a:gd name="connsiteY2" fmla="*/ 23527 h 28575"/>
                  <a:gd name="connsiteX3" fmla="*/ 26976 w 28575"/>
                  <a:gd name="connsiteY3" fmla="*/ 27242 h 28575"/>
                  <a:gd name="connsiteX4" fmla="*/ 18118 w 28575"/>
                  <a:gd name="connsiteY4" fmla="*/ 30861 h 28575"/>
                  <a:gd name="connsiteX5" fmla="*/ 7153 w 28575"/>
                  <a:gd name="connsiteY5" fmla="*/ 19354 h 28575"/>
                  <a:gd name="connsiteX6" fmla="*/ 7164 w 28575"/>
                  <a:gd name="connsiteY6" fmla="*/ 19050 h 28575"/>
                  <a:gd name="connsiteX7" fmla="*/ 17714 w 28575"/>
                  <a:gd name="connsiteY7" fmla="*/ 7161 h 28575"/>
                  <a:gd name="connsiteX8" fmla="*/ 18118 w 28575"/>
                  <a:gd name="connsiteY8" fmla="*/ 7144 h 28575"/>
                  <a:gd name="connsiteX9" fmla="*/ 25833 w 28575"/>
                  <a:gd name="connsiteY9" fmla="*/ 11335 h 28575"/>
                  <a:gd name="connsiteX10" fmla="*/ 27643 w 28575"/>
                  <a:gd name="connsiteY10" fmla="*/ 18097 h 28575"/>
                  <a:gd name="connsiteX11" fmla="*/ 23833 w 28575"/>
                  <a:gd name="connsiteY11" fmla="*/ 15526 h 28575"/>
                  <a:gd name="connsiteX12" fmla="*/ 17642 w 28575"/>
                  <a:gd name="connsiteY12" fmla="*/ 9811 h 28575"/>
                  <a:gd name="connsiteX13" fmla="*/ 10498 w 28575"/>
                  <a:gd name="connsiteY13" fmla="*/ 15526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28575">
                    <a:moveTo>
                      <a:pt x="10117" y="18098"/>
                    </a:moveTo>
                    <a:cubicBezTo>
                      <a:pt x="10117" y="27623"/>
                      <a:pt x="17165" y="28099"/>
                      <a:pt x="18308" y="28099"/>
                    </a:cubicBezTo>
                    <a:cubicBezTo>
                      <a:pt x="21691" y="27789"/>
                      <a:pt x="24810" y="26143"/>
                      <a:pt x="26976" y="23527"/>
                    </a:cubicBezTo>
                    <a:lnTo>
                      <a:pt x="26976" y="27242"/>
                    </a:lnTo>
                    <a:cubicBezTo>
                      <a:pt x="24496" y="29380"/>
                      <a:pt x="21386" y="30650"/>
                      <a:pt x="18118" y="30861"/>
                    </a:cubicBezTo>
                    <a:cubicBezTo>
                      <a:pt x="11912" y="30711"/>
                      <a:pt x="7003" y="25559"/>
                      <a:pt x="7153" y="19354"/>
                    </a:cubicBezTo>
                    <a:cubicBezTo>
                      <a:pt x="7155" y="19252"/>
                      <a:pt x="7159" y="19151"/>
                      <a:pt x="7164" y="19050"/>
                    </a:cubicBezTo>
                    <a:cubicBezTo>
                      <a:pt x="6794" y="12854"/>
                      <a:pt x="11517" y="7531"/>
                      <a:pt x="17714" y="7161"/>
                    </a:cubicBezTo>
                    <a:cubicBezTo>
                      <a:pt x="17848" y="7153"/>
                      <a:pt x="17983" y="7147"/>
                      <a:pt x="18118" y="7144"/>
                    </a:cubicBezTo>
                    <a:cubicBezTo>
                      <a:pt x="21218" y="7201"/>
                      <a:pt x="24097" y="8765"/>
                      <a:pt x="25833" y="11335"/>
                    </a:cubicBezTo>
                    <a:cubicBezTo>
                      <a:pt x="27160" y="13330"/>
                      <a:pt x="27796" y="15706"/>
                      <a:pt x="27643" y="18097"/>
                    </a:cubicBezTo>
                    <a:close/>
                    <a:moveTo>
                      <a:pt x="23833" y="15526"/>
                    </a:moveTo>
                    <a:cubicBezTo>
                      <a:pt x="23583" y="12294"/>
                      <a:pt x="20883" y="9801"/>
                      <a:pt x="17642" y="9811"/>
                    </a:cubicBezTo>
                    <a:cubicBezTo>
                      <a:pt x="14254" y="9915"/>
                      <a:pt x="11343" y="12244"/>
                      <a:pt x="10498" y="15526"/>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B98287C-6A32-4EA1-ADE8-E55365C4DC32}"/>
                  </a:ext>
                </a:extLst>
              </p:cNvPr>
              <p:cNvSpPr/>
              <p:nvPr/>
            </p:nvSpPr>
            <p:spPr>
              <a:xfrm>
                <a:off x="7103287" y="4296456"/>
                <a:ext cx="125526" cy="125526"/>
              </a:xfrm>
              <a:custGeom>
                <a:avLst/>
                <a:gdLst>
                  <a:gd name="connsiteX0" fmla="*/ 25241 w 28575"/>
                  <a:gd name="connsiteY0" fmla="*/ 30301 h 28575"/>
                  <a:gd name="connsiteX1" fmla="*/ 22193 w 28575"/>
                  <a:gd name="connsiteY1" fmla="*/ 30301 h 28575"/>
                  <a:gd name="connsiteX2" fmla="*/ 22193 w 28575"/>
                  <a:gd name="connsiteY2" fmla="*/ 15442 h 28575"/>
                  <a:gd name="connsiteX3" fmla="*/ 17847 w 28575"/>
                  <a:gd name="connsiteY3" fmla="*/ 9949 h 28575"/>
                  <a:gd name="connsiteX4" fmla="*/ 17145 w 28575"/>
                  <a:gd name="connsiteY4" fmla="*/ 9918 h 28575"/>
                  <a:gd name="connsiteX5" fmla="*/ 10096 w 28575"/>
                  <a:gd name="connsiteY5" fmla="*/ 18681 h 28575"/>
                  <a:gd name="connsiteX6" fmla="*/ 10097 w 28575"/>
                  <a:gd name="connsiteY6" fmla="*/ 30301 h 28575"/>
                  <a:gd name="connsiteX7" fmla="*/ 7144 w 28575"/>
                  <a:gd name="connsiteY7" fmla="*/ 30301 h 28575"/>
                  <a:gd name="connsiteX8" fmla="*/ 7144 w 28575"/>
                  <a:gd name="connsiteY8" fmla="*/ 7727 h 28575"/>
                  <a:gd name="connsiteX9" fmla="*/ 9906 w 28575"/>
                  <a:gd name="connsiteY9" fmla="*/ 7727 h 28575"/>
                  <a:gd name="connsiteX10" fmla="*/ 9906 w 28575"/>
                  <a:gd name="connsiteY10" fmla="*/ 11918 h 28575"/>
                  <a:gd name="connsiteX11" fmla="*/ 9906 w 28575"/>
                  <a:gd name="connsiteY11" fmla="*/ 11918 h 28575"/>
                  <a:gd name="connsiteX12" fmla="*/ 17145 w 28575"/>
                  <a:gd name="connsiteY12" fmla="*/ 7155 h 28575"/>
                  <a:gd name="connsiteX13" fmla="*/ 24975 w 28575"/>
                  <a:gd name="connsiteY13" fmla="*/ 14161 h 28575"/>
                  <a:gd name="connsiteX14" fmla="*/ 24955 w 28575"/>
                  <a:gd name="connsiteY14" fmla="*/ 1525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575" h="28575">
                    <a:moveTo>
                      <a:pt x="25241" y="30301"/>
                    </a:moveTo>
                    <a:lnTo>
                      <a:pt x="22193" y="30301"/>
                    </a:lnTo>
                    <a:lnTo>
                      <a:pt x="22193" y="15442"/>
                    </a:lnTo>
                    <a:cubicBezTo>
                      <a:pt x="22510" y="12725"/>
                      <a:pt x="20564" y="10266"/>
                      <a:pt x="17847" y="9949"/>
                    </a:cubicBezTo>
                    <a:cubicBezTo>
                      <a:pt x="17614" y="9922"/>
                      <a:pt x="17379" y="9912"/>
                      <a:pt x="17145" y="9918"/>
                    </a:cubicBezTo>
                    <a:cubicBezTo>
                      <a:pt x="12793" y="10416"/>
                      <a:pt x="9651" y="14323"/>
                      <a:pt x="10096" y="18681"/>
                    </a:cubicBezTo>
                    <a:lnTo>
                      <a:pt x="10097" y="30301"/>
                    </a:lnTo>
                    <a:lnTo>
                      <a:pt x="7144" y="30301"/>
                    </a:lnTo>
                    <a:lnTo>
                      <a:pt x="7144" y="7727"/>
                    </a:lnTo>
                    <a:lnTo>
                      <a:pt x="9906" y="7727"/>
                    </a:lnTo>
                    <a:lnTo>
                      <a:pt x="9906" y="11918"/>
                    </a:lnTo>
                    <a:lnTo>
                      <a:pt x="9906" y="11918"/>
                    </a:lnTo>
                    <a:cubicBezTo>
                      <a:pt x="11115" y="8997"/>
                      <a:pt x="13984" y="7110"/>
                      <a:pt x="17145" y="7155"/>
                    </a:cubicBezTo>
                    <a:cubicBezTo>
                      <a:pt x="21242" y="6928"/>
                      <a:pt x="24748" y="10065"/>
                      <a:pt x="24975" y="14161"/>
                    </a:cubicBezTo>
                    <a:cubicBezTo>
                      <a:pt x="24995" y="14525"/>
                      <a:pt x="24989" y="14889"/>
                      <a:pt x="24955" y="15252"/>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F5A8BFBB-749A-4A29-8AA2-CF4D524F0450}"/>
                  </a:ext>
                </a:extLst>
              </p:cNvPr>
              <p:cNvSpPr/>
              <p:nvPr/>
            </p:nvSpPr>
            <p:spPr>
              <a:xfrm>
                <a:off x="7197435" y="4269730"/>
                <a:ext cx="83684" cy="167368"/>
              </a:xfrm>
              <a:custGeom>
                <a:avLst/>
                <a:gdLst>
                  <a:gd name="connsiteX0" fmla="*/ 14097 w 19050"/>
                  <a:gd name="connsiteY0" fmla="*/ 7144 h 38100"/>
                  <a:gd name="connsiteX1" fmla="*/ 14097 w 19050"/>
                  <a:gd name="connsiteY1" fmla="*/ 13716 h 38100"/>
                  <a:gd name="connsiteX2" fmla="*/ 20003 w 19050"/>
                  <a:gd name="connsiteY2" fmla="*/ 13716 h 38100"/>
                  <a:gd name="connsiteX3" fmla="*/ 20003 w 19050"/>
                  <a:gd name="connsiteY3" fmla="*/ 16478 h 38100"/>
                  <a:gd name="connsiteX4" fmla="*/ 14097 w 19050"/>
                  <a:gd name="connsiteY4" fmla="*/ 16478 h 38100"/>
                  <a:gd name="connsiteX5" fmla="*/ 14097 w 19050"/>
                  <a:gd name="connsiteY5" fmla="*/ 30861 h 38100"/>
                  <a:gd name="connsiteX6" fmla="*/ 16955 w 19050"/>
                  <a:gd name="connsiteY6" fmla="*/ 34195 h 38100"/>
                  <a:gd name="connsiteX7" fmla="*/ 20003 w 19050"/>
                  <a:gd name="connsiteY7" fmla="*/ 33433 h 38100"/>
                  <a:gd name="connsiteX8" fmla="*/ 20003 w 19050"/>
                  <a:gd name="connsiteY8" fmla="*/ 36195 h 38100"/>
                  <a:gd name="connsiteX9" fmla="*/ 16478 w 19050"/>
                  <a:gd name="connsiteY9" fmla="*/ 36766 h 38100"/>
                  <a:gd name="connsiteX10" fmla="*/ 11049 w 19050"/>
                  <a:gd name="connsiteY10" fmla="*/ 31813 h 38100"/>
                  <a:gd name="connsiteX11" fmla="*/ 11049 w 19050"/>
                  <a:gd name="connsiteY11" fmla="*/ 16478 h 38100"/>
                  <a:gd name="connsiteX12" fmla="*/ 7144 w 19050"/>
                  <a:gd name="connsiteY12" fmla="*/ 16478 h 38100"/>
                  <a:gd name="connsiteX13" fmla="*/ 7144 w 19050"/>
                  <a:gd name="connsiteY13" fmla="*/ 13716 h 38100"/>
                  <a:gd name="connsiteX14" fmla="*/ 11049 w 19050"/>
                  <a:gd name="connsiteY14" fmla="*/ 13716 h 38100"/>
                  <a:gd name="connsiteX15" fmla="*/ 11049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03" y="13716"/>
                    </a:lnTo>
                    <a:lnTo>
                      <a:pt x="20003" y="16478"/>
                    </a:lnTo>
                    <a:lnTo>
                      <a:pt x="14097" y="16478"/>
                    </a:lnTo>
                    <a:lnTo>
                      <a:pt x="14097" y="30861"/>
                    </a:lnTo>
                    <a:cubicBezTo>
                      <a:pt x="14097" y="33052"/>
                      <a:pt x="14764" y="34195"/>
                      <a:pt x="16955" y="34195"/>
                    </a:cubicBezTo>
                    <a:cubicBezTo>
                      <a:pt x="18015" y="34173"/>
                      <a:pt x="19057" y="33913"/>
                      <a:pt x="20003" y="33433"/>
                    </a:cubicBezTo>
                    <a:lnTo>
                      <a:pt x="20003" y="36195"/>
                    </a:lnTo>
                    <a:cubicBezTo>
                      <a:pt x="18858" y="36541"/>
                      <a:pt x="17673" y="36734"/>
                      <a:pt x="16478" y="36766"/>
                    </a:cubicBezTo>
                    <a:cubicBezTo>
                      <a:pt x="13335" y="36766"/>
                      <a:pt x="11049" y="35338"/>
                      <a:pt x="11049" y="31813"/>
                    </a:cubicBezTo>
                    <a:lnTo>
                      <a:pt x="11049" y="16478"/>
                    </a:lnTo>
                    <a:lnTo>
                      <a:pt x="7144" y="16478"/>
                    </a:lnTo>
                    <a:lnTo>
                      <a:pt x="7144" y="13716"/>
                    </a:lnTo>
                    <a:lnTo>
                      <a:pt x="11049" y="13716"/>
                    </a:lnTo>
                    <a:lnTo>
                      <a:pt x="11049" y="7144"/>
                    </a:ln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176CBE7-C80F-48C7-9738-8B5950CE507C}"/>
                  </a:ext>
                </a:extLst>
              </p:cNvPr>
              <p:cNvSpPr/>
              <p:nvPr/>
            </p:nvSpPr>
            <p:spPr>
              <a:xfrm>
                <a:off x="7332164" y="4252264"/>
                <a:ext cx="167368" cy="167368"/>
              </a:xfrm>
              <a:custGeom>
                <a:avLst/>
                <a:gdLst>
                  <a:gd name="connsiteX0" fmla="*/ 17621 w 38100"/>
                  <a:gd name="connsiteY0" fmla="*/ 7214 h 38100"/>
                  <a:gd name="connsiteX1" fmla="*/ 29432 w 38100"/>
                  <a:gd name="connsiteY1" fmla="*/ 11119 h 38100"/>
                  <a:gd name="connsiteX2" fmla="*/ 34195 w 38100"/>
                  <a:gd name="connsiteY2" fmla="*/ 23502 h 38100"/>
                  <a:gd name="connsiteX3" fmla="*/ 19938 w 38100"/>
                  <a:gd name="connsiteY3" fmla="*/ 40377 h 38100"/>
                  <a:gd name="connsiteX4" fmla="*/ 17145 w 38100"/>
                  <a:gd name="connsiteY4" fmla="*/ 40361 h 38100"/>
                  <a:gd name="connsiteX5" fmla="*/ 7144 w 38100"/>
                  <a:gd name="connsiteY5" fmla="*/ 40361 h 38100"/>
                  <a:gd name="connsiteX6" fmla="*/ 7144 w 38100"/>
                  <a:gd name="connsiteY6" fmla="*/ 7214 h 38100"/>
                  <a:gd name="connsiteX7" fmla="*/ 10096 w 38100"/>
                  <a:gd name="connsiteY7" fmla="*/ 10072 h 38100"/>
                  <a:gd name="connsiteX8" fmla="*/ 10096 w 38100"/>
                  <a:gd name="connsiteY8" fmla="*/ 37504 h 38100"/>
                  <a:gd name="connsiteX9" fmla="*/ 18479 w 38100"/>
                  <a:gd name="connsiteY9" fmla="*/ 37504 h 38100"/>
                  <a:gd name="connsiteX10" fmla="*/ 30584 w 38100"/>
                  <a:gd name="connsiteY10" fmla="*/ 24850 h 38100"/>
                  <a:gd name="connsiteX11" fmla="*/ 30480 w 38100"/>
                  <a:gd name="connsiteY11" fmla="*/ 23502 h 38100"/>
                  <a:gd name="connsiteX12" fmla="*/ 26194 w 38100"/>
                  <a:gd name="connsiteY12" fmla="*/ 12929 h 38100"/>
                  <a:gd name="connsiteX13" fmla="*/ 16669 w 38100"/>
                  <a:gd name="connsiteY13" fmla="*/ 1007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 h="38100">
                    <a:moveTo>
                      <a:pt x="17621" y="7214"/>
                    </a:moveTo>
                    <a:cubicBezTo>
                      <a:pt x="21932" y="6801"/>
                      <a:pt x="26218" y="8218"/>
                      <a:pt x="29432" y="11119"/>
                    </a:cubicBezTo>
                    <a:cubicBezTo>
                      <a:pt x="32590" y="14458"/>
                      <a:pt x="34301" y="18908"/>
                      <a:pt x="34195" y="23502"/>
                    </a:cubicBezTo>
                    <a:cubicBezTo>
                      <a:pt x="34918" y="32099"/>
                      <a:pt x="28534" y="39654"/>
                      <a:pt x="19938" y="40377"/>
                    </a:cubicBezTo>
                    <a:cubicBezTo>
                      <a:pt x="19008" y="40455"/>
                      <a:pt x="18073" y="40450"/>
                      <a:pt x="17145" y="40361"/>
                    </a:cubicBezTo>
                    <a:lnTo>
                      <a:pt x="7144" y="40361"/>
                    </a:lnTo>
                    <a:lnTo>
                      <a:pt x="7144" y="7214"/>
                    </a:lnTo>
                    <a:close/>
                    <a:moveTo>
                      <a:pt x="10096" y="10072"/>
                    </a:moveTo>
                    <a:lnTo>
                      <a:pt x="10096" y="37504"/>
                    </a:lnTo>
                    <a:lnTo>
                      <a:pt x="18479" y="37504"/>
                    </a:lnTo>
                    <a:cubicBezTo>
                      <a:pt x="25316" y="37352"/>
                      <a:pt x="30735" y="31687"/>
                      <a:pt x="30584" y="24850"/>
                    </a:cubicBezTo>
                    <a:cubicBezTo>
                      <a:pt x="30574" y="24399"/>
                      <a:pt x="30539" y="23949"/>
                      <a:pt x="30480" y="23502"/>
                    </a:cubicBezTo>
                    <a:cubicBezTo>
                      <a:pt x="30547" y="19542"/>
                      <a:pt x="29000" y="15725"/>
                      <a:pt x="26194" y="12929"/>
                    </a:cubicBezTo>
                    <a:cubicBezTo>
                      <a:pt x="23525" y="10747"/>
                      <a:pt x="20098" y="9719"/>
                      <a:pt x="16669" y="10072"/>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A2A73A7B-6CAE-4054-97D5-41FF410B2139}"/>
                  </a:ext>
                </a:extLst>
              </p:cNvPr>
              <p:cNvSpPr/>
              <p:nvPr/>
            </p:nvSpPr>
            <p:spPr>
              <a:xfrm>
                <a:off x="7465223" y="4255084"/>
                <a:ext cx="41842" cy="167368"/>
              </a:xfrm>
              <a:custGeom>
                <a:avLst/>
                <a:gdLst>
                  <a:gd name="connsiteX0" fmla="*/ 10763 w 9525"/>
                  <a:gd name="connsiteY0" fmla="*/ 9906 h 38100"/>
                  <a:gd name="connsiteX1" fmla="*/ 8954 w 9525"/>
                  <a:gd name="connsiteY1" fmla="*/ 12668 h 38100"/>
                  <a:gd name="connsiteX2" fmla="*/ 7144 w 9525"/>
                  <a:gd name="connsiteY2" fmla="*/ 10001 h 38100"/>
                  <a:gd name="connsiteX3" fmla="*/ 8954 w 9525"/>
                  <a:gd name="connsiteY3" fmla="*/ 7144 h 38100"/>
                  <a:gd name="connsiteX4" fmla="*/ 10763 w 9525"/>
                  <a:gd name="connsiteY4" fmla="*/ 9906 h 38100"/>
                  <a:gd name="connsiteX5" fmla="*/ 10763 w 9525"/>
                  <a:gd name="connsiteY5" fmla="*/ 17145 h 38100"/>
                  <a:gd name="connsiteX6" fmla="*/ 10763 w 9525"/>
                  <a:gd name="connsiteY6" fmla="*/ 39719 h 38100"/>
                  <a:gd name="connsiteX7" fmla="*/ 7715 w 9525"/>
                  <a:gd name="connsiteY7" fmla="*/ 39719 h 38100"/>
                  <a:gd name="connsiteX8" fmla="*/ 7715 w 9525"/>
                  <a:gd name="connsiteY8" fmla="*/ 1714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38100">
                    <a:moveTo>
                      <a:pt x="10763" y="9906"/>
                    </a:moveTo>
                    <a:cubicBezTo>
                      <a:pt x="10763" y="11049"/>
                      <a:pt x="10763" y="12668"/>
                      <a:pt x="8954" y="12668"/>
                    </a:cubicBezTo>
                    <a:cubicBezTo>
                      <a:pt x="7144" y="12668"/>
                      <a:pt x="7144" y="10954"/>
                      <a:pt x="7144" y="10001"/>
                    </a:cubicBezTo>
                    <a:cubicBezTo>
                      <a:pt x="7144" y="9049"/>
                      <a:pt x="7144" y="7144"/>
                      <a:pt x="8954" y="7144"/>
                    </a:cubicBezTo>
                    <a:cubicBezTo>
                      <a:pt x="10763" y="7144"/>
                      <a:pt x="10763" y="8572"/>
                      <a:pt x="10763" y="9906"/>
                    </a:cubicBezTo>
                    <a:close/>
                    <a:moveTo>
                      <a:pt x="10763" y="17145"/>
                    </a:moveTo>
                    <a:lnTo>
                      <a:pt x="10763" y="39719"/>
                    </a:lnTo>
                    <a:lnTo>
                      <a:pt x="7715" y="39719"/>
                    </a:lnTo>
                    <a:lnTo>
                      <a:pt x="7715" y="17145"/>
                    </a:ln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DF538F78-AF79-4D6D-BFFB-921A317A734E}"/>
                  </a:ext>
                </a:extLst>
              </p:cNvPr>
              <p:cNvSpPr/>
              <p:nvPr/>
            </p:nvSpPr>
            <p:spPr>
              <a:xfrm>
                <a:off x="7505391" y="4297436"/>
                <a:ext cx="83684" cy="125526"/>
              </a:xfrm>
              <a:custGeom>
                <a:avLst/>
                <a:gdLst>
                  <a:gd name="connsiteX0" fmla="*/ 19336 w 19050"/>
                  <a:gd name="connsiteY0" fmla="*/ 10552 h 28575"/>
                  <a:gd name="connsiteX1" fmla="*/ 17050 w 19050"/>
                  <a:gd name="connsiteY1" fmla="*/ 10076 h 28575"/>
                  <a:gd name="connsiteX2" fmla="*/ 10287 w 19050"/>
                  <a:gd name="connsiteY2" fmla="*/ 19601 h 28575"/>
                  <a:gd name="connsiteX3" fmla="*/ 10287 w 19050"/>
                  <a:gd name="connsiteY3" fmla="*/ 30459 h 28575"/>
                  <a:gd name="connsiteX4" fmla="*/ 7144 w 19050"/>
                  <a:gd name="connsiteY4" fmla="*/ 30459 h 28575"/>
                  <a:gd name="connsiteX5" fmla="*/ 7144 w 19050"/>
                  <a:gd name="connsiteY5" fmla="*/ 7504 h 28575"/>
                  <a:gd name="connsiteX6" fmla="*/ 10001 w 19050"/>
                  <a:gd name="connsiteY6" fmla="*/ 7504 h 28575"/>
                  <a:gd name="connsiteX7" fmla="*/ 10001 w 19050"/>
                  <a:gd name="connsiteY7" fmla="*/ 11409 h 28575"/>
                  <a:gd name="connsiteX8" fmla="*/ 10001 w 19050"/>
                  <a:gd name="connsiteY8" fmla="*/ 11409 h 28575"/>
                  <a:gd name="connsiteX9" fmla="*/ 16478 w 19050"/>
                  <a:gd name="connsiteY9" fmla="*/ 7218 h 28575"/>
                  <a:gd name="connsiteX10" fmla="*/ 19050 w 19050"/>
                  <a:gd name="connsiteY10" fmla="*/ 7218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50" h="28575">
                    <a:moveTo>
                      <a:pt x="19336" y="10552"/>
                    </a:moveTo>
                    <a:cubicBezTo>
                      <a:pt x="18608" y="10258"/>
                      <a:pt x="17834" y="10097"/>
                      <a:pt x="17050" y="10076"/>
                    </a:cubicBezTo>
                    <a:cubicBezTo>
                      <a:pt x="12478" y="10076"/>
                      <a:pt x="10287" y="14933"/>
                      <a:pt x="10287" y="19601"/>
                    </a:cubicBezTo>
                    <a:lnTo>
                      <a:pt x="10287" y="30459"/>
                    </a:lnTo>
                    <a:lnTo>
                      <a:pt x="7144" y="30459"/>
                    </a:lnTo>
                    <a:lnTo>
                      <a:pt x="7144" y="7504"/>
                    </a:lnTo>
                    <a:lnTo>
                      <a:pt x="10001" y="7504"/>
                    </a:lnTo>
                    <a:lnTo>
                      <a:pt x="10001" y="11409"/>
                    </a:lnTo>
                    <a:lnTo>
                      <a:pt x="10001" y="11409"/>
                    </a:lnTo>
                    <a:cubicBezTo>
                      <a:pt x="11095" y="8815"/>
                      <a:pt x="13664" y="7153"/>
                      <a:pt x="16478" y="7218"/>
                    </a:cubicBezTo>
                    <a:cubicBezTo>
                      <a:pt x="17333" y="7119"/>
                      <a:pt x="18196" y="7119"/>
                      <a:pt x="19050" y="721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686044A6-5302-458A-9BB4-410636EF213E}"/>
                  </a:ext>
                </a:extLst>
              </p:cNvPr>
              <p:cNvSpPr/>
              <p:nvPr/>
            </p:nvSpPr>
            <p:spPr>
              <a:xfrm>
                <a:off x="7559696" y="4296509"/>
                <a:ext cx="125526" cy="125526"/>
              </a:xfrm>
              <a:custGeom>
                <a:avLst/>
                <a:gdLst>
                  <a:gd name="connsiteX0" fmla="*/ 10403 w 28575"/>
                  <a:gd name="connsiteY0" fmla="*/ 18098 h 28575"/>
                  <a:gd name="connsiteX1" fmla="*/ 18594 w 28575"/>
                  <a:gd name="connsiteY1" fmla="*/ 28099 h 28575"/>
                  <a:gd name="connsiteX2" fmla="*/ 27262 w 28575"/>
                  <a:gd name="connsiteY2" fmla="*/ 23527 h 28575"/>
                  <a:gd name="connsiteX3" fmla="*/ 27262 w 28575"/>
                  <a:gd name="connsiteY3" fmla="*/ 27242 h 28575"/>
                  <a:gd name="connsiteX4" fmla="*/ 18404 w 28575"/>
                  <a:gd name="connsiteY4" fmla="*/ 30861 h 28575"/>
                  <a:gd name="connsiteX5" fmla="*/ 7150 w 28575"/>
                  <a:gd name="connsiteY5" fmla="*/ 19636 h 28575"/>
                  <a:gd name="connsiteX6" fmla="*/ 7164 w 28575"/>
                  <a:gd name="connsiteY6" fmla="*/ 19050 h 28575"/>
                  <a:gd name="connsiteX7" fmla="*/ 17714 w 28575"/>
                  <a:gd name="connsiteY7" fmla="*/ 7161 h 28575"/>
                  <a:gd name="connsiteX8" fmla="*/ 18118 w 28575"/>
                  <a:gd name="connsiteY8" fmla="*/ 7144 h 28575"/>
                  <a:gd name="connsiteX9" fmla="*/ 25833 w 28575"/>
                  <a:gd name="connsiteY9" fmla="*/ 11335 h 28575"/>
                  <a:gd name="connsiteX10" fmla="*/ 27643 w 28575"/>
                  <a:gd name="connsiteY10" fmla="*/ 18097 h 28575"/>
                  <a:gd name="connsiteX11" fmla="*/ 24119 w 28575"/>
                  <a:gd name="connsiteY11" fmla="*/ 15526 h 28575"/>
                  <a:gd name="connsiteX12" fmla="*/ 17832 w 28575"/>
                  <a:gd name="connsiteY12" fmla="*/ 9811 h 28575"/>
                  <a:gd name="connsiteX13" fmla="*/ 10784 w 28575"/>
                  <a:gd name="connsiteY13" fmla="*/ 15526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28575">
                    <a:moveTo>
                      <a:pt x="10403" y="18098"/>
                    </a:moveTo>
                    <a:cubicBezTo>
                      <a:pt x="10403" y="27623"/>
                      <a:pt x="17451" y="28099"/>
                      <a:pt x="18594" y="28099"/>
                    </a:cubicBezTo>
                    <a:cubicBezTo>
                      <a:pt x="21977" y="27789"/>
                      <a:pt x="25096" y="26143"/>
                      <a:pt x="27262" y="23527"/>
                    </a:cubicBezTo>
                    <a:lnTo>
                      <a:pt x="27262" y="27242"/>
                    </a:lnTo>
                    <a:cubicBezTo>
                      <a:pt x="24771" y="29362"/>
                      <a:pt x="21667" y="30630"/>
                      <a:pt x="18404" y="30861"/>
                    </a:cubicBezTo>
                    <a:cubicBezTo>
                      <a:pt x="12196" y="30869"/>
                      <a:pt x="7158" y="25843"/>
                      <a:pt x="7150" y="19636"/>
                    </a:cubicBezTo>
                    <a:cubicBezTo>
                      <a:pt x="7149" y="19441"/>
                      <a:pt x="7154" y="19245"/>
                      <a:pt x="7164" y="19050"/>
                    </a:cubicBezTo>
                    <a:cubicBezTo>
                      <a:pt x="6794" y="12854"/>
                      <a:pt x="11517" y="7531"/>
                      <a:pt x="17714" y="7161"/>
                    </a:cubicBezTo>
                    <a:cubicBezTo>
                      <a:pt x="17848" y="7153"/>
                      <a:pt x="17983" y="7147"/>
                      <a:pt x="18118" y="7144"/>
                    </a:cubicBezTo>
                    <a:cubicBezTo>
                      <a:pt x="21219" y="7201"/>
                      <a:pt x="24097" y="8765"/>
                      <a:pt x="25833" y="11335"/>
                    </a:cubicBezTo>
                    <a:cubicBezTo>
                      <a:pt x="27160" y="13330"/>
                      <a:pt x="27796" y="15706"/>
                      <a:pt x="27643" y="18097"/>
                    </a:cubicBezTo>
                    <a:close/>
                    <a:moveTo>
                      <a:pt x="24119" y="15526"/>
                    </a:moveTo>
                    <a:cubicBezTo>
                      <a:pt x="23867" y="12257"/>
                      <a:pt x="21110" y="9751"/>
                      <a:pt x="17832" y="9811"/>
                    </a:cubicBezTo>
                    <a:cubicBezTo>
                      <a:pt x="14481" y="9957"/>
                      <a:pt x="11619" y="12277"/>
                      <a:pt x="10784" y="15526"/>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7DACC77A-9136-45EE-B196-E1A7F63A8912}"/>
                  </a:ext>
                </a:extLst>
              </p:cNvPr>
              <p:cNvSpPr/>
              <p:nvPr/>
            </p:nvSpPr>
            <p:spPr>
              <a:xfrm>
                <a:off x="7656137" y="4296469"/>
                <a:ext cx="125526" cy="167368"/>
              </a:xfrm>
              <a:custGeom>
                <a:avLst/>
                <a:gdLst>
                  <a:gd name="connsiteX0" fmla="*/ 26358 w 28575"/>
                  <a:gd name="connsiteY0" fmla="*/ 13629 h 38100"/>
                  <a:gd name="connsiteX1" fmla="*/ 18452 w 28575"/>
                  <a:gd name="connsiteY1" fmla="*/ 9915 h 38100"/>
                  <a:gd name="connsiteX2" fmla="*/ 10476 w 28575"/>
                  <a:gd name="connsiteY2" fmla="*/ 18684 h 38100"/>
                  <a:gd name="connsiteX3" fmla="*/ 10546 w 28575"/>
                  <a:gd name="connsiteY3" fmla="*/ 19440 h 38100"/>
                  <a:gd name="connsiteX4" fmla="*/ 17904 w 28575"/>
                  <a:gd name="connsiteY4" fmla="*/ 28905 h 38100"/>
                  <a:gd name="connsiteX5" fmla="*/ 18642 w 28575"/>
                  <a:gd name="connsiteY5" fmla="*/ 28965 h 38100"/>
                  <a:gd name="connsiteX6" fmla="*/ 26358 w 28575"/>
                  <a:gd name="connsiteY6" fmla="*/ 25155 h 38100"/>
                  <a:gd name="connsiteX7" fmla="*/ 26358 w 28575"/>
                  <a:gd name="connsiteY7" fmla="*/ 29155 h 38100"/>
                  <a:gd name="connsiteX8" fmla="*/ 18642 w 28575"/>
                  <a:gd name="connsiteY8" fmla="*/ 31727 h 38100"/>
                  <a:gd name="connsiteX9" fmla="*/ 7209 w 28575"/>
                  <a:gd name="connsiteY9" fmla="*/ 20110 h 38100"/>
                  <a:gd name="connsiteX10" fmla="*/ 7212 w 28575"/>
                  <a:gd name="connsiteY10" fmla="*/ 19916 h 38100"/>
                  <a:gd name="connsiteX11" fmla="*/ 17423 w 28575"/>
                  <a:gd name="connsiteY11" fmla="*/ 7211 h 38100"/>
                  <a:gd name="connsiteX12" fmla="*/ 19119 w 28575"/>
                  <a:gd name="connsiteY12" fmla="*/ 7152 h 38100"/>
                  <a:gd name="connsiteX13" fmla="*/ 26834 w 28575"/>
                  <a:gd name="connsiteY13" fmla="*/ 972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h="38100">
                    <a:moveTo>
                      <a:pt x="26358" y="13629"/>
                    </a:moveTo>
                    <a:cubicBezTo>
                      <a:pt x="24338" y="11367"/>
                      <a:pt x="21483" y="10026"/>
                      <a:pt x="18452" y="9915"/>
                    </a:cubicBezTo>
                    <a:cubicBezTo>
                      <a:pt x="13828" y="10134"/>
                      <a:pt x="10257" y="14060"/>
                      <a:pt x="10476" y="18684"/>
                    </a:cubicBezTo>
                    <a:cubicBezTo>
                      <a:pt x="10488" y="18937"/>
                      <a:pt x="10511" y="19189"/>
                      <a:pt x="10546" y="19440"/>
                    </a:cubicBezTo>
                    <a:cubicBezTo>
                      <a:pt x="9964" y="24085"/>
                      <a:pt x="13258" y="28323"/>
                      <a:pt x="17904" y="28905"/>
                    </a:cubicBezTo>
                    <a:cubicBezTo>
                      <a:pt x="18149" y="28936"/>
                      <a:pt x="18395" y="28956"/>
                      <a:pt x="18642" y="28965"/>
                    </a:cubicBezTo>
                    <a:cubicBezTo>
                      <a:pt x="21632" y="28823"/>
                      <a:pt x="24427" y="27442"/>
                      <a:pt x="26358" y="25155"/>
                    </a:cubicBezTo>
                    <a:lnTo>
                      <a:pt x="26358" y="29155"/>
                    </a:lnTo>
                    <a:cubicBezTo>
                      <a:pt x="24108" y="30778"/>
                      <a:pt x="21416" y="31675"/>
                      <a:pt x="18642" y="31727"/>
                    </a:cubicBezTo>
                    <a:cubicBezTo>
                      <a:pt x="12277" y="31676"/>
                      <a:pt x="7159" y="26475"/>
                      <a:pt x="7209" y="20110"/>
                    </a:cubicBezTo>
                    <a:cubicBezTo>
                      <a:pt x="7210" y="20046"/>
                      <a:pt x="7211" y="19981"/>
                      <a:pt x="7212" y="19916"/>
                    </a:cubicBezTo>
                    <a:cubicBezTo>
                      <a:pt x="6524" y="13588"/>
                      <a:pt x="11095" y="7900"/>
                      <a:pt x="17423" y="7211"/>
                    </a:cubicBezTo>
                    <a:cubicBezTo>
                      <a:pt x="17986" y="7150"/>
                      <a:pt x="18553" y="7130"/>
                      <a:pt x="19119" y="7152"/>
                    </a:cubicBezTo>
                    <a:cubicBezTo>
                      <a:pt x="21899" y="7166"/>
                      <a:pt x="24602" y="8067"/>
                      <a:pt x="26834" y="9724"/>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6F08E53E-7AC9-41A2-9250-D57512B5F307}"/>
                  </a:ext>
                </a:extLst>
              </p:cNvPr>
              <p:cNvSpPr/>
              <p:nvPr/>
            </p:nvSpPr>
            <p:spPr>
              <a:xfrm>
                <a:off x="7743471" y="4269730"/>
                <a:ext cx="83684" cy="167368"/>
              </a:xfrm>
              <a:custGeom>
                <a:avLst/>
                <a:gdLst>
                  <a:gd name="connsiteX0" fmla="*/ 14097 w 19050"/>
                  <a:gd name="connsiteY0" fmla="*/ 7144 h 38100"/>
                  <a:gd name="connsiteX1" fmla="*/ 14097 w 19050"/>
                  <a:gd name="connsiteY1" fmla="*/ 13716 h 38100"/>
                  <a:gd name="connsiteX2" fmla="*/ 20098 w 19050"/>
                  <a:gd name="connsiteY2" fmla="*/ 13716 h 38100"/>
                  <a:gd name="connsiteX3" fmla="*/ 20098 w 19050"/>
                  <a:gd name="connsiteY3" fmla="*/ 16478 h 38100"/>
                  <a:gd name="connsiteX4" fmla="*/ 14097 w 19050"/>
                  <a:gd name="connsiteY4" fmla="*/ 16478 h 38100"/>
                  <a:gd name="connsiteX5" fmla="*/ 14097 w 19050"/>
                  <a:gd name="connsiteY5" fmla="*/ 30861 h 38100"/>
                  <a:gd name="connsiteX6" fmla="*/ 16954 w 19050"/>
                  <a:gd name="connsiteY6" fmla="*/ 34195 h 38100"/>
                  <a:gd name="connsiteX7" fmla="*/ 20098 w 19050"/>
                  <a:gd name="connsiteY7" fmla="*/ 33433 h 38100"/>
                  <a:gd name="connsiteX8" fmla="*/ 20098 w 19050"/>
                  <a:gd name="connsiteY8" fmla="*/ 36195 h 38100"/>
                  <a:gd name="connsiteX9" fmla="*/ 16478 w 19050"/>
                  <a:gd name="connsiteY9" fmla="*/ 36766 h 38100"/>
                  <a:gd name="connsiteX10" fmla="*/ 11049 w 19050"/>
                  <a:gd name="connsiteY10" fmla="*/ 31813 h 38100"/>
                  <a:gd name="connsiteX11" fmla="*/ 11049 w 19050"/>
                  <a:gd name="connsiteY11" fmla="*/ 16478 h 38100"/>
                  <a:gd name="connsiteX12" fmla="*/ 7144 w 19050"/>
                  <a:gd name="connsiteY12" fmla="*/ 16478 h 38100"/>
                  <a:gd name="connsiteX13" fmla="*/ 7144 w 19050"/>
                  <a:gd name="connsiteY13" fmla="*/ 13716 h 38100"/>
                  <a:gd name="connsiteX14" fmla="*/ 11049 w 19050"/>
                  <a:gd name="connsiteY14" fmla="*/ 13716 h 38100"/>
                  <a:gd name="connsiteX15" fmla="*/ 11049 w 19050"/>
                  <a:gd name="connsiteY1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 h="38100">
                    <a:moveTo>
                      <a:pt x="14097" y="7144"/>
                    </a:moveTo>
                    <a:lnTo>
                      <a:pt x="14097" y="13716"/>
                    </a:lnTo>
                    <a:lnTo>
                      <a:pt x="20098" y="13716"/>
                    </a:lnTo>
                    <a:lnTo>
                      <a:pt x="20098" y="16478"/>
                    </a:lnTo>
                    <a:lnTo>
                      <a:pt x="14097" y="16478"/>
                    </a:lnTo>
                    <a:lnTo>
                      <a:pt x="14097" y="30861"/>
                    </a:lnTo>
                    <a:cubicBezTo>
                      <a:pt x="14097" y="33052"/>
                      <a:pt x="14764" y="34195"/>
                      <a:pt x="16954" y="34195"/>
                    </a:cubicBezTo>
                    <a:cubicBezTo>
                      <a:pt x="18043" y="34157"/>
                      <a:pt x="19113" y="33898"/>
                      <a:pt x="20098" y="33433"/>
                    </a:cubicBezTo>
                    <a:lnTo>
                      <a:pt x="20098" y="36195"/>
                    </a:lnTo>
                    <a:cubicBezTo>
                      <a:pt x="18919" y="36531"/>
                      <a:pt x="17703" y="36723"/>
                      <a:pt x="16478" y="36766"/>
                    </a:cubicBezTo>
                    <a:cubicBezTo>
                      <a:pt x="13335" y="36766"/>
                      <a:pt x="11049" y="35338"/>
                      <a:pt x="11049" y="31813"/>
                    </a:cubicBezTo>
                    <a:lnTo>
                      <a:pt x="11049" y="16478"/>
                    </a:lnTo>
                    <a:lnTo>
                      <a:pt x="7144" y="16478"/>
                    </a:lnTo>
                    <a:lnTo>
                      <a:pt x="7144" y="13716"/>
                    </a:lnTo>
                    <a:lnTo>
                      <a:pt x="11049" y="13716"/>
                    </a:lnTo>
                    <a:lnTo>
                      <a:pt x="11049" y="7144"/>
                    </a:ln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DA7B28A-C97B-40D6-B53C-4ADC1FED13A8}"/>
                  </a:ext>
                </a:extLst>
              </p:cNvPr>
              <p:cNvSpPr/>
              <p:nvPr/>
            </p:nvSpPr>
            <p:spPr>
              <a:xfrm>
                <a:off x="7872762" y="4252576"/>
                <a:ext cx="125526" cy="167368"/>
              </a:xfrm>
              <a:custGeom>
                <a:avLst/>
                <a:gdLst>
                  <a:gd name="connsiteX0" fmla="*/ 18098 w 28575"/>
                  <a:gd name="connsiteY0" fmla="*/ 7144 h 38100"/>
                  <a:gd name="connsiteX1" fmla="*/ 28861 w 28575"/>
                  <a:gd name="connsiteY1" fmla="*/ 15335 h 38100"/>
                  <a:gd name="connsiteX2" fmla="*/ 21241 w 28575"/>
                  <a:gd name="connsiteY2" fmla="*/ 24003 h 38100"/>
                  <a:gd name="connsiteX3" fmla="*/ 21241 w 28575"/>
                  <a:gd name="connsiteY3" fmla="*/ 24003 h 38100"/>
                  <a:gd name="connsiteX4" fmla="*/ 25718 w 28575"/>
                  <a:gd name="connsiteY4" fmla="*/ 28766 h 38100"/>
                  <a:gd name="connsiteX5" fmla="*/ 30004 w 28575"/>
                  <a:gd name="connsiteY5" fmla="*/ 40196 h 38100"/>
                  <a:gd name="connsiteX6" fmla="*/ 26194 w 28575"/>
                  <a:gd name="connsiteY6" fmla="*/ 40196 h 38100"/>
                  <a:gd name="connsiteX7" fmla="*/ 24003 w 28575"/>
                  <a:gd name="connsiteY7" fmla="*/ 33242 h 38100"/>
                  <a:gd name="connsiteX8" fmla="*/ 15335 w 28575"/>
                  <a:gd name="connsiteY8" fmla="*/ 24956 h 38100"/>
                  <a:gd name="connsiteX9" fmla="*/ 10382 w 28575"/>
                  <a:gd name="connsiteY9" fmla="*/ 24956 h 38100"/>
                  <a:gd name="connsiteX10" fmla="*/ 10382 w 28575"/>
                  <a:gd name="connsiteY10" fmla="*/ 40196 h 38100"/>
                  <a:gd name="connsiteX11" fmla="*/ 7144 w 28575"/>
                  <a:gd name="connsiteY11" fmla="*/ 40196 h 38100"/>
                  <a:gd name="connsiteX12" fmla="*/ 7144 w 28575"/>
                  <a:gd name="connsiteY12" fmla="*/ 7144 h 38100"/>
                  <a:gd name="connsiteX13" fmla="*/ 10382 w 28575"/>
                  <a:gd name="connsiteY13" fmla="*/ 10097 h 38100"/>
                  <a:gd name="connsiteX14" fmla="*/ 10382 w 28575"/>
                  <a:gd name="connsiteY14" fmla="*/ 22384 h 38100"/>
                  <a:gd name="connsiteX15" fmla="*/ 15526 w 28575"/>
                  <a:gd name="connsiteY15" fmla="*/ 22384 h 38100"/>
                  <a:gd name="connsiteX16" fmla="*/ 23622 w 28575"/>
                  <a:gd name="connsiteY16" fmla="*/ 20003 h 38100"/>
                  <a:gd name="connsiteX17" fmla="*/ 25718 w 28575"/>
                  <a:gd name="connsiteY17" fmla="*/ 15526 h 38100"/>
                  <a:gd name="connsiteX18" fmla="*/ 18669 w 28575"/>
                  <a:gd name="connsiteY18" fmla="*/ 10001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575" h="38100">
                    <a:moveTo>
                      <a:pt x="18098" y="7144"/>
                    </a:moveTo>
                    <a:cubicBezTo>
                      <a:pt x="22384" y="7144"/>
                      <a:pt x="28861" y="8287"/>
                      <a:pt x="28861" y="15335"/>
                    </a:cubicBezTo>
                    <a:cubicBezTo>
                      <a:pt x="28770" y="19694"/>
                      <a:pt x="25552" y="23355"/>
                      <a:pt x="21241" y="24003"/>
                    </a:cubicBezTo>
                    <a:lnTo>
                      <a:pt x="21241" y="24003"/>
                    </a:lnTo>
                    <a:cubicBezTo>
                      <a:pt x="23483" y="24666"/>
                      <a:pt x="25194" y="26486"/>
                      <a:pt x="25718" y="28766"/>
                    </a:cubicBezTo>
                    <a:lnTo>
                      <a:pt x="30004" y="40196"/>
                    </a:lnTo>
                    <a:lnTo>
                      <a:pt x="26194" y="40196"/>
                    </a:lnTo>
                    <a:lnTo>
                      <a:pt x="24003" y="33242"/>
                    </a:lnTo>
                    <a:cubicBezTo>
                      <a:pt x="21717" y="26289"/>
                      <a:pt x="20098" y="24956"/>
                      <a:pt x="15335" y="24956"/>
                    </a:cubicBezTo>
                    <a:lnTo>
                      <a:pt x="10382" y="24956"/>
                    </a:lnTo>
                    <a:lnTo>
                      <a:pt x="10382" y="40196"/>
                    </a:lnTo>
                    <a:lnTo>
                      <a:pt x="7144" y="40196"/>
                    </a:lnTo>
                    <a:lnTo>
                      <a:pt x="7144" y="7144"/>
                    </a:lnTo>
                    <a:close/>
                    <a:moveTo>
                      <a:pt x="10382" y="10097"/>
                    </a:moveTo>
                    <a:lnTo>
                      <a:pt x="10382" y="22384"/>
                    </a:lnTo>
                    <a:lnTo>
                      <a:pt x="15526" y="22384"/>
                    </a:lnTo>
                    <a:cubicBezTo>
                      <a:pt x="18429" y="22652"/>
                      <a:pt x="21326" y="21800"/>
                      <a:pt x="23622" y="20003"/>
                    </a:cubicBezTo>
                    <a:cubicBezTo>
                      <a:pt x="24894" y="18852"/>
                      <a:pt x="25649" y="17239"/>
                      <a:pt x="25718" y="15526"/>
                    </a:cubicBezTo>
                    <a:cubicBezTo>
                      <a:pt x="25718" y="12668"/>
                      <a:pt x="23431" y="10001"/>
                      <a:pt x="18669" y="1000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09E34FF2-655A-47E4-9992-454AF74F4898}"/>
                  </a:ext>
                </a:extLst>
              </p:cNvPr>
              <p:cNvSpPr/>
              <p:nvPr/>
            </p:nvSpPr>
            <p:spPr>
              <a:xfrm>
                <a:off x="7976952" y="4299022"/>
                <a:ext cx="125526" cy="125526"/>
              </a:xfrm>
              <a:custGeom>
                <a:avLst/>
                <a:gdLst>
                  <a:gd name="connsiteX0" fmla="*/ 11906 w 28575"/>
                  <a:gd name="connsiteY0" fmla="*/ 7144 h 28575"/>
                  <a:gd name="connsiteX1" fmla="*/ 17335 w 28575"/>
                  <a:gd name="connsiteY1" fmla="*/ 15526 h 28575"/>
                  <a:gd name="connsiteX2" fmla="*/ 22860 w 28575"/>
                  <a:gd name="connsiteY2" fmla="*/ 7144 h 28575"/>
                  <a:gd name="connsiteX3" fmla="*/ 26479 w 28575"/>
                  <a:gd name="connsiteY3" fmla="*/ 7144 h 28575"/>
                  <a:gd name="connsiteX4" fmla="*/ 19050 w 28575"/>
                  <a:gd name="connsiteY4" fmla="*/ 17621 h 28575"/>
                  <a:gd name="connsiteX5" fmla="*/ 27432 w 28575"/>
                  <a:gd name="connsiteY5" fmla="*/ 29718 h 28575"/>
                  <a:gd name="connsiteX6" fmla="*/ 23527 w 28575"/>
                  <a:gd name="connsiteY6" fmla="*/ 29718 h 28575"/>
                  <a:gd name="connsiteX7" fmla="*/ 17145 w 28575"/>
                  <a:gd name="connsiteY7" fmla="*/ 20193 h 28575"/>
                  <a:gd name="connsiteX8" fmla="*/ 10763 w 28575"/>
                  <a:gd name="connsiteY8" fmla="*/ 29718 h 28575"/>
                  <a:gd name="connsiteX9" fmla="*/ 7144 w 28575"/>
                  <a:gd name="connsiteY9" fmla="*/ 29718 h 28575"/>
                  <a:gd name="connsiteX10" fmla="*/ 15430 w 28575"/>
                  <a:gd name="connsiteY10" fmla="*/ 17621 h 28575"/>
                  <a:gd name="connsiteX11" fmla="*/ 8096 w 28575"/>
                  <a:gd name="connsiteY11"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75" h="28575">
                    <a:moveTo>
                      <a:pt x="11906" y="7144"/>
                    </a:moveTo>
                    <a:lnTo>
                      <a:pt x="17335" y="15526"/>
                    </a:lnTo>
                    <a:lnTo>
                      <a:pt x="22860" y="7144"/>
                    </a:lnTo>
                    <a:lnTo>
                      <a:pt x="26479" y="7144"/>
                    </a:lnTo>
                    <a:lnTo>
                      <a:pt x="19050" y="17621"/>
                    </a:lnTo>
                    <a:lnTo>
                      <a:pt x="27432" y="29718"/>
                    </a:lnTo>
                    <a:lnTo>
                      <a:pt x="23527" y="29718"/>
                    </a:lnTo>
                    <a:lnTo>
                      <a:pt x="17145" y="20193"/>
                    </a:lnTo>
                    <a:lnTo>
                      <a:pt x="10763" y="29718"/>
                    </a:lnTo>
                    <a:lnTo>
                      <a:pt x="7144" y="29718"/>
                    </a:lnTo>
                    <a:lnTo>
                      <a:pt x="15430" y="17621"/>
                    </a:lnTo>
                    <a:lnTo>
                      <a:pt x="8096" y="7144"/>
                    </a:lnTo>
                    <a:close/>
                  </a:path>
                </a:pathLst>
              </a:custGeom>
              <a:grpFill/>
              <a:ln w="9525" cap="flat">
                <a:noFill/>
                <a:prstDash val="solid"/>
                <a:miter/>
              </a:ln>
            </p:spPr>
            <p:txBody>
              <a:bodyPr rtlCol="0" anchor="ctr"/>
              <a:lstStyle/>
              <a:p>
                <a:endParaRPr lang="en-US"/>
              </a:p>
            </p:txBody>
          </p:sp>
        </p:grpSp>
      </p:grpSp>
      <p:sp>
        <p:nvSpPr>
          <p:cNvPr id="4" name="Rectangle 3">
            <a:extLst>
              <a:ext uri="{FF2B5EF4-FFF2-40B4-BE49-F238E27FC236}">
                <a16:creationId xmlns:a16="http://schemas.microsoft.com/office/drawing/2014/main" id="{34924302-2AC4-430F-A01A-F6CC61B0D9B6}"/>
              </a:ext>
            </a:extLst>
          </p:cNvPr>
          <p:cNvSpPr/>
          <p:nvPr/>
        </p:nvSpPr>
        <p:spPr>
          <a:xfrm>
            <a:off x="127380" y="311226"/>
            <a:ext cx="9926115" cy="461665"/>
          </a:xfrm>
          <a:prstGeom prst="rect">
            <a:avLst/>
          </a:prstGeom>
        </p:spPr>
        <p:txBody>
          <a:bodyPr wrap="none" anchor="ctr">
            <a:spAutoFit/>
          </a:bodyPr>
          <a:lstStyle/>
          <a:p>
            <a:r>
              <a:rPr lang="en-US" sz="2400" dirty="0">
                <a:solidFill>
                  <a:schemeClr val="bg1"/>
                </a:solidFill>
                <a:latin typeface="Poppins Black" panose="00000A00000000000000" pitchFamily="2" charset="0"/>
                <a:cs typeface="Poppins Black" panose="00000A00000000000000" pitchFamily="2" charset="0"/>
              </a:rPr>
              <a:t>MAIL ORDER PHARMACY WITH WORKERS’ COMPENSATION/PIP</a:t>
            </a:r>
          </a:p>
        </p:txBody>
      </p:sp>
      <p:grpSp>
        <p:nvGrpSpPr>
          <p:cNvPr id="9" name="Group 8">
            <a:extLst>
              <a:ext uri="{FF2B5EF4-FFF2-40B4-BE49-F238E27FC236}">
                <a16:creationId xmlns:a16="http://schemas.microsoft.com/office/drawing/2014/main" id="{5EAC4563-D359-4D5C-A978-9706188EE659}"/>
              </a:ext>
            </a:extLst>
          </p:cNvPr>
          <p:cNvGrpSpPr/>
          <p:nvPr/>
        </p:nvGrpSpPr>
        <p:grpSpPr>
          <a:xfrm>
            <a:off x="0" y="217508"/>
            <a:ext cx="12192000" cy="649102"/>
            <a:chOff x="0" y="574717"/>
            <a:chExt cx="10106025" cy="649102"/>
          </a:xfrm>
        </p:grpSpPr>
        <p:cxnSp>
          <p:nvCxnSpPr>
            <p:cNvPr id="6" name="Straight Connector 5">
              <a:extLst>
                <a:ext uri="{FF2B5EF4-FFF2-40B4-BE49-F238E27FC236}">
                  <a16:creationId xmlns:a16="http://schemas.microsoft.com/office/drawing/2014/main" id="{9CFE3402-FA8C-498B-9843-2DEEF83BA239}"/>
                </a:ext>
              </a:extLst>
            </p:cNvPr>
            <p:cNvCxnSpPr>
              <a:cxnSpLocks/>
            </p:cNvCxnSpPr>
            <p:nvPr/>
          </p:nvCxnSpPr>
          <p:spPr>
            <a:xfrm>
              <a:off x="0" y="1223819"/>
              <a:ext cx="1010602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4F0090B-73EF-4F10-8AFE-6EC66143C71E}"/>
                </a:ext>
              </a:extLst>
            </p:cNvPr>
            <p:cNvCxnSpPr>
              <a:cxnSpLocks/>
            </p:cNvCxnSpPr>
            <p:nvPr/>
          </p:nvCxnSpPr>
          <p:spPr>
            <a:xfrm>
              <a:off x="0" y="574717"/>
              <a:ext cx="1010602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33" name="Group 232">
            <a:extLst>
              <a:ext uri="{FF2B5EF4-FFF2-40B4-BE49-F238E27FC236}">
                <a16:creationId xmlns:a16="http://schemas.microsoft.com/office/drawing/2014/main" id="{6038C7F3-0E4D-46F8-924F-E434DDF0B131}"/>
              </a:ext>
            </a:extLst>
          </p:cNvPr>
          <p:cNvGrpSpPr/>
          <p:nvPr/>
        </p:nvGrpSpPr>
        <p:grpSpPr>
          <a:xfrm>
            <a:off x="5217225" y="1916551"/>
            <a:ext cx="1756573" cy="1754383"/>
            <a:chOff x="5217225" y="1916551"/>
            <a:chExt cx="1756573" cy="1754383"/>
          </a:xfrm>
        </p:grpSpPr>
        <p:sp>
          <p:nvSpPr>
            <p:cNvPr id="17" name="Freeform: Shape 16">
              <a:extLst>
                <a:ext uri="{FF2B5EF4-FFF2-40B4-BE49-F238E27FC236}">
                  <a16:creationId xmlns:a16="http://schemas.microsoft.com/office/drawing/2014/main" id="{66DB7EC6-F298-4AA1-99F6-F15D411D34AE}"/>
                </a:ext>
              </a:extLst>
            </p:cNvPr>
            <p:cNvSpPr/>
            <p:nvPr/>
          </p:nvSpPr>
          <p:spPr>
            <a:xfrm>
              <a:off x="5217225" y="1916551"/>
              <a:ext cx="1756573" cy="1754383"/>
            </a:xfrm>
            <a:prstGeom prst="ellipse">
              <a:avLst/>
            </a:prstGeom>
            <a:solidFill>
              <a:schemeClr val="bg1"/>
            </a:solidFill>
            <a:ln w="25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777742B-7DF2-4C4B-B824-EAB520F1777A}"/>
                </a:ext>
              </a:extLst>
            </p:cNvPr>
            <p:cNvSpPr/>
            <p:nvPr/>
          </p:nvSpPr>
          <p:spPr>
            <a:xfrm>
              <a:off x="5349813" y="2050311"/>
              <a:ext cx="1490262" cy="1486805"/>
            </a:xfrm>
            <a:prstGeom prst="ellipse">
              <a:avLst/>
            </a:prstGeom>
            <a:blipFill>
              <a:blip r:embed="rId2"/>
              <a:stretch>
                <a:fillRect l="-4616" t="-9253" r="-59138" b="-5237"/>
              </a:stretch>
            </a:blipFill>
            <a:ln w="51086" cap="flat">
              <a:solidFill>
                <a:srgbClr val="3795AF"/>
              </a:solidFill>
              <a:prstDash val="solid"/>
              <a:miter/>
            </a:ln>
          </p:spPr>
          <p:txBody>
            <a:bodyPr rtlCol="0" anchor="ctr"/>
            <a:lstStyle/>
            <a:p>
              <a:endParaRPr lang="en-US" dirty="0"/>
            </a:p>
          </p:txBody>
        </p:sp>
      </p:grpSp>
      <p:grpSp>
        <p:nvGrpSpPr>
          <p:cNvPr id="234" name="Group 233">
            <a:extLst>
              <a:ext uri="{FF2B5EF4-FFF2-40B4-BE49-F238E27FC236}">
                <a16:creationId xmlns:a16="http://schemas.microsoft.com/office/drawing/2014/main" id="{3FE430DC-854F-4C10-B390-7A8E97F2873F}"/>
              </a:ext>
            </a:extLst>
          </p:cNvPr>
          <p:cNvGrpSpPr/>
          <p:nvPr/>
        </p:nvGrpSpPr>
        <p:grpSpPr>
          <a:xfrm>
            <a:off x="172802" y="2327087"/>
            <a:ext cx="5222407" cy="918510"/>
            <a:chOff x="172802" y="2327087"/>
            <a:chExt cx="5222407" cy="918510"/>
          </a:xfrm>
        </p:grpSpPr>
        <p:sp>
          <p:nvSpPr>
            <p:cNvPr id="98" name="Rectangle 97">
              <a:extLst>
                <a:ext uri="{FF2B5EF4-FFF2-40B4-BE49-F238E27FC236}">
                  <a16:creationId xmlns:a16="http://schemas.microsoft.com/office/drawing/2014/main" id="{C6FE2A00-081B-430E-AF2B-A97625597B73}"/>
                </a:ext>
              </a:extLst>
            </p:cNvPr>
            <p:cNvSpPr/>
            <p:nvPr/>
          </p:nvSpPr>
          <p:spPr>
            <a:xfrm>
              <a:off x="172802" y="2327087"/>
              <a:ext cx="3530606" cy="914709"/>
            </a:xfrm>
            <a:prstGeom prst="rect">
              <a:avLst/>
            </a:prstGeom>
            <a:solidFill>
              <a:schemeClr val="bg1">
                <a:alpha val="0"/>
              </a:schemeClr>
            </a:solidFill>
            <a:ln>
              <a:gradFill flip="none" rotWithShape="1">
                <a:gsLst>
                  <a:gs pos="0">
                    <a:schemeClr val="bg1"/>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9" name="Freeform: Shape 158">
              <a:extLst>
                <a:ext uri="{FF2B5EF4-FFF2-40B4-BE49-F238E27FC236}">
                  <a16:creationId xmlns:a16="http://schemas.microsoft.com/office/drawing/2014/main" id="{F90B31FA-14A8-4735-994B-6E9053EACCC1}"/>
                </a:ext>
              </a:extLst>
            </p:cNvPr>
            <p:cNvSpPr/>
            <p:nvPr/>
          </p:nvSpPr>
          <p:spPr>
            <a:xfrm>
              <a:off x="4560830" y="2555843"/>
              <a:ext cx="834379" cy="476057"/>
            </a:xfrm>
            <a:custGeom>
              <a:avLst/>
              <a:gdLst>
                <a:gd name="connsiteX0" fmla="*/ 75851 w 834379"/>
                <a:gd name="connsiteY0" fmla="*/ 476572 h 476056"/>
                <a:gd name="connsiteX1" fmla="*/ 75851 w 834379"/>
                <a:gd name="connsiteY1" fmla="*/ 515 h 476056"/>
                <a:gd name="connsiteX2" fmla="*/ 75851 w 834379"/>
                <a:gd name="connsiteY2" fmla="*/ 515 h 476056"/>
                <a:gd name="connsiteX3" fmla="*/ 164741 w 834379"/>
                <a:gd name="connsiteY3" fmla="*/ 109854 h 476056"/>
                <a:gd name="connsiteX4" fmla="*/ 164741 w 834379"/>
                <a:gd name="connsiteY4" fmla="*/ 109854 h 476056"/>
                <a:gd name="connsiteX5" fmla="*/ 671844 w 834379"/>
                <a:gd name="connsiteY5" fmla="*/ 109854 h 476056"/>
                <a:gd name="connsiteX6" fmla="*/ 671844 w 834379"/>
                <a:gd name="connsiteY6" fmla="*/ 109854 h 476056"/>
                <a:gd name="connsiteX7" fmla="*/ 760733 w 834379"/>
                <a:gd name="connsiteY7" fmla="*/ 515 h 476056"/>
                <a:gd name="connsiteX8" fmla="*/ 760733 w 834379"/>
                <a:gd name="connsiteY8" fmla="*/ 515 h 476056"/>
                <a:gd name="connsiteX9" fmla="*/ 760733 w 834379"/>
                <a:gd name="connsiteY9" fmla="*/ 476572 h 476056"/>
                <a:gd name="connsiteX10" fmla="*/ 760733 w 834379"/>
                <a:gd name="connsiteY10" fmla="*/ 476572 h 476056"/>
                <a:gd name="connsiteX11" fmla="*/ 671844 w 834379"/>
                <a:gd name="connsiteY11" fmla="*/ 367232 h 476056"/>
                <a:gd name="connsiteX12" fmla="*/ 671844 w 834379"/>
                <a:gd name="connsiteY12" fmla="*/ 367232 h 476056"/>
                <a:gd name="connsiteX13" fmla="*/ 164741 w 834379"/>
                <a:gd name="connsiteY13" fmla="*/ 367232 h 476056"/>
                <a:gd name="connsiteX14" fmla="*/ 164741 w 834379"/>
                <a:gd name="connsiteY14" fmla="*/ 367232 h 476056"/>
                <a:gd name="connsiteX15" fmla="*/ 75851 w 834379"/>
                <a:gd name="connsiteY15" fmla="*/ 476572 h 476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4379" h="476056">
                  <a:moveTo>
                    <a:pt x="75851" y="476572"/>
                  </a:moveTo>
                  <a:cubicBezTo>
                    <a:pt x="-30187" y="370175"/>
                    <a:pt x="-18848" y="76607"/>
                    <a:pt x="75851" y="515"/>
                  </a:cubicBezTo>
                  <a:lnTo>
                    <a:pt x="75851" y="515"/>
                  </a:lnTo>
                  <a:cubicBezTo>
                    <a:pt x="75851" y="48172"/>
                    <a:pt x="110839" y="91222"/>
                    <a:pt x="164741" y="109854"/>
                  </a:cubicBezTo>
                  <a:lnTo>
                    <a:pt x="164741" y="109854"/>
                  </a:lnTo>
                  <a:cubicBezTo>
                    <a:pt x="329120" y="165956"/>
                    <a:pt x="507464" y="165956"/>
                    <a:pt x="671844" y="109854"/>
                  </a:cubicBezTo>
                  <a:lnTo>
                    <a:pt x="671844" y="109854"/>
                  </a:lnTo>
                  <a:cubicBezTo>
                    <a:pt x="725746" y="91222"/>
                    <a:pt x="760733" y="48172"/>
                    <a:pt x="760733" y="515"/>
                  </a:cubicBezTo>
                  <a:lnTo>
                    <a:pt x="760733" y="515"/>
                  </a:lnTo>
                  <a:cubicBezTo>
                    <a:pt x="874142" y="115383"/>
                    <a:pt x="845451" y="363956"/>
                    <a:pt x="760733" y="476572"/>
                  </a:cubicBezTo>
                  <a:lnTo>
                    <a:pt x="760733" y="476572"/>
                  </a:lnTo>
                  <a:cubicBezTo>
                    <a:pt x="760733" y="428915"/>
                    <a:pt x="725746" y="385890"/>
                    <a:pt x="671844" y="367232"/>
                  </a:cubicBezTo>
                  <a:lnTo>
                    <a:pt x="671844" y="367232"/>
                  </a:lnTo>
                  <a:cubicBezTo>
                    <a:pt x="507464" y="311130"/>
                    <a:pt x="329120" y="311130"/>
                    <a:pt x="164741" y="367232"/>
                  </a:cubicBezTo>
                  <a:lnTo>
                    <a:pt x="164741" y="367232"/>
                  </a:lnTo>
                  <a:cubicBezTo>
                    <a:pt x="110839" y="385890"/>
                    <a:pt x="75851" y="428915"/>
                    <a:pt x="75851" y="476572"/>
                  </a:cubicBezTo>
                  <a:close/>
                </a:path>
              </a:pathLst>
            </a:custGeom>
            <a:solidFill>
              <a:schemeClr val="bg1">
                <a:alpha val="35000"/>
              </a:schemeClr>
            </a:solidFill>
            <a:ln w="25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FD21790-A5EE-40C4-BB35-CA8DD1DA46A8}"/>
                </a:ext>
              </a:extLst>
            </p:cNvPr>
            <p:cNvSpPr/>
            <p:nvPr/>
          </p:nvSpPr>
          <p:spPr>
            <a:xfrm>
              <a:off x="3815001" y="2342810"/>
              <a:ext cx="905979" cy="902787"/>
            </a:xfrm>
            <a:prstGeom prst="ellipse">
              <a:avLst/>
            </a:prstGeom>
            <a:gradFill>
              <a:gsLst>
                <a:gs pos="98000">
                  <a:srgbClr val="0A2C69"/>
                </a:gs>
                <a:gs pos="0">
                  <a:srgbClr val="3795AF"/>
                </a:gs>
              </a:gsLst>
              <a:path path="circle">
                <a:fillToRect l="100000" t="100000"/>
              </a:path>
            </a:gradFill>
            <a:ln w="38100" cap="flat">
              <a:solidFill>
                <a:srgbClr val="FFFFFF"/>
              </a:solidFill>
              <a:prstDash val="solid"/>
              <a:miter/>
            </a:ln>
          </p:spPr>
          <p:txBody>
            <a:bodyPr rtlCol="0" anchor="ctr"/>
            <a:lstStyle/>
            <a:p>
              <a:pPr algn="ctr"/>
              <a:r>
                <a:rPr lang="en-US" dirty="0">
                  <a:solidFill>
                    <a:schemeClr val="bg1"/>
                  </a:solidFill>
                  <a:latin typeface="Poppins Black" panose="00000A00000000000000" pitchFamily="2" charset="0"/>
                  <a:cs typeface="Poppins Black" panose="00000A00000000000000" pitchFamily="2" charset="0"/>
                </a:rPr>
                <a:t>01</a:t>
              </a:r>
              <a:endParaRPr lang="en-US" dirty="0"/>
            </a:p>
          </p:txBody>
        </p:sp>
        <p:sp>
          <p:nvSpPr>
            <p:cNvPr id="96" name="Rectangle 95">
              <a:extLst>
                <a:ext uri="{FF2B5EF4-FFF2-40B4-BE49-F238E27FC236}">
                  <a16:creationId xmlns:a16="http://schemas.microsoft.com/office/drawing/2014/main" id="{CADD7877-1D02-4EAE-A4DC-08C5A0422402}"/>
                </a:ext>
              </a:extLst>
            </p:cNvPr>
            <p:cNvSpPr/>
            <p:nvPr/>
          </p:nvSpPr>
          <p:spPr>
            <a:xfrm>
              <a:off x="342900" y="2629988"/>
              <a:ext cx="3360508" cy="276999"/>
            </a:xfrm>
            <a:prstGeom prst="rect">
              <a:avLst/>
            </a:prstGeom>
          </p:spPr>
          <p:txBody>
            <a:bodyPr wrap="square" anchor="ctr">
              <a:spAutoFit/>
            </a:bodyPr>
            <a:lstStyle/>
            <a:p>
              <a:pPr algn="r"/>
              <a:r>
                <a:rPr lang="en-US" sz="1200" b="1" dirty="0">
                  <a:solidFill>
                    <a:schemeClr val="bg1"/>
                  </a:solidFill>
                  <a:latin typeface="Poppins Medium" panose="00000600000000000000" pitchFamily="2" charset="0"/>
                  <a:cs typeface="Poppins Medium" panose="00000600000000000000" pitchFamily="2" charset="0"/>
                </a:rPr>
                <a:t>PATIENT VISITS THE PHYSICIAN’S OFFICE.</a:t>
              </a:r>
            </a:p>
          </p:txBody>
        </p:sp>
      </p:grpSp>
      <p:grpSp>
        <p:nvGrpSpPr>
          <p:cNvPr id="235" name="Group 234">
            <a:extLst>
              <a:ext uri="{FF2B5EF4-FFF2-40B4-BE49-F238E27FC236}">
                <a16:creationId xmlns:a16="http://schemas.microsoft.com/office/drawing/2014/main" id="{58C48D54-B579-4A20-879A-8CF001D23CAF}"/>
              </a:ext>
            </a:extLst>
          </p:cNvPr>
          <p:cNvGrpSpPr/>
          <p:nvPr/>
        </p:nvGrpSpPr>
        <p:grpSpPr>
          <a:xfrm>
            <a:off x="172802" y="3056419"/>
            <a:ext cx="5435074" cy="1720280"/>
            <a:chOff x="172802" y="3056419"/>
            <a:chExt cx="5435074" cy="1720280"/>
          </a:xfrm>
        </p:grpSpPr>
        <p:sp>
          <p:nvSpPr>
            <p:cNvPr id="227" name="Rectangle 226">
              <a:extLst>
                <a:ext uri="{FF2B5EF4-FFF2-40B4-BE49-F238E27FC236}">
                  <a16:creationId xmlns:a16="http://schemas.microsoft.com/office/drawing/2014/main" id="{6011A7E0-CC89-494E-9C6E-2CFC86242ACE}"/>
                </a:ext>
              </a:extLst>
            </p:cNvPr>
            <p:cNvSpPr/>
            <p:nvPr/>
          </p:nvSpPr>
          <p:spPr>
            <a:xfrm>
              <a:off x="172802" y="3370525"/>
              <a:ext cx="3530606" cy="1406174"/>
            </a:xfrm>
            <a:prstGeom prst="rect">
              <a:avLst/>
            </a:prstGeom>
            <a:solidFill>
              <a:schemeClr val="bg1">
                <a:alpha val="0"/>
              </a:schemeClr>
            </a:solidFill>
            <a:ln>
              <a:gradFill flip="none" rotWithShape="1">
                <a:gsLst>
                  <a:gs pos="0">
                    <a:schemeClr val="bg1"/>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Freeform: Shape 157">
              <a:extLst>
                <a:ext uri="{FF2B5EF4-FFF2-40B4-BE49-F238E27FC236}">
                  <a16:creationId xmlns:a16="http://schemas.microsoft.com/office/drawing/2014/main" id="{7E3308CC-00DA-4ADB-8D85-DC1AC3E19DCD}"/>
                </a:ext>
              </a:extLst>
            </p:cNvPr>
            <p:cNvSpPr/>
            <p:nvPr/>
          </p:nvSpPr>
          <p:spPr>
            <a:xfrm>
              <a:off x="4770937" y="3056419"/>
              <a:ext cx="836939" cy="788309"/>
            </a:xfrm>
            <a:custGeom>
              <a:avLst/>
              <a:gdLst>
                <a:gd name="connsiteX0" fmla="*/ 284393 w 836938"/>
                <a:gd name="connsiteY0" fmla="*/ 788337 h 788308"/>
                <a:gd name="connsiteX1" fmla="*/ 4543 w 836938"/>
                <a:gd name="connsiteY1" fmla="*/ 403141 h 788308"/>
                <a:gd name="connsiteX2" fmla="*/ 4543 w 836938"/>
                <a:gd name="connsiteY2" fmla="*/ 403141 h 788308"/>
                <a:gd name="connsiteX3" fmla="*/ 140705 w 836938"/>
                <a:gd name="connsiteY3" fmla="*/ 439357 h 788308"/>
                <a:gd name="connsiteX4" fmla="*/ 140705 w 836938"/>
                <a:gd name="connsiteY4" fmla="*/ 439357 h 788308"/>
                <a:gd name="connsiteX5" fmla="*/ 550959 w 836938"/>
                <a:gd name="connsiteY5" fmla="*/ 141284 h 788308"/>
                <a:gd name="connsiteX6" fmla="*/ 550959 w 836938"/>
                <a:gd name="connsiteY6" fmla="*/ 141284 h 788308"/>
                <a:gd name="connsiteX7" fmla="*/ 558637 w 836938"/>
                <a:gd name="connsiteY7" fmla="*/ 515 h 788308"/>
                <a:gd name="connsiteX8" fmla="*/ 558637 w 836938"/>
                <a:gd name="connsiteY8" fmla="*/ 515 h 788308"/>
                <a:gd name="connsiteX9" fmla="*/ 838487 w 836938"/>
                <a:gd name="connsiteY9" fmla="*/ 385686 h 788308"/>
                <a:gd name="connsiteX10" fmla="*/ 838487 w 836938"/>
                <a:gd name="connsiteY10" fmla="*/ 385686 h 788308"/>
                <a:gd name="connsiteX11" fmla="*/ 702325 w 836938"/>
                <a:gd name="connsiteY11" fmla="*/ 349495 h 788308"/>
                <a:gd name="connsiteX12" fmla="*/ 702325 w 836938"/>
                <a:gd name="connsiteY12" fmla="*/ 349495 h 788308"/>
                <a:gd name="connsiteX13" fmla="*/ 292071 w 836938"/>
                <a:gd name="connsiteY13" fmla="*/ 647542 h 788308"/>
                <a:gd name="connsiteX14" fmla="*/ 292071 w 836938"/>
                <a:gd name="connsiteY14" fmla="*/ 647542 h 788308"/>
                <a:gd name="connsiteX15" fmla="*/ 284393 w 836938"/>
                <a:gd name="connsiteY15" fmla="*/ 788312 h 788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6938" h="788308">
                  <a:moveTo>
                    <a:pt x="284393" y="788337"/>
                  </a:moveTo>
                  <a:cubicBezTo>
                    <a:pt x="136073" y="764586"/>
                    <a:pt x="-27348" y="520440"/>
                    <a:pt x="4543" y="403141"/>
                  </a:cubicBezTo>
                  <a:lnTo>
                    <a:pt x="4543" y="403141"/>
                  </a:lnTo>
                  <a:cubicBezTo>
                    <a:pt x="32543" y="441686"/>
                    <a:pt x="86164" y="455942"/>
                    <a:pt x="140705" y="439357"/>
                  </a:cubicBezTo>
                  <a:lnTo>
                    <a:pt x="140705" y="439357"/>
                  </a:lnTo>
                  <a:cubicBezTo>
                    <a:pt x="306665" y="388118"/>
                    <a:pt x="450946" y="283289"/>
                    <a:pt x="550959" y="141284"/>
                  </a:cubicBezTo>
                  <a:lnTo>
                    <a:pt x="550959" y="141284"/>
                  </a:lnTo>
                  <a:cubicBezTo>
                    <a:pt x="583592" y="94523"/>
                    <a:pt x="586612" y="39137"/>
                    <a:pt x="558637" y="515"/>
                  </a:cubicBezTo>
                  <a:lnTo>
                    <a:pt x="558637" y="515"/>
                  </a:lnTo>
                  <a:cubicBezTo>
                    <a:pt x="717912" y="26749"/>
                    <a:pt x="840842" y="244788"/>
                    <a:pt x="838487" y="385686"/>
                  </a:cubicBezTo>
                  <a:lnTo>
                    <a:pt x="838487" y="385686"/>
                  </a:lnTo>
                  <a:cubicBezTo>
                    <a:pt x="810487" y="347140"/>
                    <a:pt x="756892" y="332910"/>
                    <a:pt x="702325" y="349495"/>
                  </a:cubicBezTo>
                  <a:lnTo>
                    <a:pt x="702325" y="349495"/>
                  </a:lnTo>
                  <a:cubicBezTo>
                    <a:pt x="538162" y="399430"/>
                    <a:pt x="390277" y="506850"/>
                    <a:pt x="292071" y="647542"/>
                  </a:cubicBezTo>
                  <a:lnTo>
                    <a:pt x="292071" y="647542"/>
                  </a:lnTo>
                  <a:cubicBezTo>
                    <a:pt x="259438" y="694329"/>
                    <a:pt x="256418" y="749715"/>
                    <a:pt x="284393" y="788312"/>
                  </a:cubicBezTo>
                  <a:close/>
                </a:path>
              </a:pathLst>
            </a:custGeom>
            <a:solidFill>
              <a:schemeClr val="bg1">
                <a:alpha val="35000"/>
              </a:schemeClr>
            </a:solidFill>
            <a:ln w="25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D6B270B-9C6D-4061-A3D9-8A58FFFA2088}"/>
                </a:ext>
              </a:extLst>
            </p:cNvPr>
            <p:cNvSpPr/>
            <p:nvPr/>
          </p:nvSpPr>
          <p:spPr>
            <a:xfrm>
              <a:off x="4163982" y="3416932"/>
              <a:ext cx="905979" cy="902787"/>
            </a:xfrm>
            <a:prstGeom prst="ellipse">
              <a:avLst/>
            </a:prstGeom>
            <a:solidFill>
              <a:srgbClr val="ED174F"/>
            </a:solidFill>
            <a:ln w="50800" cap="flat">
              <a:solidFill>
                <a:srgbClr val="FFFFFF"/>
              </a:solidFill>
              <a:prstDash val="solid"/>
              <a:miter/>
            </a:ln>
          </p:spPr>
          <p:txBody>
            <a:bodyPr rtlCol="0" anchor="ctr"/>
            <a:lstStyle/>
            <a:p>
              <a:pPr algn="ctr"/>
              <a:r>
                <a:rPr lang="en-US" dirty="0">
                  <a:solidFill>
                    <a:schemeClr val="bg1"/>
                  </a:solidFill>
                  <a:latin typeface="Poppins Black" panose="00000A00000000000000" pitchFamily="2" charset="0"/>
                  <a:cs typeface="Poppins Black" panose="00000A00000000000000" pitchFamily="2" charset="0"/>
                </a:rPr>
                <a:t>02</a:t>
              </a:r>
              <a:endParaRPr lang="en-US" dirty="0"/>
            </a:p>
          </p:txBody>
        </p:sp>
        <p:sp>
          <p:nvSpPr>
            <p:cNvPr id="160" name="Rectangle 159">
              <a:extLst>
                <a:ext uri="{FF2B5EF4-FFF2-40B4-BE49-F238E27FC236}">
                  <a16:creationId xmlns:a16="http://schemas.microsoft.com/office/drawing/2014/main" id="{5848FB37-EE63-4438-AAAB-FE026EE048E7}"/>
                </a:ext>
              </a:extLst>
            </p:cNvPr>
            <p:cNvSpPr/>
            <p:nvPr/>
          </p:nvSpPr>
          <p:spPr>
            <a:xfrm>
              <a:off x="664240" y="3761942"/>
              <a:ext cx="3360508" cy="461665"/>
            </a:xfrm>
            <a:prstGeom prst="rect">
              <a:avLst/>
            </a:prstGeom>
          </p:spPr>
          <p:txBody>
            <a:bodyPr wrap="square" anchor="ctr">
              <a:spAutoFit/>
            </a:bodyPr>
            <a:lstStyle/>
            <a:p>
              <a:pPr algn="r"/>
              <a:r>
                <a:rPr lang="en-US" sz="1200" b="1" dirty="0">
                  <a:solidFill>
                    <a:schemeClr val="bg1"/>
                  </a:solidFill>
                  <a:latin typeface="Poppins Medium" panose="00000600000000000000" pitchFamily="2" charset="0"/>
                  <a:cs typeface="Poppins Medium" panose="00000600000000000000" pitchFamily="2" charset="0"/>
                </a:rPr>
                <a:t>PHYSICIAN PLACES DRUG ORDER </a:t>
              </a:r>
              <a:r>
                <a:rPr lang="en-US" sz="1200" dirty="0">
                  <a:solidFill>
                    <a:schemeClr val="bg1"/>
                  </a:solidFill>
                  <a:latin typeface="Poppins Light" panose="00000400000000000000" pitchFamily="2" charset="0"/>
                  <a:cs typeface="Poppins Light" panose="00000400000000000000" pitchFamily="2" charset="0"/>
                </a:rPr>
                <a:t>WITH PDRX AT THE PATIENT’S DIRECTION.</a:t>
              </a:r>
            </a:p>
          </p:txBody>
        </p:sp>
      </p:grpSp>
      <p:grpSp>
        <p:nvGrpSpPr>
          <p:cNvPr id="241" name="Group 240">
            <a:extLst>
              <a:ext uri="{FF2B5EF4-FFF2-40B4-BE49-F238E27FC236}">
                <a16:creationId xmlns:a16="http://schemas.microsoft.com/office/drawing/2014/main" id="{0E39D81B-52CD-453D-B172-2008281552B1}"/>
              </a:ext>
            </a:extLst>
          </p:cNvPr>
          <p:cNvGrpSpPr/>
          <p:nvPr/>
        </p:nvGrpSpPr>
        <p:grpSpPr>
          <a:xfrm>
            <a:off x="6795385" y="2327087"/>
            <a:ext cx="5282315" cy="918510"/>
            <a:chOff x="6795385" y="2327087"/>
            <a:chExt cx="5282315" cy="918510"/>
          </a:xfrm>
        </p:grpSpPr>
        <p:sp>
          <p:nvSpPr>
            <p:cNvPr id="229" name="Rectangle 228">
              <a:extLst>
                <a:ext uri="{FF2B5EF4-FFF2-40B4-BE49-F238E27FC236}">
                  <a16:creationId xmlns:a16="http://schemas.microsoft.com/office/drawing/2014/main" id="{65B2725D-3BC3-4652-B669-603453C74A6D}"/>
                </a:ext>
              </a:extLst>
            </p:cNvPr>
            <p:cNvSpPr/>
            <p:nvPr/>
          </p:nvSpPr>
          <p:spPr>
            <a:xfrm flipH="1">
              <a:off x="8403697" y="2327087"/>
              <a:ext cx="3530606" cy="914709"/>
            </a:xfrm>
            <a:prstGeom prst="rect">
              <a:avLst/>
            </a:prstGeom>
            <a:solidFill>
              <a:schemeClr val="bg1">
                <a:alpha val="0"/>
              </a:schemeClr>
            </a:solidFill>
            <a:ln>
              <a:gradFill flip="none" rotWithShape="1">
                <a:gsLst>
                  <a:gs pos="0">
                    <a:schemeClr val="bg1"/>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Freeform: Shape 153">
              <a:extLst>
                <a:ext uri="{FF2B5EF4-FFF2-40B4-BE49-F238E27FC236}">
                  <a16:creationId xmlns:a16="http://schemas.microsoft.com/office/drawing/2014/main" id="{40A7BB36-E295-4FCC-9A38-C2129513C75A}"/>
                </a:ext>
              </a:extLst>
            </p:cNvPr>
            <p:cNvSpPr/>
            <p:nvPr/>
          </p:nvSpPr>
          <p:spPr>
            <a:xfrm>
              <a:off x="6795385" y="2555766"/>
              <a:ext cx="834379" cy="476057"/>
            </a:xfrm>
            <a:custGeom>
              <a:avLst/>
              <a:gdLst>
                <a:gd name="connsiteX0" fmla="*/ 760063 w 834379"/>
                <a:gd name="connsiteY0" fmla="*/ 515 h 476056"/>
                <a:gd name="connsiteX1" fmla="*/ 760063 w 834379"/>
                <a:gd name="connsiteY1" fmla="*/ 476572 h 476056"/>
                <a:gd name="connsiteX2" fmla="*/ 760063 w 834379"/>
                <a:gd name="connsiteY2" fmla="*/ 476572 h 476056"/>
                <a:gd name="connsiteX3" fmla="*/ 671199 w 834379"/>
                <a:gd name="connsiteY3" fmla="*/ 367232 h 476056"/>
                <a:gd name="connsiteX4" fmla="*/ 671199 w 834379"/>
                <a:gd name="connsiteY4" fmla="*/ 367232 h 476056"/>
                <a:gd name="connsiteX5" fmla="*/ 164096 w 834379"/>
                <a:gd name="connsiteY5" fmla="*/ 367232 h 476056"/>
                <a:gd name="connsiteX6" fmla="*/ 164096 w 834379"/>
                <a:gd name="connsiteY6" fmla="*/ 367232 h 476056"/>
                <a:gd name="connsiteX7" fmla="*/ 75207 w 834379"/>
                <a:gd name="connsiteY7" fmla="*/ 476572 h 476056"/>
                <a:gd name="connsiteX8" fmla="*/ 75207 w 834379"/>
                <a:gd name="connsiteY8" fmla="*/ 476572 h 476056"/>
                <a:gd name="connsiteX9" fmla="*/ 75207 w 834379"/>
                <a:gd name="connsiteY9" fmla="*/ 515 h 476056"/>
                <a:gd name="connsiteX10" fmla="*/ 75207 w 834379"/>
                <a:gd name="connsiteY10" fmla="*/ 515 h 476056"/>
                <a:gd name="connsiteX11" fmla="*/ 164096 w 834379"/>
                <a:gd name="connsiteY11" fmla="*/ 109854 h 476056"/>
                <a:gd name="connsiteX12" fmla="*/ 164096 w 834379"/>
                <a:gd name="connsiteY12" fmla="*/ 109854 h 476056"/>
                <a:gd name="connsiteX13" fmla="*/ 671199 w 834379"/>
                <a:gd name="connsiteY13" fmla="*/ 109854 h 476056"/>
                <a:gd name="connsiteX14" fmla="*/ 671199 w 834379"/>
                <a:gd name="connsiteY14" fmla="*/ 109854 h 476056"/>
                <a:gd name="connsiteX15" fmla="*/ 760063 w 834379"/>
                <a:gd name="connsiteY15" fmla="*/ 515 h 476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4379" h="476056">
                  <a:moveTo>
                    <a:pt x="760063" y="515"/>
                  </a:moveTo>
                  <a:cubicBezTo>
                    <a:pt x="866101" y="106911"/>
                    <a:pt x="854763" y="400479"/>
                    <a:pt x="760063" y="476572"/>
                  </a:cubicBezTo>
                  <a:lnTo>
                    <a:pt x="760063" y="476572"/>
                  </a:lnTo>
                  <a:cubicBezTo>
                    <a:pt x="760063" y="428915"/>
                    <a:pt x="725076" y="385890"/>
                    <a:pt x="671199" y="367232"/>
                  </a:cubicBezTo>
                  <a:lnTo>
                    <a:pt x="671199" y="367232"/>
                  </a:lnTo>
                  <a:cubicBezTo>
                    <a:pt x="506820" y="311130"/>
                    <a:pt x="328475" y="311130"/>
                    <a:pt x="164096" y="367232"/>
                  </a:cubicBezTo>
                  <a:lnTo>
                    <a:pt x="164096" y="367232"/>
                  </a:lnTo>
                  <a:cubicBezTo>
                    <a:pt x="110194" y="385890"/>
                    <a:pt x="75207" y="428915"/>
                    <a:pt x="75207" y="476572"/>
                  </a:cubicBezTo>
                  <a:lnTo>
                    <a:pt x="75207" y="476572"/>
                  </a:lnTo>
                  <a:cubicBezTo>
                    <a:pt x="-38202" y="361729"/>
                    <a:pt x="-9537" y="113130"/>
                    <a:pt x="75207" y="515"/>
                  </a:cubicBezTo>
                  <a:lnTo>
                    <a:pt x="75207" y="515"/>
                  </a:lnTo>
                  <a:cubicBezTo>
                    <a:pt x="75207" y="48172"/>
                    <a:pt x="110194" y="91222"/>
                    <a:pt x="164096" y="109854"/>
                  </a:cubicBezTo>
                  <a:lnTo>
                    <a:pt x="164096" y="109854"/>
                  </a:lnTo>
                  <a:cubicBezTo>
                    <a:pt x="328476" y="165957"/>
                    <a:pt x="506820" y="165957"/>
                    <a:pt x="671199" y="109854"/>
                  </a:cubicBezTo>
                  <a:lnTo>
                    <a:pt x="671199" y="109854"/>
                  </a:lnTo>
                  <a:cubicBezTo>
                    <a:pt x="725076" y="91222"/>
                    <a:pt x="760063" y="48172"/>
                    <a:pt x="760063" y="515"/>
                  </a:cubicBezTo>
                  <a:close/>
                </a:path>
              </a:pathLst>
            </a:custGeom>
            <a:solidFill>
              <a:schemeClr val="bg1">
                <a:alpha val="35000"/>
              </a:schemeClr>
            </a:solidFill>
            <a:ln w="25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6344165-1FAE-4B5F-BF0C-2E23C4E8D68A}"/>
                </a:ext>
              </a:extLst>
            </p:cNvPr>
            <p:cNvSpPr/>
            <p:nvPr/>
          </p:nvSpPr>
          <p:spPr>
            <a:xfrm>
              <a:off x="7469864" y="2342810"/>
              <a:ext cx="905979" cy="902787"/>
            </a:xfrm>
            <a:prstGeom prst="ellipse">
              <a:avLst/>
            </a:prstGeom>
            <a:gradFill>
              <a:gsLst>
                <a:gs pos="98000">
                  <a:srgbClr val="0A2C69"/>
                </a:gs>
                <a:gs pos="0">
                  <a:srgbClr val="3795AF"/>
                </a:gs>
              </a:gsLst>
              <a:path path="circle">
                <a:fillToRect l="100000" t="100000"/>
              </a:path>
            </a:gradFill>
            <a:ln w="38100" cap="flat">
              <a:solidFill>
                <a:srgbClr val="FFFFFF"/>
              </a:solidFill>
              <a:prstDash val="solid"/>
              <a:miter/>
            </a:ln>
          </p:spPr>
          <p:txBody>
            <a:bodyPr rtlCol="0" anchor="ctr"/>
            <a:lstStyle/>
            <a:p>
              <a:pPr algn="ctr"/>
              <a:r>
                <a:rPr lang="en-US" dirty="0">
                  <a:solidFill>
                    <a:schemeClr val="bg1"/>
                  </a:solidFill>
                  <a:latin typeface="Poppins Black" panose="00000A00000000000000" pitchFamily="2" charset="0"/>
                  <a:cs typeface="Poppins Black" panose="00000A00000000000000" pitchFamily="2" charset="0"/>
                </a:rPr>
                <a:t>06</a:t>
              </a:r>
              <a:endParaRPr lang="en-US" dirty="0"/>
            </a:p>
          </p:txBody>
        </p:sp>
        <p:sp>
          <p:nvSpPr>
            <p:cNvPr id="161" name="Rectangle 160">
              <a:extLst>
                <a:ext uri="{FF2B5EF4-FFF2-40B4-BE49-F238E27FC236}">
                  <a16:creationId xmlns:a16="http://schemas.microsoft.com/office/drawing/2014/main" id="{6FA0CC41-8285-40CF-BBD0-50598A419DD8}"/>
                </a:ext>
              </a:extLst>
            </p:cNvPr>
            <p:cNvSpPr/>
            <p:nvPr/>
          </p:nvSpPr>
          <p:spPr>
            <a:xfrm>
              <a:off x="8569178" y="2381564"/>
              <a:ext cx="3508522" cy="830997"/>
            </a:xfrm>
            <a:prstGeom prst="rect">
              <a:avLst/>
            </a:prstGeom>
          </p:spPr>
          <p:txBody>
            <a:bodyPr wrap="square" anchor="ctr">
              <a:spAutoFit/>
            </a:bodyPr>
            <a:lstStyle/>
            <a:p>
              <a:r>
                <a:rPr lang="en-US" sz="1200" b="1" dirty="0">
                  <a:solidFill>
                    <a:schemeClr val="bg1"/>
                  </a:solidFill>
                  <a:latin typeface="Poppins Medium" panose="00000600000000000000" pitchFamily="2" charset="0"/>
                  <a:cs typeface="Poppins Medium" panose="00000600000000000000" pitchFamily="2" charset="0"/>
                </a:rPr>
                <a:t>WC/PIP PAYOR PAYS ELITE CARE.</a:t>
              </a:r>
            </a:p>
            <a:p>
              <a:endParaRPr lang="en-US" sz="1200" dirty="0">
                <a:solidFill>
                  <a:schemeClr val="bg1"/>
                </a:solidFill>
                <a:latin typeface="Poppins Light" panose="00000400000000000000" pitchFamily="2" charset="0"/>
                <a:cs typeface="Poppins Light" panose="00000400000000000000" pitchFamily="2" charset="0"/>
              </a:endParaRPr>
            </a:p>
            <a:p>
              <a:pPr marL="171450" indent="-171450">
                <a:buFont typeface="Courier New" panose="02070309020205020404" pitchFamily="49" charset="0"/>
                <a:buChar char="o"/>
              </a:pPr>
              <a:r>
                <a:rPr lang="en-US" sz="1100" b="1" dirty="0">
                  <a:solidFill>
                    <a:schemeClr val="bg1"/>
                  </a:solidFill>
                  <a:latin typeface="Poppins Medium" panose="00000600000000000000" pitchFamily="2" charset="0"/>
                  <a:cs typeface="Poppins Medium" panose="00000600000000000000" pitchFamily="2" charset="0"/>
                </a:rPr>
                <a:t>6.1</a:t>
              </a:r>
              <a:r>
                <a:rPr lang="en-US" sz="1100" dirty="0">
                  <a:solidFill>
                    <a:schemeClr val="bg1"/>
                  </a:solidFill>
                  <a:latin typeface="Poppins Light" panose="00000400000000000000" pitchFamily="2" charset="0"/>
                  <a:cs typeface="Poppins Light" panose="00000400000000000000" pitchFamily="2" charset="0"/>
                </a:rPr>
                <a:t> Elite Care deposits payment into the physician’s account (less Elite Care’s fee).</a:t>
              </a:r>
            </a:p>
          </p:txBody>
        </p:sp>
      </p:grpSp>
      <p:grpSp>
        <p:nvGrpSpPr>
          <p:cNvPr id="240" name="Group 239">
            <a:extLst>
              <a:ext uri="{FF2B5EF4-FFF2-40B4-BE49-F238E27FC236}">
                <a16:creationId xmlns:a16="http://schemas.microsoft.com/office/drawing/2014/main" id="{A1C69C04-96C2-488D-8B3F-AB760424526C}"/>
              </a:ext>
            </a:extLst>
          </p:cNvPr>
          <p:cNvGrpSpPr/>
          <p:nvPr/>
        </p:nvGrpSpPr>
        <p:grpSpPr>
          <a:xfrm>
            <a:off x="6579952" y="3056444"/>
            <a:ext cx="5354351" cy="1765139"/>
            <a:chOff x="6579952" y="3056444"/>
            <a:chExt cx="5354351" cy="1765139"/>
          </a:xfrm>
        </p:grpSpPr>
        <p:sp>
          <p:nvSpPr>
            <p:cNvPr id="230" name="Rectangle 229">
              <a:extLst>
                <a:ext uri="{FF2B5EF4-FFF2-40B4-BE49-F238E27FC236}">
                  <a16:creationId xmlns:a16="http://schemas.microsoft.com/office/drawing/2014/main" id="{AEFC0135-FB79-4E3C-A681-CCFC82A244EF}"/>
                </a:ext>
              </a:extLst>
            </p:cNvPr>
            <p:cNvSpPr/>
            <p:nvPr/>
          </p:nvSpPr>
          <p:spPr>
            <a:xfrm flipH="1">
              <a:off x="8403697" y="3325641"/>
              <a:ext cx="3530606" cy="1495942"/>
            </a:xfrm>
            <a:prstGeom prst="rect">
              <a:avLst/>
            </a:prstGeom>
            <a:solidFill>
              <a:schemeClr val="bg1">
                <a:alpha val="0"/>
              </a:schemeClr>
            </a:solidFill>
            <a:ln>
              <a:gradFill flip="none" rotWithShape="1">
                <a:gsLst>
                  <a:gs pos="0">
                    <a:schemeClr val="bg1"/>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Freeform: Shape 155">
              <a:extLst>
                <a:ext uri="{FF2B5EF4-FFF2-40B4-BE49-F238E27FC236}">
                  <a16:creationId xmlns:a16="http://schemas.microsoft.com/office/drawing/2014/main" id="{34F3BF32-C5BD-4C03-A0F4-2DB6C481B083}"/>
                </a:ext>
              </a:extLst>
            </p:cNvPr>
            <p:cNvSpPr/>
            <p:nvPr/>
          </p:nvSpPr>
          <p:spPr>
            <a:xfrm>
              <a:off x="6579952" y="3056444"/>
              <a:ext cx="836939" cy="788309"/>
            </a:xfrm>
            <a:custGeom>
              <a:avLst/>
              <a:gdLst>
                <a:gd name="connsiteX0" fmla="*/ 836799 w 836938"/>
                <a:gd name="connsiteY0" fmla="*/ 403115 h 788308"/>
                <a:gd name="connsiteX1" fmla="*/ 556949 w 836938"/>
                <a:gd name="connsiteY1" fmla="*/ 788312 h 788308"/>
                <a:gd name="connsiteX2" fmla="*/ 556949 w 836938"/>
                <a:gd name="connsiteY2" fmla="*/ 788312 h 788308"/>
                <a:gd name="connsiteX3" fmla="*/ 549271 w 836938"/>
                <a:gd name="connsiteY3" fmla="*/ 647542 h 788308"/>
                <a:gd name="connsiteX4" fmla="*/ 549271 w 836938"/>
                <a:gd name="connsiteY4" fmla="*/ 647542 h 788308"/>
                <a:gd name="connsiteX5" fmla="*/ 139018 w 836938"/>
                <a:gd name="connsiteY5" fmla="*/ 349495 h 788308"/>
                <a:gd name="connsiteX6" fmla="*/ 139018 w 836938"/>
                <a:gd name="connsiteY6" fmla="*/ 349495 h 788308"/>
                <a:gd name="connsiteX7" fmla="*/ 2855 w 836938"/>
                <a:gd name="connsiteY7" fmla="*/ 385686 h 788308"/>
                <a:gd name="connsiteX8" fmla="*/ 2855 w 836938"/>
                <a:gd name="connsiteY8" fmla="*/ 385686 h 788308"/>
                <a:gd name="connsiteX9" fmla="*/ 282705 w 836938"/>
                <a:gd name="connsiteY9" fmla="*/ 515 h 788308"/>
                <a:gd name="connsiteX10" fmla="*/ 282705 w 836938"/>
                <a:gd name="connsiteY10" fmla="*/ 515 h 788308"/>
                <a:gd name="connsiteX11" fmla="*/ 290383 w 836938"/>
                <a:gd name="connsiteY11" fmla="*/ 141284 h 788308"/>
                <a:gd name="connsiteX12" fmla="*/ 290383 w 836938"/>
                <a:gd name="connsiteY12" fmla="*/ 141284 h 788308"/>
                <a:gd name="connsiteX13" fmla="*/ 700611 w 836938"/>
                <a:gd name="connsiteY13" fmla="*/ 439357 h 788308"/>
                <a:gd name="connsiteX14" fmla="*/ 700611 w 836938"/>
                <a:gd name="connsiteY14" fmla="*/ 439357 h 788308"/>
                <a:gd name="connsiteX15" fmla="*/ 836799 w 836938"/>
                <a:gd name="connsiteY15" fmla="*/ 403141 h 788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6938" h="788308">
                  <a:moveTo>
                    <a:pt x="836799" y="403115"/>
                  </a:moveTo>
                  <a:cubicBezTo>
                    <a:pt x="860039" y="551563"/>
                    <a:pt x="678344" y="782374"/>
                    <a:pt x="556949" y="788312"/>
                  </a:cubicBezTo>
                  <a:lnTo>
                    <a:pt x="556949" y="788312"/>
                  </a:lnTo>
                  <a:cubicBezTo>
                    <a:pt x="584950" y="749767"/>
                    <a:pt x="581929" y="694380"/>
                    <a:pt x="549271" y="647542"/>
                  </a:cubicBezTo>
                  <a:lnTo>
                    <a:pt x="549271" y="647542"/>
                  </a:lnTo>
                  <a:cubicBezTo>
                    <a:pt x="451065" y="506773"/>
                    <a:pt x="303180" y="399430"/>
                    <a:pt x="139018" y="349495"/>
                  </a:cubicBezTo>
                  <a:lnTo>
                    <a:pt x="139018" y="349495"/>
                  </a:lnTo>
                  <a:cubicBezTo>
                    <a:pt x="84450" y="332910"/>
                    <a:pt x="30855" y="347140"/>
                    <a:pt x="2855" y="385686"/>
                  </a:cubicBezTo>
                  <a:lnTo>
                    <a:pt x="2855" y="385686"/>
                  </a:lnTo>
                  <a:cubicBezTo>
                    <a:pt x="-21409" y="226130"/>
                    <a:pt x="147950" y="41799"/>
                    <a:pt x="282705" y="515"/>
                  </a:cubicBezTo>
                  <a:lnTo>
                    <a:pt x="282705" y="515"/>
                  </a:lnTo>
                  <a:cubicBezTo>
                    <a:pt x="254705" y="39060"/>
                    <a:pt x="257699" y="94446"/>
                    <a:pt x="290383" y="141284"/>
                  </a:cubicBezTo>
                  <a:lnTo>
                    <a:pt x="290383" y="141284"/>
                  </a:lnTo>
                  <a:cubicBezTo>
                    <a:pt x="390392" y="283282"/>
                    <a:pt x="534663" y="388110"/>
                    <a:pt x="700611" y="439357"/>
                  </a:cubicBezTo>
                  <a:lnTo>
                    <a:pt x="700611" y="439357"/>
                  </a:lnTo>
                  <a:cubicBezTo>
                    <a:pt x="755179" y="455942"/>
                    <a:pt x="808799" y="441686"/>
                    <a:pt x="836799" y="403141"/>
                  </a:cubicBezTo>
                  <a:close/>
                </a:path>
              </a:pathLst>
            </a:custGeom>
            <a:solidFill>
              <a:schemeClr val="bg1">
                <a:alpha val="35000"/>
              </a:schemeClr>
            </a:solidFill>
            <a:ln w="25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F75E607-A7F6-4886-BDDE-F21145F1B26E}"/>
                </a:ext>
              </a:extLst>
            </p:cNvPr>
            <p:cNvSpPr/>
            <p:nvPr/>
          </p:nvSpPr>
          <p:spPr>
            <a:xfrm>
              <a:off x="7120807" y="3416933"/>
              <a:ext cx="905979" cy="902787"/>
            </a:xfrm>
            <a:prstGeom prst="ellipse">
              <a:avLst/>
            </a:prstGeom>
            <a:solidFill>
              <a:srgbClr val="ED174F"/>
            </a:solidFill>
            <a:ln w="50800" cap="flat">
              <a:solidFill>
                <a:srgbClr val="FFFFFF"/>
              </a:solidFill>
              <a:prstDash val="solid"/>
              <a:miter/>
            </a:ln>
          </p:spPr>
          <p:txBody>
            <a:bodyPr rtlCol="0" anchor="ctr"/>
            <a:lstStyle/>
            <a:p>
              <a:pPr algn="ctr"/>
              <a:r>
                <a:rPr lang="en-US" dirty="0">
                  <a:solidFill>
                    <a:schemeClr val="bg1"/>
                  </a:solidFill>
                  <a:latin typeface="Poppins Black" panose="00000A00000000000000" pitchFamily="2" charset="0"/>
                  <a:cs typeface="Poppins Black" panose="00000A00000000000000" pitchFamily="2" charset="0"/>
                </a:rPr>
                <a:t>05</a:t>
              </a:r>
              <a:endParaRPr lang="en-US" dirty="0"/>
            </a:p>
          </p:txBody>
        </p:sp>
        <p:sp>
          <p:nvSpPr>
            <p:cNvPr id="162" name="Rectangle 161">
              <a:extLst>
                <a:ext uri="{FF2B5EF4-FFF2-40B4-BE49-F238E27FC236}">
                  <a16:creationId xmlns:a16="http://schemas.microsoft.com/office/drawing/2014/main" id="{D5270BAB-4904-4859-AEE0-2DD31A879C29}"/>
                </a:ext>
              </a:extLst>
            </p:cNvPr>
            <p:cNvSpPr/>
            <p:nvPr/>
          </p:nvSpPr>
          <p:spPr>
            <a:xfrm>
              <a:off x="8192632" y="3519525"/>
              <a:ext cx="3741671" cy="1154162"/>
            </a:xfrm>
            <a:prstGeom prst="rect">
              <a:avLst/>
            </a:prstGeom>
          </p:spPr>
          <p:txBody>
            <a:bodyPr wrap="square" anchor="ctr">
              <a:spAutoFit/>
            </a:bodyPr>
            <a:lstStyle/>
            <a:p>
              <a:r>
                <a:rPr lang="en-US" sz="1200" b="1" dirty="0">
                  <a:solidFill>
                    <a:schemeClr val="bg1"/>
                  </a:solidFill>
                  <a:latin typeface="Poppins Medium" panose="00000600000000000000" pitchFamily="2" charset="0"/>
                  <a:cs typeface="Poppins Medium" panose="00000600000000000000" pitchFamily="2" charset="0"/>
                </a:rPr>
                <a:t>PHYSICIAN ASSIGNS TO ELITE CARE THE RIGHT TO BILL AND COLLECT FOR SERVICES.</a:t>
              </a:r>
            </a:p>
            <a:p>
              <a:pPr marL="171450" indent="-171450">
                <a:buFont typeface="Courier New" panose="02070309020205020404" pitchFamily="49" charset="0"/>
                <a:buChar char="o"/>
              </a:pPr>
              <a:endParaRPr lang="en-US" sz="1200" dirty="0">
                <a:solidFill>
                  <a:schemeClr val="bg1"/>
                </a:solidFill>
                <a:latin typeface="Poppins Light" panose="00000400000000000000" pitchFamily="2" charset="0"/>
                <a:cs typeface="Poppins Light" panose="00000400000000000000" pitchFamily="2" charset="0"/>
              </a:endParaRPr>
            </a:p>
            <a:p>
              <a:pPr marL="171450" indent="-171450">
                <a:buFont typeface="Courier New" panose="02070309020205020404" pitchFamily="49" charset="0"/>
                <a:buChar char="o"/>
              </a:pPr>
              <a:r>
                <a:rPr lang="en-US" sz="1100" b="1" dirty="0">
                  <a:solidFill>
                    <a:schemeClr val="bg1"/>
                  </a:solidFill>
                  <a:latin typeface="Poppins Medium" panose="00000600000000000000" pitchFamily="2" charset="0"/>
                  <a:cs typeface="Poppins Medium" panose="00000600000000000000" pitchFamily="2" charset="0"/>
                </a:rPr>
                <a:t>5.1</a:t>
              </a:r>
              <a:r>
                <a:rPr lang="en-US" sz="1100" dirty="0">
                  <a:solidFill>
                    <a:schemeClr val="bg1"/>
                  </a:solidFill>
                  <a:latin typeface="Poppins Light" panose="00000400000000000000" pitchFamily="2" charset="0"/>
                  <a:cs typeface="Poppins Light" panose="00000400000000000000" pitchFamily="2" charset="0"/>
                </a:rPr>
                <a:t> Elite Care provides payment, billing, and collection services.</a:t>
              </a:r>
            </a:p>
            <a:p>
              <a:pPr marL="171450" indent="-171450">
                <a:buFont typeface="Courier New" panose="02070309020205020404" pitchFamily="49" charset="0"/>
                <a:buChar char="o"/>
              </a:pPr>
              <a:r>
                <a:rPr lang="en-US" sz="1100" b="1" dirty="0">
                  <a:solidFill>
                    <a:schemeClr val="bg1"/>
                  </a:solidFill>
                  <a:latin typeface="Poppins Medium" panose="00000600000000000000" pitchFamily="2" charset="0"/>
                  <a:cs typeface="Poppins Medium" panose="00000600000000000000" pitchFamily="2" charset="0"/>
                </a:rPr>
                <a:t>5.2</a:t>
              </a:r>
              <a:r>
                <a:rPr lang="en-US" sz="1100" dirty="0">
                  <a:solidFill>
                    <a:schemeClr val="bg1"/>
                  </a:solidFill>
                  <a:latin typeface="Poppins Light" panose="00000400000000000000" pitchFamily="2" charset="0"/>
                  <a:cs typeface="Poppins Light" panose="00000400000000000000" pitchFamily="2" charset="0"/>
                </a:rPr>
                <a:t> Elite Care bills the WC/PIP payor for the claim.</a:t>
              </a:r>
            </a:p>
          </p:txBody>
        </p:sp>
      </p:grpSp>
      <p:grpSp>
        <p:nvGrpSpPr>
          <p:cNvPr id="238" name="Group 237">
            <a:extLst>
              <a:ext uri="{FF2B5EF4-FFF2-40B4-BE49-F238E27FC236}">
                <a16:creationId xmlns:a16="http://schemas.microsoft.com/office/drawing/2014/main" id="{FE3C0A84-2B4B-48B1-99A6-9F899E990F15}"/>
              </a:ext>
            </a:extLst>
          </p:cNvPr>
          <p:cNvGrpSpPr/>
          <p:nvPr/>
        </p:nvGrpSpPr>
        <p:grpSpPr>
          <a:xfrm>
            <a:off x="1346200" y="3432937"/>
            <a:ext cx="4737435" cy="2453085"/>
            <a:chOff x="1346200" y="3432937"/>
            <a:chExt cx="4737435" cy="2453085"/>
          </a:xfrm>
        </p:grpSpPr>
        <p:sp>
          <p:nvSpPr>
            <p:cNvPr id="228" name="Rectangle 227">
              <a:extLst>
                <a:ext uri="{FF2B5EF4-FFF2-40B4-BE49-F238E27FC236}">
                  <a16:creationId xmlns:a16="http://schemas.microsoft.com/office/drawing/2014/main" id="{3105F81A-85D7-4AB9-B8E5-AAD515599581}"/>
                </a:ext>
              </a:extLst>
            </p:cNvPr>
            <p:cNvSpPr/>
            <p:nvPr/>
          </p:nvSpPr>
          <p:spPr>
            <a:xfrm>
              <a:off x="1346200" y="4971313"/>
              <a:ext cx="4050112" cy="914709"/>
            </a:xfrm>
            <a:prstGeom prst="rect">
              <a:avLst/>
            </a:prstGeom>
            <a:solidFill>
              <a:schemeClr val="bg1">
                <a:alpha val="0"/>
              </a:schemeClr>
            </a:solidFill>
            <a:ln>
              <a:gradFill flip="none" rotWithShape="1">
                <a:gsLst>
                  <a:gs pos="0">
                    <a:schemeClr val="bg1"/>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6" name="Group 235">
              <a:extLst>
                <a:ext uri="{FF2B5EF4-FFF2-40B4-BE49-F238E27FC236}">
                  <a16:creationId xmlns:a16="http://schemas.microsoft.com/office/drawing/2014/main" id="{65E6C529-6075-4981-AF91-ADDF6C754864}"/>
                </a:ext>
              </a:extLst>
            </p:cNvPr>
            <p:cNvGrpSpPr/>
            <p:nvPr/>
          </p:nvGrpSpPr>
          <p:grpSpPr>
            <a:xfrm>
              <a:off x="2022605" y="3432937"/>
              <a:ext cx="4061030" cy="2134230"/>
              <a:chOff x="2022605" y="3432937"/>
              <a:chExt cx="4061030" cy="2134230"/>
            </a:xfrm>
          </p:grpSpPr>
          <p:sp>
            <p:nvSpPr>
              <p:cNvPr id="157" name="Freeform: Shape 156">
                <a:extLst>
                  <a:ext uri="{FF2B5EF4-FFF2-40B4-BE49-F238E27FC236}">
                    <a16:creationId xmlns:a16="http://schemas.microsoft.com/office/drawing/2014/main" id="{F50E4A8F-E0CF-48E2-99FC-2D1294EEE2FE}"/>
                  </a:ext>
                </a:extLst>
              </p:cNvPr>
              <p:cNvSpPr/>
              <p:nvPr/>
            </p:nvSpPr>
            <p:spPr>
              <a:xfrm>
                <a:off x="5418179" y="3432937"/>
                <a:ext cx="665456" cy="844617"/>
              </a:xfrm>
              <a:custGeom>
                <a:avLst/>
                <a:gdLst>
                  <a:gd name="connsiteX0" fmla="*/ 453332 w 665456"/>
                  <a:gd name="connsiteY0" fmla="*/ 822943 h 844616"/>
                  <a:gd name="connsiteX1" fmla="*/ 515 w 665456"/>
                  <a:gd name="connsiteY1" fmla="*/ 675800 h 844616"/>
                  <a:gd name="connsiteX2" fmla="*/ 515 w 665456"/>
                  <a:gd name="connsiteY2" fmla="*/ 675800 h 844616"/>
                  <a:gd name="connsiteX3" fmla="*/ 131968 w 665456"/>
                  <a:gd name="connsiteY3" fmla="*/ 625046 h 844616"/>
                  <a:gd name="connsiteX4" fmla="*/ 131968 w 665456"/>
                  <a:gd name="connsiteY4" fmla="*/ 625046 h 844616"/>
                  <a:gd name="connsiteX5" fmla="*/ 288657 w 665456"/>
                  <a:gd name="connsiteY5" fmla="*/ 142770 h 844616"/>
                  <a:gd name="connsiteX6" fmla="*/ 288657 w 665456"/>
                  <a:gd name="connsiteY6" fmla="*/ 142770 h 844616"/>
                  <a:gd name="connsiteX7" fmla="*/ 212156 w 665456"/>
                  <a:gd name="connsiteY7" fmla="*/ 24447 h 844616"/>
                  <a:gd name="connsiteX8" fmla="*/ 212156 w 665456"/>
                  <a:gd name="connsiteY8" fmla="*/ 24447 h 844616"/>
                  <a:gd name="connsiteX9" fmla="*/ 664973 w 665456"/>
                  <a:gd name="connsiteY9" fmla="*/ 171589 h 844616"/>
                  <a:gd name="connsiteX10" fmla="*/ 664973 w 665456"/>
                  <a:gd name="connsiteY10" fmla="*/ 171589 h 844616"/>
                  <a:gd name="connsiteX11" fmla="*/ 533519 w 665456"/>
                  <a:gd name="connsiteY11" fmla="*/ 222343 h 844616"/>
                  <a:gd name="connsiteX12" fmla="*/ 533519 w 665456"/>
                  <a:gd name="connsiteY12" fmla="*/ 222343 h 844616"/>
                  <a:gd name="connsiteX13" fmla="*/ 376805 w 665456"/>
                  <a:gd name="connsiteY13" fmla="*/ 704645 h 844616"/>
                  <a:gd name="connsiteX14" fmla="*/ 376805 w 665456"/>
                  <a:gd name="connsiteY14" fmla="*/ 704645 h 844616"/>
                  <a:gd name="connsiteX15" fmla="*/ 453332 w 665456"/>
                  <a:gd name="connsiteY15" fmla="*/ 822968 h 844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5456" h="844616">
                    <a:moveTo>
                      <a:pt x="453332" y="822943"/>
                    </a:moveTo>
                    <a:cubicBezTo>
                      <a:pt x="319396" y="890896"/>
                      <a:pt x="43667" y="789440"/>
                      <a:pt x="515" y="675800"/>
                    </a:cubicBezTo>
                    <a:lnTo>
                      <a:pt x="515" y="675800"/>
                    </a:lnTo>
                    <a:cubicBezTo>
                      <a:pt x="45817" y="690543"/>
                      <a:pt x="97569" y="670681"/>
                      <a:pt x="131968" y="625046"/>
                    </a:cubicBezTo>
                    <a:lnTo>
                      <a:pt x="131968" y="625046"/>
                    </a:lnTo>
                    <a:cubicBezTo>
                      <a:pt x="236114" y="486049"/>
                      <a:pt x="291220" y="316436"/>
                      <a:pt x="288657" y="142770"/>
                    </a:cubicBezTo>
                    <a:lnTo>
                      <a:pt x="288657" y="142770"/>
                    </a:lnTo>
                    <a:cubicBezTo>
                      <a:pt x="287582" y="85771"/>
                      <a:pt x="257458" y="39189"/>
                      <a:pt x="212156" y="24447"/>
                    </a:cubicBezTo>
                    <a:lnTo>
                      <a:pt x="212156" y="24447"/>
                    </a:lnTo>
                    <a:cubicBezTo>
                      <a:pt x="356432" y="-47909"/>
                      <a:pt x="584043" y="56184"/>
                      <a:pt x="664973" y="171589"/>
                    </a:cubicBezTo>
                    <a:lnTo>
                      <a:pt x="664973" y="171589"/>
                    </a:lnTo>
                    <a:cubicBezTo>
                      <a:pt x="619645" y="156873"/>
                      <a:pt x="567893" y="176708"/>
                      <a:pt x="533519" y="222343"/>
                    </a:cubicBezTo>
                    <a:lnTo>
                      <a:pt x="533519" y="222343"/>
                    </a:lnTo>
                    <a:cubicBezTo>
                      <a:pt x="430041" y="359120"/>
                      <a:pt x="373580" y="533162"/>
                      <a:pt x="376805" y="704645"/>
                    </a:cubicBezTo>
                    <a:lnTo>
                      <a:pt x="376805" y="704645"/>
                    </a:lnTo>
                    <a:cubicBezTo>
                      <a:pt x="377905" y="761670"/>
                      <a:pt x="408004" y="808226"/>
                      <a:pt x="453332" y="822968"/>
                    </a:cubicBezTo>
                    <a:close/>
                  </a:path>
                </a:pathLst>
              </a:custGeom>
              <a:solidFill>
                <a:schemeClr val="bg1">
                  <a:alpha val="35000"/>
                </a:schemeClr>
              </a:solidFill>
              <a:ln w="25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E8C2A978-7693-4378-ACDD-01DD05CF3DBF}"/>
                  </a:ext>
                </a:extLst>
              </p:cNvPr>
              <p:cNvSpPr/>
              <p:nvPr/>
            </p:nvSpPr>
            <p:spPr>
              <a:xfrm>
                <a:off x="5077704" y="4080776"/>
                <a:ext cx="905979" cy="902787"/>
              </a:xfrm>
              <a:prstGeom prst="ellipse">
                <a:avLst/>
              </a:prstGeom>
              <a:gradFill>
                <a:gsLst>
                  <a:gs pos="98000">
                    <a:srgbClr val="0A2C69"/>
                  </a:gs>
                  <a:gs pos="0">
                    <a:srgbClr val="3795AF"/>
                  </a:gs>
                </a:gsLst>
                <a:path path="circle">
                  <a:fillToRect l="100000" t="100000"/>
                </a:path>
              </a:gradFill>
              <a:ln w="38100" cap="flat">
                <a:solidFill>
                  <a:srgbClr val="FFFFFF"/>
                </a:solidFill>
                <a:prstDash val="solid"/>
                <a:miter/>
              </a:ln>
            </p:spPr>
            <p:txBody>
              <a:bodyPr rtlCol="0" anchor="ctr"/>
              <a:lstStyle/>
              <a:p>
                <a:pPr algn="ctr"/>
                <a:r>
                  <a:rPr lang="en-US" dirty="0">
                    <a:solidFill>
                      <a:schemeClr val="bg1"/>
                    </a:solidFill>
                    <a:latin typeface="Poppins Black" panose="00000A00000000000000" pitchFamily="2" charset="0"/>
                    <a:cs typeface="Poppins Black" panose="00000A00000000000000" pitchFamily="2" charset="0"/>
                  </a:rPr>
                  <a:t>03</a:t>
                </a:r>
                <a:endParaRPr lang="en-US" dirty="0"/>
              </a:p>
            </p:txBody>
          </p:sp>
          <p:sp>
            <p:nvSpPr>
              <p:cNvPr id="163" name="Rectangle 162">
                <a:extLst>
                  <a:ext uri="{FF2B5EF4-FFF2-40B4-BE49-F238E27FC236}">
                    <a16:creationId xmlns:a16="http://schemas.microsoft.com/office/drawing/2014/main" id="{CF7D6BFC-D810-4C1B-8EA8-0BD62BEC60D5}"/>
                  </a:ext>
                </a:extLst>
              </p:cNvPr>
              <p:cNvSpPr/>
              <p:nvPr/>
            </p:nvSpPr>
            <p:spPr>
              <a:xfrm>
                <a:off x="2022605" y="5290168"/>
                <a:ext cx="3683056" cy="276999"/>
              </a:xfrm>
              <a:prstGeom prst="rect">
                <a:avLst/>
              </a:prstGeom>
            </p:spPr>
            <p:txBody>
              <a:bodyPr wrap="square" anchor="ctr">
                <a:spAutoFit/>
              </a:bodyPr>
              <a:lstStyle/>
              <a:p>
                <a:pPr algn="r"/>
                <a:r>
                  <a:rPr lang="en-US" sz="1200" b="1" dirty="0">
                    <a:solidFill>
                      <a:schemeClr val="bg1"/>
                    </a:solidFill>
                    <a:latin typeface="Poppins Medium" panose="00000600000000000000" pitchFamily="2" charset="0"/>
                    <a:cs typeface="Poppins Medium" panose="00000600000000000000" pitchFamily="2" charset="0"/>
                  </a:rPr>
                  <a:t>PDRX SHIPS DRUGS </a:t>
                </a:r>
                <a:r>
                  <a:rPr lang="en-US" sz="1200" dirty="0">
                    <a:solidFill>
                      <a:schemeClr val="bg1"/>
                    </a:solidFill>
                    <a:latin typeface="Poppins Light" panose="00000400000000000000" pitchFamily="2" charset="0"/>
                    <a:cs typeface="Poppins Light" panose="00000400000000000000" pitchFamily="2" charset="0"/>
                  </a:rPr>
                  <a:t>DIRECTLY TO THE PATIENT.</a:t>
                </a:r>
              </a:p>
            </p:txBody>
          </p:sp>
        </p:grpSp>
      </p:grpSp>
      <p:grpSp>
        <p:nvGrpSpPr>
          <p:cNvPr id="239" name="Group 238">
            <a:extLst>
              <a:ext uri="{FF2B5EF4-FFF2-40B4-BE49-F238E27FC236}">
                <a16:creationId xmlns:a16="http://schemas.microsoft.com/office/drawing/2014/main" id="{01650582-D6F7-4EA3-9B51-61312A2E537D}"/>
              </a:ext>
            </a:extLst>
          </p:cNvPr>
          <p:cNvGrpSpPr/>
          <p:nvPr/>
        </p:nvGrpSpPr>
        <p:grpSpPr>
          <a:xfrm>
            <a:off x="6108488" y="3440362"/>
            <a:ext cx="4737312" cy="2445660"/>
            <a:chOff x="6108488" y="3440362"/>
            <a:chExt cx="4737312" cy="2445660"/>
          </a:xfrm>
        </p:grpSpPr>
        <p:sp>
          <p:nvSpPr>
            <p:cNvPr id="231" name="Rectangle 230">
              <a:extLst>
                <a:ext uri="{FF2B5EF4-FFF2-40B4-BE49-F238E27FC236}">
                  <a16:creationId xmlns:a16="http://schemas.microsoft.com/office/drawing/2014/main" id="{F5464DFB-4342-4DB7-8E09-4F51CD2330DB}"/>
                </a:ext>
              </a:extLst>
            </p:cNvPr>
            <p:cNvSpPr/>
            <p:nvPr/>
          </p:nvSpPr>
          <p:spPr>
            <a:xfrm flipH="1">
              <a:off x="6795688" y="4971313"/>
              <a:ext cx="4050112" cy="914709"/>
            </a:xfrm>
            <a:prstGeom prst="rect">
              <a:avLst/>
            </a:prstGeom>
            <a:solidFill>
              <a:schemeClr val="bg1">
                <a:alpha val="0"/>
              </a:schemeClr>
            </a:solidFill>
            <a:ln>
              <a:gradFill flip="none" rotWithShape="1">
                <a:gsLst>
                  <a:gs pos="0">
                    <a:schemeClr val="bg1"/>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Freeform: Shape 154">
              <a:extLst>
                <a:ext uri="{FF2B5EF4-FFF2-40B4-BE49-F238E27FC236}">
                  <a16:creationId xmlns:a16="http://schemas.microsoft.com/office/drawing/2014/main" id="{5610484C-84F7-41C4-911F-CCB1B8F21773}"/>
                </a:ext>
              </a:extLst>
            </p:cNvPr>
            <p:cNvSpPr/>
            <p:nvPr/>
          </p:nvSpPr>
          <p:spPr>
            <a:xfrm>
              <a:off x="6108488" y="3440362"/>
              <a:ext cx="665456" cy="839498"/>
            </a:xfrm>
            <a:custGeom>
              <a:avLst/>
              <a:gdLst>
                <a:gd name="connsiteX0" fmla="*/ 664972 w 665456"/>
                <a:gd name="connsiteY0" fmla="*/ 668375 h 839497"/>
                <a:gd name="connsiteX1" fmla="*/ 212155 w 665456"/>
                <a:gd name="connsiteY1" fmla="*/ 815518 h 839497"/>
                <a:gd name="connsiteX2" fmla="*/ 212155 w 665456"/>
                <a:gd name="connsiteY2" fmla="*/ 815518 h 839497"/>
                <a:gd name="connsiteX3" fmla="*/ 288657 w 665456"/>
                <a:gd name="connsiteY3" fmla="*/ 697195 h 839497"/>
                <a:gd name="connsiteX4" fmla="*/ 288657 w 665456"/>
                <a:gd name="connsiteY4" fmla="*/ 697195 h 839497"/>
                <a:gd name="connsiteX5" fmla="*/ 131968 w 665456"/>
                <a:gd name="connsiteY5" fmla="*/ 214918 h 839497"/>
                <a:gd name="connsiteX6" fmla="*/ 131968 w 665456"/>
                <a:gd name="connsiteY6" fmla="*/ 214919 h 839497"/>
                <a:gd name="connsiteX7" fmla="*/ 515 w 665456"/>
                <a:gd name="connsiteY7" fmla="*/ 164165 h 839497"/>
                <a:gd name="connsiteX8" fmla="*/ 515 w 665456"/>
                <a:gd name="connsiteY8" fmla="*/ 164165 h 839497"/>
                <a:gd name="connsiteX9" fmla="*/ 453332 w 665456"/>
                <a:gd name="connsiteY9" fmla="*/ 17022 h 839497"/>
                <a:gd name="connsiteX10" fmla="*/ 453332 w 665456"/>
                <a:gd name="connsiteY10" fmla="*/ 17022 h 839497"/>
                <a:gd name="connsiteX11" fmla="*/ 376830 w 665456"/>
                <a:gd name="connsiteY11" fmla="*/ 135345 h 839497"/>
                <a:gd name="connsiteX12" fmla="*/ 376830 w 665456"/>
                <a:gd name="connsiteY12" fmla="*/ 135345 h 839497"/>
                <a:gd name="connsiteX13" fmla="*/ 533519 w 665456"/>
                <a:gd name="connsiteY13" fmla="*/ 617622 h 839497"/>
                <a:gd name="connsiteX14" fmla="*/ 533519 w 665456"/>
                <a:gd name="connsiteY14" fmla="*/ 617622 h 839497"/>
                <a:gd name="connsiteX15" fmla="*/ 664972 w 665456"/>
                <a:gd name="connsiteY15" fmla="*/ 668375 h 839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5456" h="839497">
                  <a:moveTo>
                    <a:pt x="664972" y="668375"/>
                  </a:moveTo>
                  <a:cubicBezTo>
                    <a:pt x="596558" y="802106"/>
                    <a:pt x="313868" y="882063"/>
                    <a:pt x="212155" y="815518"/>
                  </a:cubicBezTo>
                  <a:lnTo>
                    <a:pt x="212155" y="815518"/>
                  </a:lnTo>
                  <a:cubicBezTo>
                    <a:pt x="257457" y="800775"/>
                    <a:pt x="287582" y="754091"/>
                    <a:pt x="288657" y="697195"/>
                  </a:cubicBezTo>
                  <a:lnTo>
                    <a:pt x="288657" y="697195"/>
                  </a:lnTo>
                  <a:cubicBezTo>
                    <a:pt x="291219" y="523528"/>
                    <a:pt x="236113" y="353916"/>
                    <a:pt x="131968" y="214918"/>
                  </a:cubicBezTo>
                  <a:lnTo>
                    <a:pt x="131968" y="214919"/>
                  </a:lnTo>
                  <a:cubicBezTo>
                    <a:pt x="97569" y="169412"/>
                    <a:pt x="45842" y="149448"/>
                    <a:pt x="515" y="164165"/>
                  </a:cubicBezTo>
                  <a:lnTo>
                    <a:pt x="515" y="164165"/>
                  </a:lnTo>
                  <a:cubicBezTo>
                    <a:pt x="74739" y="20836"/>
                    <a:pt x="320036" y="-28766"/>
                    <a:pt x="453332" y="17022"/>
                  </a:cubicBezTo>
                  <a:lnTo>
                    <a:pt x="453332" y="17022"/>
                  </a:lnTo>
                  <a:cubicBezTo>
                    <a:pt x="408030" y="31765"/>
                    <a:pt x="377905" y="78449"/>
                    <a:pt x="376830" y="135345"/>
                  </a:cubicBezTo>
                  <a:lnTo>
                    <a:pt x="376830" y="135345"/>
                  </a:lnTo>
                  <a:cubicBezTo>
                    <a:pt x="374268" y="309012"/>
                    <a:pt x="429374" y="478624"/>
                    <a:pt x="533519" y="617622"/>
                  </a:cubicBezTo>
                  <a:lnTo>
                    <a:pt x="533519" y="617622"/>
                  </a:lnTo>
                  <a:cubicBezTo>
                    <a:pt x="567918" y="663129"/>
                    <a:pt x="619645" y="683118"/>
                    <a:pt x="664972" y="668375"/>
                  </a:cubicBezTo>
                  <a:close/>
                </a:path>
              </a:pathLst>
            </a:custGeom>
            <a:solidFill>
              <a:schemeClr val="bg1">
                <a:alpha val="35000"/>
              </a:schemeClr>
            </a:solidFill>
            <a:ln w="25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303130E-BB68-4EAE-A67F-D6156014C606}"/>
                </a:ext>
              </a:extLst>
            </p:cNvPr>
            <p:cNvSpPr/>
            <p:nvPr/>
          </p:nvSpPr>
          <p:spPr>
            <a:xfrm>
              <a:off x="6207136" y="4080776"/>
              <a:ext cx="905979" cy="902787"/>
            </a:xfrm>
            <a:prstGeom prst="ellipse">
              <a:avLst/>
            </a:prstGeom>
            <a:gradFill>
              <a:gsLst>
                <a:gs pos="98000">
                  <a:srgbClr val="0A2C69"/>
                </a:gs>
                <a:gs pos="0">
                  <a:srgbClr val="3795AF"/>
                </a:gs>
              </a:gsLst>
              <a:path path="circle">
                <a:fillToRect l="100000" t="100000"/>
              </a:path>
            </a:gradFill>
            <a:ln w="38100" cap="flat">
              <a:solidFill>
                <a:srgbClr val="FFFFFF"/>
              </a:solidFill>
              <a:prstDash val="solid"/>
              <a:miter/>
            </a:ln>
          </p:spPr>
          <p:txBody>
            <a:bodyPr rtlCol="0" anchor="ctr"/>
            <a:lstStyle/>
            <a:p>
              <a:pPr algn="ctr"/>
              <a:r>
                <a:rPr lang="en-US" dirty="0">
                  <a:solidFill>
                    <a:schemeClr val="bg1"/>
                  </a:solidFill>
                  <a:latin typeface="Poppins Black" panose="00000A00000000000000" pitchFamily="2" charset="0"/>
                  <a:cs typeface="Poppins Black" panose="00000A00000000000000" pitchFamily="2" charset="0"/>
                </a:rPr>
                <a:t>04</a:t>
              </a:r>
              <a:endParaRPr lang="en-US" dirty="0"/>
            </a:p>
          </p:txBody>
        </p:sp>
        <p:sp>
          <p:nvSpPr>
            <p:cNvPr id="164" name="Rectangle 163">
              <a:extLst>
                <a:ext uri="{FF2B5EF4-FFF2-40B4-BE49-F238E27FC236}">
                  <a16:creationId xmlns:a16="http://schemas.microsoft.com/office/drawing/2014/main" id="{38BC0185-D640-44C9-BCD7-9161329E8785}"/>
                </a:ext>
              </a:extLst>
            </p:cNvPr>
            <p:cNvSpPr/>
            <p:nvPr/>
          </p:nvSpPr>
          <p:spPr>
            <a:xfrm>
              <a:off x="6568644" y="5197835"/>
              <a:ext cx="3799175" cy="461665"/>
            </a:xfrm>
            <a:prstGeom prst="rect">
              <a:avLst/>
            </a:prstGeom>
          </p:spPr>
          <p:txBody>
            <a:bodyPr wrap="square" anchor="ctr">
              <a:spAutoFit/>
            </a:bodyPr>
            <a:lstStyle/>
            <a:p>
              <a:r>
                <a:rPr lang="en-US" sz="1200" b="1" dirty="0">
                  <a:solidFill>
                    <a:schemeClr val="bg1"/>
                  </a:solidFill>
                  <a:latin typeface="Poppins Medium" panose="00000600000000000000" pitchFamily="2" charset="0"/>
                  <a:cs typeface="Poppins Medium" panose="00000600000000000000" pitchFamily="2" charset="0"/>
                </a:rPr>
                <a:t>PHYSICIAN PAYS PDRX </a:t>
              </a:r>
              <a:r>
                <a:rPr lang="en-US" sz="1200" dirty="0">
                  <a:solidFill>
                    <a:schemeClr val="bg1"/>
                  </a:solidFill>
                  <a:latin typeface="Poppins Light" panose="00000400000000000000" pitchFamily="2" charset="0"/>
                  <a:cs typeface="Poppins Light" panose="00000400000000000000" pitchFamily="2" charset="0"/>
                </a:rPr>
                <a:t>FAIR MARKET VALUE (FMV) FOR ASSIGNMENT OF DRUG RECEIVABLE.</a:t>
              </a:r>
            </a:p>
          </p:txBody>
        </p:sp>
      </p:grpSp>
    </p:spTree>
    <p:extLst>
      <p:ext uri="{BB962C8B-B14F-4D97-AF65-F5344CB8AC3E}">
        <p14:creationId xmlns:p14="http://schemas.microsoft.com/office/powerpoint/2010/main" val="17878030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28741-52B8-815F-09F2-A03988378816}"/>
            </a:ext>
          </a:extLst>
        </p:cNvPr>
        <p:cNvGrpSpPr/>
        <p:nvPr/>
      </p:nvGrpSpPr>
      <p:grpSpPr>
        <a:xfrm>
          <a:off x="0" y="0"/>
          <a:ext cx="0" cy="0"/>
          <a:chOff x="0" y="0"/>
          <a:chExt cx="0" cy="0"/>
        </a:xfrm>
      </p:grpSpPr>
      <p:sp>
        <p:nvSpPr>
          <p:cNvPr id="10" name="Freeform: Shape 9">
            <a:extLst>
              <a:ext uri="{FF2B5EF4-FFF2-40B4-BE49-F238E27FC236}">
                <a16:creationId xmlns:a16="http://schemas.microsoft.com/office/drawing/2014/main" id="{62DF6C1A-5830-6B4E-7943-B8EC5A9A0EEB}"/>
              </a:ext>
            </a:extLst>
          </p:cNvPr>
          <p:cNvSpPr/>
          <p:nvPr/>
        </p:nvSpPr>
        <p:spPr>
          <a:xfrm flipH="1">
            <a:off x="0" y="-1599"/>
            <a:ext cx="10415067" cy="6859599"/>
          </a:xfrm>
          <a:custGeom>
            <a:avLst/>
            <a:gdLst>
              <a:gd name="connsiteX0" fmla="*/ 10313470 w 10415067"/>
              <a:gd name="connsiteY0" fmla="*/ 0 h 6859599"/>
              <a:gd name="connsiteX1" fmla="*/ 0 w 10415067"/>
              <a:gd name="connsiteY1" fmla="*/ 0 h 6859599"/>
              <a:gd name="connsiteX2" fmla="*/ 280832 w 10415067"/>
              <a:gd name="connsiteY2" fmla="*/ 312707 h 6859599"/>
              <a:gd name="connsiteX3" fmla="*/ 505992 w 10415067"/>
              <a:gd name="connsiteY3" fmla="*/ 563453 h 6859599"/>
              <a:gd name="connsiteX4" fmla="*/ 721875 w 10415067"/>
              <a:gd name="connsiteY4" fmla="*/ 803833 h 6859599"/>
              <a:gd name="connsiteX5" fmla="*/ 3981625 w 10415067"/>
              <a:gd name="connsiteY5" fmla="*/ 4433701 h 6859599"/>
              <a:gd name="connsiteX6" fmla="*/ 4197399 w 10415067"/>
              <a:gd name="connsiteY6" fmla="*/ 4673917 h 6859599"/>
              <a:gd name="connsiteX7" fmla="*/ 4422504 w 10415067"/>
              <a:gd name="connsiteY7" fmla="*/ 4924608 h 6859599"/>
              <a:gd name="connsiteX8" fmla="*/ 6157113 w 10415067"/>
              <a:gd name="connsiteY8" fmla="*/ 6856151 h 6859599"/>
              <a:gd name="connsiteX9" fmla="*/ 7548042 w 10415067"/>
              <a:gd name="connsiteY9" fmla="*/ 6856151 h 6859599"/>
              <a:gd name="connsiteX10" fmla="*/ 7548042 w 10415067"/>
              <a:gd name="connsiteY10" fmla="*/ 6859599 h 6859599"/>
              <a:gd name="connsiteX11" fmla="*/ 10415067 w 10415067"/>
              <a:gd name="connsiteY11" fmla="*/ 6859599 h 6859599"/>
              <a:gd name="connsiteX12" fmla="*/ 10415067 w 10415067"/>
              <a:gd name="connsiteY12" fmla="*/ 1599 h 6859599"/>
              <a:gd name="connsiteX13" fmla="*/ 10313470 w 10415067"/>
              <a:gd name="connsiteY13" fmla="*/ 1599 h 685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15067" h="6859599">
                <a:moveTo>
                  <a:pt x="10313470" y="0"/>
                </a:moveTo>
                <a:lnTo>
                  <a:pt x="0" y="0"/>
                </a:lnTo>
                <a:lnTo>
                  <a:pt x="280832" y="312707"/>
                </a:lnTo>
                <a:lnTo>
                  <a:pt x="505992" y="563453"/>
                </a:lnTo>
                <a:lnTo>
                  <a:pt x="721875" y="803833"/>
                </a:lnTo>
                <a:lnTo>
                  <a:pt x="3981625" y="4433701"/>
                </a:lnTo>
                <a:lnTo>
                  <a:pt x="4197399" y="4673917"/>
                </a:lnTo>
                <a:lnTo>
                  <a:pt x="4422504" y="4924608"/>
                </a:lnTo>
                <a:lnTo>
                  <a:pt x="6157113" y="6856151"/>
                </a:lnTo>
                <a:lnTo>
                  <a:pt x="7548042" y="6856151"/>
                </a:lnTo>
                <a:lnTo>
                  <a:pt x="7548042" y="6859599"/>
                </a:lnTo>
                <a:lnTo>
                  <a:pt x="10415067" y="6859599"/>
                </a:lnTo>
                <a:lnTo>
                  <a:pt x="10415067" y="1599"/>
                </a:lnTo>
                <a:lnTo>
                  <a:pt x="10313470" y="1599"/>
                </a:lnTo>
                <a:close/>
              </a:path>
            </a:pathLst>
          </a:custGeom>
          <a:gradFill flip="none" rotWithShape="1">
            <a:gsLst>
              <a:gs pos="100000">
                <a:srgbClr val="0A2C69"/>
              </a:gs>
              <a:gs pos="0">
                <a:srgbClr val="3795AF"/>
              </a:gs>
            </a:gsLst>
            <a:lin ang="18900000" scaled="1"/>
            <a:tileRect/>
          </a:gradFill>
          <a:ln w="4506"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E114054E-DE0A-2A51-A94B-466091C440F7}"/>
              </a:ext>
            </a:extLst>
          </p:cNvPr>
          <p:cNvSpPr/>
          <p:nvPr/>
        </p:nvSpPr>
        <p:spPr>
          <a:xfrm flipH="1">
            <a:off x="4578109" y="-1600"/>
            <a:ext cx="7615491" cy="6858000"/>
          </a:xfrm>
          <a:custGeom>
            <a:avLst/>
            <a:gdLst>
              <a:gd name="connsiteX0" fmla="*/ 1600 w 7615490"/>
              <a:gd name="connsiteY0" fmla="*/ 1008612 h 6857999"/>
              <a:gd name="connsiteX1" fmla="*/ 5238840 w 7615490"/>
              <a:gd name="connsiteY1" fmla="*/ 6858969 h 6857999"/>
              <a:gd name="connsiteX2" fmla="*/ 7614341 w 7615490"/>
              <a:gd name="connsiteY2" fmla="*/ 6858969 h 6857999"/>
              <a:gd name="connsiteX3" fmla="*/ 1451790 w 7615490"/>
              <a:gd name="connsiteY3" fmla="*/ 1600 h 6857999"/>
              <a:gd name="connsiteX4" fmla="*/ 1600 w 7615490"/>
              <a:gd name="connsiteY4" fmla="*/ 1600 h 6857999"/>
              <a:gd name="connsiteX5" fmla="*/ 1600 w 7615490"/>
              <a:gd name="connsiteY5" fmla="*/ 100861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5490" h="6857999">
                <a:moveTo>
                  <a:pt x="1600" y="1008612"/>
                </a:moveTo>
                <a:lnTo>
                  <a:pt x="5238840" y="6858969"/>
                </a:lnTo>
                <a:lnTo>
                  <a:pt x="7614341" y="6858969"/>
                </a:lnTo>
                <a:lnTo>
                  <a:pt x="1451790" y="1600"/>
                </a:lnTo>
                <a:lnTo>
                  <a:pt x="1600" y="1600"/>
                </a:lnTo>
                <a:lnTo>
                  <a:pt x="1600" y="1008612"/>
                </a:lnTo>
                <a:close/>
              </a:path>
            </a:pathLst>
          </a:custGeom>
          <a:gradFill flip="none" rotWithShape="1">
            <a:gsLst>
              <a:gs pos="0">
                <a:srgbClr val="338CA9">
                  <a:shade val="30000"/>
                  <a:satMod val="115000"/>
                </a:srgbClr>
              </a:gs>
              <a:gs pos="50000">
                <a:srgbClr val="338CA9">
                  <a:shade val="67500"/>
                  <a:satMod val="115000"/>
                </a:srgbClr>
              </a:gs>
              <a:gs pos="100000">
                <a:srgbClr val="338CA9">
                  <a:shade val="100000"/>
                  <a:satMod val="115000"/>
                </a:srgbClr>
              </a:gs>
            </a:gsLst>
            <a:lin ang="5400000" scaled="1"/>
            <a:tileRect/>
          </a:gradFill>
          <a:ln w="4506" cap="flat">
            <a:noFill/>
            <a:prstDash val="solid"/>
            <a:miter/>
          </a:ln>
        </p:spPr>
        <p:txBody>
          <a:bodyPr rtlCol="0" anchor="ctr"/>
          <a:lstStyle/>
          <a:p>
            <a:endParaRPr lang="en-US" dirty="0"/>
          </a:p>
        </p:txBody>
      </p:sp>
      <p:sp>
        <p:nvSpPr>
          <p:cNvPr id="6" name="Freeform: Shape 5">
            <a:extLst>
              <a:ext uri="{FF2B5EF4-FFF2-40B4-BE49-F238E27FC236}">
                <a16:creationId xmlns:a16="http://schemas.microsoft.com/office/drawing/2014/main" id="{CBE014D8-2BC7-D3F7-080A-BF3C2C2393B0}"/>
              </a:ext>
            </a:extLst>
          </p:cNvPr>
          <p:cNvSpPr/>
          <p:nvPr/>
        </p:nvSpPr>
        <p:spPr>
          <a:xfrm flipH="1">
            <a:off x="7278926" y="1385285"/>
            <a:ext cx="4914674" cy="5469266"/>
          </a:xfrm>
          <a:custGeom>
            <a:avLst/>
            <a:gdLst>
              <a:gd name="connsiteX0" fmla="*/ 4914381 w 4914674"/>
              <a:gd name="connsiteY0" fmla="*/ 5472084 h 5469266"/>
              <a:gd name="connsiteX1" fmla="*/ 4793182 w 4914674"/>
              <a:gd name="connsiteY1" fmla="*/ 5472084 h 5469266"/>
              <a:gd name="connsiteX2" fmla="*/ 4183176 w 4914674"/>
              <a:gd name="connsiteY2" fmla="*/ 4792821 h 5469266"/>
              <a:gd name="connsiteX3" fmla="*/ 3984966 w 4914674"/>
              <a:gd name="connsiteY3" fmla="*/ 4572112 h 5469266"/>
              <a:gd name="connsiteX4" fmla="*/ 3791400 w 4914674"/>
              <a:gd name="connsiteY4" fmla="*/ 4356633 h 5469266"/>
              <a:gd name="connsiteX5" fmla="*/ 1336227 w 4914674"/>
              <a:gd name="connsiteY5" fmla="*/ 1622676 h 5469266"/>
              <a:gd name="connsiteX6" fmla="*/ 1142706 w 4914674"/>
              <a:gd name="connsiteY6" fmla="*/ 1407197 h 5469266"/>
              <a:gd name="connsiteX7" fmla="*/ 944586 w 4914674"/>
              <a:gd name="connsiteY7" fmla="*/ 1186578 h 5469266"/>
              <a:gd name="connsiteX8" fmla="*/ 1600 w 4914674"/>
              <a:gd name="connsiteY8" fmla="*/ 136550 h 5469266"/>
              <a:gd name="connsiteX9" fmla="*/ 1600 w 4914674"/>
              <a:gd name="connsiteY9" fmla="*/ 1600 h 5469266"/>
              <a:gd name="connsiteX10" fmla="*/ 979530 w 4914674"/>
              <a:gd name="connsiteY10" fmla="*/ 1090538 h 5469266"/>
              <a:gd name="connsiteX11" fmla="*/ 1173186 w 4914674"/>
              <a:gd name="connsiteY11" fmla="*/ 1306198 h 5469266"/>
              <a:gd name="connsiteX12" fmla="*/ 1361071 w 4914674"/>
              <a:gd name="connsiteY12" fmla="*/ 1515410 h 5469266"/>
              <a:gd name="connsiteX13" fmla="*/ 3900786 w 4914674"/>
              <a:gd name="connsiteY13" fmla="*/ 4343422 h 5469266"/>
              <a:gd name="connsiteX14" fmla="*/ 4088715 w 4914674"/>
              <a:gd name="connsiteY14" fmla="*/ 4552679 h 5469266"/>
              <a:gd name="connsiteX15" fmla="*/ 4282507 w 4914674"/>
              <a:gd name="connsiteY15" fmla="*/ 4768474 h 5469266"/>
              <a:gd name="connsiteX16" fmla="*/ 4914381 w 4914674"/>
              <a:gd name="connsiteY16" fmla="*/ 5472084 h 546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14674" h="5469266">
                <a:moveTo>
                  <a:pt x="4914381" y="5472084"/>
                </a:moveTo>
                <a:lnTo>
                  <a:pt x="4793182" y="5472084"/>
                </a:lnTo>
                <a:lnTo>
                  <a:pt x="4183176" y="4792821"/>
                </a:lnTo>
                <a:lnTo>
                  <a:pt x="3984966" y="4572112"/>
                </a:lnTo>
                <a:lnTo>
                  <a:pt x="3791400" y="4356633"/>
                </a:lnTo>
                <a:lnTo>
                  <a:pt x="1336227" y="1622676"/>
                </a:lnTo>
                <a:lnTo>
                  <a:pt x="1142706" y="1407197"/>
                </a:lnTo>
                <a:lnTo>
                  <a:pt x="944586" y="1186578"/>
                </a:lnTo>
                <a:lnTo>
                  <a:pt x="1600" y="136550"/>
                </a:lnTo>
                <a:lnTo>
                  <a:pt x="1600" y="1600"/>
                </a:lnTo>
                <a:lnTo>
                  <a:pt x="979530" y="1090538"/>
                </a:lnTo>
                <a:lnTo>
                  <a:pt x="1173186" y="1306198"/>
                </a:lnTo>
                <a:lnTo>
                  <a:pt x="1361071" y="1515410"/>
                </a:lnTo>
                <a:lnTo>
                  <a:pt x="3900786" y="4343422"/>
                </a:lnTo>
                <a:lnTo>
                  <a:pt x="4088715" y="4552679"/>
                </a:lnTo>
                <a:lnTo>
                  <a:pt x="4282507" y="4768474"/>
                </a:lnTo>
                <a:lnTo>
                  <a:pt x="4914381" y="5472084"/>
                </a:lnTo>
                <a:close/>
              </a:path>
            </a:pathLst>
          </a:custGeom>
          <a:solidFill>
            <a:srgbClr val="22648E"/>
          </a:solidFill>
          <a:ln w="4506"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7FEAA6ED-9D2D-26C4-2197-3A26B6AD9505}"/>
              </a:ext>
            </a:extLst>
          </p:cNvPr>
          <p:cNvSpPr/>
          <p:nvPr/>
        </p:nvSpPr>
        <p:spPr>
          <a:xfrm flipH="1">
            <a:off x="6195488" y="1117052"/>
            <a:ext cx="4860568" cy="4860568"/>
          </a:xfrm>
          <a:custGeom>
            <a:avLst/>
            <a:gdLst>
              <a:gd name="connsiteX0" fmla="*/ 4863430 w 4860567"/>
              <a:gd name="connsiteY0" fmla="*/ 2432515 h 4860568"/>
              <a:gd name="connsiteX1" fmla="*/ 2432515 w 4860567"/>
              <a:gd name="connsiteY1" fmla="*/ 4863431 h 4860568"/>
              <a:gd name="connsiteX2" fmla="*/ 1600 w 4860567"/>
              <a:gd name="connsiteY2" fmla="*/ 2432515 h 4860568"/>
              <a:gd name="connsiteX3" fmla="*/ 2432515 w 4860567"/>
              <a:gd name="connsiteY3" fmla="*/ 1600 h 4860568"/>
              <a:gd name="connsiteX4" fmla="*/ 4863430 w 4860567"/>
              <a:gd name="connsiteY4" fmla="*/ 2432515 h 4860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0567" h="4860568">
                <a:moveTo>
                  <a:pt x="4863430" y="2432515"/>
                </a:moveTo>
                <a:cubicBezTo>
                  <a:pt x="4863430" y="3775073"/>
                  <a:pt x="3775072" y="4863431"/>
                  <a:pt x="2432515" y="4863431"/>
                </a:cubicBezTo>
                <a:cubicBezTo>
                  <a:pt x="1089957" y="4863431"/>
                  <a:pt x="1600" y="3775073"/>
                  <a:pt x="1600" y="2432515"/>
                </a:cubicBezTo>
                <a:cubicBezTo>
                  <a:pt x="1600" y="1089958"/>
                  <a:pt x="1089957" y="1600"/>
                  <a:pt x="2432515" y="1600"/>
                </a:cubicBezTo>
                <a:cubicBezTo>
                  <a:pt x="3775072" y="1600"/>
                  <a:pt x="4863430" y="1089958"/>
                  <a:pt x="4863430" y="2432515"/>
                </a:cubicBezTo>
                <a:close/>
              </a:path>
            </a:pathLst>
          </a:custGeom>
          <a:noFill/>
          <a:ln w="4506" cap="flat">
            <a:noFill/>
            <a:prstDash val="solid"/>
            <a:miter/>
          </a:ln>
        </p:spPr>
        <p:txBody>
          <a:bodyPr rtlCol="0" anchor="ctr"/>
          <a:lstStyle/>
          <a:p>
            <a:endParaRPr lang="en-US"/>
          </a:p>
        </p:txBody>
      </p:sp>
      <p:grpSp>
        <p:nvGrpSpPr>
          <p:cNvPr id="42" name="Group 41">
            <a:extLst>
              <a:ext uri="{FF2B5EF4-FFF2-40B4-BE49-F238E27FC236}">
                <a16:creationId xmlns:a16="http://schemas.microsoft.com/office/drawing/2014/main" id="{E44ED196-02B2-1074-3AF3-54705AF9A38A}"/>
              </a:ext>
            </a:extLst>
          </p:cNvPr>
          <p:cNvGrpSpPr/>
          <p:nvPr/>
        </p:nvGrpSpPr>
        <p:grpSpPr>
          <a:xfrm>
            <a:off x="5849296" y="695337"/>
            <a:ext cx="5550426" cy="5550426"/>
            <a:chOff x="5849296" y="695337"/>
            <a:chExt cx="5550426" cy="5550426"/>
          </a:xfrm>
        </p:grpSpPr>
        <p:sp>
          <p:nvSpPr>
            <p:cNvPr id="7" name="Freeform: Shape 6">
              <a:extLst>
                <a:ext uri="{FF2B5EF4-FFF2-40B4-BE49-F238E27FC236}">
                  <a16:creationId xmlns:a16="http://schemas.microsoft.com/office/drawing/2014/main" id="{506A9C39-6772-BF9A-B82A-E4E3FC629FB9}"/>
                </a:ext>
              </a:extLst>
            </p:cNvPr>
            <p:cNvSpPr/>
            <p:nvPr/>
          </p:nvSpPr>
          <p:spPr>
            <a:xfrm flipH="1">
              <a:off x="5849296" y="695337"/>
              <a:ext cx="5550426" cy="5550426"/>
            </a:xfrm>
            <a:custGeom>
              <a:avLst/>
              <a:gdLst>
                <a:gd name="connsiteX0" fmla="*/ 5550764 w 5550425"/>
                <a:gd name="connsiteY0" fmla="*/ 2776182 h 5550426"/>
                <a:gd name="connsiteX1" fmla="*/ 2776182 w 5550425"/>
                <a:gd name="connsiteY1" fmla="*/ 5550764 h 5550426"/>
                <a:gd name="connsiteX2" fmla="*/ 1600 w 5550425"/>
                <a:gd name="connsiteY2" fmla="*/ 2776182 h 5550426"/>
                <a:gd name="connsiteX3" fmla="*/ 2776182 w 5550425"/>
                <a:gd name="connsiteY3" fmla="*/ 1600 h 5550426"/>
                <a:gd name="connsiteX4" fmla="*/ 5550764 w 5550425"/>
                <a:gd name="connsiteY4" fmla="*/ 2776182 h 5550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0425" h="5550426">
                  <a:moveTo>
                    <a:pt x="5550764" y="2776182"/>
                  </a:moveTo>
                  <a:cubicBezTo>
                    <a:pt x="5550764" y="4308541"/>
                    <a:pt x="4308541" y="5550764"/>
                    <a:pt x="2776182" y="5550764"/>
                  </a:cubicBezTo>
                  <a:cubicBezTo>
                    <a:pt x="1243823" y="5550764"/>
                    <a:pt x="1600" y="4308541"/>
                    <a:pt x="1600" y="2776182"/>
                  </a:cubicBezTo>
                  <a:cubicBezTo>
                    <a:pt x="1600" y="1243823"/>
                    <a:pt x="1243823" y="1600"/>
                    <a:pt x="2776182" y="1600"/>
                  </a:cubicBezTo>
                  <a:cubicBezTo>
                    <a:pt x="4308541" y="1600"/>
                    <a:pt x="5550764" y="1243823"/>
                    <a:pt x="5550764" y="2776182"/>
                  </a:cubicBezTo>
                  <a:close/>
                </a:path>
              </a:pathLst>
            </a:custGeom>
            <a:solidFill>
              <a:schemeClr val="bg1"/>
            </a:solidFill>
            <a:ln w="4506"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C72693DB-5D7D-59B7-07F0-4A49EE6B90D1}"/>
                </a:ext>
              </a:extLst>
            </p:cNvPr>
            <p:cNvSpPr/>
            <p:nvPr/>
          </p:nvSpPr>
          <p:spPr>
            <a:xfrm flipH="1">
              <a:off x="6104138" y="949998"/>
              <a:ext cx="5040923" cy="5040923"/>
            </a:xfrm>
            <a:custGeom>
              <a:avLst/>
              <a:gdLst>
                <a:gd name="connsiteX0" fmla="*/ 2521521 w 5040922"/>
                <a:gd name="connsiteY0" fmla="*/ 1600 h 5040923"/>
                <a:gd name="connsiteX1" fmla="*/ 1600 w 5040922"/>
                <a:gd name="connsiteY1" fmla="*/ 2521520 h 5040923"/>
                <a:gd name="connsiteX2" fmla="*/ 2521521 w 5040922"/>
                <a:gd name="connsiteY2" fmla="*/ 5041396 h 5040923"/>
                <a:gd name="connsiteX3" fmla="*/ 5041396 w 5040922"/>
                <a:gd name="connsiteY3" fmla="*/ 2521520 h 5040923"/>
                <a:gd name="connsiteX4" fmla="*/ 2521521 w 5040922"/>
                <a:gd name="connsiteY4" fmla="*/ 1600 h 5040923"/>
                <a:gd name="connsiteX5" fmla="*/ 2521521 w 5040922"/>
                <a:gd name="connsiteY5" fmla="*/ 4802516 h 5040923"/>
                <a:gd name="connsiteX6" fmla="*/ 240525 w 5040922"/>
                <a:gd name="connsiteY6" fmla="*/ 2521520 h 5040923"/>
                <a:gd name="connsiteX7" fmla="*/ 2521521 w 5040922"/>
                <a:gd name="connsiteY7" fmla="*/ 240525 h 5040923"/>
                <a:gd name="connsiteX8" fmla="*/ 4802471 w 5040922"/>
                <a:gd name="connsiteY8" fmla="*/ 2521520 h 5040923"/>
                <a:gd name="connsiteX9" fmla="*/ 2521521 w 5040922"/>
                <a:gd name="connsiteY9" fmla="*/ 4802516 h 504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0922" h="5040923">
                  <a:moveTo>
                    <a:pt x="2521521" y="1600"/>
                  </a:moveTo>
                  <a:cubicBezTo>
                    <a:pt x="1129811" y="1600"/>
                    <a:pt x="1600" y="1129811"/>
                    <a:pt x="1600" y="2521520"/>
                  </a:cubicBezTo>
                  <a:cubicBezTo>
                    <a:pt x="1600" y="3913230"/>
                    <a:pt x="1129811" y="5041396"/>
                    <a:pt x="2521521" y="5041396"/>
                  </a:cubicBezTo>
                  <a:cubicBezTo>
                    <a:pt x="3913230" y="5041396"/>
                    <a:pt x="5041396" y="3913230"/>
                    <a:pt x="5041396" y="2521520"/>
                  </a:cubicBezTo>
                  <a:cubicBezTo>
                    <a:pt x="5041396" y="1129811"/>
                    <a:pt x="3913185" y="1600"/>
                    <a:pt x="2521521" y="1600"/>
                  </a:cubicBezTo>
                  <a:close/>
                  <a:moveTo>
                    <a:pt x="2521521" y="4802516"/>
                  </a:moveTo>
                  <a:cubicBezTo>
                    <a:pt x="1261741" y="4802516"/>
                    <a:pt x="240525" y="3781255"/>
                    <a:pt x="240525" y="2521520"/>
                  </a:cubicBezTo>
                  <a:cubicBezTo>
                    <a:pt x="240525" y="1261786"/>
                    <a:pt x="1261741" y="240525"/>
                    <a:pt x="2521521" y="240525"/>
                  </a:cubicBezTo>
                  <a:cubicBezTo>
                    <a:pt x="3781300" y="240525"/>
                    <a:pt x="4802471" y="1261740"/>
                    <a:pt x="4802471" y="2521520"/>
                  </a:cubicBezTo>
                  <a:cubicBezTo>
                    <a:pt x="4802471" y="3781300"/>
                    <a:pt x="3781255" y="4802516"/>
                    <a:pt x="2521521" y="4802516"/>
                  </a:cubicBezTo>
                  <a:close/>
                </a:path>
              </a:pathLst>
            </a:custGeom>
            <a:solidFill>
              <a:srgbClr val="22648E"/>
            </a:solidFill>
            <a:ln w="4506" cap="flat">
              <a:noFill/>
              <a:prstDash val="solid"/>
              <a:miter/>
            </a:ln>
          </p:spPr>
          <p:txBody>
            <a:bodyPr rtlCol="0" anchor="ctr"/>
            <a:lstStyle/>
            <a:p>
              <a:endParaRPr lang="en-US" dirty="0"/>
            </a:p>
          </p:txBody>
        </p:sp>
        <p:grpSp>
          <p:nvGrpSpPr>
            <p:cNvPr id="46" name="Group 45">
              <a:extLst>
                <a:ext uri="{FF2B5EF4-FFF2-40B4-BE49-F238E27FC236}">
                  <a16:creationId xmlns:a16="http://schemas.microsoft.com/office/drawing/2014/main" id="{70D81A83-205D-7DF0-6FC6-5D1BE61607A7}"/>
                </a:ext>
              </a:extLst>
            </p:cNvPr>
            <p:cNvGrpSpPr/>
            <p:nvPr/>
          </p:nvGrpSpPr>
          <p:grpSpPr>
            <a:xfrm>
              <a:off x="6957739" y="3024184"/>
              <a:ext cx="1045603" cy="1072415"/>
              <a:chOff x="7247382" y="3021368"/>
              <a:chExt cx="872776" cy="895155"/>
            </a:xfrm>
          </p:grpSpPr>
          <p:sp>
            <p:nvSpPr>
              <p:cNvPr id="11" name="Freeform: Shape 10">
                <a:extLst>
                  <a:ext uri="{FF2B5EF4-FFF2-40B4-BE49-F238E27FC236}">
                    <a16:creationId xmlns:a16="http://schemas.microsoft.com/office/drawing/2014/main" id="{88EFD31B-3C05-F606-8E69-DD1DF385D1CD}"/>
                  </a:ext>
                </a:extLst>
              </p:cNvPr>
              <p:cNvSpPr/>
              <p:nvPr/>
            </p:nvSpPr>
            <p:spPr>
              <a:xfrm>
                <a:off x="7247382" y="3294887"/>
                <a:ext cx="547039" cy="596770"/>
              </a:xfrm>
              <a:custGeom>
                <a:avLst/>
                <a:gdLst>
                  <a:gd name="connsiteX0" fmla="*/ 380082 w 547039"/>
                  <a:gd name="connsiteY0" fmla="*/ 383563 h 596770"/>
                  <a:gd name="connsiteX1" fmla="*/ 243819 w 547039"/>
                  <a:gd name="connsiteY1" fmla="*/ 234371 h 596770"/>
                  <a:gd name="connsiteX2" fmla="*/ 381076 w 547039"/>
                  <a:gd name="connsiteY2" fmla="*/ 234371 h 596770"/>
                  <a:gd name="connsiteX3" fmla="*/ 381076 w 547039"/>
                  <a:gd name="connsiteY3" fmla="*/ 194088 h 596770"/>
                  <a:gd name="connsiteX4" fmla="*/ 194088 w 547039"/>
                  <a:gd name="connsiteY4" fmla="*/ 194088 h 596770"/>
                  <a:gd name="connsiteX5" fmla="*/ 382568 w 547039"/>
                  <a:gd name="connsiteY5" fmla="*/ 431305 h 596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7039" h="596770">
                    <a:moveTo>
                      <a:pt x="380082" y="383563"/>
                    </a:moveTo>
                    <a:cubicBezTo>
                      <a:pt x="312750" y="359477"/>
                      <a:pt x="261720" y="303604"/>
                      <a:pt x="243819" y="234371"/>
                    </a:cubicBezTo>
                    <a:lnTo>
                      <a:pt x="381076" y="234371"/>
                    </a:lnTo>
                    <a:lnTo>
                      <a:pt x="381076" y="194088"/>
                    </a:lnTo>
                    <a:lnTo>
                      <a:pt x="194088" y="194088"/>
                    </a:lnTo>
                    <a:cubicBezTo>
                      <a:pt x="199771" y="305312"/>
                      <a:pt x="275507" y="400632"/>
                      <a:pt x="382568" y="431305"/>
                    </a:cubicBezTo>
                    <a:close/>
                  </a:path>
                </a:pathLst>
              </a:custGeom>
              <a:solidFill>
                <a:schemeClr val="bg1"/>
              </a:solidFill>
              <a:ln w="4956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0AA8A80-543B-150F-A396-8C4709ADEC0C}"/>
                  </a:ext>
                </a:extLst>
              </p:cNvPr>
              <p:cNvSpPr/>
              <p:nvPr/>
            </p:nvSpPr>
            <p:spPr>
              <a:xfrm>
                <a:off x="7446305" y="3291406"/>
                <a:ext cx="397847" cy="596770"/>
              </a:xfrm>
              <a:custGeom>
                <a:avLst/>
                <a:gdLst>
                  <a:gd name="connsiteX0" fmla="*/ 194088 w 397846"/>
                  <a:gd name="connsiteY0" fmla="*/ 196575 h 596770"/>
                  <a:gd name="connsiteX1" fmla="*/ 194088 w 397846"/>
                  <a:gd name="connsiteY1" fmla="*/ 436775 h 596770"/>
                  <a:gd name="connsiteX2" fmla="*/ 236857 w 397846"/>
                  <a:gd name="connsiteY2" fmla="*/ 442743 h 596770"/>
                  <a:gd name="connsiteX3" fmla="*/ 236857 w 397846"/>
                  <a:gd name="connsiteY3" fmla="*/ 194088 h 596770"/>
                </a:gdLst>
                <a:ahLst/>
                <a:cxnLst>
                  <a:cxn ang="0">
                    <a:pos x="connsiteX0" y="connsiteY0"/>
                  </a:cxn>
                  <a:cxn ang="0">
                    <a:pos x="connsiteX1" y="connsiteY1"/>
                  </a:cxn>
                  <a:cxn ang="0">
                    <a:pos x="connsiteX2" y="connsiteY2"/>
                  </a:cxn>
                  <a:cxn ang="0">
                    <a:pos x="connsiteX3" y="connsiteY3"/>
                  </a:cxn>
                </a:cxnLst>
                <a:rect l="l" t="t" r="r" b="b"/>
                <a:pathLst>
                  <a:path w="397846" h="596770">
                    <a:moveTo>
                      <a:pt x="194088" y="196575"/>
                    </a:moveTo>
                    <a:lnTo>
                      <a:pt x="194088" y="436775"/>
                    </a:lnTo>
                    <a:cubicBezTo>
                      <a:pt x="208096" y="440258"/>
                      <a:pt x="222431" y="442258"/>
                      <a:pt x="236857" y="442743"/>
                    </a:cubicBezTo>
                    <a:lnTo>
                      <a:pt x="236857" y="194088"/>
                    </a:lnTo>
                    <a:close/>
                  </a:path>
                </a:pathLst>
              </a:custGeom>
              <a:solidFill>
                <a:schemeClr val="bg1"/>
              </a:solidFill>
              <a:ln w="4956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7A0199F-9153-0163-CB71-5EAAF516A297}"/>
                  </a:ext>
                </a:extLst>
              </p:cNvPr>
              <p:cNvSpPr/>
              <p:nvPr/>
            </p:nvSpPr>
            <p:spPr>
              <a:xfrm>
                <a:off x="7523388" y="3021368"/>
                <a:ext cx="596770" cy="895155"/>
              </a:xfrm>
              <a:custGeom>
                <a:avLst/>
                <a:gdLst>
                  <a:gd name="connsiteX0" fmla="*/ 234868 w 596770"/>
                  <a:gd name="connsiteY0" fmla="*/ 199559 h 895155"/>
                  <a:gd name="connsiteX1" fmla="*/ 234868 w 596770"/>
                  <a:gd name="connsiteY1" fmla="*/ 199559 h 895155"/>
                  <a:gd name="connsiteX2" fmla="*/ 194088 w 596770"/>
                  <a:gd name="connsiteY2" fmla="*/ 194088 h 895155"/>
                  <a:gd name="connsiteX3" fmla="*/ 194088 w 596770"/>
                  <a:gd name="connsiteY3" fmla="*/ 199559 h 895155"/>
                  <a:gd name="connsiteX4" fmla="*/ 194088 w 596770"/>
                  <a:gd name="connsiteY4" fmla="*/ 199559 h 895155"/>
                  <a:gd name="connsiteX5" fmla="*/ 194088 w 596770"/>
                  <a:gd name="connsiteY5" fmla="*/ 696868 h 895155"/>
                  <a:gd name="connsiteX6" fmla="*/ 194088 w 596770"/>
                  <a:gd name="connsiteY6" fmla="*/ 696868 h 895155"/>
                  <a:gd name="connsiteX7" fmla="*/ 194088 w 596770"/>
                  <a:gd name="connsiteY7" fmla="*/ 714273 h 895155"/>
                  <a:gd name="connsiteX8" fmla="*/ 438267 w 596770"/>
                  <a:gd name="connsiteY8" fmla="*/ 454181 h 895155"/>
                  <a:gd name="connsiteX9" fmla="*/ 234868 w 596770"/>
                  <a:gd name="connsiteY9" fmla="*/ 199559 h 895155"/>
                  <a:gd name="connsiteX10" fmla="*/ 234868 w 596770"/>
                  <a:gd name="connsiteY10" fmla="*/ 661061 h 895155"/>
                  <a:gd name="connsiteX11" fmla="*/ 234868 w 596770"/>
                  <a:gd name="connsiteY11" fmla="*/ 245809 h 895155"/>
                  <a:gd name="connsiteX12" fmla="*/ 392017 w 596770"/>
                  <a:gd name="connsiteY12" fmla="*/ 453186 h 895155"/>
                  <a:gd name="connsiteX13" fmla="*/ 234868 w 596770"/>
                  <a:gd name="connsiteY13" fmla="*/ 661061 h 89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6770" h="895155">
                    <a:moveTo>
                      <a:pt x="234868" y="199559"/>
                    </a:moveTo>
                    <a:lnTo>
                      <a:pt x="234868" y="199559"/>
                    </a:lnTo>
                    <a:cubicBezTo>
                      <a:pt x="221472" y="196484"/>
                      <a:pt x="207821" y="194653"/>
                      <a:pt x="194088" y="194088"/>
                    </a:cubicBezTo>
                    <a:lnTo>
                      <a:pt x="194088" y="199559"/>
                    </a:lnTo>
                    <a:lnTo>
                      <a:pt x="194088" y="199559"/>
                    </a:lnTo>
                    <a:lnTo>
                      <a:pt x="194088" y="696868"/>
                    </a:lnTo>
                    <a:lnTo>
                      <a:pt x="194088" y="696868"/>
                    </a:lnTo>
                    <a:lnTo>
                      <a:pt x="194088" y="714273"/>
                    </a:lnTo>
                    <a:cubicBezTo>
                      <a:pt x="331371" y="705611"/>
                      <a:pt x="438278" y="591736"/>
                      <a:pt x="438267" y="454181"/>
                    </a:cubicBezTo>
                    <a:cubicBezTo>
                      <a:pt x="438447" y="332152"/>
                      <a:pt x="353922" y="226340"/>
                      <a:pt x="234868" y="199559"/>
                    </a:cubicBezTo>
                    <a:close/>
                    <a:moveTo>
                      <a:pt x="234868" y="661061"/>
                    </a:moveTo>
                    <a:lnTo>
                      <a:pt x="234868" y="245809"/>
                    </a:lnTo>
                    <a:cubicBezTo>
                      <a:pt x="327714" y="272041"/>
                      <a:pt x="391873" y="356706"/>
                      <a:pt x="392017" y="453186"/>
                    </a:cubicBezTo>
                    <a:cubicBezTo>
                      <a:pt x="391927" y="549795"/>
                      <a:pt x="327791" y="634633"/>
                      <a:pt x="234868" y="661061"/>
                    </a:cubicBezTo>
                    <a:close/>
                  </a:path>
                </a:pathLst>
              </a:custGeom>
              <a:solidFill>
                <a:schemeClr val="bg1"/>
              </a:solidFill>
              <a:ln w="4956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5291AA0-7DAF-9D04-E351-79B31884672B}"/>
                  </a:ext>
                </a:extLst>
              </p:cNvPr>
              <p:cNvSpPr/>
              <p:nvPr/>
            </p:nvSpPr>
            <p:spPr>
              <a:xfrm>
                <a:off x="7247382" y="3022362"/>
                <a:ext cx="596770" cy="596770"/>
              </a:xfrm>
              <a:custGeom>
                <a:avLst/>
                <a:gdLst>
                  <a:gd name="connsiteX0" fmla="*/ 437770 w 596770"/>
                  <a:gd name="connsiteY0" fmla="*/ 436278 h 596770"/>
                  <a:gd name="connsiteX1" fmla="*/ 437770 w 596770"/>
                  <a:gd name="connsiteY1" fmla="*/ 393012 h 596770"/>
                  <a:gd name="connsiteX2" fmla="*/ 437770 w 596770"/>
                  <a:gd name="connsiteY2" fmla="*/ 393012 h 596770"/>
                  <a:gd name="connsiteX3" fmla="*/ 437770 w 596770"/>
                  <a:gd name="connsiteY3" fmla="*/ 194088 h 596770"/>
                  <a:gd name="connsiteX4" fmla="*/ 194088 w 596770"/>
                  <a:gd name="connsiteY4" fmla="*/ 436278 h 596770"/>
                  <a:gd name="connsiteX5" fmla="*/ 437770 w 596770"/>
                  <a:gd name="connsiteY5" fmla="*/ 436278 h 596770"/>
                  <a:gd name="connsiteX6" fmla="*/ 393012 w 596770"/>
                  <a:gd name="connsiteY6" fmla="*/ 243819 h 596770"/>
                  <a:gd name="connsiteX7" fmla="*/ 393012 w 596770"/>
                  <a:gd name="connsiteY7" fmla="*/ 393012 h 596770"/>
                  <a:gd name="connsiteX8" fmla="*/ 243819 w 596770"/>
                  <a:gd name="connsiteY8" fmla="*/ 393012 h 596770"/>
                  <a:gd name="connsiteX9" fmla="*/ 393012 w 596770"/>
                  <a:gd name="connsiteY9" fmla="*/ 243819 h 596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6770" h="596770">
                    <a:moveTo>
                      <a:pt x="437770" y="436278"/>
                    </a:moveTo>
                    <a:lnTo>
                      <a:pt x="437770" y="393012"/>
                    </a:lnTo>
                    <a:lnTo>
                      <a:pt x="437770" y="393012"/>
                    </a:lnTo>
                    <a:lnTo>
                      <a:pt x="437770" y="194088"/>
                    </a:lnTo>
                    <a:cubicBezTo>
                      <a:pt x="307291" y="202263"/>
                      <a:pt x="203064" y="305851"/>
                      <a:pt x="194088" y="436278"/>
                    </a:cubicBezTo>
                    <a:lnTo>
                      <a:pt x="437770" y="436278"/>
                    </a:lnTo>
                    <a:close/>
                    <a:moveTo>
                      <a:pt x="393012" y="243819"/>
                    </a:moveTo>
                    <a:lnTo>
                      <a:pt x="393012" y="393012"/>
                    </a:lnTo>
                    <a:lnTo>
                      <a:pt x="243819" y="393012"/>
                    </a:lnTo>
                    <a:cubicBezTo>
                      <a:pt x="264369" y="320807"/>
                      <a:pt x="320807" y="264369"/>
                      <a:pt x="393012" y="243819"/>
                    </a:cubicBezTo>
                    <a:close/>
                  </a:path>
                </a:pathLst>
              </a:custGeom>
              <a:solidFill>
                <a:schemeClr val="bg1"/>
              </a:solidFill>
              <a:ln w="49565" cap="flat">
                <a:noFill/>
                <a:prstDash val="solid"/>
                <a:miter/>
              </a:ln>
            </p:spPr>
            <p:txBody>
              <a:bodyPr rtlCol="0" anchor="ctr"/>
              <a:lstStyle/>
              <a:p>
                <a:endParaRPr lang="en-US"/>
              </a:p>
            </p:txBody>
          </p:sp>
        </p:grpSp>
      </p:grpSp>
      <p:sp>
        <p:nvSpPr>
          <p:cNvPr id="47" name="Rectangle 46">
            <a:extLst>
              <a:ext uri="{FF2B5EF4-FFF2-40B4-BE49-F238E27FC236}">
                <a16:creationId xmlns:a16="http://schemas.microsoft.com/office/drawing/2014/main" id="{4F49EC8D-3904-3A53-227A-6A7B1D181B7C}"/>
              </a:ext>
            </a:extLst>
          </p:cNvPr>
          <p:cNvSpPr/>
          <p:nvPr/>
        </p:nvSpPr>
        <p:spPr>
          <a:xfrm>
            <a:off x="-46475" y="2424557"/>
            <a:ext cx="5532576" cy="1892826"/>
          </a:xfrm>
          <a:prstGeom prst="rect">
            <a:avLst/>
          </a:prstGeom>
        </p:spPr>
        <p:txBody>
          <a:bodyPr wrap="square">
            <a:spAutoFit/>
          </a:bodyPr>
          <a:lstStyle/>
          <a:p>
            <a:pPr algn="ctr"/>
            <a:r>
              <a:rPr lang="en-US" sz="5300" dirty="0">
                <a:solidFill>
                  <a:schemeClr val="bg1"/>
                </a:solidFill>
                <a:latin typeface="Poppins Light" panose="00000400000000000000" pitchFamily="2" charset="0"/>
                <a:cs typeface="Poppins Light" panose="00000400000000000000" pitchFamily="2" charset="0"/>
              </a:rPr>
              <a:t>HOME DELIVERY </a:t>
            </a:r>
            <a:r>
              <a:rPr lang="en-US" sz="6300" dirty="0">
                <a:solidFill>
                  <a:schemeClr val="bg1"/>
                </a:solidFill>
                <a:latin typeface="Poppins Black" panose="00000A00000000000000" pitchFamily="2" charset="0"/>
                <a:cs typeface="Poppins Black" panose="00000A00000000000000" pitchFamily="2" charset="0"/>
              </a:rPr>
              <a:t>PHARMACY</a:t>
            </a:r>
          </a:p>
        </p:txBody>
      </p:sp>
      <p:grpSp>
        <p:nvGrpSpPr>
          <p:cNvPr id="91" name="Group 90">
            <a:extLst>
              <a:ext uri="{FF2B5EF4-FFF2-40B4-BE49-F238E27FC236}">
                <a16:creationId xmlns:a16="http://schemas.microsoft.com/office/drawing/2014/main" id="{513DDCDA-5C12-7141-6133-A7379EA9ED90}"/>
              </a:ext>
            </a:extLst>
          </p:cNvPr>
          <p:cNvGrpSpPr/>
          <p:nvPr/>
        </p:nvGrpSpPr>
        <p:grpSpPr>
          <a:xfrm>
            <a:off x="147477" y="2165014"/>
            <a:ext cx="5182278" cy="2382884"/>
            <a:chOff x="118624" y="2171727"/>
            <a:chExt cx="4935976" cy="2209800"/>
          </a:xfrm>
        </p:grpSpPr>
        <p:cxnSp>
          <p:nvCxnSpPr>
            <p:cNvPr id="88" name="Straight Connector 87">
              <a:extLst>
                <a:ext uri="{FF2B5EF4-FFF2-40B4-BE49-F238E27FC236}">
                  <a16:creationId xmlns:a16="http://schemas.microsoft.com/office/drawing/2014/main" id="{AE657445-556D-E01F-5293-309318AD1354}"/>
                </a:ext>
              </a:extLst>
            </p:cNvPr>
            <p:cNvCxnSpPr>
              <a:cxnSpLocks/>
            </p:cNvCxnSpPr>
            <p:nvPr/>
          </p:nvCxnSpPr>
          <p:spPr>
            <a:xfrm>
              <a:off x="118624" y="4381527"/>
              <a:ext cx="4935976" cy="0"/>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8DE0753-6DCA-D213-6622-443380B647D2}"/>
                </a:ext>
              </a:extLst>
            </p:cNvPr>
            <p:cNvCxnSpPr>
              <a:cxnSpLocks/>
            </p:cNvCxnSpPr>
            <p:nvPr/>
          </p:nvCxnSpPr>
          <p:spPr>
            <a:xfrm>
              <a:off x="118624" y="2171727"/>
              <a:ext cx="4935976" cy="0"/>
            </a:xfrm>
            <a:prstGeom prst="line">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152986D2-B5A6-129F-2529-ADA3D2A6E140}"/>
              </a:ext>
            </a:extLst>
          </p:cNvPr>
          <p:cNvGrpSpPr/>
          <p:nvPr/>
        </p:nvGrpSpPr>
        <p:grpSpPr>
          <a:xfrm>
            <a:off x="-2263129" y="3064457"/>
            <a:ext cx="8238235" cy="4601549"/>
            <a:chOff x="-2263129" y="3064457"/>
            <a:chExt cx="8238235" cy="4601549"/>
          </a:xfrm>
          <a:solidFill>
            <a:schemeClr val="bg1">
              <a:alpha val="5000"/>
            </a:schemeClr>
          </a:solidFill>
        </p:grpSpPr>
        <p:sp>
          <p:nvSpPr>
            <p:cNvPr id="97" name="Freeform: Shape 96">
              <a:extLst>
                <a:ext uri="{FF2B5EF4-FFF2-40B4-BE49-F238E27FC236}">
                  <a16:creationId xmlns:a16="http://schemas.microsoft.com/office/drawing/2014/main" id="{3C0C38FD-FD1F-CD65-C6B2-4FCA941F9ED4}"/>
                </a:ext>
              </a:extLst>
            </p:cNvPr>
            <p:cNvSpPr/>
            <p:nvPr/>
          </p:nvSpPr>
          <p:spPr>
            <a:xfrm>
              <a:off x="-1866118" y="6273468"/>
              <a:ext cx="1392538" cy="1392538"/>
            </a:xfrm>
            <a:custGeom>
              <a:avLst/>
              <a:gdLst>
                <a:gd name="connsiteX0" fmla="*/ 2059031 w 2061620"/>
                <a:gd name="connsiteY0" fmla="*/ 690085 h 2061621"/>
                <a:gd name="connsiteX1" fmla="*/ 1372755 w 2061620"/>
                <a:gd name="connsiteY1" fmla="*/ 690085 h 2061621"/>
                <a:gd name="connsiteX2" fmla="*/ 1372755 w 2061620"/>
                <a:gd name="connsiteY2" fmla="*/ 3808 h 2061621"/>
                <a:gd name="connsiteX3" fmla="*/ 690034 w 2061620"/>
                <a:gd name="connsiteY3" fmla="*/ 3808 h 2061621"/>
                <a:gd name="connsiteX4" fmla="*/ 690034 w 2061620"/>
                <a:gd name="connsiteY4" fmla="*/ 690085 h 2061621"/>
                <a:gd name="connsiteX5" fmla="*/ 3808 w 2061620"/>
                <a:gd name="connsiteY5" fmla="*/ 690085 h 2061621"/>
                <a:gd name="connsiteX6" fmla="*/ 3808 w 2061620"/>
                <a:gd name="connsiteY6" fmla="*/ 1372755 h 2061621"/>
                <a:gd name="connsiteX7" fmla="*/ 690034 w 2061620"/>
                <a:gd name="connsiteY7" fmla="*/ 1372755 h 2061621"/>
                <a:gd name="connsiteX8" fmla="*/ 690034 w 2061620"/>
                <a:gd name="connsiteY8" fmla="*/ 2059031 h 2061621"/>
                <a:gd name="connsiteX9" fmla="*/ 1372755 w 2061620"/>
                <a:gd name="connsiteY9" fmla="*/ 2059031 h 2061621"/>
                <a:gd name="connsiteX10" fmla="*/ 1372755 w 2061620"/>
                <a:gd name="connsiteY10" fmla="*/ 1372755 h 2061621"/>
                <a:gd name="connsiteX11" fmla="*/ 2059031 w 2061620"/>
                <a:gd name="connsiteY11" fmla="*/ 1372755 h 2061621"/>
                <a:gd name="connsiteX12" fmla="*/ 2059031 w 2061620"/>
                <a:gd name="connsiteY12" fmla="*/ 690085 h 206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61620" h="2061621">
                  <a:moveTo>
                    <a:pt x="2059031" y="690085"/>
                  </a:moveTo>
                  <a:lnTo>
                    <a:pt x="1372755" y="690085"/>
                  </a:lnTo>
                  <a:lnTo>
                    <a:pt x="1372755" y="3808"/>
                  </a:lnTo>
                  <a:lnTo>
                    <a:pt x="690034" y="3808"/>
                  </a:lnTo>
                  <a:lnTo>
                    <a:pt x="690034" y="690085"/>
                  </a:lnTo>
                  <a:lnTo>
                    <a:pt x="3808" y="690085"/>
                  </a:lnTo>
                  <a:lnTo>
                    <a:pt x="3808" y="1372755"/>
                  </a:lnTo>
                  <a:lnTo>
                    <a:pt x="690034" y="1372755"/>
                  </a:lnTo>
                  <a:lnTo>
                    <a:pt x="690034" y="2059031"/>
                  </a:lnTo>
                  <a:lnTo>
                    <a:pt x="1372755" y="2059031"/>
                  </a:lnTo>
                  <a:lnTo>
                    <a:pt x="1372755" y="1372755"/>
                  </a:lnTo>
                  <a:lnTo>
                    <a:pt x="2059031" y="1372755"/>
                  </a:lnTo>
                  <a:lnTo>
                    <a:pt x="2059031" y="690085"/>
                  </a:ln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4B9F005-25BB-3AFE-E505-1A7EB7B60E9B}"/>
                </a:ext>
              </a:extLst>
            </p:cNvPr>
            <p:cNvSpPr/>
            <p:nvPr/>
          </p:nvSpPr>
          <p:spPr>
            <a:xfrm>
              <a:off x="1964665" y="6230217"/>
              <a:ext cx="336130" cy="336130"/>
            </a:xfrm>
            <a:custGeom>
              <a:avLst/>
              <a:gdLst>
                <a:gd name="connsiteX0" fmla="*/ 494992 w 497632"/>
                <a:gd name="connsiteY0" fmla="*/ 167774 h 497632"/>
                <a:gd name="connsiteX1" fmla="*/ 330977 w 497632"/>
                <a:gd name="connsiteY1" fmla="*/ 167774 h 497632"/>
                <a:gd name="connsiteX2" fmla="*/ 330977 w 497632"/>
                <a:gd name="connsiteY2" fmla="*/ 3808 h 497632"/>
                <a:gd name="connsiteX3" fmla="*/ 167824 w 497632"/>
                <a:gd name="connsiteY3" fmla="*/ 3808 h 497632"/>
                <a:gd name="connsiteX4" fmla="*/ 167824 w 497632"/>
                <a:gd name="connsiteY4" fmla="*/ 167774 h 497632"/>
                <a:gd name="connsiteX5" fmla="*/ 3808 w 497632"/>
                <a:gd name="connsiteY5" fmla="*/ 167774 h 497632"/>
                <a:gd name="connsiteX6" fmla="*/ 3808 w 497632"/>
                <a:gd name="connsiteY6" fmla="*/ 330976 h 497632"/>
                <a:gd name="connsiteX7" fmla="*/ 167824 w 497632"/>
                <a:gd name="connsiteY7" fmla="*/ 330976 h 497632"/>
                <a:gd name="connsiteX8" fmla="*/ 167824 w 497632"/>
                <a:gd name="connsiteY8" fmla="*/ 494992 h 497632"/>
                <a:gd name="connsiteX9" fmla="*/ 330977 w 497632"/>
                <a:gd name="connsiteY9" fmla="*/ 494992 h 497632"/>
                <a:gd name="connsiteX10" fmla="*/ 330977 w 497632"/>
                <a:gd name="connsiteY10" fmla="*/ 330976 h 497632"/>
                <a:gd name="connsiteX11" fmla="*/ 494992 w 497632"/>
                <a:gd name="connsiteY11" fmla="*/ 330976 h 497632"/>
                <a:gd name="connsiteX12" fmla="*/ 494992 w 497632"/>
                <a:gd name="connsiteY12" fmla="*/ 167774 h 49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632" h="497632">
                  <a:moveTo>
                    <a:pt x="494992" y="167774"/>
                  </a:moveTo>
                  <a:lnTo>
                    <a:pt x="330977" y="167774"/>
                  </a:lnTo>
                  <a:lnTo>
                    <a:pt x="330977" y="3808"/>
                  </a:lnTo>
                  <a:lnTo>
                    <a:pt x="167824" y="3808"/>
                  </a:lnTo>
                  <a:lnTo>
                    <a:pt x="167824" y="167774"/>
                  </a:lnTo>
                  <a:lnTo>
                    <a:pt x="3808" y="167774"/>
                  </a:lnTo>
                  <a:lnTo>
                    <a:pt x="3808" y="330976"/>
                  </a:lnTo>
                  <a:lnTo>
                    <a:pt x="167824" y="330976"/>
                  </a:lnTo>
                  <a:lnTo>
                    <a:pt x="167824" y="494992"/>
                  </a:lnTo>
                  <a:lnTo>
                    <a:pt x="330977" y="494992"/>
                  </a:lnTo>
                  <a:lnTo>
                    <a:pt x="330977" y="330976"/>
                  </a:lnTo>
                  <a:lnTo>
                    <a:pt x="494992" y="330976"/>
                  </a:lnTo>
                  <a:lnTo>
                    <a:pt x="494992" y="167774"/>
                  </a:ln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22567F62-C44B-2861-B06D-4150C42EEE04}"/>
                </a:ext>
              </a:extLst>
            </p:cNvPr>
            <p:cNvSpPr/>
            <p:nvPr/>
          </p:nvSpPr>
          <p:spPr>
            <a:xfrm>
              <a:off x="4955809" y="3064457"/>
              <a:ext cx="267532" cy="267532"/>
            </a:xfrm>
            <a:custGeom>
              <a:avLst/>
              <a:gdLst>
                <a:gd name="connsiteX0" fmla="*/ 394551 w 396074"/>
                <a:gd name="connsiteY0" fmla="*/ 134259 h 396074"/>
                <a:gd name="connsiteX1" fmla="*/ 264101 w 396074"/>
                <a:gd name="connsiteY1" fmla="*/ 134259 h 396074"/>
                <a:gd name="connsiteX2" fmla="*/ 264101 w 396074"/>
                <a:gd name="connsiteY2" fmla="*/ 3808 h 396074"/>
                <a:gd name="connsiteX3" fmla="*/ 134310 w 396074"/>
                <a:gd name="connsiteY3" fmla="*/ 3808 h 396074"/>
                <a:gd name="connsiteX4" fmla="*/ 134310 w 396074"/>
                <a:gd name="connsiteY4" fmla="*/ 134259 h 396074"/>
                <a:gd name="connsiteX5" fmla="*/ 3808 w 396074"/>
                <a:gd name="connsiteY5" fmla="*/ 134259 h 396074"/>
                <a:gd name="connsiteX6" fmla="*/ 3808 w 396074"/>
                <a:gd name="connsiteY6" fmla="*/ 264050 h 396074"/>
                <a:gd name="connsiteX7" fmla="*/ 134310 w 396074"/>
                <a:gd name="connsiteY7" fmla="*/ 264050 h 396074"/>
                <a:gd name="connsiteX8" fmla="*/ 134310 w 396074"/>
                <a:gd name="connsiteY8" fmla="*/ 394501 h 396074"/>
                <a:gd name="connsiteX9" fmla="*/ 264101 w 396074"/>
                <a:gd name="connsiteY9" fmla="*/ 394501 h 396074"/>
                <a:gd name="connsiteX10" fmla="*/ 264101 w 396074"/>
                <a:gd name="connsiteY10" fmla="*/ 264050 h 396074"/>
                <a:gd name="connsiteX11" fmla="*/ 394551 w 396074"/>
                <a:gd name="connsiteY11" fmla="*/ 264050 h 396074"/>
                <a:gd name="connsiteX12" fmla="*/ 394551 w 396074"/>
                <a:gd name="connsiteY12" fmla="*/ 134259 h 39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6074" h="396074">
                  <a:moveTo>
                    <a:pt x="394551" y="134259"/>
                  </a:moveTo>
                  <a:lnTo>
                    <a:pt x="264101" y="134259"/>
                  </a:lnTo>
                  <a:lnTo>
                    <a:pt x="264101" y="3808"/>
                  </a:lnTo>
                  <a:lnTo>
                    <a:pt x="134310" y="3808"/>
                  </a:lnTo>
                  <a:lnTo>
                    <a:pt x="134310" y="134259"/>
                  </a:lnTo>
                  <a:lnTo>
                    <a:pt x="3808" y="134259"/>
                  </a:lnTo>
                  <a:lnTo>
                    <a:pt x="3808" y="264050"/>
                  </a:lnTo>
                  <a:lnTo>
                    <a:pt x="134310" y="264050"/>
                  </a:lnTo>
                  <a:lnTo>
                    <a:pt x="134310" y="394501"/>
                  </a:lnTo>
                  <a:lnTo>
                    <a:pt x="264101" y="394501"/>
                  </a:lnTo>
                  <a:lnTo>
                    <a:pt x="264101" y="264050"/>
                  </a:lnTo>
                  <a:lnTo>
                    <a:pt x="394551" y="264050"/>
                  </a:lnTo>
                  <a:lnTo>
                    <a:pt x="394551" y="134259"/>
                  </a:ln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6915A98-408A-B783-4E39-771669A60AB4}"/>
                </a:ext>
              </a:extLst>
            </p:cNvPr>
            <p:cNvSpPr/>
            <p:nvPr/>
          </p:nvSpPr>
          <p:spPr>
            <a:xfrm>
              <a:off x="-2263129" y="6928373"/>
              <a:ext cx="185215" cy="185215"/>
            </a:xfrm>
            <a:custGeom>
              <a:avLst/>
              <a:gdLst>
                <a:gd name="connsiteX0" fmla="*/ 274663 w 274205"/>
                <a:gd name="connsiteY0" fmla="*/ 94245 h 274205"/>
                <a:gd name="connsiteX1" fmla="*/ 184226 w 274205"/>
                <a:gd name="connsiteY1" fmla="*/ 94245 h 274205"/>
                <a:gd name="connsiteX2" fmla="*/ 184226 w 274205"/>
                <a:gd name="connsiteY2" fmla="*/ 3808 h 274205"/>
                <a:gd name="connsiteX3" fmla="*/ 94246 w 274205"/>
                <a:gd name="connsiteY3" fmla="*/ 3808 h 274205"/>
                <a:gd name="connsiteX4" fmla="*/ 94246 w 274205"/>
                <a:gd name="connsiteY4" fmla="*/ 94245 h 274205"/>
                <a:gd name="connsiteX5" fmla="*/ 3808 w 274205"/>
                <a:gd name="connsiteY5" fmla="*/ 94245 h 274205"/>
                <a:gd name="connsiteX6" fmla="*/ 3808 w 274205"/>
                <a:gd name="connsiteY6" fmla="*/ 184225 h 274205"/>
                <a:gd name="connsiteX7" fmla="*/ 94246 w 274205"/>
                <a:gd name="connsiteY7" fmla="*/ 184225 h 274205"/>
                <a:gd name="connsiteX8" fmla="*/ 94246 w 274205"/>
                <a:gd name="connsiteY8" fmla="*/ 274663 h 274205"/>
                <a:gd name="connsiteX9" fmla="*/ 184226 w 274205"/>
                <a:gd name="connsiteY9" fmla="*/ 274663 h 274205"/>
                <a:gd name="connsiteX10" fmla="*/ 184226 w 274205"/>
                <a:gd name="connsiteY10" fmla="*/ 184225 h 274205"/>
                <a:gd name="connsiteX11" fmla="*/ 274663 w 274205"/>
                <a:gd name="connsiteY11" fmla="*/ 184225 h 274205"/>
                <a:gd name="connsiteX12" fmla="*/ 274663 w 274205"/>
                <a:gd name="connsiteY12" fmla="*/ 94245 h 27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4205" h="274205">
                  <a:moveTo>
                    <a:pt x="274663" y="94245"/>
                  </a:moveTo>
                  <a:lnTo>
                    <a:pt x="184226" y="94245"/>
                  </a:lnTo>
                  <a:lnTo>
                    <a:pt x="184226" y="3808"/>
                  </a:lnTo>
                  <a:lnTo>
                    <a:pt x="94246" y="3808"/>
                  </a:lnTo>
                  <a:lnTo>
                    <a:pt x="94246" y="94245"/>
                  </a:lnTo>
                  <a:lnTo>
                    <a:pt x="3808" y="94245"/>
                  </a:lnTo>
                  <a:lnTo>
                    <a:pt x="3808" y="184225"/>
                  </a:lnTo>
                  <a:lnTo>
                    <a:pt x="94246" y="184225"/>
                  </a:lnTo>
                  <a:lnTo>
                    <a:pt x="94246" y="274663"/>
                  </a:lnTo>
                  <a:lnTo>
                    <a:pt x="184226" y="274663"/>
                  </a:lnTo>
                  <a:lnTo>
                    <a:pt x="184226" y="184225"/>
                  </a:lnTo>
                  <a:lnTo>
                    <a:pt x="274663" y="184225"/>
                  </a:lnTo>
                  <a:lnTo>
                    <a:pt x="274663" y="94245"/>
                  </a:ln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3C0E00EE-86C1-463D-F428-E5F45E9FE96E}"/>
                </a:ext>
              </a:extLst>
            </p:cNvPr>
            <p:cNvSpPr/>
            <p:nvPr/>
          </p:nvSpPr>
          <p:spPr>
            <a:xfrm>
              <a:off x="756381" y="4742945"/>
              <a:ext cx="847184" cy="847184"/>
            </a:xfrm>
            <a:custGeom>
              <a:avLst/>
              <a:gdLst>
                <a:gd name="connsiteX0" fmla="*/ 1252968 w 1254237"/>
                <a:gd name="connsiteY0" fmla="*/ 420906 h 1254237"/>
                <a:gd name="connsiteX1" fmla="*/ 835870 w 1254237"/>
                <a:gd name="connsiteY1" fmla="*/ 420906 h 1254237"/>
                <a:gd name="connsiteX2" fmla="*/ 835870 w 1254237"/>
                <a:gd name="connsiteY2" fmla="*/ 3808 h 1254237"/>
                <a:gd name="connsiteX3" fmla="*/ 420906 w 1254237"/>
                <a:gd name="connsiteY3" fmla="*/ 3808 h 1254237"/>
                <a:gd name="connsiteX4" fmla="*/ 420906 w 1254237"/>
                <a:gd name="connsiteY4" fmla="*/ 420906 h 1254237"/>
                <a:gd name="connsiteX5" fmla="*/ 3808 w 1254237"/>
                <a:gd name="connsiteY5" fmla="*/ 420906 h 1254237"/>
                <a:gd name="connsiteX6" fmla="*/ 3808 w 1254237"/>
                <a:gd name="connsiteY6" fmla="*/ 835870 h 1254237"/>
                <a:gd name="connsiteX7" fmla="*/ 420906 w 1254237"/>
                <a:gd name="connsiteY7" fmla="*/ 835870 h 1254237"/>
                <a:gd name="connsiteX8" fmla="*/ 420906 w 1254237"/>
                <a:gd name="connsiteY8" fmla="*/ 1252968 h 1254237"/>
                <a:gd name="connsiteX9" fmla="*/ 835870 w 1254237"/>
                <a:gd name="connsiteY9" fmla="*/ 1252968 h 1254237"/>
                <a:gd name="connsiteX10" fmla="*/ 835870 w 1254237"/>
                <a:gd name="connsiteY10" fmla="*/ 835870 h 1254237"/>
                <a:gd name="connsiteX11" fmla="*/ 1252968 w 1254237"/>
                <a:gd name="connsiteY11" fmla="*/ 835870 h 1254237"/>
                <a:gd name="connsiteX12" fmla="*/ 1252968 w 1254237"/>
                <a:gd name="connsiteY12" fmla="*/ 420906 h 125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37" h="1254237">
                  <a:moveTo>
                    <a:pt x="1252968" y="420906"/>
                  </a:moveTo>
                  <a:lnTo>
                    <a:pt x="835870" y="420906"/>
                  </a:lnTo>
                  <a:lnTo>
                    <a:pt x="835870" y="3808"/>
                  </a:lnTo>
                  <a:lnTo>
                    <a:pt x="420906" y="3808"/>
                  </a:lnTo>
                  <a:lnTo>
                    <a:pt x="420906" y="420906"/>
                  </a:lnTo>
                  <a:lnTo>
                    <a:pt x="3808" y="420906"/>
                  </a:lnTo>
                  <a:lnTo>
                    <a:pt x="3808" y="835870"/>
                  </a:lnTo>
                  <a:lnTo>
                    <a:pt x="420906" y="835870"/>
                  </a:lnTo>
                  <a:lnTo>
                    <a:pt x="420906" y="1252968"/>
                  </a:lnTo>
                  <a:lnTo>
                    <a:pt x="835870" y="1252968"/>
                  </a:lnTo>
                  <a:lnTo>
                    <a:pt x="835870" y="835870"/>
                  </a:lnTo>
                  <a:lnTo>
                    <a:pt x="1252968" y="835870"/>
                  </a:lnTo>
                  <a:lnTo>
                    <a:pt x="1252968" y="420906"/>
                  </a:ln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12CDFF7-3006-E501-E786-52BD73C64507}"/>
                </a:ext>
              </a:extLst>
            </p:cNvPr>
            <p:cNvSpPr/>
            <p:nvPr/>
          </p:nvSpPr>
          <p:spPr>
            <a:xfrm>
              <a:off x="2923698" y="4570525"/>
              <a:ext cx="716849" cy="716849"/>
            </a:xfrm>
            <a:custGeom>
              <a:avLst/>
              <a:gdLst>
                <a:gd name="connsiteX0" fmla="*/ 1061684 w 1061277"/>
                <a:gd name="connsiteY0" fmla="*/ 357026 h 1061277"/>
                <a:gd name="connsiteX1" fmla="*/ 708467 w 1061277"/>
                <a:gd name="connsiteY1" fmla="*/ 357026 h 1061277"/>
                <a:gd name="connsiteX2" fmla="*/ 708467 w 1061277"/>
                <a:gd name="connsiteY2" fmla="*/ 3808 h 1061277"/>
                <a:gd name="connsiteX3" fmla="*/ 357026 w 1061277"/>
                <a:gd name="connsiteY3" fmla="*/ 3808 h 1061277"/>
                <a:gd name="connsiteX4" fmla="*/ 357026 w 1061277"/>
                <a:gd name="connsiteY4" fmla="*/ 357026 h 1061277"/>
                <a:gd name="connsiteX5" fmla="*/ 3808 w 1061277"/>
                <a:gd name="connsiteY5" fmla="*/ 357026 h 1061277"/>
                <a:gd name="connsiteX6" fmla="*/ 3808 w 1061277"/>
                <a:gd name="connsiteY6" fmla="*/ 708466 h 1061277"/>
                <a:gd name="connsiteX7" fmla="*/ 357026 w 1061277"/>
                <a:gd name="connsiteY7" fmla="*/ 708466 h 1061277"/>
                <a:gd name="connsiteX8" fmla="*/ 357026 w 1061277"/>
                <a:gd name="connsiteY8" fmla="*/ 1061684 h 1061277"/>
                <a:gd name="connsiteX9" fmla="*/ 708467 w 1061277"/>
                <a:gd name="connsiteY9" fmla="*/ 1061684 h 1061277"/>
                <a:gd name="connsiteX10" fmla="*/ 708467 w 1061277"/>
                <a:gd name="connsiteY10" fmla="*/ 708466 h 1061277"/>
                <a:gd name="connsiteX11" fmla="*/ 1061684 w 1061277"/>
                <a:gd name="connsiteY11" fmla="*/ 708466 h 1061277"/>
                <a:gd name="connsiteX12" fmla="*/ 1061684 w 1061277"/>
                <a:gd name="connsiteY12" fmla="*/ 357026 h 106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1277" h="1061277">
                  <a:moveTo>
                    <a:pt x="1061684" y="357026"/>
                  </a:moveTo>
                  <a:lnTo>
                    <a:pt x="708467" y="357026"/>
                  </a:lnTo>
                  <a:lnTo>
                    <a:pt x="708467" y="3808"/>
                  </a:lnTo>
                  <a:lnTo>
                    <a:pt x="357026" y="3808"/>
                  </a:lnTo>
                  <a:lnTo>
                    <a:pt x="357026" y="357026"/>
                  </a:lnTo>
                  <a:lnTo>
                    <a:pt x="3808" y="357026"/>
                  </a:lnTo>
                  <a:lnTo>
                    <a:pt x="3808" y="708466"/>
                  </a:lnTo>
                  <a:lnTo>
                    <a:pt x="357026" y="708466"/>
                  </a:lnTo>
                  <a:lnTo>
                    <a:pt x="357026" y="1061684"/>
                  </a:lnTo>
                  <a:lnTo>
                    <a:pt x="708467" y="1061684"/>
                  </a:lnTo>
                  <a:lnTo>
                    <a:pt x="708467" y="708466"/>
                  </a:lnTo>
                  <a:lnTo>
                    <a:pt x="1061684" y="708466"/>
                  </a:lnTo>
                  <a:lnTo>
                    <a:pt x="1061684" y="357026"/>
                  </a:ln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BA9CAB5C-4971-129F-E8C9-95008C9BDB5D}"/>
                </a:ext>
              </a:extLst>
            </p:cNvPr>
            <p:cNvSpPr/>
            <p:nvPr/>
          </p:nvSpPr>
          <p:spPr>
            <a:xfrm>
              <a:off x="3646377" y="5006396"/>
              <a:ext cx="1330800" cy="1330800"/>
            </a:xfrm>
            <a:custGeom>
              <a:avLst/>
              <a:gdLst>
                <a:gd name="connsiteX0" fmla="*/ 1968138 w 1970219"/>
                <a:gd name="connsiteY0" fmla="*/ 659668 h 1970219"/>
                <a:gd name="connsiteX1" fmla="*/ 1312227 w 1970219"/>
                <a:gd name="connsiteY1" fmla="*/ 659668 h 1970219"/>
                <a:gd name="connsiteX2" fmla="*/ 1312227 w 1970219"/>
                <a:gd name="connsiteY2" fmla="*/ 3808 h 1970219"/>
                <a:gd name="connsiteX3" fmla="*/ 659719 w 1970219"/>
                <a:gd name="connsiteY3" fmla="*/ 3808 h 1970219"/>
                <a:gd name="connsiteX4" fmla="*/ 659719 w 1970219"/>
                <a:gd name="connsiteY4" fmla="*/ 659668 h 1970219"/>
                <a:gd name="connsiteX5" fmla="*/ 3808 w 1970219"/>
                <a:gd name="connsiteY5" fmla="*/ 659668 h 1970219"/>
                <a:gd name="connsiteX6" fmla="*/ 3808 w 1970219"/>
                <a:gd name="connsiteY6" fmla="*/ 1312176 h 1970219"/>
                <a:gd name="connsiteX7" fmla="*/ 659719 w 1970219"/>
                <a:gd name="connsiteY7" fmla="*/ 1312176 h 1970219"/>
                <a:gd name="connsiteX8" fmla="*/ 659719 w 1970219"/>
                <a:gd name="connsiteY8" fmla="*/ 1968087 h 1970219"/>
                <a:gd name="connsiteX9" fmla="*/ 1312227 w 1970219"/>
                <a:gd name="connsiteY9" fmla="*/ 1968087 h 1970219"/>
                <a:gd name="connsiteX10" fmla="*/ 1312227 w 1970219"/>
                <a:gd name="connsiteY10" fmla="*/ 1312176 h 1970219"/>
                <a:gd name="connsiteX11" fmla="*/ 1968138 w 1970219"/>
                <a:gd name="connsiteY11" fmla="*/ 1312176 h 1970219"/>
                <a:gd name="connsiteX12" fmla="*/ 1968138 w 1970219"/>
                <a:gd name="connsiteY12" fmla="*/ 659668 h 197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0219" h="1970219">
                  <a:moveTo>
                    <a:pt x="1968138" y="659668"/>
                  </a:moveTo>
                  <a:lnTo>
                    <a:pt x="1312227" y="659668"/>
                  </a:lnTo>
                  <a:lnTo>
                    <a:pt x="1312227" y="3808"/>
                  </a:lnTo>
                  <a:lnTo>
                    <a:pt x="659719" y="3808"/>
                  </a:lnTo>
                  <a:lnTo>
                    <a:pt x="659719" y="659668"/>
                  </a:lnTo>
                  <a:lnTo>
                    <a:pt x="3808" y="659668"/>
                  </a:lnTo>
                  <a:lnTo>
                    <a:pt x="3808" y="1312176"/>
                  </a:lnTo>
                  <a:lnTo>
                    <a:pt x="659719" y="1312176"/>
                  </a:lnTo>
                  <a:lnTo>
                    <a:pt x="659719" y="1968087"/>
                  </a:lnTo>
                  <a:lnTo>
                    <a:pt x="1312227" y="1968087"/>
                  </a:lnTo>
                  <a:lnTo>
                    <a:pt x="1312227" y="1312176"/>
                  </a:lnTo>
                  <a:lnTo>
                    <a:pt x="1968138" y="1312176"/>
                  </a:lnTo>
                  <a:lnTo>
                    <a:pt x="1968138" y="659668"/>
                  </a:ln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F79D91E9-C7FC-C3DB-F35E-84F952BF8F5A}"/>
                </a:ext>
              </a:extLst>
            </p:cNvPr>
            <p:cNvSpPr/>
            <p:nvPr/>
          </p:nvSpPr>
          <p:spPr>
            <a:xfrm>
              <a:off x="3318925" y="3834640"/>
              <a:ext cx="246953" cy="246953"/>
            </a:xfrm>
            <a:custGeom>
              <a:avLst/>
              <a:gdLst>
                <a:gd name="connsiteX0" fmla="*/ 362155 w 365607"/>
                <a:gd name="connsiteY0" fmla="*/ 123494 h 365607"/>
                <a:gd name="connsiteX1" fmla="*/ 242520 w 365607"/>
                <a:gd name="connsiteY1" fmla="*/ 123494 h 365607"/>
                <a:gd name="connsiteX2" fmla="*/ 242520 w 365607"/>
                <a:gd name="connsiteY2" fmla="*/ 3808 h 365607"/>
                <a:gd name="connsiteX3" fmla="*/ 123444 w 365607"/>
                <a:gd name="connsiteY3" fmla="*/ 3808 h 365607"/>
                <a:gd name="connsiteX4" fmla="*/ 123444 w 365607"/>
                <a:gd name="connsiteY4" fmla="*/ 123494 h 365607"/>
                <a:gd name="connsiteX5" fmla="*/ 3808 w 365607"/>
                <a:gd name="connsiteY5" fmla="*/ 123494 h 365607"/>
                <a:gd name="connsiteX6" fmla="*/ 3808 w 365607"/>
                <a:gd name="connsiteY6" fmla="*/ 242520 h 365607"/>
                <a:gd name="connsiteX7" fmla="*/ 123444 w 365607"/>
                <a:gd name="connsiteY7" fmla="*/ 242520 h 365607"/>
                <a:gd name="connsiteX8" fmla="*/ 123444 w 365607"/>
                <a:gd name="connsiteY8" fmla="*/ 362206 h 365607"/>
                <a:gd name="connsiteX9" fmla="*/ 242520 w 365607"/>
                <a:gd name="connsiteY9" fmla="*/ 362206 h 365607"/>
                <a:gd name="connsiteX10" fmla="*/ 242520 w 365607"/>
                <a:gd name="connsiteY10" fmla="*/ 242520 h 365607"/>
                <a:gd name="connsiteX11" fmla="*/ 362155 w 365607"/>
                <a:gd name="connsiteY11" fmla="*/ 242520 h 365607"/>
                <a:gd name="connsiteX12" fmla="*/ 362155 w 365607"/>
                <a:gd name="connsiteY12" fmla="*/ 123494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2155" y="123494"/>
                  </a:moveTo>
                  <a:lnTo>
                    <a:pt x="242520" y="123494"/>
                  </a:lnTo>
                  <a:lnTo>
                    <a:pt x="242520" y="3808"/>
                  </a:lnTo>
                  <a:lnTo>
                    <a:pt x="123444" y="3808"/>
                  </a:lnTo>
                  <a:lnTo>
                    <a:pt x="123444" y="123494"/>
                  </a:lnTo>
                  <a:lnTo>
                    <a:pt x="3808" y="123494"/>
                  </a:lnTo>
                  <a:lnTo>
                    <a:pt x="3808" y="242520"/>
                  </a:lnTo>
                  <a:lnTo>
                    <a:pt x="123444" y="242520"/>
                  </a:lnTo>
                  <a:lnTo>
                    <a:pt x="123444" y="362206"/>
                  </a:lnTo>
                  <a:lnTo>
                    <a:pt x="242520" y="362206"/>
                  </a:lnTo>
                  <a:lnTo>
                    <a:pt x="242520" y="242520"/>
                  </a:lnTo>
                  <a:lnTo>
                    <a:pt x="362155" y="242520"/>
                  </a:lnTo>
                  <a:lnTo>
                    <a:pt x="362155" y="123494"/>
                  </a:ln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56343027-C776-DF70-5BDB-D862329A8E3D}"/>
                </a:ext>
              </a:extLst>
            </p:cNvPr>
            <p:cNvSpPr/>
            <p:nvPr/>
          </p:nvSpPr>
          <p:spPr>
            <a:xfrm>
              <a:off x="1466712" y="5596715"/>
              <a:ext cx="531634" cy="531634"/>
            </a:xfrm>
            <a:custGeom>
              <a:avLst/>
              <a:gdLst>
                <a:gd name="connsiteX0" fmla="*/ 787936 w 787072"/>
                <a:gd name="connsiteY0" fmla="*/ 265675 h 787072"/>
                <a:gd name="connsiteX1" fmla="*/ 526120 w 787072"/>
                <a:gd name="connsiteY1" fmla="*/ 265675 h 787072"/>
                <a:gd name="connsiteX2" fmla="*/ 526120 w 787072"/>
                <a:gd name="connsiteY2" fmla="*/ 3808 h 787072"/>
                <a:gd name="connsiteX3" fmla="*/ 265624 w 787072"/>
                <a:gd name="connsiteY3" fmla="*/ 3808 h 787072"/>
                <a:gd name="connsiteX4" fmla="*/ 265624 w 787072"/>
                <a:gd name="connsiteY4" fmla="*/ 265675 h 787072"/>
                <a:gd name="connsiteX5" fmla="*/ 3808 w 787072"/>
                <a:gd name="connsiteY5" fmla="*/ 265675 h 787072"/>
                <a:gd name="connsiteX6" fmla="*/ 3808 w 787072"/>
                <a:gd name="connsiteY6" fmla="*/ 526120 h 787072"/>
                <a:gd name="connsiteX7" fmla="*/ 265624 w 787072"/>
                <a:gd name="connsiteY7" fmla="*/ 526120 h 787072"/>
                <a:gd name="connsiteX8" fmla="*/ 265624 w 787072"/>
                <a:gd name="connsiteY8" fmla="*/ 787986 h 787072"/>
                <a:gd name="connsiteX9" fmla="*/ 526120 w 787072"/>
                <a:gd name="connsiteY9" fmla="*/ 787986 h 787072"/>
                <a:gd name="connsiteX10" fmla="*/ 526120 w 787072"/>
                <a:gd name="connsiteY10" fmla="*/ 526120 h 787072"/>
                <a:gd name="connsiteX11" fmla="*/ 787936 w 787072"/>
                <a:gd name="connsiteY11" fmla="*/ 526120 h 787072"/>
                <a:gd name="connsiteX12" fmla="*/ 787936 w 787072"/>
                <a:gd name="connsiteY12" fmla="*/ 265675 h 78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7072" h="787072">
                  <a:moveTo>
                    <a:pt x="787936" y="265675"/>
                  </a:moveTo>
                  <a:lnTo>
                    <a:pt x="526120" y="265675"/>
                  </a:lnTo>
                  <a:lnTo>
                    <a:pt x="526120" y="3808"/>
                  </a:lnTo>
                  <a:lnTo>
                    <a:pt x="265624" y="3808"/>
                  </a:lnTo>
                  <a:lnTo>
                    <a:pt x="265624" y="265675"/>
                  </a:lnTo>
                  <a:lnTo>
                    <a:pt x="3808" y="265675"/>
                  </a:lnTo>
                  <a:lnTo>
                    <a:pt x="3808" y="526120"/>
                  </a:lnTo>
                  <a:lnTo>
                    <a:pt x="265624" y="526120"/>
                  </a:lnTo>
                  <a:lnTo>
                    <a:pt x="265624" y="787986"/>
                  </a:lnTo>
                  <a:lnTo>
                    <a:pt x="526120" y="787986"/>
                  </a:lnTo>
                  <a:lnTo>
                    <a:pt x="526120" y="526120"/>
                  </a:lnTo>
                  <a:lnTo>
                    <a:pt x="787936" y="526120"/>
                  </a:lnTo>
                  <a:lnTo>
                    <a:pt x="787936" y="265675"/>
                  </a:ln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874536DE-A3F2-2044-9851-261247C23642}"/>
                </a:ext>
              </a:extLst>
            </p:cNvPr>
            <p:cNvSpPr/>
            <p:nvPr/>
          </p:nvSpPr>
          <p:spPr>
            <a:xfrm>
              <a:off x="-1866118" y="6309893"/>
              <a:ext cx="181785" cy="181785"/>
            </a:xfrm>
            <a:custGeom>
              <a:avLst/>
              <a:gdLst>
                <a:gd name="connsiteX0" fmla="*/ 269991 w 269127"/>
                <a:gd name="connsiteY0" fmla="*/ 92722 h 269127"/>
                <a:gd name="connsiteX1" fmla="*/ 181077 w 269127"/>
                <a:gd name="connsiteY1" fmla="*/ 92722 h 269127"/>
                <a:gd name="connsiteX2" fmla="*/ 181077 w 269127"/>
                <a:gd name="connsiteY2" fmla="*/ 3808 h 269127"/>
                <a:gd name="connsiteX3" fmla="*/ 92671 w 269127"/>
                <a:gd name="connsiteY3" fmla="*/ 3808 h 269127"/>
                <a:gd name="connsiteX4" fmla="*/ 92671 w 269127"/>
                <a:gd name="connsiteY4" fmla="*/ 92722 h 269127"/>
                <a:gd name="connsiteX5" fmla="*/ 3808 w 269127"/>
                <a:gd name="connsiteY5" fmla="*/ 92722 h 269127"/>
                <a:gd name="connsiteX6" fmla="*/ 3808 w 269127"/>
                <a:gd name="connsiteY6" fmla="*/ 181128 h 269127"/>
                <a:gd name="connsiteX7" fmla="*/ 92671 w 269127"/>
                <a:gd name="connsiteY7" fmla="*/ 181128 h 269127"/>
                <a:gd name="connsiteX8" fmla="*/ 92671 w 269127"/>
                <a:gd name="connsiteY8" fmla="*/ 269991 h 269127"/>
                <a:gd name="connsiteX9" fmla="*/ 181077 w 269127"/>
                <a:gd name="connsiteY9" fmla="*/ 269991 h 269127"/>
                <a:gd name="connsiteX10" fmla="*/ 181077 w 269127"/>
                <a:gd name="connsiteY10" fmla="*/ 181128 h 269127"/>
                <a:gd name="connsiteX11" fmla="*/ 269991 w 269127"/>
                <a:gd name="connsiteY11" fmla="*/ 181128 h 269127"/>
                <a:gd name="connsiteX12" fmla="*/ 269991 w 269127"/>
                <a:gd name="connsiteY12" fmla="*/ 92722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9991" y="92722"/>
                  </a:moveTo>
                  <a:lnTo>
                    <a:pt x="181077" y="92722"/>
                  </a:lnTo>
                  <a:lnTo>
                    <a:pt x="181077" y="3808"/>
                  </a:lnTo>
                  <a:lnTo>
                    <a:pt x="92671" y="3808"/>
                  </a:lnTo>
                  <a:lnTo>
                    <a:pt x="92671" y="92722"/>
                  </a:lnTo>
                  <a:lnTo>
                    <a:pt x="3808" y="92722"/>
                  </a:lnTo>
                  <a:lnTo>
                    <a:pt x="3808" y="181128"/>
                  </a:lnTo>
                  <a:lnTo>
                    <a:pt x="92671" y="181128"/>
                  </a:lnTo>
                  <a:lnTo>
                    <a:pt x="92671" y="269991"/>
                  </a:lnTo>
                  <a:lnTo>
                    <a:pt x="181077" y="269991"/>
                  </a:lnTo>
                  <a:lnTo>
                    <a:pt x="181077" y="181128"/>
                  </a:lnTo>
                  <a:lnTo>
                    <a:pt x="269991" y="181128"/>
                  </a:lnTo>
                  <a:lnTo>
                    <a:pt x="269991" y="92722"/>
                  </a:ln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D5E0781D-E8C3-48EB-CB67-7271A5134BB4}"/>
                </a:ext>
              </a:extLst>
            </p:cNvPr>
            <p:cNvSpPr/>
            <p:nvPr/>
          </p:nvSpPr>
          <p:spPr>
            <a:xfrm>
              <a:off x="-743136" y="6020616"/>
              <a:ext cx="216084" cy="216084"/>
            </a:xfrm>
            <a:custGeom>
              <a:avLst/>
              <a:gdLst>
                <a:gd name="connsiteX0" fmla="*/ 317825 w 319906"/>
                <a:gd name="connsiteY0" fmla="*/ 108667 h 319906"/>
                <a:gd name="connsiteX1" fmla="*/ 212966 w 319906"/>
                <a:gd name="connsiteY1" fmla="*/ 108667 h 319906"/>
                <a:gd name="connsiteX2" fmla="*/ 212966 w 319906"/>
                <a:gd name="connsiteY2" fmla="*/ 3808 h 319906"/>
                <a:gd name="connsiteX3" fmla="*/ 108667 w 319906"/>
                <a:gd name="connsiteY3" fmla="*/ 3808 h 319906"/>
                <a:gd name="connsiteX4" fmla="*/ 108667 w 319906"/>
                <a:gd name="connsiteY4" fmla="*/ 108667 h 319906"/>
                <a:gd name="connsiteX5" fmla="*/ 3808 w 319906"/>
                <a:gd name="connsiteY5" fmla="*/ 108667 h 319906"/>
                <a:gd name="connsiteX6" fmla="*/ 3808 w 319906"/>
                <a:gd name="connsiteY6" fmla="*/ 213017 h 319906"/>
                <a:gd name="connsiteX7" fmla="*/ 108667 w 319906"/>
                <a:gd name="connsiteY7" fmla="*/ 213017 h 319906"/>
                <a:gd name="connsiteX8" fmla="*/ 108667 w 319906"/>
                <a:gd name="connsiteY8" fmla="*/ 317875 h 319906"/>
                <a:gd name="connsiteX9" fmla="*/ 212966 w 319906"/>
                <a:gd name="connsiteY9" fmla="*/ 317875 h 319906"/>
                <a:gd name="connsiteX10" fmla="*/ 212966 w 319906"/>
                <a:gd name="connsiteY10" fmla="*/ 213017 h 319906"/>
                <a:gd name="connsiteX11" fmla="*/ 317825 w 319906"/>
                <a:gd name="connsiteY11" fmla="*/ 213017 h 319906"/>
                <a:gd name="connsiteX12" fmla="*/ 317825 w 319906"/>
                <a:gd name="connsiteY12" fmla="*/ 108667 h 31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906" h="319906">
                  <a:moveTo>
                    <a:pt x="317825" y="108667"/>
                  </a:moveTo>
                  <a:lnTo>
                    <a:pt x="212966" y="108667"/>
                  </a:lnTo>
                  <a:lnTo>
                    <a:pt x="212966" y="3808"/>
                  </a:lnTo>
                  <a:lnTo>
                    <a:pt x="108667" y="3808"/>
                  </a:lnTo>
                  <a:lnTo>
                    <a:pt x="108667" y="108667"/>
                  </a:lnTo>
                  <a:lnTo>
                    <a:pt x="3808" y="108667"/>
                  </a:lnTo>
                  <a:lnTo>
                    <a:pt x="3808" y="213017"/>
                  </a:lnTo>
                  <a:lnTo>
                    <a:pt x="108667" y="213017"/>
                  </a:lnTo>
                  <a:lnTo>
                    <a:pt x="108667" y="317875"/>
                  </a:lnTo>
                  <a:lnTo>
                    <a:pt x="212966" y="317875"/>
                  </a:lnTo>
                  <a:lnTo>
                    <a:pt x="212966" y="213017"/>
                  </a:lnTo>
                  <a:lnTo>
                    <a:pt x="317825" y="213017"/>
                  </a:lnTo>
                  <a:lnTo>
                    <a:pt x="317825" y="108667"/>
                  </a:ln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80230DF1-91F9-691A-6EBA-D2B120FA8B48}"/>
                </a:ext>
              </a:extLst>
            </p:cNvPr>
            <p:cNvSpPr/>
            <p:nvPr/>
          </p:nvSpPr>
          <p:spPr>
            <a:xfrm>
              <a:off x="-443809" y="5480133"/>
              <a:ext cx="240093" cy="240093"/>
            </a:xfrm>
            <a:custGeom>
              <a:avLst/>
              <a:gdLst>
                <a:gd name="connsiteX0" fmla="*/ 354030 w 355451"/>
                <a:gd name="connsiteY0" fmla="*/ 120752 h 355451"/>
                <a:gd name="connsiteX1" fmla="*/ 237086 w 355451"/>
                <a:gd name="connsiteY1" fmla="*/ 120752 h 355451"/>
                <a:gd name="connsiteX2" fmla="*/ 237086 w 355451"/>
                <a:gd name="connsiteY2" fmla="*/ 3808 h 355451"/>
                <a:gd name="connsiteX3" fmla="*/ 120752 w 355451"/>
                <a:gd name="connsiteY3" fmla="*/ 3808 h 355451"/>
                <a:gd name="connsiteX4" fmla="*/ 120752 w 355451"/>
                <a:gd name="connsiteY4" fmla="*/ 120752 h 355451"/>
                <a:gd name="connsiteX5" fmla="*/ 3808 w 355451"/>
                <a:gd name="connsiteY5" fmla="*/ 120752 h 355451"/>
                <a:gd name="connsiteX6" fmla="*/ 3808 w 355451"/>
                <a:gd name="connsiteY6" fmla="*/ 237086 h 355451"/>
                <a:gd name="connsiteX7" fmla="*/ 120752 w 355451"/>
                <a:gd name="connsiteY7" fmla="*/ 237086 h 355451"/>
                <a:gd name="connsiteX8" fmla="*/ 120752 w 355451"/>
                <a:gd name="connsiteY8" fmla="*/ 354030 h 355451"/>
                <a:gd name="connsiteX9" fmla="*/ 237086 w 355451"/>
                <a:gd name="connsiteY9" fmla="*/ 354030 h 355451"/>
                <a:gd name="connsiteX10" fmla="*/ 237086 w 355451"/>
                <a:gd name="connsiteY10" fmla="*/ 237086 h 355451"/>
                <a:gd name="connsiteX11" fmla="*/ 354030 w 355451"/>
                <a:gd name="connsiteY11" fmla="*/ 237086 h 355451"/>
                <a:gd name="connsiteX12" fmla="*/ 354030 w 355451"/>
                <a:gd name="connsiteY12" fmla="*/ 120752 h 35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5451" h="355451">
                  <a:moveTo>
                    <a:pt x="354030" y="120752"/>
                  </a:moveTo>
                  <a:lnTo>
                    <a:pt x="237086" y="120752"/>
                  </a:lnTo>
                  <a:lnTo>
                    <a:pt x="237086" y="3808"/>
                  </a:lnTo>
                  <a:lnTo>
                    <a:pt x="120752" y="3808"/>
                  </a:lnTo>
                  <a:lnTo>
                    <a:pt x="120752" y="120752"/>
                  </a:lnTo>
                  <a:lnTo>
                    <a:pt x="3808" y="120752"/>
                  </a:lnTo>
                  <a:lnTo>
                    <a:pt x="3808" y="237086"/>
                  </a:lnTo>
                  <a:lnTo>
                    <a:pt x="120752" y="237086"/>
                  </a:lnTo>
                  <a:lnTo>
                    <a:pt x="120752" y="354030"/>
                  </a:lnTo>
                  <a:lnTo>
                    <a:pt x="237086" y="354030"/>
                  </a:lnTo>
                  <a:lnTo>
                    <a:pt x="237086" y="237086"/>
                  </a:lnTo>
                  <a:lnTo>
                    <a:pt x="354030" y="237086"/>
                  </a:lnTo>
                  <a:lnTo>
                    <a:pt x="354030" y="120752"/>
                  </a:ln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F2048859-0CAE-071C-B3E9-AA8D9C43BBED}"/>
                </a:ext>
              </a:extLst>
            </p:cNvPr>
            <p:cNvSpPr/>
            <p:nvPr/>
          </p:nvSpPr>
          <p:spPr>
            <a:xfrm>
              <a:off x="1994299" y="6284204"/>
              <a:ext cx="1197034" cy="1197034"/>
            </a:xfrm>
            <a:custGeom>
              <a:avLst/>
              <a:gdLst>
                <a:gd name="connsiteX0" fmla="*/ 1769135 w 1772181"/>
                <a:gd name="connsiteY0" fmla="*/ 593250 h 1772181"/>
                <a:gd name="connsiteX1" fmla="*/ 1179694 w 1772181"/>
                <a:gd name="connsiteY1" fmla="*/ 593250 h 1772181"/>
                <a:gd name="connsiteX2" fmla="*/ 1179694 w 1772181"/>
                <a:gd name="connsiteY2" fmla="*/ 3808 h 1772181"/>
                <a:gd name="connsiteX3" fmla="*/ 593300 w 1772181"/>
                <a:gd name="connsiteY3" fmla="*/ 3808 h 1772181"/>
                <a:gd name="connsiteX4" fmla="*/ 593300 w 1772181"/>
                <a:gd name="connsiteY4" fmla="*/ 593250 h 1772181"/>
                <a:gd name="connsiteX5" fmla="*/ 3808 w 1772181"/>
                <a:gd name="connsiteY5" fmla="*/ 593250 h 1772181"/>
                <a:gd name="connsiteX6" fmla="*/ 3808 w 1772181"/>
                <a:gd name="connsiteY6" fmla="*/ 1179644 h 1772181"/>
                <a:gd name="connsiteX7" fmla="*/ 593300 w 1772181"/>
                <a:gd name="connsiteY7" fmla="*/ 1179644 h 1772181"/>
                <a:gd name="connsiteX8" fmla="*/ 593300 w 1772181"/>
                <a:gd name="connsiteY8" fmla="*/ 1769135 h 1772181"/>
                <a:gd name="connsiteX9" fmla="*/ 1179694 w 1772181"/>
                <a:gd name="connsiteY9" fmla="*/ 1769135 h 1772181"/>
                <a:gd name="connsiteX10" fmla="*/ 1179694 w 1772181"/>
                <a:gd name="connsiteY10" fmla="*/ 1179644 h 1772181"/>
                <a:gd name="connsiteX11" fmla="*/ 1769135 w 1772181"/>
                <a:gd name="connsiteY11" fmla="*/ 1179644 h 1772181"/>
                <a:gd name="connsiteX12" fmla="*/ 1769135 w 1772181"/>
                <a:gd name="connsiteY12" fmla="*/ 593250 h 1772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181" h="1772181">
                  <a:moveTo>
                    <a:pt x="1769135" y="593250"/>
                  </a:moveTo>
                  <a:lnTo>
                    <a:pt x="1179694" y="593250"/>
                  </a:lnTo>
                  <a:lnTo>
                    <a:pt x="1179694" y="3808"/>
                  </a:lnTo>
                  <a:lnTo>
                    <a:pt x="593300" y="3808"/>
                  </a:lnTo>
                  <a:lnTo>
                    <a:pt x="593300" y="593250"/>
                  </a:lnTo>
                  <a:lnTo>
                    <a:pt x="3808" y="593250"/>
                  </a:lnTo>
                  <a:lnTo>
                    <a:pt x="3808" y="1179644"/>
                  </a:lnTo>
                  <a:lnTo>
                    <a:pt x="593300" y="1179644"/>
                  </a:lnTo>
                  <a:lnTo>
                    <a:pt x="593300" y="1769135"/>
                  </a:lnTo>
                  <a:lnTo>
                    <a:pt x="1179694" y="1769135"/>
                  </a:lnTo>
                  <a:lnTo>
                    <a:pt x="1179694" y="1179644"/>
                  </a:lnTo>
                  <a:lnTo>
                    <a:pt x="1769135" y="1179644"/>
                  </a:lnTo>
                  <a:lnTo>
                    <a:pt x="1769135" y="593250"/>
                  </a:ln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173C8212-BFB5-9ECC-715D-A0B3612BF95E}"/>
                </a:ext>
              </a:extLst>
            </p:cNvPr>
            <p:cNvSpPr/>
            <p:nvPr/>
          </p:nvSpPr>
          <p:spPr>
            <a:xfrm>
              <a:off x="386740" y="4983724"/>
              <a:ext cx="260672" cy="260672"/>
            </a:xfrm>
            <a:custGeom>
              <a:avLst/>
              <a:gdLst>
                <a:gd name="connsiteX0" fmla="*/ 382212 w 385919"/>
                <a:gd name="connsiteY0" fmla="*/ 130146 h 385919"/>
                <a:gd name="connsiteX1" fmla="*/ 255874 w 385919"/>
                <a:gd name="connsiteY1" fmla="*/ 130146 h 385919"/>
                <a:gd name="connsiteX2" fmla="*/ 255874 w 385919"/>
                <a:gd name="connsiteY2" fmla="*/ 3808 h 385919"/>
                <a:gd name="connsiteX3" fmla="*/ 130146 w 385919"/>
                <a:gd name="connsiteY3" fmla="*/ 3808 h 385919"/>
                <a:gd name="connsiteX4" fmla="*/ 130146 w 385919"/>
                <a:gd name="connsiteY4" fmla="*/ 130146 h 385919"/>
                <a:gd name="connsiteX5" fmla="*/ 3808 w 385919"/>
                <a:gd name="connsiteY5" fmla="*/ 130146 h 385919"/>
                <a:gd name="connsiteX6" fmla="*/ 3808 w 385919"/>
                <a:gd name="connsiteY6" fmla="*/ 255824 h 385919"/>
                <a:gd name="connsiteX7" fmla="*/ 130146 w 385919"/>
                <a:gd name="connsiteY7" fmla="*/ 255824 h 385919"/>
                <a:gd name="connsiteX8" fmla="*/ 130146 w 385919"/>
                <a:gd name="connsiteY8" fmla="*/ 382162 h 385919"/>
                <a:gd name="connsiteX9" fmla="*/ 255874 w 385919"/>
                <a:gd name="connsiteY9" fmla="*/ 382162 h 385919"/>
                <a:gd name="connsiteX10" fmla="*/ 255874 w 385919"/>
                <a:gd name="connsiteY10" fmla="*/ 255824 h 385919"/>
                <a:gd name="connsiteX11" fmla="*/ 382212 w 385919"/>
                <a:gd name="connsiteY11" fmla="*/ 255824 h 385919"/>
                <a:gd name="connsiteX12" fmla="*/ 382212 w 385919"/>
                <a:gd name="connsiteY12" fmla="*/ 130146 h 38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5919" h="385919">
                  <a:moveTo>
                    <a:pt x="382212" y="130146"/>
                  </a:moveTo>
                  <a:lnTo>
                    <a:pt x="255874" y="130146"/>
                  </a:lnTo>
                  <a:lnTo>
                    <a:pt x="255874" y="3808"/>
                  </a:lnTo>
                  <a:lnTo>
                    <a:pt x="130146" y="3808"/>
                  </a:lnTo>
                  <a:lnTo>
                    <a:pt x="130146" y="130146"/>
                  </a:lnTo>
                  <a:lnTo>
                    <a:pt x="3808" y="130146"/>
                  </a:lnTo>
                  <a:lnTo>
                    <a:pt x="3808" y="255824"/>
                  </a:lnTo>
                  <a:lnTo>
                    <a:pt x="130146" y="255824"/>
                  </a:lnTo>
                  <a:lnTo>
                    <a:pt x="130146" y="382162"/>
                  </a:lnTo>
                  <a:lnTo>
                    <a:pt x="255874" y="382162"/>
                  </a:lnTo>
                  <a:lnTo>
                    <a:pt x="255874" y="255824"/>
                  </a:lnTo>
                  <a:lnTo>
                    <a:pt x="382212" y="255824"/>
                  </a:lnTo>
                  <a:lnTo>
                    <a:pt x="382212" y="130146"/>
                  </a:ln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EBE5E8B3-539D-F1AF-FB20-122D871A4082}"/>
                </a:ext>
              </a:extLst>
            </p:cNvPr>
            <p:cNvSpPr/>
            <p:nvPr/>
          </p:nvSpPr>
          <p:spPr>
            <a:xfrm>
              <a:off x="-184817" y="5337038"/>
              <a:ext cx="1540024" cy="1540024"/>
            </a:xfrm>
            <a:custGeom>
              <a:avLst/>
              <a:gdLst>
                <a:gd name="connsiteX0" fmla="*/ 2276212 w 2279970"/>
                <a:gd name="connsiteY0" fmla="*/ 762546 h 2279970"/>
                <a:gd name="connsiteX1" fmla="*/ 1517424 w 2279970"/>
                <a:gd name="connsiteY1" fmla="*/ 762546 h 2279970"/>
                <a:gd name="connsiteX2" fmla="*/ 1517424 w 2279970"/>
                <a:gd name="connsiteY2" fmla="*/ 3808 h 2279970"/>
                <a:gd name="connsiteX3" fmla="*/ 762597 w 2279970"/>
                <a:gd name="connsiteY3" fmla="*/ 3808 h 2279970"/>
                <a:gd name="connsiteX4" fmla="*/ 762597 w 2279970"/>
                <a:gd name="connsiteY4" fmla="*/ 762546 h 2279970"/>
                <a:gd name="connsiteX5" fmla="*/ 3808 w 2279970"/>
                <a:gd name="connsiteY5" fmla="*/ 762546 h 2279970"/>
                <a:gd name="connsiteX6" fmla="*/ 3808 w 2279970"/>
                <a:gd name="connsiteY6" fmla="*/ 1517424 h 2279970"/>
                <a:gd name="connsiteX7" fmla="*/ 762597 w 2279970"/>
                <a:gd name="connsiteY7" fmla="*/ 1517424 h 2279970"/>
                <a:gd name="connsiteX8" fmla="*/ 762597 w 2279970"/>
                <a:gd name="connsiteY8" fmla="*/ 2276212 h 2279970"/>
                <a:gd name="connsiteX9" fmla="*/ 1517424 w 2279970"/>
                <a:gd name="connsiteY9" fmla="*/ 2276212 h 2279970"/>
                <a:gd name="connsiteX10" fmla="*/ 1517424 w 2279970"/>
                <a:gd name="connsiteY10" fmla="*/ 1517424 h 2279970"/>
                <a:gd name="connsiteX11" fmla="*/ 2276212 w 2279970"/>
                <a:gd name="connsiteY11" fmla="*/ 1517424 h 2279970"/>
                <a:gd name="connsiteX12" fmla="*/ 2276212 w 2279970"/>
                <a:gd name="connsiteY12" fmla="*/ 762546 h 2279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9970" h="2279970">
                  <a:moveTo>
                    <a:pt x="2276212" y="762546"/>
                  </a:moveTo>
                  <a:lnTo>
                    <a:pt x="1517424" y="762546"/>
                  </a:lnTo>
                  <a:lnTo>
                    <a:pt x="1517424" y="3808"/>
                  </a:lnTo>
                  <a:lnTo>
                    <a:pt x="762597" y="3808"/>
                  </a:lnTo>
                  <a:lnTo>
                    <a:pt x="762597" y="762546"/>
                  </a:lnTo>
                  <a:lnTo>
                    <a:pt x="3808" y="762546"/>
                  </a:lnTo>
                  <a:lnTo>
                    <a:pt x="3808" y="1517424"/>
                  </a:lnTo>
                  <a:lnTo>
                    <a:pt x="762597" y="1517424"/>
                  </a:lnTo>
                  <a:lnTo>
                    <a:pt x="762597" y="2276212"/>
                  </a:lnTo>
                  <a:lnTo>
                    <a:pt x="1517424" y="2276212"/>
                  </a:lnTo>
                  <a:lnTo>
                    <a:pt x="1517424" y="1517424"/>
                  </a:lnTo>
                  <a:lnTo>
                    <a:pt x="2276212" y="1517424"/>
                  </a:lnTo>
                  <a:lnTo>
                    <a:pt x="2276212" y="762546"/>
                  </a:ln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A03543F9-0556-5942-320A-201C18B45454}"/>
                </a:ext>
              </a:extLst>
            </p:cNvPr>
            <p:cNvSpPr/>
            <p:nvPr/>
          </p:nvSpPr>
          <p:spPr>
            <a:xfrm>
              <a:off x="2951549" y="5586700"/>
              <a:ext cx="661970" cy="661970"/>
            </a:xfrm>
            <a:custGeom>
              <a:avLst/>
              <a:gdLst>
                <a:gd name="connsiteX0" fmla="*/ 979219 w 980031"/>
                <a:gd name="connsiteY0" fmla="*/ 329504 h 980031"/>
                <a:gd name="connsiteX1" fmla="*/ 653524 w 980031"/>
                <a:gd name="connsiteY1" fmla="*/ 329504 h 980031"/>
                <a:gd name="connsiteX2" fmla="*/ 653524 w 980031"/>
                <a:gd name="connsiteY2" fmla="*/ 3808 h 980031"/>
                <a:gd name="connsiteX3" fmla="*/ 329504 w 980031"/>
                <a:gd name="connsiteY3" fmla="*/ 3808 h 980031"/>
                <a:gd name="connsiteX4" fmla="*/ 329504 w 980031"/>
                <a:gd name="connsiteY4" fmla="*/ 329504 h 980031"/>
                <a:gd name="connsiteX5" fmla="*/ 3808 w 980031"/>
                <a:gd name="connsiteY5" fmla="*/ 329504 h 980031"/>
                <a:gd name="connsiteX6" fmla="*/ 3808 w 980031"/>
                <a:gd name="connsiteY6" fmla="*/ 653524 h 980031"/>
                <a:gd name="connsiteX7" fmla="*/ 329504 w 980031"/>
                <a:gd name="connsiteY7" fmla="*/ 653524 h 980031"/>
                <a:gd name="connsiteX8" fmla="*/ 329504 w 980031"/>
                <a:gd name="connsiteY8" fmla="*/ 979219 h 980031"/>
                <a:gd name="connsiteX9" fmla="*/ 653524 w 980031"/>
                <a:gd name="connsiteY9" fmla="*/ 979219 h 980031"/>
                <a:gd name="connsiteX10" fmla="*/ 653524 w 980031"/>
                <a:gd name="connsiteY10" fmla="*/ 653524 h 980031"/>
                <a:gd name="connsiteX11" fmla="*/ 979219 w 980031"/>
                <a:gd name="connsiteY11" fmla="*/ 653524 h 980031"/>
                <a:gd name="connsiteX12" fmla="*/ 979219 w 980031"/>
                <a:gd name="connsiteY12" fmla="*/ 329504 h 98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0031" h="980031">
                  <a:moveTo>
                    <a:pt x="979219" y="329504"/>
                  </a:moveTo>
                  <a:lnTo>
                    <a:pt x="653524" y="329504"/>
                  </a:lnTo>
                  <a:lnTo>
                    <a:pt x="653524" y="3808"/>
                  </a:lnTo>
                  <a:lnTo>
                    <a:pt x="329504" y="3808"/>
                  </a:lnTo>
                  <a:lnTo>
                    <a:pt x="329504" y="329504"/>
                  </a:lnTo>
                  <a:lnTo>
                    <a:pt x="3808" y="329504"/>
                  </a:lnTo>
                  <a:lnTo>
                    <a:pt x="3808" y="653524"/>
                  </a:lnTo>
                  <a:lnTo>
                    <a:pt x="329504" y="653524"/>
                  </a:lnTo>
                  <a:lnTo>
                    <a:pt x="329504" y="979219"/>
                  </a:lnTo>
                  <a:lnTo>
                    <a:pt x="653524" y="979219"/>
                  </a:lnTo>
                  <a:lnTo>
                    <a:pt x="653524" y="653524"/>
                  </a:lnTo>
                  <a:lnTo>
                    <a:pt x="979219" y="653524"/>
                  </a:lnTo>
                  <a:lnTo>
                    <a:pt x="979219" y="329504"/>
                  </a:ln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63134E5D-2493-EFC2-6029-F406B4D84BDB}"/>
                </a:ext>
              </a:extLst>
            </p:cNvPr>
            <p:cNvSpPr/>
            <p:nvPr/>
          </p:nvSpPr>
          <p:spPr>
            <a:xfrm>
              <a:off x="1502006" y="4570525"/>
              <a:ext cx="198934" cy="198934"/>
            </a:xfrm>
            <a:custGeom>
              <a:avLst/>
              <a:gdLst>
                <a:gd name="connsiteX0" fmla="*/ 294416 w 294517"/>
                <a:gd name="connsiteY0" fmla="*/ 100796 h 294517"/>
                <a:gd name="connsiteX1" fmla="*/ 197377 w 294517"/>
                <a:gd name="connsiteY1" fmla="*/ 100796 h 294517"/>
                <a:gd name="connsiteX2" fmla="*/ 197377 w 294517"/>
                <a:gd name="connsiteY2" fmla="*/ 3808 h 294517"/>
                <a:gd name="connsiteX3" fmla="*/ 100847 w 294517"/>
                <a:gd name="connsiteY3" fmla="*/ 3808 h 294517"/>
                <a:gd name="connsiteX4" fmla="*/ 100847 w 294517"/>
                <a:gd name="connsiteY4" fmla="*/ 100796 h 294517"/>
                <a:gd name="connsiteX5" fmla="*/ 3808 w 294517"/>
                <a:gd name="connsiteY5" fmla="*/ 100796 h 294517"/>
                <a:gd name="connsiteX6" fmla="*/ 3808 w 294517"/>
                <a:gd name="connsiteY6" fmla="*/ 197377 h 294517"/>
                <a:gd name="connsiteX7" fmla="*/ 100847 w 294517"/>
                <a:gd name="connsiteY7" fmla="*/ 197377 h 294517"/>
                <a:gd name="connsiteX8" fmla="*/ 100847 w 294517"/>
                <a:gd name="connsiteY8" fmla="*/ 294365 h 294517"/>
                <a:gd name="connsiteX9" fmla="*/ 197377 w 294517"/>
                <a:gd name="connsiteY9" fmla="*/ 294365 h 294517"/>
                <a:gd name="connsiteX10" fmla="*/ 197377 w 294517"/>
                <a:gd name="connsiteY10" fmla="*/ 197377 h 294517"/>
                <a:gd name="connsiteX11" fmla="*/ 294416 w 294517"/>
                <a:gd name="connsiteY11" fmla="*/ 197377 h 294517"/>
                <a:gd name="connsiteX12" fmla="*/ 294416 w 294517"/>
                <a:gd name="connsiteY12" fmla="*/ 100796 h 29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4517" h="294517">
                  <a:moveTo>
                    <a:pt x="294416" y="100796"/>
                  </a:moveTo>
                  <a:lnTo>
                    <a:pt x="197377" y="100796"/>
                  </a:lnTo>
                  <a:lnTo>
                    <a:pt x="197377" y="3808"/>
                  </a:lnTo>
                  <a:lnTo>
                    <a:pt x="100847" y="3808"/>
                  </a:lnTo>
                  <a:lnTo>
                    <a:pt x="100847" y="100796"/>
                  </a:lnTo>
                  <a:lnTo>
                    <a:pt x="3808" y="100796"/>
                  </a:lnTo>
                  <a:lnTo>
                    <a:pt x="3808" y="197377"/>
                  </a:lnTo>
                  <a:lnTo>
                    <a:pt x="100847" y="197377"/>
                  </a:lnTo>
                  <a:lnTo>
                    <a:pt x="100847" y="294365"/>
                  </a:lnTo>
                  <a:lnTo>
                    <a:pt x="197377" y="294365"/>
                  </a:lnTo>
                  <a:lnTo>
                    <a:pt x="197377" y="197377"/>
                  </a:lnTo>
                  <a:lnTo>
                    <a:pt x="294416" y="197377"/>
                  </a:lnTo>
                  <a:lnTo>
                    <a:pt x="294416" y="100796"/>
                  </a:ln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7BB7F620-4E6D-A8BA-4842-C53FEF689113}"/>
                </a:ext>
              </a:extLst>
            </p:cNvPr>
            <p:cNvSpPr/>
            <p:nvPr/>
          </p:nvSpPr>
          <p:spPr>
            <a:xfrm>
              <a:off x="4189536" y="3257731"/>
              <a:ext cx="246953" cy="246953"/>
            </a:xfrm>
            <a:custGeom>
              <a:avLst/>
              <a:gdLst>
                <a:gd name="connsiteX0" fmla="*/ 364643 w 365607"/>
                <a:gd name="connsiteY0" fmla="*/ 124307 h 365607"/>
                <a:gd name="connsiteX1" fmla="*/ 244144 w 365607"/>
                <a:gd name="connsiteY1" fmla="*/ 124307 h 365607"/>
                <a:gd name="connsiteX2" fmla="*/ 244144 w 365607"/>
                <a:gd name="connsiteY2" fmla="*/ 3808 h 365607"/>
                <a:gd name="connsiteX3" fmla="*/ 124256 w 365607"/>
                <a:gd name="connsiteY3" fmla="*/ 3808 h 365607"/>
                <a:gd name="connsiteX4" fmla="*/ 124256 w 365607"/>
                <a:gd name="connsiteY4" fmla="*/ 124307 h 365607"/>
                <a:gd name="connsiteX5" fmla="*/ 3808 w 365607"/>
                <a:gd name="connsiteY5" fmla="*/ 124307 h 365607"/>
                <a:gd name="connsiteX6" fmla="*/ 3808 w 365607"/>
                <a:gd name="connsiteY6" fmla="*/ 244145 h 365607"/>
                <a:gd name="connsiteX7" fmla="*/ 124256 w 365607"/>
                <a:gd name="connsiteY7" fmla="*/ 244145 h 365607"/>
                <a:gd name="connsiteX8" fmla="*/ 124256 w 365607"/>
                <a:gd name="connsiteY8" fmla="*/ 364643 h 365607"/>
                <a:gd name="connsiteX9" fmla="*/ 244144 w 365607"/>
                <a:gd name="connsiteY9" fmla="*/ 364643 h 365607"/>
                <a:gd name="connsiteX10" fmla="*/ 244144 w 365607"/>
                <a:gd name="connsiteY10" fmla="*/ 244145 h 365607"/>
                <a:gd name="connsiteX11" fmla="*/ 364643 w 365607"/>
                <a:gd name="connsiteY11" fmla="*/ 244145 h 365607"/>
                <a:gd name="connsiteX12" fmla="*/ 364643 w 365607"/>
                <a:gd name="connsiteY12" fmla="*/ 124307 h 36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607" h="365607">
                  <a:moveTo>
                    <a:pt x="364643" y="124307"/>
                  </a:moveTo>
                  <a:lnTo>
                    <a:pt x="244144" y="124307"/>
                  </a:lnTo>
                  <a:lnTo>
                    <a:pt x="244144" y="3808"/>
                  </a:lnTo>
                  <a:lnTo>
                    <a:pt x="124256" y="3808"/>
                  </a:lnTo>
                  <a:lnTo>
                    <a:pt x="124256" y="124307"/>
                  </a:lnTo>
                  <a:lnTo>
                    <a:pt x="3808" y="124307"/>
                  </a:lnTo>
                  <a:lnTo>
                    <a:pt x="3808" y="244145"/>
                  </a:lnTo>
                  <a:lnTo>
                    <a:pt x="124256" y="244145"/>
                  </a:lnTo>
                  <a:lnTo>
                    <a:pt x="124256" y="364643"/>
                  </a:lnTo>
                  <a:lnTo>
                    <a:pt x="244144" y="364643"/>
                  </a:lnTo>
                  <a:lnTo>
                    <a:pt x="244144" y="244145"/>
                  </a:lnTo>
                  <a:lnTo>
                    <a:pt x="364643" y="244145"/>
                  </a:lnTo>
                  <a:lnTo>
                    <a:pt x="364643" y="124307"/>
                  </a:ln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DA3AE27D-5F7D-3962-C1E5-B4AE7D078BF7}"/>
                </a:ext>
              </a:extLst>
            </p:cNvPr>
            <p:cNvSpPr/>
            <p:nvPr/>
          </p:nvSpPr>
          <p:spPr>
            <a:xfrm>
              <a:off x="-1218005" y="5844560"/>
              <a:ext cx="226373" cy="226373"/>
            </a:xfrm>
            <a:custGeom>
              <a:avLst/>
              <a:gdLst>
                <a:gd name="connsiteX0" fmla="*/ 332551 w 335140"/>
                <a:gd name="connsiteY0" fmla="*/ 113592 h 335140"/>
                <a:gd name="connsiteX1" fmla="*/ 222767 w 335140"/>
                <a:gd name="connsiteY1" fmla="*/ 113592 h 335140"/>
                <a:gd name="connsiteX2" fmla="*/ 222767 w 335140"/>
                <a:gd name="connsiteY2" fmla="*/ 3808 h 335140"/>
                <a:gd name="connsiteX3" fmla="*/ 113592 w 335140"/>
                <a:gd name="connsiteY3" fmla="*/ 3808 h 335140"/>
                <a:gd name="connsiteX4" fmla="*/ 113592 w 335140"/>
                <a:gd name="connsiteY4" fmla="*/ 113592 h 335140"/>
                <a:gd name="connsiteX5" fmla="*/ 3808 w 335140"/>
                <a:gd name="connsiteY5" fmla="*/ 113592 h 335140"/>
                <a:gd name="connsiteX6" fmla="*/ 3808 w 335140"/>
                <a:gd name="connsiteY6" fmla="*/ 222767 h 335140"/>
                <a:gd name="connsiteX7" fmla="*/ 113592 w 335140"/>
                <a:gd name="connsiteY7" fmla="*/ 222767 h 335140"/>
                <a:gd name="connsiteX8" fmla="*/ 113592 w 335140"/>
                <a:gd name="connsiteY8" fmla="*/ 332551 h 335140"/>
                <a:gd name="connsiteX9" fmla="*/ 222767 w 335140"/>
                <a:gd name="connsiteY9" fmla="*/ 332551 h 335140"/>
                <a:gd name="connsiteX10" fmla="*/ 222767 w 335140"/>
                <a:gd name="connsiteY10" fmla="*/ 222767 h 335140"/>
                <a:gd name="connsiteX11" fmla="*/ 332551 w 335140"/>
                <a:gd name="connsiteY11" fmla="*/ 222767 h 335140"/>
                <a:gd name="connsiteX12" fmla="*/ 332551 w 335140"/>
                <a:gd name="connsiteY12" fmla="*/ 113592 h 335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5140" h="335140">
                  <a:moveTo>
                    <a:pt x="332551" y="113592"/>
                  </a:moveTo>
                  <a:lnTo>
                    <a:pt x="222767" y="113592"/>
                  </a:lnTo>
                  <a:lnTo>
                    <a:pt x="222767" y="3808"/>
                  </a:lnTo>
                  <a:lnTo>
                    <a:pt x="113592" y="3808"/>
                  </a:lnTo>
                  <a:lnTo>
                    <a:pt x="113592" y="113592"/>
                  </a:lnTo>
                  <a:lnTo>
                    <a:pt x="3808" y="113592"/>
                  </a:lnTo>
                  <a:lnTo>
                    <a:pt x="3808" y="222767"/>
                  </a:lnTo>
                  <a:lnTo>
                    <a:pt x="113592" y="222767"/>
                  </a:lnTo>
                  <a:lnTo>
                    <a:pt x="113592" y="332551"/>
                  </a:lnTo>
                  <a:lnTo>
                    <a:pt x="222767" y="332551"/>
                  </a:lnTo>
                  <a:lnTo>
                    <a:pt x="222767" y="222767"/>
                  </a:lnTo>
                  <a:lnTo>
                    <a:pt x="332551" y="222767"/>
                  </a:lnTo>
                  <a:lnTo>
                    <a:pt x="332551" y="113592"/>
                  </a:ln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21E11BB9-977D-ED04-443D-CA033FC2E348}"/>
                </a:ext>
              </a:extLst>
            </p:cNvPr>
            <p:cNvSpPr/>
            <p:nvPr/>
          </p:nvSpPr>
          <p:spPr>
            <a:xfrm>
              <a:off x="2116506" y="3965422"/>
              <a:ext cx="926072" cy="926072"/>
            </a:xfrm>
            <a:custGeom>
              <a:avLst/>
              <a:gdLst>
                <a:gd name="connsiteX0" fmla="*/ 1372044 w 1371028"/>
                <a:gd name="connsiteY0" fmla="*/ 460666 h 1371028"/>
                <a:gd name="connsiteX1" fmla="*/ 915187 w 1371028"/>
                <a:gd name="connsiteY1" fmla="*/ 460666 h 1371028"/>
                <a:gd name="connsiteX2" fmla="*/ 915187 w 1371028"/>
                <a:gd name="connsiteY2" fmla="*/ 3808 h 1371028"/>
                <a:gd name="connsiteX3" fmla="*/ 460666 w 1371028"/>
                <a:gd name="connsiteY3" fmla="*/ 3808 h 1371028"/>
                <a:gd name="connsiteX4" fmla="*/ 460666 w 1371028"/>
                <a:gd name="connsiteY4" fmla="*/ 460666 h 1371028"/>
                <a:gd name="connsiteX5" fmla="*/ 3808 w 1371028"/>
                <a:gd name="connsiteY5" fmla="*/ 460666 h 1371028"/>
                <a:gd name="connsiteX6" fmla="*/ 3808 w 1371028"/>
                <a:gd name="connsiteY6" fmla="*/ 915187 h 1371028"/>
                <a:gd name="connsiteX7" fmla="*/ 460666 w 1371028"/>
                <a:gd name="connsiteY7" fmla="*/ 915187 h 1371028"/>
                <a:gd name="connsiteX8" fmla="*/ 460666 w 1371028"/>
                <a:gd name="connsiteY8" fmla="*/ 1372095 h 1371028"/>
                <a:gd name="connsiteX9" fmla="*/ 915187 w 1371028"/>
                <a:gd name="connsiteY9" fmla="*/ 1372095 h 1371028"/>
                <a:gd name="connsiteX10" fmla="*/ 915187 w 1371028"/>
                <a:gd name="connsiteY10" fmla="*/ 915187 h 1371028"/>
                <a:gd name="connsiteX11" fmla="*/ 1372044 w 1371028"/>
                <a:gd name="connsiteY11" fmla="*/ 915187 h 1371028"/>
                <a:gd name="connsiteX12" fmla="*/ 1372044 w 1371028"/>
                <a:gd name="connsiteY12" fmla="*/ 460666 h 137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1028" h="1371028">
                  <a:moveTo>
                    <a:pt x="1372044" y="460666"/>
                  </a:moveTo>
                  <a:lnTo>
                    <a:pt x="915187" y="460666"/>
                  </a:lnTo>
                  <a:lnTo>
                    <a:pt x="915187" y="3808"/>
                  </a:lnTo>
                  <a:lnTo>
                    <a:pt x="460666" y="3808"/>
                  </a:lnTo>
                  <a:lnTo>
                    <a:pt x="460666" y="460666"/>
                  </a:lnTo>
                  <a:lnTo>
                    <a:pt x="3808" y="460666"/>
                  </a:lnTo>
                  <a:lnTo>
                    <a:pt x="3808" y="915187"/>
                  </a:lnTo>
                  <a:lnTo>
                    <a:pt x="460666" y="915187"/>
                  </a:lnTo>
                  <a:lnTo>
                    <a:pt x="460666" y="1372095"/>
                  </a:lnTo>
                  <a:lnTo>
                    <a:pt x="915187" y="1372095"/>
                  </a:lnTo>
                  <a:lnTo>
                    <a:pt x="915187" y="915187"/>
                  </a:lnTo>
                  <a:lnTo>
                    <a:pt x="1372044" y="915187"/>
                  </a:lnTo>
                  <a:lnTo>
                    <a:pt x="1372044" y="460666"/>
                  </a:ln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B6A7DF85-A550-FCCC-EDE2-76CCDCA9F050}"/>
                </a:ext>
              </a:extLst>
            </p:cNvPr>
            <p:cNvSpPr/>
            <p:nvPr/>
          </p:nvSpPr>
          <p:spPr>
            <a:xfrm>
              <a:off x="4693628" y="4822107"/>
              <a:ext cx="836895" cy="836895"/>
            </a:xfrm>
            <a:custGeom>
              <a:avLst/>
              <a:gdLst>
                <a:gd name="connsiteX0" fmla="*/ 1235500 w 1239003"/>
                <a:gd name="connsiteY0" fmla="*/ 415066 h 1239003"/>
                <a:gd name="connsiteX1" fmla="*/ 824243 w 1239003"/>
                <a:gd name="connsiteY1" fmla="*/ 415066 h 1239003"/>
                <a:gd name="connsiteX2" fmla="*/ 824243 w 1239003"/>
                <a:gd name="connsiteY2" fmla="*/ 3808 h 1239003"/>
                <a:gd name="connsiteX3" fmla="*/ 415066 w 1239003"/>
                <a:gd name="connsiteY3" fmla="*/ 3808 h 1239003"/>
                <a:gd name="connsiteX4" fmla="*/ 415066 w 1239003"/>
                <a:gd name="connsiteY4" fmla="*/ 415066 h 1239003"/>
                <a:gd name="connsiteX5" fmla="*/ 3808 w 1239003"/>
                <a:gd name="connsiteY5" fmla="*/ 415066 h 1239003"/>
                <a:gd name="connsiteX6" fmla="*/ 3808 w 1239003"/>
                <a:gd name="connsiteY6" fmla="*/ 824191 h 1239003"/>
                <a:gd name="connsiteX7" fmla="*/ 415066 w 1239003"/>
                <a:gd name="connsiteY7" fmla="*/ 824191 h 1239003"/>
                <a:gd name="connsiteX8" fmla="*/ 415066 w 1239003"/>
                <a:gd name="connsiteY8" fmla="*/ 1235500 h 1239003"/>
                <a:gd name="connsiteX9" fmla="*/ 824243 w 1239003"/>
                <a:gd name="connsiteY9" fmla="*/ 1235500 h 1239003"/>
                <a:gd name="connsiteX10" fmla="*/ 824243 w 1239003"/>
                <a:gd name="connsiteY10" fmla="*/ 824191 h 1239003"/>
                <a:gd name="connsiteX11" fmla="*/ 1235500 w 1239003"/>
                <a:gd name="connsiteY11" fmla="*/ 824191 h 1239003"/>
                <a:gd name="connsiteX12" fmla="*/ 1235500 w 1239003"/>
                <a:gd name="connsiteY12" fmla="*/ 415066 h 1239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9003" h="1239003">
                  <a:moveTo>
                    <a:pt x="1235500" y="415066"/>
                  </a:moveTo>
                  <a:lnTo>
                    <a:pt x="824243" y="415066"/>
                  </a:lnTo>
                  <a:lnTo>
                    <a:pt x="824243" y="3808"/>
                  </a:lnTo>
                  <a:lnTo>
                    <a:pt x="415066" y="3808"/>
                  </a:lnTo>
                  <a:lnTo>
                    <a:pt x="415066" y="415066"/>
                  </a:lnTo>
                  <a:lnTo>
                    <a:pt x="3808" y="415066"/>
                  </a:lnTo>
                  <a:lnTo>
                    <a:pt x="3808" y="824191"/>
                  </a:lnTo>
                  <a:lnTo>
                    <a:pt x="415066" y="824191"/>
                  </a:lnTo>
                  <a:lnTo>
                    <a:pt x="415066" y="1235500"/>
                  </a:lnTo>
                  <a:lnTo>
                    <a:pt x="824243" y="1235500"/>
                  </a:lnTo>
                  <a:lnTo>
                    <a:pt x="824243" y="824191"/>
                  </a:lnTo>
                  <a:lnTo>
                    <a:pt x="1235500" y="824191"/>
                  </a:lnTo>
                  <a:lnTo>
                    <a:pt x="1235500" y="415066"/>
                  </a:ln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AC90185-CA91-F80C-2B03-F3EA77D92ECB}"/>
                </a:ext>
              </a:extLst>
            </p:cNvPr>
            <p:cNvSpPr/>
            <p:nvPr/>
          </p:nvSpPr>
          <p:spPr>
            <a:xfrm>
              <a:off x="4688894" y="3833302"/>
              <a:ext cx="1286212" cy="1286212"/>
            </a:xfrm>
            <a:custGeom>
              <a:avLst/>
              <a:gdLst>
                <a:gd name="connsiteX0" fmla="*/ 1904918 w 1904206"/>
                <a:gd name="connsiteY0" fmla="*/ 638595 h 1904206"/>
                <a:gd name="connsiteX1" fmla="*/ 1270131 w 1904206"/>
                <a:gd name="connsiteY1" fmla="*/ 638595 h 1904206"/>
                <a:gd name="connsiteX2" fmla="*/ 1270131 w 1904206"/>
                <a:gd name="connsiteY2" fmla="*/ 3808 h 1904206"/>
                <a:gd name="connsiteX3" fmla="*/ 638645 w 1904206"/>
                <a:gd name="connsiteY3" fmla="*/ 3808 h 1904206"/>
                <a:gd name="connsiteX4" fmla="*/ 638645 w 1904206"/>
                <a:gd name="connsiteY4" fmla="*/ 638595 h 1904206"/>
                <a:gd name="connsiteX5" fmla="*/ 3808 w 1904206"/>
                <a:gd name="connsiteY5" fmla="*/ 638595 h 1904206"/>
                <a:gd name="connsiteX6" fmla="*/ 3808 w 1904206"/>
                <a:gd name="connsiteY6" fmla="*/ 1270131 h 1904206"/>
                <a:gd name="connsiteX7" fmla="*/ 638645 w 1904206"/>
                <a:gd name="connsiteY7" fmla="*/ 1270131 h 1904206"/>
                <a:gd name="connsiteX8" fmla="*/ 638645 w 1904206"/>
                <a:gd name="connsiteY8" fmla="*/ 1904918 h 1904206"/>
                <a:gd name="connsiteX9" fmla="*/ 1270131 w 1904206"/>
                <a:gd name="connsiteY9" fmla="*/ 1904918 h 1904206"/>
                <a:gd name="connsiteX10" fmla="*/ 1270131 w 1904206"/>
                <a:gd name="connsiteY10" fmla="*/ 1270131 h 1904206"/>
                <a:gd name="connsiteX11" fmla="*/ 1904918 w 1904206"/>
                <a:gd name="connsiteY11" fmla="*/ 1270131 h 1904206"/>
                <a:gd name="connsiteX12" fmla="*/ 1904918 w 1904206"/>
                <a:gd name="connsiteY12" fmla="*/ 638595 h 190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4206" h="1904206">
                  <a:moveTo>
                    <a:pt x="1904918" y="638595"/>
                  </a:moveTo>
                  <a:lnTo>
                    <a:pt x="1270131" y="638595"/>
                  </a:lnTo>
                  <a:lnTo>
                    <a:pt x="1270131" y="3808"/>
                  </a:lnTo>
                  <a:lnTo>
                    <a:pt x="638645" y="3808"/>
                  </a:lnTo>
                  <a:lnTo>
                    <a:pt x="638645" y="638595"/>
                  </a:lnTo>
                  <a:lnTo>
                    <a:pt x="3808" y="638595"/>
                  </a:lnTo>
                  <a:lnTo>
                    <a:pt x="3808" y="1270131"/>
                  </a:lnTo>
                  <a:lnTo>
                    <a:pt x="638645" y="1270131"/>
                  </a:lnTo>
                  <a:lnTo>
                    <a:pt x="638645" y="1904918"/>
                  </a:lnTo>
                  <a:lnTo>
                    <a:pt x="1270131" y="1904918"/>
                  </a:lnTo>
                  <a:lnTo>
                    <a:pt x="1270131" y="1270131"/>
                  </a:lnTo>
                  <a:lnTo>
                    <a:pt x="1904918" y="1270131"/>
                  </a:lnTo>
                  <a:lnTo>
                    <a:pt x="1904918" y="638595"/>
                  </a:ln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08D6BD07-E764-02EA-028C-DBB109F47415}"/>
                </a:ext>
              </a:extLst>
            </p:cNvPr>
            <p:cNvSpPr/>
            <p:nvPr/>
          </p:nvSpPr>
          <p:spPr>
            <a:xfrm>
              <a:off x="3327054" y="6159561"/>
              <a:ext cx="483616" cy="483616"/>
            </a:xfrm>
            <a:custGeom>
              <a:avLst/>
              <a:gdLst>
                <a:gd name="connsiteX0" fmla="*/ 715170 w 715981"/>
                <a:gd name="connsiteY0" fmla="*/ 241352 h 715981"/>
                <a:gd name="connsiteX1" fmla="*/ 477626 w 715981"/>
                <a:gd name="connsiteY1" fmla="*/ 241352 h 715981"/>
                <a:gd name="connsiteX2" fmla="*/ 477626 w 715981"/>
                <a:gd name="connsiteY2" fmla="*/ 3808 h 715981"/>
                <a:gd name="connsiteX3" fmla="*/ 241352 w 715981"/>
                <a:gd name="connsiteY3" fmla="*/ 3808 h 715981"/>
                <a:gd name="connsiteX4" fmla="*/ 241352 w 715981"/>
                <a:gd name="connsiteY4" fmla="*/ 241352 h 715981"/>
                <a:gd name="connsiteX5" fmla="*/ 3808 w 715981"/>
                <a:gd name="connsiteY5" fmla="*/ 241352 h 715981"/>
                <a:gd name="connsiteX6" fmla="*/ 3808 w 715981"/>
                <a:gd name="connsiteY6" fmla="*/ 477626 h 715981"/>
                <a:gd name="connsiteX7" fmla="*/ 241352 w 715981"/>
                <a:gd name="connsiteY7" fmla="*/ 477626 h 715981"/>
                <a:gd name="connsiteX8" fmla="*/ 241352 w 715981"/>
                <a:gd name="connsiteY8" fmla="*/ 715169 h 715981"/>
                <a:gd name="connsiteX9" fmla="*/ 477626 w 715981"/>
                <a:gd name="connsiteY9" fmla="*/ 715169 h 715981"/>
                <a:gd name="connsiteX10" fmla="*/ 477626 w 715981"/>
                <a:gd name="connsiteY10" fmla="*/ 477626 h 715981"/>
                <a:gd name="connsiteX11" fmla="*/ 715170 w 715981"/>
                <a:gd name="connsiteY11" fmla="*/ 477626 h 715981"/>
                <a:gd name="connsiteX12" fmla="*/ 715170 w 715981"/>
                <a:gd name="connsiteY12" fmla="*/ 241352 h 71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5981" h="715981">
                  <a:moveTo>
                    <a:pt x="715170" y="241352"/>
                  </a:moveTo>
                  <a:lnTo>
                    <a:pt x="477626" y="241352"/>
                  </a:lnTo>
                  <a:lnTo>
                    <a:pt x="477626" y="3808"/>
                  </a:lnTo>
                  <a:lnTo>
                    <a:pt x="241352" y="3808"/>
                  </a:lnTo>
                  <a:lnTo>
                    <a:pt x="241352" y="241352"/>
                  </a:lnTo>
                  <a:lnTo>
                    <a:pt x="3808" y="241352"/>
                  </a:lnTo>
                  <a:lnTo>
                    <a:pt x="3808" y="477626"/>
                  </a:lnTo>
                  <a:lnTo>
                    <a:pt x="241352" y="477626"/>
                  </a:lnTo>
                  <a:lnTo>
                    <a:pt x="241352" y="715169"/>
                  </a:lnTo>
                  <a:lnTo>
                    <a:pt x="477626" y="715169"/>
                  </a:lnTo>
                  <a:lnTo>
                    <a:pt x="477626" y="477626"/>
                  </a:lnTo>
                  <a:lnTo>
                    <a:pt x="715170" y="477626"/>
                  </a:lnTo>
                  <a:lnTo>
                    <a:pt x="715170" y="241352"/>
                  </a:ln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501FCF16-B79B-0F55-CD14-4696ED4D4B89}"/>
                </a:ext>
              </a:extLst>
            </p:cNvPr>
            <p:cNvSpPr/>
            <p:nvPr/>
          </p:nvSpPr>
          <p:spPr>
            <a:xfrm>
              <a:off x="5576141" y="5434653"/>
              <a:ext cx="181785" cy="181785"/>
            </a:xfrm>
            <a:custGeom>
              <a:avLst/>
              <a:gdLst>
                <a:gd name="connsiteX0" fmla="*/ 268011 w 269127"/>
                <a:gd name="connsiteY0" fmla="*/ 92011 h 269127"/>
                <a:gd name="connsiteX1" fmla="*/ 179807 w 269127"/>
                <a:gd name="connsiteY1" fmla="*/ 92011 h 269127"/>
                <a:gd name="connsiteX2" fmla="*/ 179807 w 269127"/>
                <a:gd name="connsiteY2" fmla="*/ 3808 h 269127"/>
                <a:gd name="connsiteX3" fmla="*/ 92011 w 269127"/>
                <a:gd name="connsiteY3" fmla="*/ 3808 h 269127"/>
                <a:gd name="connsiteX4" fmla="*/ 92011 w 269127"/>
                <a:gd name="connsiteY4" fmla="*/ 92011 h 269127"/>
                <a:gd name="connsiteX5" fmla="*/ 3808 w 269127"/>
                <a:gd name="connsiteY5" fmla="*/ 92011 h 269127"/>
                <a:gd name="connsiteX6" fmla="*/ 3808 w 269127"/>
                <a:gd name="connsiteY6" fmla="*/ 179808 h 269127"/>
                <a:gd name="connsiteX7" fmla="*/ 92011 w 269127"/>
                <a:gd name="connsiteY7" fmla="*/ 179808 h 269127"/>
                <a:gd name="connsiteX8" fmla="*/ 92011 w 269127"/>
                <a:gd name="connsiteY8" fmla="*/ 268011 h 269127"/>
                <a:gd name="connsiteX9" fmla="*/ 179807 w 269127"/>
                <a:gd name="connsiteY9" fmla="*/ 268011 h 269127"/>
                <a:gd name="connsiteX10" fmla="*/ 179807 w 269127"/>
                <a:gd name="connsiteY10" fmla="*/ 179808 h 269127"/>
                <a:gd name="connsiteX11" fmla="*/ 268011 w 269127"/>
                <a:gd name="connsiteY11" fmla="*/ 179808 h 269127"/>
                <a:gd name="connsiteX12" fmla="*/ 268011 w 269127"/>
                <a:gd name="connsiteY12" fmla="*/ 92011 h 2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127" h="269127">
                  <a:moveTo>
                    <a:pt x="268011" y="92011"/>
                  </a:moveTo>
                  <a:lnTo>
                    <a:pt x="179807" y="92011"/>
                  </a:lnTo>
                  <a:lnTo>
                    <a:pt x="179807" y="3808"/>
                  </a:lnTo>
                  <a:lnTo>
                    <a:pt x="92011" y="3808"/>
                  </a:lnTo>
                  <a:lnTo>
                    <a:pt x="92011" y="92011"/>
                  </a:lnTo>
                  <a:lnTo>
                    <a:pt x="3808" y="92011"/>
                  </a:lnTo>
                  <a:lnTo>
                    <a:pt x="3808" y="179808"/>
                  </a:lnTo>
                  <a:lnTo>
                    <a:pt x="92011" y="179808"/>
                  </a:lnTo>
                  <a:lnTo>
                    <a:pt x="92011" y="268011"/>
                  </a:lnTo>
                  <a:lnTo>
                    <a:pt x="179807" y="268011"/>
                  </a:lnTo>
                  <a:lnTo>
                    <a:pt x="179807" y="179808"/>
                  </a:lnTo>
                  <a:lnTo>
                    <a:pt x="268011" y="179808"/>
                  </a:lnTo>
                  <a:lnTo>
                    <a:pt x="268011" y="92011"/>
                  </a:ln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46EFC990-55DA-62ED-F2B2-81E09285F265}"/>
                </a:ext>
              </a:extLst>
            </p:cNvPr>
            <p:cNvSpPr/>
            <p:nvPr/>
          </p:nvSpPr>
          <p:spPr>
            <a:xfrm>
              <a:off x="3554250" y="3833302"/>
              <a:ext cx="1100997" cy="1100997"/>
            </a:xfrm>
            <a:custGeom>
              <a:avLst/>
              <a:gdLst>
                <a:gd name="connsiteX0" fmla="*/ 1630864 w 1630000"/>
                <a:gd name="connsiteY0" fmla="*/ 547091 h 1630000"/>
                <a:gd name="connsiteX1" fmla="*/ 1087582 w 1630000"/>
                <a:gd name="connsiteY1" fmla="*/ 547091 h 1630000"/>
                <a:gd name="connsiteX2" fmla="*/ 1087582 w 1630000"/>
                <a:gd name="connsiteY2" fmla="*/ 3808 h 1630000"/>
                <a:gd name="connsiteX3" fmla="*/ 547091 w 1630000"/>
                <a:gd name="connsiteY3" fmla="*/ 3808 h 1630000"/>
                <a:gd name="connsiteX4" fmla="*/ 547091 w 1630000"/>
                <a:gd name="connsiteY4" fmla="*/ 547091 h 1630000"/>
                <a:gd name="connsiteX5" fmla="*/ 3808 w 1630000"/>
                <a:gd name="connsiteY5" fmla="*/ 547091 h 1630000"/>
                <a:gd name="connsiteX6" fmla="*/ 3808 w 1630000"/>
                <a:gd name="connsiteY6" fmla="*/ 1087581 h 1630000"/>
                <a:gd name="connsiteX7" fmla="*/ 547091 w 1630000"/>
                <a:gd name="connsiteY7" fmla="*/ 1087581 h 1630000"/>
                <a:gd name="connsiteX8" fmla="*/ 547091 w 1630000"/>
                <a:gd name="connsiteY8" fmla="*/ 1630864 h 1630000"/>
                <a:gd name="connsiteX9" fmla="*/ 1087582 w 1630000"/>
                <a:gd name="connsiteY9" fmla="*/ 1630864 h 1630000"/>
                <a:gd name="connsiteX10" fmla="*/ 1087582 w 1630000"/>
                <a:gd name="connsiteY10" fmla="*/ 1087581 h 1630000"/>
                <a:gd name="connsiteX11" fmla="*/ 1630864 w 1630000"/>
                <a:gd name="connsiteY11" fmla="*/ 1087581 h 1630000"/>
                <a:gd name="connsiteX12" fmla="*/ 1630864 w 1630000"/>
                <a:gd name="connsiteY12" fmla="*/ 547091 h 163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000" h="1630000">
                  <a:moveTo>
                    <a:pt x="1630864" y="547091"/>
                  </a:moveTo>
                  <a:lnTo>
                    <a:pt x="1087582" y="547091"/>
                  </a:lnTo>
                  <a:lnTo>
                    <a:pt x="1087582" y="3808"/>
                  </a:lnTo>
                  <a:lnTo>
                    <a:pt x="547091" y="3808"/>
                  </a:lnTo>
                  <a:lnTo>
                    <a:pt x="547091" y="547091"/>
                  </a:lnTo>
                  <a:lnTo>
                    <a:pt x="3808" y="547091"/>
                  </a:lnTo>
                  <a:lnTo>
                    <a:pt x="3808" y="1087581"/>
                  </a:lnTo>
                  <a:lnTo>
                    <a:pt x="547091" y="1087581"/>
                  </a:lnTo>
                  <a:lnTo>
                    <a:pt x="547091" y="1630864"/>
                  </a:lnTo>
                  <a:lnTo>
                    <a:pt x="1087582" y="1630864"/>
                  </a:lnTo>
                  <a:lnTo>
                    <a:pt x="1087582" y="1087581"/>
                  </a:lnTo>
                  <a:lnTo>
                    <a:pt x="1630864" y="1087581"/>
                  </a:lnTo>
                  <a:lnTo>
                    <a:pt x="1630864" y="547091"/>
                  </a:lnTo>
                  <a:close/>
                </a:path>
              </a:pathLst>
            </a:custGeom>
            <a:grpFill/>
            <a:ln w="9525" cap="flat">
              <a:noFill/>
              <a:prstDash val="solid"/>
              <a:miter/>
            </a:ln>
          </p:spPr>
          <p:txBody>
            <a:bodyPr rtlCol="0" anchor="ctr"/>
            <a:lstStyle/>
            <a:p>
              <a:endParaRPr lang="en-US"/>
            </a:p>
          </p:txBody>
        </p:sp>
      </p:grpSp>
      <p:grpSp>
        <p:nvGrpSpPr>
          <p:cNvPr id="82" name="Group 81">
            <a:extLst>
              <a:ext uri="{FF2B5EF4-FFF2-40B4-BE49-F238E27FC236}">
                <a16:creationId xmlns:a16="http://schemas.microsoft.com/office/drawing/2014/main" id="{AB3B8395-8169-07E5-C993-4B7AC8ACAAB1}"/>
              </a:ext>
            </a:extLst>
          </p:cNvPr>
          <p:cNvGrpSpPr/>
          <p:nvPr/>
        </p:nvGrpSpPr>
        <p:grpSpPr>
          <a:xfrm>
            <a:off x="-637084" y="3731195"/>
            <a:ext cx="5560412" cy="3711148"/>
            <a:chOff x="2403515" y="1010099"/>
            <a:chExt cx="8232063" cy="5494271"/>
          </a:xfrm>
        </p:grpSpPr>
        <p:sp>
          <p:nvSpPr>
            <p:cNvPr id="83" name="Freeform: Shape 82">
              <a:extLst>
                <a:ext uri="{FF2B5EF4-FFF2-40B4-BE49-F238E27FC236}">
                  <a16:creationId xmlns:a16="http://schemas.microsoft.com/office/drawing/2014/main" id="{2BD9542B-B5AF-6488-90A0-F172C1C0E1D5}"/>
                </a:ext>
              </a:extLst>
            </p:cNvPr>
            <p:cNvSpPr/>
            <p:nvPr/>
          </p:nvSpPr>
          <p:spPr>
            <a:xfrm>
              <a:off x="4789816" y="5168886"/>
              <a:ext cx="1335484" cy="1335484"/>
            </a:xfrm>
            <a:custGeom>
              <a:avLst/>
              <a:gdLst>
                <a:gd name="connsiteX0" fmla="*/ 1336651 w 1335483"/>
                <a:gd name="connsiteY0" fmla="*/ 448885 h 1335483"/>
                <a:gd name="connsiteX1" fmla="*/ 891626 w 1335483"/>
                <a:gd name="connsiteY1" fmla="*/ 448885 h 1335483"/>
                <a:gd name="connsiteX2" fmla="*/ 891626 w 1335483"/>
                <a:gd name="connsiteY2" fmla="*/ 3808 h 1335483"/>
                <a:gd name="connsiteX3" fmla="*/ 448834 w 1335483"/>
                <a:gd name="connsiteY3" fmla="*/ 3808 h 1335483"/>
                <a:gd name="connsiteX4" fmla="*/ 448834 w 1335483"/>
                <a:gd name="connsiteY4" fmla="*/ 448885 h 1335483"/>
                <a:gd name="connsiteX5" fmla="*/ 3808 w 1335483"/>
                <a:gd name="connsiteY5" fmla="*/ 448885 h 1335483"/>
                <a:gd name="connsiteX6" fmla="*/ 3808 w 1335483"/>
                <a:gd name="connsiteY6" fmla="*/ 891626 h 1335483"/>
                <a:gd name="connsiteX7" fmla="*/ 448834 w 1335483"/>
                <a:gd name="connsiteY7" fmla="*/ 891626 h 1335483"/>
                <a:gd name="connsiteX8" fmla="*/ 448834 w 1335483"/>
                <a:gd name="connsiteY8" fmla="*/ 1336702 h 1335483"/>
                <a:gd name="connsiteX9" fmla="*/ 891626 w 1335483"/>
                <a:gd name="connsiteY9" fmla="*/ 1336702 h 1335483"/>
                <a:gd name="connsiteX10" fmla="*/ 891626 w 1335483"/>
                <a:gd name="connsiteY10" fmla="*/ 891626 h 1335483"/>
                <a:gd name="connsiteX11" fmla="*/ 1336651 w 1335483"/>
                <a:gd name="connsiteY11" fmla="*/ 891626 h 1335483"/>
                <a:gd name="connsiteX12" fmla="*/ 1336651 w 1335483"/>
                <a:gd name="connsiteY12" fmla="*/ 448885 h 1335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5483" h="1335483">
                  <a:moveTo>
                    <a:pt x="1336651" y="448885"/>
                  </a:moveTo>
                  <a:lnTo>
                    <a:pt x="891626" y="448885"/>
                  </a:lnTo>
                  <a:lnTo>
                    <a:pt x="891626" y="3808"/>
                  </a:lnTo>
                  <a:lnTo>
                    <a:pt x="448834" y="3808"/>
                  </a:lnTo>
                  <a:lnTo>
                    <a:pt x="448834" y="448885"/>
                  </a:lnTo>
                  <a:lnTo>
                    <a:pt x="3808" y="448885"/>
                  </a:lnTo>
                  <a:lnTo>
                    <a:pt x="3808" y="891626"/>
                  </a:lnTo>
                  <a:lnTo>
                    <a:pt x="448834" y="891626"/>
                  </a:lnTo>
                  <a:lnTo>
                    <a:pt x="448834" y="1336702"/>
                  </a:lnTo>
                  <a:lnTo>
                    <a:pt x="891626" y="1336702"/>
                  </a:lnTo>
                  <a:lnTo>
                    <a:pt x="891626" y="891626"/>
                  </a:lnTo>
                  <a:lnTo>
                    <a:pt x="1336651" y="891626"/>
                  </a:lnTo>
                  <a:lnTo>
                    <a:pt x="1336651" y="448885"/>
                  </a:lnTo>
                  <a:close/>
                </a:path>
              </a:pathLst>
            </a:custGeom>
            <a:solidFill>
              <a:schemeClr val="bg1">
                <a:alpha val="27000"/>
              </a:schemeClr>
            </a:solid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3AF031C9-D009-5568-E653-BE56E174EBC3}"/>
                </a:ext>
              </a:extLst>
            </p:cNvPr>
            <p:cNvSpPr/>
            <p:nvPr/>
          </p:nvSpPr>
          <p:spPr>
            <a:xfrm>
              <a:off x="10183646" y="1010099"/>
              <a:ext cx="451932" cy="451932"/>
            </a:xfrm>
            <a:custGeom>
              <a:avLst/>
              <a:gdLst>
                <a:gd name="connsiteX0" fmla="*/ 451272 w 451931"/>
                <a:gd name="connsiteY0" fmla="*/ 153200 h 451931"/>
                <a:gd name="connsiteX1" fmla="*/ 301829 w 451931"/>
                <a:gd name="connsiteY1" fmla="*/ 153200 h 451931"/>
                <a:gd name="connsiteX2" fmla="*/ 301829 w 451931"/>
                <a:gd name="connsiteY2" fmla="*/ 3808 h 451931"/>
                <a:gd name="connsiteX3" fmla="*/ 153200 w 451931"/>
                <a:gd name="connsiteY3" fmla="*/ 3808 h 451931"/>
                <a:gd name="connsiteX4" fmla="*/ 153200 w 451931"/>
                <a:gd name="connsiteY4" fmla="*/ 153200 h 451931"/>
                <a:gd name="connsiteX5" fmla="*/ 3808 w 451931"/>
                <a:gd name="connsiteY5" fmla="*/ 153200 h 451931"/>
                <a:gd name="connsiteX6" fmla="*/ 3808 w 451931"/>
                <a:gd name="connsiteY6" fmla="*/ 301829 h 451931"/>
                <a:gd name="connsiteX7" fmla="*/ 153200 w 451931"/>
                <a:gd name="connsiteY7" fmla="*/ 301829 h 451931"/>
                <a:gd name="connsiteX8" fmla="*/ 153200 w 451931"/>
                <a:gd name="connsiteY8" fmla="*/ 451272 h 451931"/>
                <a:gd name="connsiteX9" fmla="*/ 301829 w 451931"/>
                <a:gd name="connsiteY9" fmla="*/ 451272 h 451931"/>
                <a:gd name="connsiteX10" fmla="*/ 301829 w 451931"/>
                <a:gd name="connsiteY10" fmla="*/ 301829 h 451931"/>
                <a:gd name="connsiteX11" fmla="*/ 451272 w 451931"/>
                <a:gd name="connsiteY11" fmla="*/ 301829 h 451931"/>
                <a:gd name="connsiteX12" fmla="*/ 451272 w 451931"/>
                <a:gd name="connsiteY12" fmla="*/ 153200 h 45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1931" h="451931">
                  <a:moveTo>
                    <a:pt x="451272" y="153200"/>
                  </a:moveTo>
                  <a:lnTo>
                    <a:pt x="301829" y="153200"/>
                  </a:lnTo>
                  <a:lnTo>
                    <a:pt x="301829" y="3808"/>
                  </a:lnTo>
                  <a:lnTo>
                    <a:pt x="153200" y="3808"/>
                  </a:lnTo>
                  <a:lnTo>
                    <a:pt x="153200" y="153200"/>
                  </a:lnTo>
                  <a:lnTo>
                    <a:pt x="3808" y="153200"/>
                  </a:lnTo>
                  <a:lnTo>
                    <a:pt x="3808" y="301829"/>
                  </a:lnTo>
                  <a:lnTo>
                    <a:pt x="153200" y="301829"/>
                  </a:lnTo>
                  <a:lnTo>
                    <a:pt x="153200" y="451272"/>
                  </a:lnTo>
                  <a:lnTo>
                    <a:pt x="301829" y="451272"/>
                  </a:lnTo>
                  <a:lnTo>
                    <a:pt x="301829" y="301829"/>
                  </a:lnTo>
                  <a:lnTo>
                    <a:pt x="451272" y="301829"/>
                  </a:lnTo>
                  <a:lnTo>
                    <a:pt x="451272" y="153200"/>
                  </a:lnTo>
                  <a:close/>
                </a:path>
              </a:pathLst>
            </a:custGeom>
            <a:solidFill>
              <a:schemeClr val="bg1">
                <a:alpha val="19000"/>
              </a:schemeClr>
            </a:solid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0BA5AEE0-39FF-113A-83A4-B0FF39E87310}"/>
                </a:ext>
              </a:extLst>
            </p:cNvPr>
            <p:cNvSpPr/>
            <p:nvPr/>
          </p:nvSpPr>
          <p:spPr>
            <a:xfrm>
              <a:off x="2403515" y="4607576"/>
              <a:ext cx="1142524" cy="1142524"/>
            </a:xfrm>
            <a:custGeom>
              <a:avLst/>
              <a:gdLst>
                <a:gd name="connsiteX0" fmla="*/ 1139681 w 1142523"/>
                <a:gd name="connsiteY0" fmla="*/ 383076 h 1142523"/>
                <a:gd name="connsiteX1" fmla="*/ 760413 w 1142523"/>
                <a:gd name="connsiteY1" fmla="*/ 383076 h 1142523"/>
                <a:gd name="connsiteX2" fmla="*/ 760413 w 1142523"/>
                <a:gd name="connsiteY2" fmla="*/ 3808 h 1142523"/>
                <a:gd name="connsiteX3" fmla="*/ 383076 w 1142523"/>
                <a:gd name="connsiteY3" fmla="*/ 3808 h 1142523"/>
                <a:gd name="connsiteX4" fmla="*/ 383076 w 1142523"/>
                <a:gd name="connsiteY4" fmla="*/ 383076 h 1142523"/>
                <a:gd name="connsiteX5" fmla="*/ 3808 w 1142523"/>
                <a:gd name="connsiteY5" fmla="*/ 383076 h 1142523"/>
                <a:gd name="connsiteX6" fmla="*/ 3808 w 1142523"/>
                <a:gd name="connsiteY6" fmla="*/ 760413 h 1142523"/>
                <a:gd name="connsiteX7" fmla="*/ 383076 w 1142523"/>
                <a:gd name="connsiteY7" fmla="*/ 760413 h 1142523"/>
                <a:gd name="connsiteX8" fmla="*/ 383076 w 1142523"/>
                <a:gd name="connsiteY8" fmla="*/ 1139681 h 1142523"/>
                <a:gd name="connsiteX9" fmla="*/ 760413 w 1142523"/>
                <a:gd name="connsiteY9" fmla="*/ 1139681 h 1142523"/>
                <a:gd name="connsiteX10" fmla="*/ 760413 w 1142523"/>
                <a:gd name="connsiteY10" fmla="*/ 760413 h 1142523"/>
                <a:gd name="connsiteX11" fmla="*/ 1139681 w 1142523"/>
                <a:gd name="connsiteY11" fmla="*/ 760413 h 1142523"/>
                <a:gd name="connsiteX12" fmla="*/ 1139681 w 1142523"/>
                <a:gd name="connsiteY12" fmla="*/ 383076 h 1142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2523" h="1142523">
                  <a:moveTo>
                    <a:pt x="1139681" y="383076"/>
                  </a:moveTo>
                  <a:lnTo>
                    <a:pt x="760413" y="383076"/>
                  </a:lnTo>
                  <a:lnTo>
                    <a:pt x="760413" y="3808"/>
                  </a:lnTo>
                  <a:lnTo>
                    <a:pt x="383076" y="3808"/>
                  </a:lnTo>
                  <a:lnTo>
                    <a:pt x="383076" y="383076"/>
                  </a:lnTo>
                  <a:lnTo>
                    <a:pt x="3808" y="383076"/>
                  </a:lnTo>
                  <a:lnTo>
                    <a:pt x="3808" y="760413"/>
                  </a:lnTo>
                  <a:lnTo>
                    <a:pt x="383076" y="760413"/>
                  </a:lnTo>
                  <a:lnTo>
                    <a:pt x="383076" y="1139681"/>
                  </a:lnTo>
                  <a:lnTo>
                    <a:pt x="760413" y="1139681"/>
                  </a:lnTo>
                  <a:lnTo>
                    <a:pt x="760413" y="760413"/>
                  </a:lnTo>
                  <a:lnTo>
                    <a:pt x="1139681" y="760413"/>
                  </a:lnTo>
                  <a:lnTo>
                    <a:pt x="1139681" y="383076"/>
                  </a:lnTo>
                  <a:close/>
                </a:path>
              </a:pathLst>
            </a:custGeom>
            <a:solidFill>
              <a:schemeClr val="bg1">
                <a:alpha val="17000"/>
              </a:schemeClr>
            </a:solid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B5093C03-B18C-5EBF-4C9B-391111983320}"/>
                </a:ext>
              </a:extLst>
            </p:cNvPr>
            <p:cNvSpPr/>
            <p:nvPr/>
          </p:nvSpPr>
          <p:spPr>
            <a:xfrm>
              <a:off x="5832541" y="2625170"/>
              <a:ext cx="2158100" cy="2158101"/>
            </a:xfrm>
            <a:custGeom>
              <a:avLst/>
              <a:gdLst>
                <a:gd name="connsiteX0" fmla="*/ 2158964 w 2158100"/>
                <a:gd name="connsiteY0" fmla="*/ 723446 h 2158100"/>
                <a:gd name="connsiteX1" fmla="*/ 1439326 w 2158100"/>
                <a:gd name="connsiteY1" fmla="*/ 723446 h 2158100"/>
                <a:gd name="connsiteX2" fmla="*/ 1439326 w 2158100"/>
                <a:gd name="connsiteY2" fmla="*/ 3808 h 2158100"/>
                <a:gd name="connsiteX3" fmla="*/ 723446 w 2158100"/>
                <a:gd name="connsiteY3" fmla="*/ 3808 h 2158100"/>
                <a:gd name="connsiteX4" fmla="*/ 723446 w 2158100"/>
                <a:gd name="connsiteY4" fmla="*/ 723446 h 2158100"/>
                <a:gd name="connsiteX5" fmla="*/ 3808 w 2158100"/>
                <a:gd name="connsiteY5" fmla="*/ 723446 h 2158100"/>
                <a:gd name="connsiteX6" fmla="*/ 3808 w 2158100"/>
                <a:gd name="connsiteY6" fmla="*/ 1439326 h 2158100"/>
                <a:gd name="connsiteX7" fmla="*/ 723446 w 2158100"/>
                <a:gd name="connsiteY7" fmla="*/ 1439326 h 2158100"/>
                <a:gd name="connsiteX8" fmla="*/ 723446 w 2158100"/>
                <a:gd name="connsiteY8" fmla="*/ 2159015 h 2158100"/>
                <a:gd name="connsiteX9" fmla="*/ 1439326 w 2158100"/>
                <a:gd name="connsiteY9" fmla="*/ 2159015 h 2158100"/>
                <a:gd name="connsiteX10" fmla="*/ 1439326 w 2158100"/>
                <a:gd name="connsiteY10" fmla="*/ 1439326 h 2158100"/>
                <a:gd name="connsiteX11" fmla="*/ 2158964 w 2158100"/>
                <a:gd name="connsiteY11" fmla="*/ 1439326 h 2158100"/>
                <a:gd name="connsiteX12" fmla="*/ 2158964 w 2158100"/>
                <a:gd name="connsiteY12" fmla="*/ 723446 h 215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8100" h="2158100">
                  <a:moveTo>
                    <a:pt x="2158964" y="723446"/>
                  </a:moveTo>
                  <a:lnTo>
                    <a:pt x="1439326" y="723446"/>
                  </a:lnTo>
                  <a:lnTo>
                    <a:pt x="1439326" y="3808"/>
                  </a:lnTo>
                  <a:lnTo>
                    <a:pt x="723446" y="3808"/>
                  </a:lnTo>
                  <a:lnTo>
                    <a:pt x="723446" y="723446"/>
                  </a:lnTo>
                  <a:lnTo>
                    <a:pt x="3808" y="723446"/>
                  </a:lnTo>
                  <a:lnTo>
                    <a:pt x="3808" y="1439326"/>
                  </a:lnTo>
                  <a:lnTo>
                    <a:pt x="723446" y="1439326"/>
                  </a:lnTo>
                  <a:lnTo>
                    <a:pt x="723446" y="2159015"/>
                  </a:lnTo>
                  <a:lnTo>
                    <a:pt x="1439326" y="2159015"/>
                  </a:lnTo>
                  <a:lnTo>
                    <a:pt x="1439326" y="1439326"/>
                  </a:lnTo>
                  <a:lnTo>
                    <a:pt x="2158964" y="1439326"/>
                  </a:lnTo>
                  <a:lnTo>
                    <a:pt x="2158964" y="723446"/>
                  </a:lnTo>
                  <a:close/>
                </a:path>
              </a:pathLst>
            </a:custGeom>
            <a:solidFill>
              <a:schemeClr val="bg1">
                <a:alpha val="15000"/>
              </a:schemeClr>
            </a:solidFill>
            <a:ln w="9525" cap="flat">
              <a:solidFill>
                <a:schemeClr val="bg1">
                  <a:alpha val="52000"/>
                </a:schemeClr>
              </a:solidFill>
              <a:prstDash val="solid"/>
              <a:miter/>
            </a:ln>
          </p:spPr>
          <p:txBody>
            <a:bodyPr rtlCol="0" anchor="ctr"/>
            <a:lstStyle/>
            <a:p>
              <a:endParaRPr lang="en-US"/>
            </a:p>
          </p:txBody>
        </p:sp>
      </p:grpSp>
      <p:pic>
        <p:nvPicPr>
          <p:cNvPr id="44" name="Graphic 43">
            <a:extLst>
              <a:ext uri="{FF2B5EF4-FFF2-40B4-BE49-F238E27FC236}">
                <a16:creationId xmlns:a16="http://schemas.microsoft.com/office/drawing/2014/main" id="{B842ED98-0B81-4740-F6E1-BB979730C6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77248" y="2298942"/>
            <a:ext cx="3856389" cy="2645292"/>
          </a:xfrm>
          <a:prstGeom prst="rect">
            <a:avLst/>
          </a:prstGeom>
        </p:spPr>
      </p:pic>
      <p:grpSp>
        <p:nvGrpSpPr>
          <p:cNvPr id="2" name="Group 1">
            <a:extLst>
              <a:ext uri="{FF2B5EF4-FFF2-40B4-BE49-F238E27FC236}">
                <a16:creationId xmlns:a16="http://schemas.microsoft.com/office/drawing/2014/main" id="{8676935A-6995-0128-252C-67F5CAB4F39A}"/>
              </a:ext>
            </a:extLst>
          </p:cNvPr>
          <p:cNvGrpSpPr/>
          <p:nvPr/>
        </p:nvGrpSpPr>
        <p:grpSpPr>
          <a:xfrm>
            <a:off x="4860587" y="9359832"/>
            <a:ext cx="2500435" cy="2487313"/>
            <a:chOff x="4860587" y="2579142"/>
            <a:chExt cx="2500435" cy="2487313"/>
          </a:xfrm>
        </p:grpSpPr>
        <p:sp>
          <p:nvSpPr>
            <p:cNvPr id="4" name="Freeform: Shape 3">
              <a:extLst>
                <a:ext uri="{FF2B5EF4-FFF2-40B4-BE49-F238E27FC236}">
                  <a16:creationId xmlns:a16="http://schemas.microsoft.com/office/drawing/2014/main" id="{087899E8-5D42-6271-49B2-43A5555A62DA}"/>
                </a:ext>
              </a:extLst>
            </p:cNvPr>
            <p:cNvSpPr/>
            <p:nvPr/>
          </p:nvSpPr>
          <p:spPr>
            <a:xfrm flipH="1">
              <a:off x="5391903" y="2579142"/>
              <a:ext cx="1969119" cy="2487313"/>
            </a:xfrm>
            <a:custGeom>
              <a:avLst/>
              <a:gdLst>
                <a:gd name="connsiteX0" fmla="*/ 2599244 w 2725427"/>
                <a:gd name="connsiteY0" fmla="*/ 3174389 h 3442645"/>
                <a:gd name="connsiteX1" fmla="*/ 275682 w 2725427"/>
                <a:gd name="connsiteY1" fmla="*/ 2598994 h 3442645"/>
                <a:gd name="connsiteX2" fmla="*/ 851078 w 2725427"/>
                <a:gd name="connsiteY2" fmla="*/ 275432 h 3442645"/>
                <a:gd name="connsiteX3" fmla="*/ 2697216 w 2725427"/>
                <a:gd name="connsiteY3" fmla="*/ 339227 h 3442645"/>
              </a:gdLst>
              <a:ahLst/>
              <a:cxnLst>
                <a:cxn ang="0">
                  <a:pos x="connsiteX0" y="connsiteY0"/>
                </a:cxn>
                <a:cxn ang="0">
                  <a:pos x="connsiteX1" y="connsiteY1"/>
                </a:cxn>
                <a:cxn ang="0">
                  <a:pos x="connsiteX2" y="connsiteY2"/>
                </a:cxn>
                <a:cxn ang="0">
                  <a:pos x="connsiteX3" y="connsiteY3"/>
                </a:cxn>
              </a:cxnLst>
              <a:rect l="l" t="t" r="r" b="b"/>
              <a:pathLst>
                <a:path w="2725427" h="3442645">
                  <a:moveTo>
                    <a:pt x="2599244" y="3174389"/>
                  </a:moveTo>
                  <a:cubicBezTo>
                    <a:pt x="1798719" y="3657132"/>
                    <a:pt x="758425" y="3399518"/>
                    <a:pt x="275682" y="2598994"/>
                  </a:cubicBezTo>
                  <a:cubicBezTo>
                    <a:pt x="-207060" y="1798469"/>
                    <a:pt x="50553" y="758175"/>
                    <a:pt x="851078" y="275432"/>
                  </a:cubicBezTo>
                  <a:cubicBezTo>
                    <a:pt x="1424844" y="-70568"/>
                    <a:pt x="2148702" y="-45555"/>
                    <a:pt x="2697216" y="339227"/>
                  </a:cubicBezTo>
                </a:path>
              </a:pathLst>
            </a:custGeom>
            <a:noFill/>
            <a:ln w="12700" cap="rnd">
              <a:solidFill>
                <a:schemeClr val="bg1"/>
              </a:solidFill>
              <a:prstDash val="lgDash"/>
              <a:round/>
            </a:ln>
          </p:spPr>
          <p:txBody>
            <a:bodyPr rtlCol="0" anchor="ctr"/>
            <a:lstStyle/>
            <a:p>
              <a:pPr algn="r"/>
              <a:endParaRPr lang="en-US" dirty="0">
                <a:latin typeface="Abd Elrady Pro" panose="020F0803030102020204" pitchFamily="34" charset="-78"/>
                <a:cs typeface="Abd Elrady Pro" panose="020F0803030102020204" pitchFamily="34" charset="-78"/>
              </a:endParaRPr>
            </a:p>
          </p:txBody>
        </p:sp>
        <p:sp>
          <p:nvSpPr>
            <p:cNvPr id="15" name="Freeform: Shape 14">
              <a:extLst>
                <a:ext uri="{FF2B5EF4-FFF2-40B4-BE49-F238E27FC236}">
                  <a16:creationId xmlns:a16="http://schemas.microsoft.com/office/drawing/2014/main" id="{A4EC2BA6-FCC6-2386-B538-069B3CB46FFA}"/>
                </a:ext>
              </a:extLst>
            </p:cNvPr>
            <p:cNvSpPr/>
            <p:nvPr/>
          </p:nvSpPr>
          <p:spPr>
            <a:xfrm>
              <a:off x="4860587" y="2579142"/>
              <a:ext cx="1969119" cy="2487313"/>
            </a:xfrm>
            <a:custGeom>
              <a:avLst/>
              <a:gdLst>
                <a:gd name="connsiteX0" fmla="*/ 2599244 w 2725427"/>
                <a:gd name="connsiteY0" fmla="*/ 3174389 h 3442645"/>
                <a:gd name="connsiteX1" fmla="*/ 275682 w 2725427"/>
                <a:gd name="connsiteY1" fmla="*/ 2598994 h 3442645"/>
                <a:gd name="connsiteX2" fmla="*/ 851078 w 2725427"/>
                <a:gd name="connsiteY2" fmla="*/ 275432 h 3442645"/>
                <a:gd name="connsiteX3" fmla="*/ 2697216 w 2725427"/>
                <a:gd name="connsiteY3" fmla="*/ 339227 h 3442645"/>
              </a:gdLst>
              <a:ahLst/>
              <a:cxnLst>
                <a:cxn ang="0">
                  <a:pos x="connsiteX0" y="connsiteY0"/>
                </a:cxn>
                <a:cxn ang="0">
                  <a:pos x="connsiteX1" y="connsiteY1"/>
                </a:cxn>
                <a:cxn ang="0">
                  <a:pos x="connsiteX2" y="connsiteY2"/>
                </a:cxn>
                <a:cxn ang="0">
                  <a:pos x="connsiteX3" y="connsiteY3"/>
                </a:cxn>
              </a:cxnLst>
              <a:rect l="l" t="t" r="r" b="b"/>
              <a:pathLst>
                <a:path w="2725427" h="3442645">
                  <a:moveTo>
                    <a:pt x="2599244" y="3174389"/>
                  </a:moveTo>
                  <a:cubicBezTo>
                    <a:pt x="1798719" y="3657132"/>
                    <a:pt x="758425" y="3399518"/>
                    <a:pt x="275682" y="2598994"/>
                  </a:cubicBezTo>
                  <a:cubicBezTo>
                    <a:pt x="-207060" y="1798469"/>
                    <a:pt x="50553" y="758175"/>
                    <a:pt x="851078" y="275432"/>
                  </a:cubicBezTo>
                  <a:cubicBezTo>
                    <a:pt x="1424844" y="-70568"/>
                    <a:pt x="2148702" y="-45555"/>
                    <a:pt x="2697216" y="339227"/>
                  </a:cubicBezTo>
                </a:path>
              </a:pathLst>
            </a:custGeom>
            <a:noFill/>
            <a:ln w="12700" cap="rnd">
              <a:solidFill>
                <a:schemeClr val="bg1"/>
              </a:solidFill>
              <a:prstDash val="lgDash"/>
              <a:round/>
            </a:ln>
          </p:spPr>
          <p:txBody>
            <a:bodyPr rtlCol="0" anchor="ctr"/>
            <a:lstStyle/>
            <a:p>
              <a:pPr algn="r"/>
              <a:endParaRPr lang="en-US" dirty="0">
                <a:latin typeface="Abd Elrady Pro" panose="020F0803030102020204" pitchFamily="34" charset="-78"/>
                <a:cs typeface="Abd Elrady Pro" panose="020F0803030102020204" pitchFamily="34" charset="-78"/>
              </a:endParaRPr>
            </a:p>
          </p:txBody>
        </p:sp>
        <p:sp>
          <p:nvSpPr>
            <p:cNvPr id="16" name="Oval 15">
              <a:extLst>
                <a:ext uri="{FF2B5EF4-FFF2-40B4-BE49-F238E27FC236}">
                  <a16:creationId xmlns:a16="http://schemas.microsoft.com/office/drawing/2014/main" id="{E15F808B-561F-2ED8-6A7E-A2052FEC2305}"/>
                </a:ext>
              </a:extLst>
            </p:cNvPr>
            <p:cNvSpPr/>
            <p:nvPr/>
          </p:nvSpPr>
          <p:spPr>
            <a:xfrm>
              <a:off x="5117142" y="2808817"/>
              <a:ext cx="2022704" cy="2022706"/>
            </a:xfrm>
            <a:prstGeom prst="ellipse">
              <a:avLst/>
            </a:prstGeom>
            <a:blipFill>
              <a:blip r:embed="rId3"/>
              <a:stretch>
                <a:fillRect l="-37413" r="-3047"/>
              </a:stretch>
            </a:blipFill>
            <a:ln>
              <a:noFill/>
            </a:ln>
            <a:effectLst>
              <a:innerShdw blurRad="241300">
                <a:prstClr val="black">
                  <a:alpha val="3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AE" sz="2000" b="1" dirty="0">
                <a:solidFill>
                  <a:schemeClr val="bg1"/>
                </a:solidFill>
                <a:latin typeface="Abd Elrady Pro" panose="020F0803030102020204" pitchFamily="34" charset="-78"/>
                <a:cs typeface="Abd Elrady Pro" panose="020F0803030102020204" pitchFamily="34" charset="-78"/>
              </a:endParaRPr>
            </a:p>
          </p:txBody>
        </p:sp>
        <p:sp>
          <p:nvSpPr>
            <p:cNvPr id="17" name="Freeform: Shape 16">
              <a:extLst>
                <a:ext uri="{FF2B5EF4-FFF2-40B4-BE49-F238E27FC236}">
                  <a16:creationId xmlns:a16="http://schemas.microsoft.com/office/drawing/2014/main" id="{E4430BD9-A16A-E02E-8D50-5191F72C6111}"/>
                </a:ext>
              </a:extLst>
            </p:cNvPr>
            <p:cNvSpPr/>
            <p:nvPr/>
          </p:nvSpPr>
          <p:spPr>
            <a:xfrm flipH="1">
              <a:off x="4879069" y="3007154"/>
              <a:ext cx="321277" cy="1627118"/>
            </a:xfrm>
            <a:custGeom>
              <a:avLst/>
              <a:gdLst>
                <a:gd name="connsiteX0" fmla="*/ 21517 w 444674"/>
                <a:gd name="connsiteY0" fmla="*/ 2243170 h 2252063"/>
                <a:gd name="connsiteX1" fmla="*/ 21517 w 444674"/>
                <a:gd name="connsiteY1" fmla="*/ 21517 h 2252063"/>
              </a:gdLst>
              <a:ahLst/>
              <a:cxnLst>
                <a:cxn ang="0">
                  <a:pos x="connsiteX0" y="connsiteY0"/>
                </a:cxn>
                <a:cxn ang="0">
                  <a:pos x="connsiteX1" y="connsiteY1"/>
                </a:cxn>
              </a:cxnLst>
              <a:rect l="l" t="t" r="r" b="b"/>
              <a:pathLst>
                <a:path w="444674" h="2252063">
                  <a:moveTo>
                    <a:pt x="21517" y="2243170"/>
                  </a:moveTo>
                  <a:cubicBezTo>
                    <a:pt x="575516" y="1606229"/>
                    <a:pt x="575516" y="658458"/>
                    <a:pt x="21517" y="21517"/>
                  </a:cubicBezTo>
                </a:path>
              </a:pathLst>
            </a:custGeom>
            <a:noFill/>
            <a:ln w="19050" cap="rnd">
              <a:solidFill>
                <a:schemeClr val="bg1"/>
              </a:solidFill>
              <a:prstDash val="solid"/>
              <a:round/>
            </a:ln>
          </p:spPr>
          <p:txBody>
            <a:bodyPr rtlCol="0" anchor="ctr"/>
            <a:lstStyle/>
            <a:p>
              <a:pPr algn="r"/>
              <a:endParaRPr lang="en-US">
                <a:latin typeface="Abd Elrady Pro" panose="020F0803030102020204" pitchFamily="34" charset="-78"/>
                <a:cs typeface="Abd Elrady Pro" panose="020F0803030102020204" pitchFamily="34" charset="-78"/>
              </a:endParaRPr>
            </a:p>
          </p:txBody>
        </p:sp>
        <p:sp>
          <p:nvSpPr>
            <p:cNvPr id="18" name="Freeform: Shape 17">
              <a:extLst>
                <a:ext uri="{FF2B5EF4-FFF2-40B4-BE49-F238E27FC236}">
                  <a16:creationId xmlns:a16="http://schemas.microsoft.com/office/drawing/2014/main" id="{6325CB33-C963-258A-24EA-164BF64ABC69}"/>
                </a:ext>
              </a:extLst>
            </p:cNvPr>
            <p:cNvSpPr/>
            <p:nvPr/>
          </p:nvSpPr>
          <p:spPr>
            <a:xfrm>
              <a:off x="7013698" y="3007154"/>
              <a:ext cx="321277" cy="1627118"/>
            </a:xfrm>
            <a:custGeom>
              <a:avLst/>
              <a:gdLst>
                <a:gd name="connsiteX0" fmla="*/ 21517 w 444674"/>
                <a:gd name="connsiteY0" fmla="*/ 2243170 h 2252063"/>
                <a:gd name="connsiteX1" fmla="*/ 21517 w 444674"/>
                <a:gd name="connsiteY1" fmla="*/ 21517 h 2252063"/>
              </a:gdLst>
              <a:ahLst/>
              <a:cxnLst>
                <a:cxn ang="0">
                  <a:pos x="connsiteX0" y="connsiteY0"/>
                </a:cxn>
                <a:cxn ang="0">
                  <a:pos x="connsiteX1" y="connsiteY1"/>
                </a:cxn>
              </a:cxnLst>
              <a:rect l="l" t="t" r="r" b="b"/>
              <a:pathLst>
                <a:path w="444674" h="2252063">
                  <a:moveTo>
                    <a:pt x="21517" y="2243170"/>
                  </a:moveTo>
                  <a:cubicBezTo>
                    <a:pt x="575516" y="1606229"/>
                    <a:pt x="575516" y="658458"/>
                    <a:pt x="21517" y="21517"/>
                  </a:cubicBezTo>
                </a:path>
              </a:pathLst>
            </a:custGeom>
            <a:noFill/>
            <a:ln w="19050" cap="rnd">
              <a:solidFill>
                <a:schemeClr val="bg1"/>
              </a:solidFill>
              <a:prstDash val="solid"/>
              <a:round/>
            </a:ln>
          </p:spPr>
          <p:txBody>
            <a:bodyPr rtlCol="0" anchor="ctr"/>
            <a:lstStyle/>
            <a:p>
              <a:pPr algn="r"/>
              <a:endParaRPr lang="en-US">
                <a:latin typeface="Abd Elrady Pro" panose="020F0803030102020204" pitchFamily="34" charset="-78"/>
                <a:cs typeface="Abd Elrady Pro" panose="020F0803030102020204" pitchFamily="34" charset="-78"/>
              </a:endParaRPr>
            </a:p>
          </p:txBody>
        </p:sp>
      </p:grpSp>
      <p:grpSp>
        <p:nvGrpSpPr>
          <p:cNvPr id="19" name="Group 18">
            <a:extLst>
              <a:ext uri="{FF2B5EF4-FFF2-40B4-BE49-F238E27FC236}">
                <a16:creationId xmlns:a16="http://schemas.microsoft.com/office/drawing/2014/main" id="{DD8493BC-5181-FED9-9785-B4340942C1D5}"/>
              </a:ext>
            </a:extLst>
          </p:cNvPr>
          <p:cNvGrpSpPr/>
          <p:nvPr/>
        </p:nvGrpSpPr>
        <p:grpSpPr>
          <a:xfrm>
            <a:off x="-10718561" y="-2161734"/>
            <a:ext cx="4911674" cy="1122134"/>
            <a:chOff x="330439" y="2030376"/>
            <a:chExt cx="4911674" cy="1122134"/>
          </a:xfrm>
        </p:grpSpPr>
        <p:grpSp>
          <p:nvGrpSpPr>
            <p:cNvPr id="20" name="Group 19">
              <a:extLst>
                <a:ext uri="{FF2B5EF4-FFF2-40B4-BE49-F238E27FC236}">
                  <a16:creationId xmlns:a16="http://schemas.microsoft.com/office/drawing/2014/main" id="{0588B60E-6C0D-B9B8-D04A-8EA0E9605638}"/>
                </a:ext>
              </a:extLst>
            </p:cNvPr>
            <p:cNvGrpSpPr/>
            <p:nvPr/>
          </p:nvGrpSpPr>
          <p:grpSpPr>
            <a:xfrm flipH="1">
              <a:off x="330439" y="2030376"/>
              <a:ext cx="4911674" cy="1122134"/>
              <a:chOff x="3087355" y="1442788"/>
              <a:chExt cx="6431087" cy="1469262"/>
            </a:xfrm>
          </p:grpSpPr>
          <p:sp>
            <p:nvSpPr>
              <p:cNvPr id="22" name="Freeform: Shape 21">
                <a:extLst>
                  <a:ext uri="{FF2B5EF4-FFF2-40B4-BE49-F238E27FC236}">
                    <a16:creationId xmlns:a16="http://schemas.microsoft.com/office/drawing/2014/main" id="{427EAC64-DD18-58AE-33CC-F0C3094DCDB0}"/>
                  </a:ext>
                </a:extLst>
              </p:cNvPr>
              <p:cNvSpPr/>
              <p:nvPr/>
            </p:nvSpPr>
            <p:spPr>
              <a:xfrm>
                <a:off x="3142041" y="2161161"/>
                <a:ext cx="1791215" cy="597072"/>
              </a:xfrm>
              <a:custGeom>
                <a:avLst/>
                <a:gdLst>
                  <a:gd name="connsiteX0" fmla="*/ 21517 w 1893454"/>
                  <a:gd name="connsiteY0" fmla="*/ 614082 h 631151"/>
                  <a:gd name="connsiteX1" fmla="*/ 614082 w 1893454"/>
                  <a:gd name="connsiteY1" fmla="*/ 21517 h 631151"/>
                  <a:gd name="connsiteX2" fmla="*/ 1879111 w 1893454"/>
                  <a:gd name="connsiteY2" fmla="*/ 21517 h 631151"/>
                </a:gdLst>
                <a:ahLst/>
                <a:cxnLst>
                  <a:cxn ang="0">
                    <a:pos x="connsiteX0" y="connsiteY0"/>
                  </a:cxn>
                  <a:cxn ang="0">
                    <a:pos x="connsiteX1" y="connsiteY1"/>
                  </a:cxn>
                  <a:cxn ang="0">
                    <a:pos x="connsiteX2" y="connsiteY2"/>
                  </a:cxn>
                </a:cxnLst>
                <a:rect l="l" t="t" r="r" b="b"/>
                <a:pathLst>
                  <a:path w="1893454" h="631151">
                    <a:moveTo>
                      <a:pt x="21517" y="614082"/>
                    </a:moveTo>
                    <a:lnTo>
                      <a:pt x="614082" y="21517"/>
                    </a:lnTo>
                    <a:lnTo>
                      <a:pt x="1879111" y="21517"/>
                    </a:lnTo>
                  </a:path>
                </a:pathLst>
              </a:custGeom>
              <a:noFill/>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23" name="Freeform: Shape 22">
                <a:extLst>
                  <a:ext uri="{FF2B5EF4-FFF2-40B4-BE49-F238E27FC236}">
                    <a16:creationId xmlns:a16="http://schemas.microsoft.com/office/drawing/2014/main" id="{1DBA3326-5DA1-A9EF-7536-521D84717D36}"/>
                  </a:ext>
                </a:extLst>
              </p:cNvPr>
              <p:cNvSpPr/>
              <p:nvPr/>
            </p:nvSpPr>
            <p:spPr>
              <a:xfrm>
                <a:off x="3087355" y="2629591"/>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solidFill>
                <a:srgbClr val="ED174F"/>
              </a:solidFill>
              <a:ln w="38100" cap="flat">
                <a:solidFill>
                  <a:schemeClr val="bg1"/>
                </a:solidFill>
                <a:prstDash val="solid"/>
                <a:miter/>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grpSp>
            <p:nvGrpSpPr>
              <p:cNvPr id="24" name="Group 23">
                <a:extLst>
                  <a:ext uri="{FF2B5EF4-FFF2-40B4-BE49-F238E27FC236}">
                    <a16:creationId xmlns:a16="http://schemas.microsoft.com/office/drawing/2014/main" id="{42BBF6AA-7FA6-24F7-3611-AF66F31054CD}"/>
                  </a:ext>
                </a:extLst>
              </p:cNvPr>
              <p:cNvGrpSpPr/>
              <p:nvPr/>
            </p:nvGrpSpPr>
            <p:grpSpPr>
              <a:xfrm>
                <a:off x="4482705" y="1442788"/>
                <a:ext cx="5035737" cy="1469262"/>
                <a:chOff x="4482705" y="1442788"/>
                <a:chExt cx="5035737" cy="1469262"/>
              </a:xfrm>
            </p:grpSpPr>
            <p:sp>
              <p:nvSpPr>
                <p:cNvPr id="25" name="Rectangle 24">
                  <a:extLst>
                    <a:ext uri="{FF2B5EF4-FFF2-40B4-BE49-F238E27FC236}">
                      <a16:creationId xmlns:a16="http://schemas.microsoft.com/office/drawing/2014/main" id="{112BF5AD-B1F4-E5FF-430B-31ADE3CDDB44}"/>
                    </a:ext>
                  </a:extLst>
                </p:cNvPr>
                <p:cNvSpPr/>
                <p:nvPr/>
              </p:nvSpPr>
              <p:spPr>
                <a:xfrm>
                  <a:off x="4482705" y="1442788"/>
                  <a:ext cx="5035737" cy="1469262"/>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26" name="Oval 25">
                  <a:extLst>
                    <a:ext uri="{FF2B5EF4-FFF2-40B4-BE49-F238E27FC236}">
                      <a16:creationId xmlns:a16="http://schemas.microsoft.com/office/drawing/2014/main" id="{365C1088-8634-3244-D637-F9FCD66C1E0F}"/>
                    </a:ext>
                  </a:extLst>
                </p:cNvPr>
                <p:cNvSpPr/>
                <p:nvPr/>
              </p:nvSpPr>
              <p:spPr>
                <a:xfrm>
                  <a:off x="4791075" y="1761398"/>
                  <a:ext cx="832040" cy="832040"/>
                </a:xfrm>
                <a:prstGeom prst="ellipse">
                  <a:avLst/>
                </a:prstGeom>
                <a:solidFill>
                  <a:srgbClr val="ED174F"/>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27" name="Rectangle 26">
                  <a:extLst>
                    <a:ext uri="{FF2B5EF4-FFF2-40B4-BE49-F238E27FC236}">
                      <a16:creationId xmlns:a16="http://schemas.microsoft.com/office/drawing/2014/main" id="{C45058F6-432D-A24B-CFE2-CA24B84B93BE}"/>
                    </a:ext>
                  </a:extLst>
                </p:cNvPr>
                <p:cNvSpPr/>
                <p:nvPr/>
              </p:nvSpPr>
              <p:spPr>
                <a:xfrm>
                  <a:off x="5640602" y="1996991"/>
                  <a:ext cx="3319189" cy="407016"/>
                </a:xfrm>
                <a:prstGeom prst="rect">
                  <a:avLst/>
                </a:prstGeom>
              </p:spPr>
              <p:txBody>
                <a:bodyPr wrap="square" anchor="ctr">
                  <a:spAutoFit/>
                </a:bodyPr>
                <a:lstStyle/>
                <a:p>
                  <a:pPr marL="0" lvl="1" algn="r">
                    <a:buClr>
                      <a:srgbClr val="002E8A"/>
                    </a:buClr>
                  </a:pPr>
                  <a:r>
                    <a:rPr lang="en-US" sz="1400" dirty="0">
                      <a:solidFill>
                        <a:schemeClr val="bg1"/>
                      </a:solidFill>
                      <a:latin typeface="Poppins Light" panose="00000400000000000000" pitchFamily="2" charset="0"/>
                      <a:cs typeface="Abd Elrady Pro" panose="020F0803030102020204" pitchFamily="34" charset="-78"/>
                    </a:rPr>
                    <a:t>20 Year Track Record</a:t>
                  </a:r>
                  <a:endParaRPr lang="en-US" sz="1400" dirty="0">
                    <a:solidFill>
                      <a:schemeClr val="bg1"/>
                    </a:solidFill>
                    <a:latin typeface="Poppins Light" panose="00000400000000000000" pitchFamily="2" charset="0"/>
                    <a:cs typeface="Poppins Light" panose="00000400000000000000" pitchFamily="2" charset="0"/>
                  </a:endParaRPr>
                </a:p>
              </p:txBody>
            </p:sp>
          </p:grpSp>
        </p:grpSp>
        <p:pic>
          <p:nvPicPr>
            <p:cNvPr id="21" name="Picture 20">
              <a:extLst>
                <a:ext uri="{FF2B5EF4-FFF2-40B4-BE49-F238E27FC236}">
                  <a16:creationId xmlns:a16="http://schemas.microsoft.com/office/drawing/2014/main" id="{127AAF03-C429-7FD9-A3D9-6FBA079D4BA0}"/>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468448" y="2473893"/>
              <a:ext cx="270352" cy="270352"/>
            </a:xfrm>
            <a:prstGeom prst="rect">
              <a:avLst/>
            </a:prstGeom>
          </p:spPr>
        </p:pic>
      </p:grpSp>
      <p:grpSp>
        <p:nvGrpSpPr>
          <p:cNvPr id="28" name="Group 27">
            <a:extLst>
              <a:ext uri="{FF2B5EF4-FFF2-40B4-BE49-F238E27FC236}">
                <a16:creationId xmlns:a16="http://schemas.microsoft.com/office/drawing/2014/main" id="{A98195B1-1912-3FF7-0B03-C617055083E2}"/>
              </a:ext>
            </a:extLst>
          </p:cNvPr>
          <p:cNvGrpSpPr/>
          <p:nvPr/>
        </p:nvGrpSpPr>
        <p:grpSpPr>
          <a:xfrm>
            <a:off x="-14147560" y="996844"/>
            <a:ext cx="4641488" cy="1122131"/>
            <a:chOff x="330440" y="3261731"/>
            <a:chExt cx="4641488" cy="1122131"/>
          </a:xfrm>
        </p:grpSpPr>
        <p:grpSp>
          <p:nvGrpSpPr>
            <p:cNvPr id="29" name="Group 28">
              <a:extLst>
                <a:ext uri="{FF2B5EF4-FFF2-40B4-BE49-F238E27FC236}">
                  <a16:creationId xmlns:a16="http://schemas.microsoft.com/office/drawing/2014/main" id="{505C8762-0374-C77B-5182-74D9D5AAD7E5}"/>
                </a:ext>
              </a:extLst>
            </p:cNvPr>
            <p:cNvGrpSpPr/>
            <p:nvPr/>
          </p:nvGrpSpPr>
          <p:grpSpPr>
            <a:xfrm flipH="1">
              <a:off x="330440" y="3261731"/>
              <a:ext cx="4641488" cy="1122131"/>
              <a:chOff x="3441120" y="3055060"/>
              <a:chExt cx="6077322" cy="1469260"/>
            </a:xfrm>
          </p:grpSpPr>
          <p:sp>
            <p:nvSpPr>
              <p:cNvPr id="31" name="Rectangle 30">
                <a:extLst>
                  <a:ext uri="{FF2B5EF4-FFF2-40B4-BE49-F238E27FC236}">
                    <a16:creationId xmlns:a16="http://schemas.microsoft.com/office/drawing/2014/main" id="{9EEC1294-F9B5-27CA-5CFE-CE8D0CC28CFA}"/>
                  </a:ext>
                </a:extLst>
              </p:cNvPr>
              <p:cNvSpPr/>
              <p:nvPr/>
            </p:nvSpPr>
            <p:spPr>
              <a:xfrm>
                <a:off x="4482706" y="3055060"/>
                <a:ext cx="5035736" cy="1469260"/>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a:latin typeface="Abd Elrady Pro" panose="020F0803030102020204" pitchFamily="34" charset="-78"/>
                  <a:cs typeface="Abd Elrady Pro" panose="020F0803030102020204" pitchFamily="34" charset="-78"/>
                </a:endParaRPr>
              </a:p>
            </p:txBody>
          </p:sp>
          <p:grpSp>
            <p:nvGrpSpPr>
              <p:cNvPr id="32" name="Group 31">
                <a:extLst>
                  <a:ext uri="{FF2B5EF4-FFF2-40B4-BE49-F238E27FC236}">
                    <a16:creationId xmlns:a16="http://schemas.microsoft.com/office/drawing/2014/main" id="{5AC53ED2-77E5-BEF2-9E95-8D82CC0662DB}"/>
                  </a:ext>
                </a:extLst>
              </p:cNvPr>
              <p:cNvGrpSpPr/>
              <p:nvPr/>
            </p:nvGrpSpPr>
            <p:grpSpPr>
              <a:xfrm>
                <a:off x="3441120" y="3373671"/>
                <a:ext cx="5827043" cy="832039"/>
                <a:chOff x="3441120" y="3373671"/>
                <a:chExt cx="5827043" cy="832039"/>
              </a:xfrm>
            </p:grpSpPr>
            <p:sp>
              <p:nvSpPr>
                <p:cNvPr id="33" name="Freeform: Shape 32">
                  <a:extLst>
                    <a:ext uri="{FF2B5EF4-FFF2-40B4-BE49-F238E27FC236}">
                      <a16:creationId xmlns:a16="http://schemas.microsoft.com/office/drawing/2014/main" id="{09B86119-FA1D-EA09-F206-3F4B9B3241FC}"/>
                    </a:ext>
                  </a:extLst>
                </p:cNvPr>
                <p:cNvSpPr/>
                <p:nvPr/>
              </p:nvSpPr>
              <p:spPr>
                <a:xfrm>
                  <a:off x="3524438" y="3772577"/>
                  <a:ext cx="1682657" cy="40709"/>
                </a:xfrm>
                <a:custGeom>
                  <a:avLst/>
                  <a:gdLst>
                    <a:gd name="connsiteX0" fmla="*/ 1761774 w 1778699"/>
                    <a:gd name="connsiteY0" fmla="*/ 21517 h 43033"/>
                    <a:gd name="connsiteX1" fmla="*/ 21517 w 1778699"/>
                    <a:gd name="connsiteY1" fmla="*/ 21517 h 43033"/>
                  </a:gdLst>
                  <a:ahLst/>
                  <a:cxnLst>
                    <a:cxn ang="0">
                      <a:pos x="connsiteX0" y="connsiteY0"/>
                    </a:cxn>
                    <a:cxn ang="0">
                      <a:pos x="connsiteX1" y="connsiteY1"/>
                    </a:cxn>
                  </a:cxnLst>
                  <a:rect l="l" t="t" r="r" b="b"/>
                  <a:pathLst>
                    <a:path w="1778699" h="43033">
                      <a:moveTo>
                        <a:pt x="1761774" y="21517"/>
                      </a:moveTo>
                      <a:lnTo>
                        <a:pt x="21517" y="21517"/>
                      </a:lnTo>
                    </a:path>
                  </a:pathLst>
                </a:custGeom>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34" name="Freeform: Shape 33">
                  <a:extLst>
                    <a:ext uri="{FF2B5EF4-FFF2-40B4-BE49-F238E27FC236}">
                      <a16:creationId xmlns:a16="http://schemas.microsoft.com/office/drawing/2014/main" id="{FD36A6D9-BD81-E6FD-721F-A7D519A31886}"/>
                    </a:ext>
                  </a:extLst>
                </p:cNvPr>
                <p:cNvSpPr/>
                <p:nvPr/>
              </p:nvSpPr>
              <p:spPr>
                <a:xfrm>
                  <a:off x="3441120" y="3680438"/>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gradFill>
                  <a:gsLst>
                    <a:gs pos="100000">
                      <a:srgbClr val="0A2C69"/>
                    </a:gs>
                    <a:gs pos="0">
                      <a:srgbClr val="3795AF"/>
                    </a:gs>
                  </a:gsLst>
                  <a:path path="circle">
                    <a:fillToRect l="100000" t="100000"/>
                  </a:path>
                </a:gradFill>
                <a:ln w="38100" cap="flat">
                  <a:solidFill>
                    <a:schemeClr val="bg1"/>
                  </a:solidFill>
                  <a:prstDash val="solid"/>
                  <a:miter/>
                </a:ln>
              </p:spPr>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35" name="Oval 34">
                  <a:extLst>
                    <a:ext uri="{FF2B5EF4-FFF2-40B4-BE49-F238E27FC236}">
                      <a16:creationId xmlns:a16="http://schemas.microsoft.com/office/drawing/2014/main" id="{60E1AE18-18F0-7D70-3C5D-86C493FBACF6}"/>
                    </a:ext>
                  </a:extLst>
                </p:cNvPr>
                <p:cNvSpPr/>
                <p:nvPr/>
              </p:nvSpPr>
              <p:spPr>
                <a:xfrm>
                  <a:off x="4791075" y="3373671"/>
                  <a:ext cx="832040" cy="832039"/>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36" name="Rectangle 35">
                  <a:extLst>
                    <a:ext uri="{FF2B5EF4-FFF2-40B4-BE49-F238E27FC236}">
                      <a16:creationId xmlns:a16="http://schemas.microsoft.com/office/drawing/2014/main" id="{62371654-52BA-5832-DA51-3F205057B10E}"/>
                    </a:ext>
                  </a:extLst>
                </p:cNvPr>
                <p:cNvSpPr/>
                <p:nvPr/>
              </p:nvSpPr>
              <p:spPr>
                <a:xfrm>
                  <a:off x="5640603" y="3593520"/>
                  <a:ext cx="3627560" cy="407017"/>
                </a:xfrm>
                <a:prstGeom prst="rect">
                  <a:avLst/>
                </a:prstGeom>
              </p:spPr>
              <p:txBody>
                <a:bodyPr wrap="square" anchor="ctr">
                  <a:spAutoFit/>
                </a:bodyPr>
                <a:lstStyle/>
                <a:p>
                  <a:pPr marL="0" lvl="1" algn="r">
                    <a:buClr>
                      <a:srgbClr val="002E8A"/>
                    </a:buClr>
                  </a:pPr>
                  <a:r>
                    <a:rPr lang="en-US" sz="1400" dirty="0">
                      <a:solidFill>
                        <a:schemeClr val="bg1"/>
                      </a:solidFill>
                      <a:latin typeface="Poppins Light" panose="00000400000000000000" pitchFamily="2" charset="0"/>
                      <a:cs typeface="Abd Elrady Pro" panose="020F0803030102020204" pitchFamily="34" charset="-78"/>
                    </a:rPr>
                    <a:t>Compliant and Safe Solution</a:t>
                  </a:r>
                  <a:endParaRPr lang="en-US" sz="1400" dirty="0">
                    <a:solidFill>
                      <a:schemeClr val="bg1"/>
                    </a:solidFill>
                    <a:latin typeface="Poppins Light" panose="00000400000000000000" pitchFamily="2" charset="0"/>
                    <a:cs typeface="Poppins Light" panose="00000400000000000000" pitchFamily="2" charset="0"/>
                  </a:endParaRPr>
                </a:p>
              </p:txBody>
            </p:sp>
          </p:grpSp>
        </p:grpSp>
        <p:pic>
          <p:nvPicPr>
            <p:cNvPr id="30" name="Picture 29">
              <a:extLst>
                <a:ext uri="{FF2B5EF4-FFF2-40B4-BE49-F238E27FC236}">
                  <a16:creationId xmlns:a16="http://schemas.microsoft.com/office/drawing/2014/main" id="{3220AF7F-6704-807B-528F-E2E89F315E24}"/>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468448" y="3674550"/>
              <a:ext cx="270352" cy="270352"/>
            </a:xfrm>
            <a:prstGeom prst="rect">
              <a:avLst/>
            </a:prstGeom>
          </p:spPr>
        </p:pic>
      </p:grpSp>
      <p:grpSp>
        <p:nvGrpSpPr>
          <p:cNvPr id="37" name="Group 36">
            <a:extLst>
              <a:ext uri="{FF2B5EF4-FFF2-40B4-BE49-F238E27FC236}">
                <a16:creationId xmlns:a16="http://schemas.microsoft.com/office/drawing/2014/main" id="{15B8383B-C13B-E425-858C-BB54522CC3DA}"/>
              </a:ext>
            </a:extLst>
          </p:cNvPr>
          <p:cNvGrpSpPr/>
          <p:nvPr/>
        </p:nvGrpSpPr>
        <p:grpSpPr>
          <a:xfrm>
            <a:off x="-11046304" y="8465589"/>
            <a:ext cx="4911671" cy="1122131"/>
            <a:chOff x="330441" y="4492545"/>
            <a:chExt cx="4911671" cy="1122131"/>
          </a:xfrm>
        </p:grpSpPr>
        <p:grpSp>
          <p:nvGrpSpPr>
            <p:cNvPr id="38" name="Group 37">
              <a:extLst>
                <a:ext uri="{FF2B5EF4-FFF2-40B4-BE49-F238E27FC236}">
                  <a16:creationId xmlns:a16="http://schemas.microsoft.com/office/drawing/2014/main" id="{EF37A0B6-B227-F3B5-AB77-8A29C26BF646}"/>
                </a:ext>
              </a:extLst>
            </p:cNvPr>
            <p:cNvGrpSpPr/>
            <p:nvPr/>
          </p:nvGrpSpPr>
          <p:grpSpPr>
            <a:xfrm flipH="1">
              <a:off x="330441" y="4492545"/>
              <a:ext cx="4911671" cy="1122131"/>
              <a:chOff x="3087355" y="4666625"/>
              <a:chExt cx="6431086" cy="1469260"/>
            </a:xfrm>
          </p:grpSpPr>
          <p:sp>
            <p:nvSpPr>
              <p:cNvPr id="40" name="Freeform: Shape 39">
                <a:extLst>
                  <a:ext uri="{FF2B5EF4-FFF2-40B4-BE49-F238E27FC236}">
                    <a16:creationId xmlns:a16="http://schemas.microsoft.com/office/drawing/2014/main" id="{EB9B6258-DCE6-1FB3-50EA-C5221193D0D3}"/>
                  </a:ext>
                </a:extLst>
              </p:cNvPr>
              <p:cNvSpPr/>
              <p:nvPr/>
            </p:nvSpPr>
            <p:spPr>
              <a:xfrm>
                <a:off x="3142041" y="4823424"/>
                <a:ext cx="1791215" cy="597072"/>
              </a:xfrm>
              <a:custGeom>
                <a:avLst/>
                <a:gdLst>
                  <a:gd name="connsiteX0" fmla="*/ 21517 w 1893454"/>
                  <a:gd name="connsiteY0" fmla="*/ 21517 h 631151"/>
                  <a:gd name="connsiteX1" fmla="*/ 614082 w 1893454"/>
                  <a:gd name="connsiteY1" fmla="*/ 614082 h 631151"/>
                  <a:gd name="connsiteX2" fmla="*/ 1879111 w 1893454"/>
                  <a:gd name="connsiteY2" fmla="*/ 614082 h 631151"/>
                </a:gdLst>
                <a:ahLst/>
                <a:cxnLst>
                  <a:cxn ang="0">
                    <a:pos x="connsiteX0" y="connsiteY0"/>
                  </a:cxn>
                  <a:cxn ang="0">
                    <a:pos x="connsiteX1" y="connsiteY1"/>
                  </a:cxn>
                  <a:cxn ang="0">
                    <a:pos x="connsiteX2" y="connsiteY2"/>
                  </a:cxn>
                </a:cxnLst>
                <a:rect l="l" t="t" r="r" b="b"/>
                <a:pathLst>
                  <a:path w="1893454" h="631151">
                    <a:moveTo>
                      <a:pt x="21517" y="21517"/>
                    </a:moveTo>
                    <a:lnTo>
                      <a:pt x="614082" y="614082"/>
                    </a:lnTo>
                    <a:lnTo>
                      <a:pt x="1879111" y="614082"/>
                    </a:lnTo>
                  </a:path>
                </a:pathLst>
              </a:custGeom>
              <a:noFill/>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41" name="Freeform: Shape 40">
                <a:extLst>
                  <a:ext uri="{FF2B5EF4-FFF2-40B4-BE49-F238E27FC236}">
                    <a16:creationId xmlns:a16="http://schemas.microsoft.com/office/drawing/2014/main" id="{3D1780CD-DE30-1B29-50E4-9708E8AAE909}"/>
                  </a:ext>
                </a:extLst>
              </p:cNvPr>
              <p:cNvSpPr/>
              <p:nvPr/>
            </p:nvSpPr>
            <p:spPr>
              <a:xfrm>
                <a:off x="3087355" y="4731285"/>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solidFill>
                <a:srgbClr val="ED174F"/>
              </a:solidFill>
              <a:ln w="38100" cap="flat">
                <a:solidFill>
                  <a:schemeClr val="bg1"/>
                </a:solidFill>
                <a:prstDash val="solid"/>
                <a:miter/>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43" name="Rectangle 42">
                <a:extLst>
                  <a:ext uri="{FF2B5EF4-FFF2-40B4-BE49-F238E27FC236}">
                    <a16:creationId xmlns:a16="http://schemas.microsoft.com/office/drawing/2014/main" id="{C6F96E91-239A-3FD3-5FDA-A92679214DD5}"/>
                  </a:ext>
                </a:extLst>
              </p:cNvPr>
              <p:cNvSpPr/>
              <p:nvPr/>
            </p:nvSpPr>
            <p:spPr>
              <a:xfrm>
                <a:off x="4482708" y="4666625"/>
                <a:ext cx="5035733" cy="1469260"/>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45" name="Oval 44">
                <a:extLst>
                  <a:ext uri="{FF2B5EF4-FFF2-40B4-BE49-F238E27FC236}">
                    <a16:creationId xmlns:a16="http://schemas.microsoft.com/office/drawing/2014/main" id="{075677F4-E47A-85C2-B482-C01D0A3830FD}"/>
                  </a:ext>
                </a:extLst>
              </p:cNvPr>
              <p:cNvSpPr/>
              <p:nvPr/>
            </p:nvSpPr>
            <p:spPr>
              <a:xfrm>
                <a:off x="4791075" y="4985235"/>
                <a:ext cx="832040" cy="832039"/>
              </a:xfrm>
              <a:prstGeom prst="ellipse">
                <a:avLst/>
              </a:prstGeom>
              <a:solidFill>
                <a:srgbClr val="ED174F"/>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48" name="Rectangle 47">
                <a:extLst>
                  <a:ext uri="{FF2B5EF4-FFF2-40B4-BE49-F238E27FC236}">
                    <a16:creationId xmlns:a16="http://schemas.microsoft.com/office/drawing/2014/main" id="{FCF7F89D-A82A-E5CE-7B05-FF1CAEED42CE}"/>
                  </a:ext>
                </a:extLst>
              </p:cNvPr>
              <p:cNvSpPr/>
              <p:nvPr/>
            </p:nvSpPr>
            <p:spPr>
              <a:xfrm>
                <a:off x="5640603" y="5066410"/>
                <a:ext cx="3557281" cy="685077"/>
              </a:xfrm>
              <a:prstGeom prst="rect">
                <a:avLst/>
              </a:prstGeom>
            </p:spPr>
            <p:txBody>
              <a:bodyPr wrap="square" anchor="ctr">
                <a:spAutoFit/>
              </a:bodyPr>
              <a:lstStyle/>
              <a:p>
                <a:pPr marL="0" lvl="1" algn="r">
                  <a:buClr>
                    <a:srgbClr val="002E8A"/>
                  </a:buClr>
                </a:pPr>
                <a:r>
                  <a:rPr lang="en-US" sz="1400" dirty="0">
                    <a:solidFill>
                      <a:schemeClr val="bg1"/>
                    </a:solidFill>
                    <a:latin typeface="Poppins Light" panose="00000400000000000000" pitchFamily="2" charset="0"/>
                    <a:cs typeface="Abd Elrady Pro" panose="020F0803030102020204" pitchFamily="34" charset="-78"/>
                  </a:rPr>
                  <a:t>Multiple Ways to Submit Prescriptions</a:t>
                </a:r>
                <a:endParaRPr lang="en-US" sz="1400" dirty="0">
                  <a:solidFill>
                    <a:schemeClr val="bg1"/>
                  </a:solidFill>
                  <a:latin typeface="Poppins Light" panose="00000400000000000000" pitchFamily="2" charset="0"/>
                  <a:cs typeface="Poppins Light" panose="00000400000000000000" pitchFamily="2" charset="0"/>
                </a:endParaRPr>
              </a:p>
            </p:txBody>
          </p:sp>
        </p:grpSp>
        <p:pic>
          <p:nvPicPr>
            <p:cNvPr id="39" name="Picture 38">
              <a:extLst>
                <a:ext uri="{FF2B5EF4-FFF2-40B4-BE49-F238E27FC236}">
                  <a16:creationId xmlns:a16="http://schemas.microsoft.com/office/drawing/2014/main" id="{08696BD7-6B7E-3C39-D7F3-71181AC65D0A}"/>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468448" y="4905901"/>
              <a:ext cx="270352" cy="270352"/>
            </a:xfrm>
            <a:prstGeom prst="rect">
              <a:avLst/>
            </a:prstGeom>
          </p:spPr>
        </p:pic>
      </p:grpSp>
      <p:grpSp>
        <p:nvGrpSpPr>
          <p:cNvPr id="49" name="Group 48">
            <a:extLst>
              <a:ext uri="{FF2B5EF4-FFF2-40B4-BE49-F238E27FC236}">
                <a16:creationId xmlns:a16="http://schemas.microsoft.com/office/drawing/2014/main" id="{1A14300B-CE65-D553-A302-B747941EFC6B}"/>
              </a:ext>
            </a:extLst>
          </p:cNvPr>
          <p:cNvGrpSpPr/>
          <p:nvPr/>
        </p:nvGrpSpPr>
        <p:grpSpPr>
          <a:xfrm>
            <a:off x="14566532" y="-3203134"/>
            <a:ext cx="4911674" cy="1122134"/>
            <a:chOff x="6971932" y="2030376"/>
            <a:chExt cx="4911674" cy="1122134"/>
          </a:xfrm>
        </p:grpSpPr>
        <p:grpSp>
          <p:nvGrpSpPr>
            <p:cNvPr id="50" name="Group 49">
              <a:extLst>
                <a:ext uri="{FF2B5EF4-FFF2-40B4-BE49-F238E27FC236}">
                  <a16:creationId xmlns:a16="http://schemas.microsoft.com/office/drawing/2014/main" id="{2889B152-05E1-48BB-EC78-24102170F802}"/>
                </a:ext>
              </a:extLst>
            </p:cNvPr>
            <p:cNvGrpSpPr/>
            <p:nvPr/>
          </p:nvGrpSpPr>
          <p:grpSpPr>
            <a:xfrm>
              <a:off x="6971932" y="2030376"/>
              <a:ext cx="4911674" cy="1122134"/>
              <a:chOff x="3087355" y="1442788"/>
              <a:chExt cx="6431087" cy="1469262"/>
            </a:xfrm>
          </p:grpSpPr>
          <p:sp>
            <p:nvSpPr>
              <p:cNvPr id="52" name="Freeform: Shape 51">
                <a:extLst>
                  <a:ext uri="{FF2B5EF4-FFF2-40B4-BE49-F238E27FC236}">
                    <a16:creationId xmlns:a16="http://schemas.microsoft.com/office/drawing/2014/main" id="{E1DD15AE-2DF3-5E14-01A8-644649379E28}"/>
                  </a:ext>
                </a:extLst>
              </p:cNvPr>
              <p:cNvSpPr/>
              <p:nvPr/>
            </p:nvSpPr>
            <p:spPr>
              <a:xfrm>
                <a:off x="3142041" y="2161161"/>
                <a:ext cx="1791215" cy="597072"/>
              </a:xfrm>
              <a:custGeom>
                <a:avLst/>
                <a:gdLst>
                  <a:gd name="connsiteX0" fmla="*/ 21517 w 1893454"/>
                  <a:gd name="connsiteY0" fmla="*/ 614082 h 631151"/>
                  <a:gd name="connsiteX1" fmla="*/ 614082 w 1893454"/>
                  <a:gd name="connsiteY1" fmla="*/ 21517 h 631151"/>
                  <a:gd name="connsiteX2" fmla="*/ 1879111 w 1893454"/>
                  <a:gd name="connsiteY2" fmla="*/ 21517 h 631151"/>
                </a:gdLst>
                <a:ahLst/>
                <a:cxnLst>
                  <a:cxn ang="0">
                    <a:pos x="connsiteX0" y="connsiteY0"/>
                  </a:cxn>
                  <a:cxn ang="0">
                    <a:pos x="connsiteX1" y="connsiteY1"/>
                  </a:cxn>
                  <a:cxn ang="0">
                    <a:pos x="connsiteX2" y="connsiteY2"/>
                  </a:cxn>
                </a:cxnLst>
                <a:rect l="l" t="t" r="r" b="b"/>
                <a:pathLst>
                  <a:path w="1893454" h="631151">
                    <a:moveTo>
                      <a:pt x="21517" y="614082"/>
                    </a:moveTo>
                    <a:lnTo>
                      <a:pt x="614082" y="21517"/>
                    </a:lnTo>
                    <a:lnTo>
                      <a:pt x="1879111" y="21517"/>
                    </a:lnTo>
                  </a:path>
                </a:pathLst>
              </a:custGeom>
              <a:noFill/>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53" name="Freeform: Shape 52">
                <a:extLst>
                  <a:ext uri="{FF2B5EF4-FFF2-40B4-BE49-F238E27FC236}">
                    <a16:creationId xmlns:a16="http://schemas.microsoft.com/office/drawing/2014/main" id="{211B02B9-4B06-59AD-19AA-0A56E821655F}"/>
                  </a:ext>
                </a:extLst>
              </p:cNvPr>
              <p:cNvSpPr/>
              <p:nvPr/>
            </p:nvSpPr>
            <p:spPr>
              <a:xfrm>
                <a:off x="3087355" y="2629591"/>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gradFill>
                <a:gsLst>
                  <a:gs pos="0">
                    <a:srgbClr val="0092E2"/>
                  </a:gs>
                  <a:gs pos="100000">
                    <a:srgbClr val="0063E5"/>
                  </a:gs>
                </a:gsLst>
                <a:lin ang="0" scaled="1"/>
              </a:gradFill>
              <a:ln w="38100" cap="flat">
                <a:solidFill>
                  <a:schemeClr val="bg1"/>
                </a:solidFill>
                <a:prstDash val="solid"/>
                <a:miter/>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grpSp>
            <p:nvGrpSpPr>
              <p:cNvPr id="54" name="Group 53">
                <a:extLst>
                  <a:ext uri="{FF2B5EF4-FFF2-40B4-BE49-F238E27FC236}">
                    <a16:creationId xmlns:a16="http://schemas.microsoft.com/office/drawing/2014/main" id="{F34F79A5-BD3D-755C-2592-96DCBA700290}"/>
                  </a:ext>
                </a:extLst>
              </p:cNvPr>
              <p:cNvGrpSpPr/>
              <p:nvPr/>
            </p:nvGrpSpPr>
            <p:grpSpPr>
              <a:xfrm>
                <a:off x="4482705" y="1442788"/>
                <a:ext cx="5035737" cy="1469262"/>
                <a:chOff x="4482705" y="1442788"/>
                <a:chExt cx="5035737" cy="1469262"/>
              </a:xfrm>
            </p:grpSpPr>
            <p:sp>
              <p:nvSpPr>
                <p:cNvPr id="55" name="Rectangle 54">
                  <a:extLst>
                    <a:ext uri="{FF2B5EF4-FFF2-40B4-BE49-F238E27FC236}">
                      <a16:creationId xmlns:a16="http://schemas.microsoft.com/office/drawing/2014/main" id="{0BD9210E-F344-DDA8-5A36-C7550879A412}"/>
                    </a:ext>
                  </a:extLst>
                </p:cNvPr>
                <p:cNvSpPr/>
                <p:nvPr/>
              </p:nvSpPr>
              <p:spPr>
                <a:xfrm>
                  <a:off x="4482705" y="1442788"/>
                  <a:ext cx="5035737" cy="1469262"/>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56" name="Oval 55">
                  <a:extLst>
                    <a:ext uri="{FF2B5EF4-FFF2-40B4-BE49-F238E27FC236}">
                      <a16:creationId xmlns:a16="http://schemas.microsoft.com/office/drawing/2014/main" id="{D4CA0545-BFDF-F4A3-B1AF-F907894751FA}"/>
                    </a:ext>
                  </a:extLst>
                </p:cNvPr>
                <p:cNvSpPr/>
                <p:nvPr/>
              </p:nvSpPr>
              <p:spPr>
                <a:xfrm>
                  <a:off x="4791075" y="1761398"/>
                  <a:ext cx="832040" cy="832040"/>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57" name="Rectangle 56">
                  <a:extLst>
                    <a:ext uri="{FF2B5EF4-FFF2-40B4-BE49-F238E27FC236}">
                      <a16:creationId xmlns:a16="http://schemas.microsoft.com/office/drawing/2014/main" id="{13C015A4-E650-4CDD-C4EC-7E288F1042B4}"/>
                    </a:ext>
                  </a:extLst>
                </p:cNvPr>
                <p:cNvSpPr/>
                <p:nvPr/>
              </p:nvSpPr>
              <p:spPr>
                <a:xfrm>
                  <a:off x="5651872" y="1996991"/>
                  <a:ext cx="3616290" cy="407016"/>
                </a:xfrm>
                <a:prstGeom prst="rect">
                  <a:avLst/>
                </a:prstGeom>
              </p:spPr>
              <p:txBody>
                <a:bodyPr wrap="square" anchor="ctr">
                  <a:spAutoFit/>
                </a:bodyPr>
                <a:lstStyle/>
                <a:p>
                  <a:pPr marL="0" lvl="1">
                    <a:buClr>
                      <a:srgbClr val="002E8A"/>
                    </a:buClr>
                  </a:pPr>
                  <a:r>
                    <a:rPr lang="en-US" sz="1400" dirty="0">
                      <a:solidFill>
                        <a:schemeClr val="bg1"/>
                      </a:solidFill>
                      <a:latin typeface="Poppins Light" panose="00000400000000000000" pitchFamily="2" charset="0"/>
                      <a:cs typeface="Abd Elrady Pro" panose="020F0803030102020204" pitchFamily="34" charset="-78"/>
                    </a:rPr>
                    <a:t>Licensed in 49 States</a:t>
                  </a:r>
                  <a:endParaRPr lang="en-US" sz="1400" dirty="0">
                    <a:solidFill>
                      <a:schemeClr val="bg1"/>
                    </a:solidFill>
                    <a:latin typeface="Poppins Light" panose="00000400000000000000" pitchFamily="2" charset="0"/>
                    <a:cs typeface="Poppins Light" panose="00000400000000000000" pitchFamily="2" charset="0"/>
                  </a:endParaRPr>
                </a:p>
              </p:txBody>
            </p:sp>
          </p:grpSp>
        </p:grpSp>
        <p:pic>
          <p:nvPicPr>
            <p:cNvPr id="51" name="Picture 50">
              <a:extLst>
                <a:ext uri="{FF2B5EF4-FFF2-40B4-BE49-F238E27FC236}">
                  <a16:creationId xmlns:a16="http://schemas.microsoft.com/office/drawing/2014/main" id="{4FB476D7-94D4-707C-0B42-D1A194177418}"/>
                </a:ext>
              </a:extLst>
            </p:cNvPr>
            <p:cNvPicPr>
              <a:picLocks noChangeAspect="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457081" y="2473893"/>
              <a:ext cx="270352" cy="270352"/>
            </a:xfrm>
            <a:prstGeom prst="rect">
              <a:avLst/>
            </a:prstGeom>
          </p:spPr>
        </p:pic>
      </p:grpSp>
      <p:grpSp>
        <p:nvGrpSpPr>
          <p:cNvPr id="58" name="Group 57">
            <a:extLst>
              <a:ext uri="{FF2B5EF4-FFF2-40B4-BE49-F238E27FC236}">
                <a16:creationId xmlns:a16="http://schemas.microsoft.com/office/drawing/2014/main" id="{4EF61AA3-935A-C787-473A-9F1A51BB8456}"/>
              </a:ext>
            </a:extLst>
          </p:cNvPr>
          <p:cNvGrpSpPr/>
          <p:nvPr/>
        </p:nvGrpSpPr>
        <p:grpSpPr>
          <a:xfrm>
            <a:off x="22863117" y="1459079"/>
            <a:ext cx="4641488" cy="1122131"/>
            <a:chOff x="7242117" y="3261731"/>
            <a:chExt cx="4641488" cy="1122131"/>
          </a:xfrm>
        </p:grpSpPr>
        <p:grpSp>
          <p:nvGrpSpPr>
            <p:cNvPr id="59" name="Group 58">
              <a:extLst>
                <a:ext uri="{FF2B5EF4-FFF2-40B4-BE49-F238E27FC236}">
                  <a16:creationId xmlns:a16="http://schemas.microsoft.com/office/drawing/2014/main" id="{A202AFEB-5320-21AC-CCA4-90861C38C8E0}"/>
                </a:ext>
              </a:extLst>
            </p:cNvPr>
            <p:cNvGrpSpPr/>
            <p:nvPr/>
          </p:nvGrpSpPr>
          <p:grpSpPr>
            <a:xfrm>
              <a:off x="7242117" y="3261731"/>
              <a:ext cx="4641488" cy="1122131"/>
              <a:chOff x="3441120" y="3055060"/>
              <a:chExt cx="6077322" cy="1469260"/>
            </a:xfrm>
          </p:grpSpPr>
          <p:sp>
            <p:nvSpPr>
              <p:cNvPr id="61" name="Rectangle 60">
                <a:extLst>
                  <a:ext uri="{FF2B5EF4-FFF2-40B4-BE49-F238E27FC236}">
                    <a16:creationId xmlns:a16="http://schemas.microsoft.com/office/drawing/2014/main" id="{945B4657-FE6E-1BA8-309E-088BCFB717A9}"/>
                  </a:ext>
                </a:extLst>
              </p:cNvPr>
              <p:cNvSpPr/>
              <p:nvPr/>
            </p:nvSpPr>
            <p:spPr>
              <a:xfrm>
                <a:off x="4482706" y="3055060"/>
                <a:ext cx="5035736" cy="1469260"/>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a:latin typeface="Abd Elrady Pro" panose="020F0803030102020204" pitchFamily="34" charset="-78"/>
                  <a:cs typeface="Abd Elrady Pro" panose="020F0803030102020204" pitchFamily="34" charset="-78"/>
                </a:endParaRPr>
              </a:p>
            </p:txBody>
          </p:sp>
          <p:grpSp>
            <p:nvGrpSpPr>
              <p:cNvPr id="62" name="Group 61">
                <a:extLst>
                  <a:ext uri="{FF2B5EF4-FFF2-40B4-BE49-F238E27FC236}">
                    <a16:creationId xmlns:a16="http://schemas.microsoft.com/office/drawing/2014/main" id="{DDD05E86-3E1A-AE17-9E36-53A06A03992D}"/>
                  </a:ext>
                </a:extLst>
              </p:cNvPr>
              <p:cNvGrpSpPr/>
              <p:nvPr/>
            </p:nvGrpSpPr>
            <p:grpSpPr>
              <a:xfrm>
                <a:off x="3441120" y="3373671"/>
                <a:ext cx="5792057" cy="832039"/>
                <a:chOff x="3441120" y="3373671"/>
                <a:chExt cx="5792057" cy="832039"/>
              </a:xfrm>
            </p:grpSpPr>
            <p:sp>
              <p:nvSpPr>
                <p:cNvPr id="63" name="Freeform: Shape 62">
                  <a:extLst>
                    <a:ext uri="{FF2B5EF4-FFF2-40B4-BE49-F238E27FC236}">
                      <a16:creationId xmlns:a16="http://schemas.microsoft.com/office/drawing/2014/main" id="{E77D6D3F-4F3D-7A45-55FF-C267E12B8A6C}"/>
                    </a:ext>
                  </a:extLst>
                </p:cNvPr>
                <p:cNvSpPr/>
                <p:nvPr/>
              </p:nvSpPr>
              <p:spPr>
                <a:xfrm>
                  <a:off x="3524438" y="3772577"/>
                  <a:ext cx="1682657" cy="40709"/>
                </a:xfrm>
                <a:custGeom>
                  <a:avLst/>
                  <a:gdLst>
                    <a:gd name="connsiteX0" fmla="*/ 1761774 w 1778699"/>
                    <a:gd name="connsiteY0" fmla="*/ 21517 h 43033"/>
                    <a:gd name="connsiteX1" fmla="*/ 21517 w 1778699"/>
                    <a:gd name="connsiteY1" fmla="*/ 21517 h 43033"/>
                  </a:gdLst>
                  <a:ahLst/>
                  <a:cxnLst>
                    <a:cxn ang="0">
                      <a:pos x="connsiteX0" y="connsiteY0"/>
                    </a:cxn>
                    <a:cxn ang="0">
                      <a:pos x="connsiteX1" y="connsiteY1"/>
                    </a:cxn>
                  </a:cxnLst>
                  <a:rect l="l" t="t" r="r" b="b"/>
                  <a:pathLst>
                    <a:path w="1778699" h="43033">
                      <a:moveTo>
                        <a:pt x="1761774" y="21517"/>
                      </a:moveTo>
                      <a:lnTo>
                        <a:pt x="21517" y="21517"/>
                      </a:lnTo>
                    </a:path>
                  </a:pathLst>
                </a:custGeom>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64" name="Freeform: Shape 63">
                  <a:extLst>
                    <a:ext uri="{FF2B5EF4-FFF2-40B4-BE49-F238E27FC236}">
                      <a16:creationId xmlns:a16="http://schemas.microsoft.com/office/drawing/2014/main" id="{F750F0ED-6C43-BC8A-196B-880B2DDEA81B}"/>
                    </a:ext>
                  </a:extLst>
                </p:cNvPr>
                <p:cNvSpPr/>
                <p:nvPr/>
              </p:nvSpPr>
              <p:spPr>
                <a:xfrm>
                  <a:off x="3441120" y="3680438"/>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solidFill>
                  <a:srgbClr val="ED174F"/>
                </a:solidFill>
                <a:ln w="38100" cap="flat">
                  <a:solidFill>
                    <a:schemeClr val="bg1"/>
                  </a:solidFill>
                  <a:prstDash val="solid"/>
                  <a:miter/>
                </a:ln>
              </p:spPr>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65" name="Oval 64">
                  <a:extLst>
                    <a:ext uri="{FF2B5EF4-FFF2-40B4-BE49-F238E27FC236}">
                      <a16:creationId xmlns:a16="http://schemas.microsoft.com/office/drawing/2014/main" id="{6AB0D689-6B83-1793-CE88-9DF197F21287}"/>
                    </a:ext>
                  </a:extLst>
                </p:cNvPr>
                <p:cNvSpPr/>
                <p:nvPr/>
              </p:nvSpPr>
              <p:spPr>
                <a:xfrm>
                  <a:off x="4791075" y="3373671"/>
                  <a:ext cx="832040" cy="832039"/>
                </a:xfrm>
                <a:prstGeom prst="ellipse">
                  <a:avLst/>
                </a:prstGeom>
                <a:solidFill>
                  <a:srgbClr val="ED174F"/>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66" name="Rectangle 65">
                  <a:extLst>
                    <a:ext uri="{FF2B5EF4-FFF2-40B4-BE49-F238E27FC236}">
                      <a16:creationId xmlns:a16="http://schemas.microsoft.com/office/drawing/2014/main" id="{842F8153-ED47-44EB-B15F-FA8D5C0FEEBE}"/>
                    </a:ext>
                  </a:extLst>
                </p:cNvPr>
                <p:cNvSpPr/>
                <p:nvPr/>
              </p:nvSpPr>
              <p:spPr>
                <a:xfrm>
                  <a:off x="5651875" y="3593520"/>
                  <a:ext cx="3581302" cy="407017"/>
                </a:xfrm>
                <a:prstGeom prst="rect">
                  <a:avLst/>
                </a:prstGeom>
              </p:spPr>
              <p:txBody>
                <a:bodyPr wrap="square" anchor="ctr">
                  <a:spAutoFit/>
                </a:bodyPr>
                <a:lstStyle/>
                <a:p>
                  <a:pPr marL="0" lvl="1">
                    <a:buClr>
                      <a:srgbClr val="002E8A"/>
                    </a:buClr>
                  </a:pPr>
                  <a:r>
                    <a:rPr lang="en-US" sz="1400" dirty="0">
                      <a:solidFill>
                        <a:schemeClr val="bg1"/>
                      </a:solidFill>
                      <a:latin typeface="Poppins Light" panose="00000400000000000000" pitchFamily="2" charset="0"/>
                      <a:cs typeface="Abd Elrady Pro" panose="020F0803030102020204" pitchFamily="34" charset="-78"/>
                    </a:rPr>
                    <a:t>Convenient for Patients</a:t>
                  </a:r>
                  <a:endParaRPr lang="en-US" sz="1400" dirty="0">
                    <a:solidFill>
                      <a:schemeClr val="bg1"/>
                    </a:solidFill>
                    <a:latin typeface="Poppins Light" panose="00000400000000000000" pitchFamily="2" charset="0"/>
                    <a:cs typeface="Poppins Light" panose="00000400000000000000" pitchFamily="2" charset="0"/>
                  </a:endParaRPr>
                </a:p>
              </p:txBody>
            </p:sp>
          </p:grpSp>
        </p:grpSp>
        <p:pic>
          <p:nvPicPr>
            <p:cNvPr id="60" name="Picture 59">
              <a:extLst>
                <a:ext uri="{FF2B5EF4-FFF2-40B4-BE49-F238E27FC236}">
                  <a16:creationId xmlns:a16="http://schemas.microsoft.com/office/drawing/2014/main" id="{A3F2542A-D777-B988-0D28-1C0D6497186E}"/>
                </a:ext>
              </a:extLst>
            </p:cNvPr>
            <p:cNvPicPr>
              <a:picLocks noChangeAspect="1"/>
            </p:cNvPicPr>
            <p:nvPr/>
          </p:nvPicPr>
          <p:blipFill>
            <a:blip r:embed="rId12">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457081" y="3674550"/>
              <a:ext cx="270352" cy="270352"/>
            </a:xfrm>
            <a:prstGeom prst="rect">
              <a:avLst/>
            </a:prstGeom>
          </p:spPr>
        </p:pic>
      </p:grpSp>
      <p:grpSp>
        <p:nvGrpSpPr>
          <p:cNvPr id="67" name="Group 66">
            <a:extLst>
              <a:ext uri="{FF2B5EF4-FFF2-40B4-BE49-F238E27FC236}">
                <a16:creationId xmlns:a16="http://schemas.microsoft.com/office/drawing/2014/main" id="{A5A83C19-5103-7BF8-4B1C-FE1F55090EFF}"/>
              </a:ext>
            </a:extLst>
          </p:cNvPr>
          <p:cNvGrpSpPr/>
          <p:nvPr/>
        </p:nvGrpSpPr>
        <p:grpSpPr>
          <a:xfrm>
            <a:off x="19436762" y="7441183"/>
            <a:ext cx="4911671" cy="1122131"/>
            <a:chOff x="6971932" y="4492545"/>
            <a:chExt cx="4911671" cy="1122131"/>
          </a:xfrm>
        </p:grpSpPr>
        <p:grpSp>
          <p:nvGrpSpPr>
            <p:cNvPr id="68" name="Group 67">
              <a:extLst>
                <a:ext uri="{FF2B5EF4-FFF2-40B4-BE49-F238E27FC236}">
                  <a16:creationId xmlns:a16="http://schemas.microsoft.com/office/drawing/2014/main" id="{52969284-08D9-6A45-841E-0FCD036F6DA5}"/>
                </a:ext>
              </a:extLst>
            </p:cNvPr>
            <p:cNvGrpSpPr/>
            <p:nvPr/>
          </p:nvGrpSpPr>
          <p:grpSpPr>
            <a:xfrm>
              <a:off x="6971932" y="4492545"/>
              <a:ext cx="4911671" cy="1122131"/>
              <a:chOff x="3087355" y="4666625"/>
              <a:chExt cx="6431086" cy="1469260"/>
            </a:xfrm>
          </p:grpSpPr>
          <p:sp>
            <p:nvSpPr>
              <p:cNvPr id="70" name="Freeform: Shape 69">
                <a:extLst>
                  <a:ext uri="{FF2B5EF4-FFF2-40B4-BE49-F238E27FC236}">
                    <a16:creationId xmlns:a16="http://schemas.microsoft.com/office/drawing/2014/main" id="{C8528D8A-D73A-03C9-981E-C3401795A586}"/>
                  </a:ext>
                </a:extLst>
              </p:cNvPr>
              <p:cNvSpPr/>
              <p:nvPr/>
            </p:nvSpPr>
            <p:spPr>
              <a:xfrm>
                <a:off x="3142041" y="4823424"/>
                <a:ext cx="1791215" cy="597072"/>
              </a:xfrm>
              <a:custGeom>
                <a:avLst/>
                <a:gdLst>
                  <a:gd name="connsiteX0" fmla="*/ 21517 w 1893454"/>
                  <a:gd name="connsiteY0" fmla="*/ 21517 h 631151"/>
                  <a:gd name="connsiteX1" fmla="*/ 614082 w 1893454"/>
                  <a:gd name="connsiteY1" fmla="*/ 614082 h 631151"/>
                  <a:gd name="connsiteX2" fmla="*/ 1879111 w 1893454"/>
                  <a:gd name="connsiteY2" fmla="*/ 614082 h 631151"/>
                </a:gdLst>
                <a:ahLst/>
                <a:cxnLst>
                  <a:cxn ang="0">
                    <a:pos x="connsiteX0" y="connsiteY0"/>
                  </a:cxn>
                  <a:cxn ang="0">
                    <a:pos x="connsiteX1" y="connsiteY1"/>
                  </a:cxn>
                  <a:cxn ang="0">
                    <a:pos x="connsiteX2" y="connsiteY2"/>
                  </a:cxn>
                </a:cxnLst>
                <a:rect l="l" t="t" r="r" b="b"/>
                <a:pathLst>
                  <a:path w="1893454" h="631151">
                    <a:moveTo>
                      <a:pt x="21517" y="21517"/>
                    </a:moveTo>
                    <a:lnTo>
                      <a:pt x="614082" y="614082"/>
                    </a:lnTo>
                    <a:lnTo>
                      <a:pt x="1879111" y="614082"/>
                    </a:lnTo>
                  </a:path>
                </a:pathLst>
              </a:custGeom>
              <a:noFill/>
              <a:ln w="19050" cap="rnd">
                <a:solidFill>
                  <a:schemeClr val="bg1"/>
                </a:solidFill>
                <a:prstDash val="solid"/>
                <a:round/>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71" name="Freeform: Shape 70">
                <a:extLst>
                  <a:ext uri="{FF2B5EF4-FFF2-40B4-BE49-F238E27FC236}">
                    <a16:creationId xmlns:a16="http://schemas.microsoft.com/office/drawing/2014/main" id="{B4254492-E98E-2BA0-1353-455DF590E34C}"/>
                  </a:ext>
                </a:extLst>
              </p:cNvPr>
              <p:cNvSpPr/>
              <p:nvPr/>
            </p:nvSpPr>
            <p:spPr>
              <a:xfrm>
                <a:off x="3087355" y="4731285"/>
                <a:ext cx="203547" cy="203547"/>
              </a:xfrm>
              <a:custGeom>
                <a:avLst/>
                <a:gdLst>
                  <a:gd name="connsiteX0" fmla="*/ 217317 w 215165"/>
                  <a:gd name="connsiteY0" fmla="*/ 114038 h 215165"/>
                  <a:gd name="connsiteX1" fmla="*/ 114038 w 215165"/>
                  <a:gd name="connsiteY1" fmla="*/ 217317 h 215165"/>
                  <a:gd name="connsiteX2" fmla="*/ 10758 w 215165"/>
                  <a:gd name="connsiteY2" fmla="*/ 114038 h 215165"/>
                  <a:gd name="connsiteX3" fmla="*/ 114038 w 215165"/>
                  <a:gd name="connsiteY3" fmla="*/ 10758 h 215165"/>
                  <a:gd name="connsiteX4" fmla="*/ 217317 w 215165"/>
                  <a:gd name="connsiteY4" fmla="*/ 114038 h 21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65" h="215165">
                    <a:moveTo>
                      <a:pt x="217317" y="114038"/>
                    </a:moveTo>
                    <a:cubicBezTo>
                      <a:pt x="217317" y="171077"/>
                      <a:pt x="171077" y="217317"/>
                      <a:pt x="114038" y="217317"/>
                    </a:cubicBezTo>
                    <a:cubicBezTo>
                      <a:pt x="56998" y="217317"/>
                      <a:pt x="10758" y="171077"/>
                      <a:pt x="10758" y="114038"/>
                    </a:cubicBezTo>
                    <a:cubicBezTo>
                      <a:pt x="10758" y="56998"/>
                      <a:pt x="56998" y="10758"/>
                      <a:pt x="114038" y="10758"/>
                    </a:cubicBezTo>
                    <a:cubicBezTo>
                      <a:pt x="171077" y="10758"/>
                      <a:pt x="217317" y="56998"/>
                      <a:pt x="217317" y="114038"/>
                    </a:cubicBezTo>
                    <a:close/>
                  </a:path>
                </a:pathLst>
              </a:custGeom>
              <a:gradFill>
                <a:gsLst>
                  <a:gs pos="0">
                    <a:srgbClr val="0092E2"/>
                  </a:gs>
                  <a:gs pos="100000">
                    <a:srgbClr val="0063E5"/>
                  </a:gs>
                </a:gsLst>
                <a:lin ang="0" scaled="1"/>
              </a:gradFill>
              <a:ln w="38100" cap="flat">
                <a:solidFill>
                  <a:schemeClr val="bg1"/>
                </a:solidFill>
                <a:prstDash val="solid"/>
                <a:miter/>
              </a:ln>
            </p:spPr>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72" name="Rectangle 71">
                <a:extLst>
                  <a:ext uri="{FF2B5EF4-FFF2-40B4-BE49-F238E27FC236}">
                    <a16:creationId xmlns:a16="http://schemas.microsoft.com/office/drawing/2014/main" id="{019A7512-BD6E-A088-0686-AE69E2997888}"/>
                  </a:ext>
                </a:extLst>
              </p:cNvPr>
              <p:cNvSpPr/>
              <p:nvPr/>
            </p:nvSpPr>
            <p:spPr>
              <a:xfrm>
                <a:off x="4482708" y="4666625"/>
                <a:ext cx="5035733" cy="1469260"/>
              </a:xfrm>
              <a:prstGeom prst="rect">
                <a:avLst/>
              </a:prstGeom>
              <a:solidFill>
                <a:schemeClr val="bg1">
                  <a:alpha val="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a:latin typeface="Abd Elrady Pro" panose="020F0803030102020204" pitchFamily="34" charset="-78"/>
                  <a:cs typeface="Abd Elrady Pro" panose="020F0803030102020204" pitchFamily="34" charset="-78"/>
                </a:endParaRPr>
              </a:p>
            </p:txBody>
          </p:sp>
          <p:sp>
            <p:nvSpPr>
              <p:cNvPr id="73" name="Oval 72">
                <a:extLst>
                  <a:ext uri="{FF2B5EF4-FFF2-40B4-BE49-F238E27FC236}">
                    <a16:creationId xmlns:a16="http://schemas.microsoft.com/office/drawing/2014/main" id="{2CFC00D9-22C9-E7ED-B2C3-C60315D8481F}"/>
                  </a:ext>
                </a:extLst>
              </p:cNvPr>
              <p:cNvSpPr/>
              <p:nvPr/>
            </p:nvSpPr>
            <p:spPr>
              <a:xfrm>
                <a:off x="4791075" y="4985235"/>
                <a:ext cx="832040" cy="832039"/>
              </a:xfrm>
              <a:prstGeom prst="ellipse">
                <a:avLst/>
              </a:prstGeom>
              <a:gradFill>
                <a:gsLst>
                  <a:gs pos="100000">
                    <a:srgbClr val="0A2C69"/>
                  </a:gs>
                  <a:gs pos="0">
                    <a:srgbClr val="3795AF"/>
                  </a:gs>
                </a:gsLst>
                <a:path path="circle">
                  <a:fillToRect l="100000" t="100000"/>
                </a:path>
              </a:gra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000" dirty="0">
                  <a:latin typeface="Abd Elrady Pro" panose="020F0803030102020204" pitchFamily="34" charset="-78"/>
                  <a:cs typeface="Abd Elrady Pro" panose="020F0803030102020204" pitchFamily="34" charset="-78"/>
                </a:endParaRPr>
              </a:p>
            </p:txBody>
          </p:sp>
          <p:sp>
            <p:nvSpPr>
              <p:cNvPr id="74" name="Rectangle 73">
                <a:extLst>
                  <a:ext uri="{FF2B5EF4-FFF2-40B4-BE49-F238E27FC236}">
                    <a16:creationId xmlns:a16="http://schemas.microsoft.com/office/drawing/2014/main" id="{A257A01E-30D3-FD55-D21E-0939C2576DBC}"/>
                  </a:ext>
                </a:extLst>
              </p:cNvPr>
              <p:cNvSpPr/>
              <p:nvPr/>
            </p:nvSpPr>
            <p:spPr>
              <a:xfrm>
                <a:off x="5710880" y="5066411"/>
                <a:ext cx="3676339" cy="685077"/>
              </a:xfrm>
              <a:prstGeom prst="rect">
                <a:avLst/>
              </a:prstGeom>
            </p:spPr>
            <p:txBody>
              <a:bodyPr wrap="square" anchor="ctr">
                <a:spAutoFit/>
              </a:bodyPr>
              <a:lstStyle/>
              <a:p>
                <a:pPr marL="0" lvl="1">
                  <a:buClr>
                    <a:srgbClr val="002E8A"/>
                  </a:buClr>
                </a:pPr>
                <a:r>
                  <a:rPr lang="en-US" sz="1400" dirty="0">
                    <a:solidFill>
                      <a:schemeClr val="bg1"/>
                    </a:solidFill>
                    <a:latin typeface="Poppins Light" panose="00000400000000000000" pitchFamily="2" charset="0"/>
                    <a:cs typeface="Abd Elrady Pro" panose="020F0803030102020204" pitchFamily="34" charset="-78"/>
                  </a:rPr>
                  <a:t>Increase Patient Compliance with Treatment Protocols</a:t>
                </a:r>
                <a:endParaRPr lang="en-US" sz="1400" dirty="0">
                  <a:solidFill>
                    <a:schemeClr val="bg1"/>
                  </a:solidFill>
                  <a:latin typeface="Poppins Light" panose="00000400000000000000" pitchFamily="2" charset="0"/>
                  <a:cs typeface="Poppins Light" panose="00000400000000000000" pitchFamily="2" charset="0"/>
                </a:endParaRPr>
              </a:p>
            </p:txBody>
          </p:sp>
        </p:grpSp>
        <p:pic>
          <p:nvPicPr>
            <p:cNvPr id="69" name="Picture 68">
              <a:extLst>
                <a:ext uri="{FF2B5EF4-FFF2-40B4-BE49-F238E27FC236}">
                  <a16:creationId xmlns:a16="http://schemas.microsoft.com/office/drawing/2014/main" id="{D9C5F656-3D49-029D-0126-7AFA0EC78743}"/>
                </a:ext>
              </a:extLst>
            </p:cNvPr>
            <p:cNvPicPr>
              <a:picLocks noChangeAspect="1"/>
            </p:cNvPicPr>
            <p:nvPr/>
          </p:nvPicPr>
          <p:blipFill>
            <a:blip r:embed="rId14">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457081" y="4905901"/>
              <a:ext cx="270352" cy="270352"/>
            </a:xfrm>
            <a:prstGeom prst="rect">
              <a:avLst/>
            </a:prstGeom>
          </p:spPr>
        </p:pic>
      </p:grpSp>
    </p:spTree>
    <p:extLst>
      <p:ext uri="{BB962C8B-B14F-4D97-AF65-F5344CB8AC3E}">
        <p14:creationId xmlns:p14="http://schemas.microsoft.com/office/powerpoint/2010/main" val="6494086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504</TotalTime>
  <Words>1859</Words>
  <Application>Microsoft Office PowerPoint</Application>
  <PresentationFormat>Widescreen</PresentationFormat>
  <Paragraphs>255</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Abd Elrady Pro</vt:lpstr>
      <vt:lpstr>Arial</vt:lpstr>
      <vt:lpstr>Calibri</vt:lpstr>
      <vt:lpstr>Calibri Light</vt:lpstr>
      <vt:lpstr>Courier New</vt:lpstr>
      <vt:lpstr>Poppins Black</vt:lpstr>
      <vt:lpstr>Poppins Light</vt:lpstr>
      <vt:lpstr>Poppins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Mudasar</dc:creator>
  <cp:lastModifiedBy>Eric Borell</cp:lastModifiedBy>
  <cp:revision>55</cp:revision>
  <dcterms:created xsi:type="dcterms:W3CDTF">2025-08-16T06:30:06Z</dcterms:created>
  <dcterms:modified xsi:type="dcterms:W3CDTF">2026-04-09T18:07:35Z</dcterms:modified>
</cp:coreProperties>
</file>